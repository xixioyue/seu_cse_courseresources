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2.xml" ContentType="application/vnd.openxmlformats-officedocument.presentationml.notesSlid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notesSlides/notesSlide3.xml" ContentType="application/vnd.openxmlformats-officedocument.presentationml.notesSlide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434" r:id="rId2"/>
    <p:sldId id="437" r:id="rId3"/>
    <p:sldId id="435" r:id="rId4"/>
    <p:sldId id="439" r:id="rId5"/>
    <p:sldId id="441" r:id="rId6"/>
    <p:sldId id="446" r:id="rId7"/>
    <p:sldId id="436" r:id="rId8"/>
    <p:sldId id="442" r:id="rId9"/>
    <p:sldId id="448" r:id="rId10"/>
    <p:sldId id="445" r:id="rId11"/>
    <p:sldId id="447" r:id="rId12"/>
    <p:sldId id="449" r:id="rId13"/>
    <p:sldId id="440" r:id="rId14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lin" initials="g" lastIdx="1" clrIdx="0">
    <p:extLst>
      <p:ext uri="{19B8F6BF-5375-455C-9EA6-DF929625EA0E}">
        <p15:presenceInfo xmlns:p15="http://schemas.microsoft.com/office/powerpoint/2012/main" userId="4f578e8ad608ee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FF3399"/>
    <a:srgbClr val="FFCC99"/>
    <a:srgbClr val="CCCCFF"/>
    <a:srgbClr val="CCFFFF"/>
    <a:srgbClr val="CC6600"/>
    <a:srgbClr val="99CCFF"/>
    <a:srgbClr val="CCECFF"/>
    <a:srgbClr val="CC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8" autoAdjust="0"/>
    <p:restoredTop sz="95768" autoAdjust="0"/>
  </p:normalViewPr>
  <p:slideViewPr>
    <p:cSldViewPr showGuides="1">
      <p:cViewPr varScale="1">
        <p:scale>
          <a:sx n="91" d="100"/>
          <a:sy n="91" d="100"/>
        </p:scale>
        <p:origin x="1176" y="44"/>
      </p:cViewPr>
      <p:guideLst>
        <p:guide orient="horz" pos="218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95FB4FD2-40DE-4077-9F22-6A1ED43CA00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0690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9382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P1-</a:t>
            </a:r>
            <a:r>
              <a:rPr lang="zh-CN" altLang="en-US" dirty="0"/>
              <a:t>看按逻辑地址访问需求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67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C050A-F57A-40C0-9B1B-373CE1AC8D9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890A0-C1D7-4D81-BC83-BB8B5B83BF6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4B6CB-6BFD-4E2B-B1E4-61114F34ED3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85928-72D7-42F3-890C-59D38CD3E3A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82DC-BC2B-490B-872A-14D20A00881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8C57-9535-4CE0-B4EB-86CA6883D37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lnSpc>
                <a:spcPct val="9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C4C1B93-8483-479B-9518-A9279CF2AAB5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0" y="6525344"/>
            <a:ext cx="1187624" cy="288032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515D5-EFA9-4F76-9D3B-C25D31E190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06FE7-E0C2-4275-AC9D-E8EDB399D1F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D5888-32B9-4CAB-AF74-F9CAFEAEF5A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C1C2F-8197-4EDA-89D9-CC230000E4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5B4E53F5-CDC8-4E76-9FDD-E52403B1F9B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26" Type="http://schemas.openxmlformats.org/officeDocument/2006/relationships/tags" Target="../tags/tag41.xml"/><Relationship Id="rId39" Type="http://schemas.openxmlformats.org/officeDocument/2006/relationships/tags" Target="../tags/tag54.xml"/><Relationship Id="rId21" Type="http://schemas.openxmlformats.org/officeDocument/2006/relationships/tags" Target="../tags/tag36.xml"/><Relationship Id="rId34" Type="http://schemas.openxmlformats.org/officeDocument/2006/relationships/tags" Target="../tags/tag49.xml"/><Relationship Id="rId42" Type="http://schemas.openxmlformats.org/officeDocument/2006/relationships/notesSlide" Target="../notesSlides/notesSlide1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tags" Target="../tags/tag35.xml"/><Relationship Id="rId29" Type="http://schemas.openxmlformats.org/officeDocument/2006/relationships/tags" Target="../tags/tag44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24" Type="http://schemas.openxmlformats.org/officeDocument/2006/relationships/tags" Target="../tags/tag39.xml"/><Relationship Id="rId32" Type="http://schemas.openxmlformats.org/officeDocument/2006/relationships/tags" Target="../tags/tag47.xml"/><Relationship Id="rId37" Type="http://schemas.openxmlformats.org/officeDocument/2006/relationships/tags" Target="../tags/tag52.xml"/><Relationship Id="rId40" Type="http://schemas.openxmlformats.org/officeDocument/2006/relationships/tags" Target="../tags/tag55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23" Type="http://schemas.openxmlformats.org/officeDocument/2006/relationships/tags" Target="../tags/tag38.xml"/><Relationship Id="rId28" Type="http://schemas.openxmlformats.org/officeDocument/2006/relationships/tags" Target="../tags/tag43.xml"/><Relationship Id="rId36" Type="http://schemas.openxmlformats.org/officeDocument/2006/relationships/tags" Target="../tags/tag51.xml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31" Type="http://schemas.openxmlformats.org/officeDocument/2006/relationships/tags" Target="../tags/tag46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tags" Target="../tags/tag37.xml"/><Relationship Id="rId27" Type="http://schemas.openxmlformats.org/officeDocument/2006/relationships/tags" Target="../tags/tag42.xml"/><Relationship Id="rId30" Type="http://schemas.openxmlformats.org/officeDocument/2006/relationships/tags" Target="../tags/tag45.xml"/><Relationship Id="rId35" Type="http://schemas.openxmlformats.org/officeDocument/2006/relationships/tags" Target="../tags/tag50.xml"/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5" Type="http://schemas.openxmlformats.org/officeDocument/2006/relationships/tags" Target="../tags/tag40.xml"/><Relationship Id="rId33" Type="http://schemas.openxmlformats.org/officeDocument/2006/relationships/tags" Target="../tags/tag48.xml"/><Relationship Id="rId38" Type="http://schemas.openxmlformats.org/officeDocument/2006/relationships/tags" Target="../tags/tag5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83.xml"/><Relationship Id="rId21" Type="http://schemas.openxmlformats.org/officeDocument/2006/relationships/tags" Target="../tags/tag78.xml"/><Relationship Id="rId42" Type="http://schemas.openxmlformats.org/officeDocument/2006/relationships/tags" Target="../tags/tag99.xml"/><Relationship Id="rId47" Type="http://schemas.openxmlformats.org/officeDocument/2006/relationships/tags" Target="../tags/tag104.xml"/><Relationship Id="rId63" Type="http://schemas.openxmlformats.org/officeDocument/2006/relationships/tags" Target="../tags/tag120.xml"/><Relationship Id="rId68" Type="http://schemas.openxmlformats.org/officeDocument/2006/relationships/tags" Target="../tags/tag125.xml"/><Relationship Id="rId84" Type="http://schemas.openxmlformats.org/officeDocument/2006/relationships/tags" Target="../tags/tag141.xml"/><Relationship Id="rId89" Type="http://schemas.openxmlformats.org/officeDocument/2006/relationships/tags" Target="../tags/tag146.xml"/><Relationship Id="rId112" Type="http://schemas.openxmlformats.org/officeDocument/2006/relationships/tags" Target="../tags/tag169.xml"/><Relationship Id="rId16" Type="http://schemas.openxmlformats.org/officeDocument/2006/relationships/tags" Target="../tags/tag73.xml"/><Relationship Id="rId107" Type="http://schemas.openxmlformats.org/officeDocument/2006/relationships/tags" Target="../tags/tag164.xml"/><Relationship Id="rId11" Type="http://schemas.openxmlformats.org/officeDocument/2006/relationships/tags" Target="../tags/tag68.xml"/><Relationship Id="rId32" Type="http://schemas.openxmlformats.org/officeDocument/2006/relationships/tags" Target="../tags/tag89.xml"/><Relationship Id="rId37" Type="http://schemas.openxmlformats.org/officeDocument/2006/relationships/tags" Target="../tags/tag94.xml"/><Relationship Id="rId53" Type="http://schemas.openxmlformats.org/officeDocument/2006/relationships/tags" Target="../tags/tag110.xml"/><Relationship Id="rId58" Type="http://schemas.openxmlformats.org/officeDocument/2006/relationships/tags" Target="../tags/tag115.xml"/><Relationship Id="rId74" Type="http://schemas.openxmlformats.org/officeDocument/2006/relationships/tags" Target="../tags/tag131.xml"/><Relationship Id="rId79" Type="http://schemas.openxmlformats.org/officeDocument/2006/relationships/tags" Target="../tags/tag136.xml"/><Relationship Id="rId102" Type="http://schemas.openxmlformats.org/officeDocument/2006/relationships/tags" Target="../tags/tag159.xml"/><Relationship Id="rId5" Type="http://schemas.openxmlformats.org/officeDocument/2006/relationships/tags" Target="../tags/tag62.xml"/><Relationship Id="rId90" Type="http://schemas.openxmlformats.org/officeDocument/2006/relationships/tags" Target="../tags/tag147.xml"/><Relationship Id="rId95" Type="http://schemas.openxmlformats.org/officeDocument/2006/relationships/tags" Target="../tags/tag152.xml"/><Relationship Id="rId22" Type="http://schemas.openxmlformats.org/officeDocument/2006/relationships/tags" Target="../tags/tag79.xml"/><Relationship Id="rId27" Type="http://schemas.openxmlformats.org/officeDocument/2006/relationships/tags" Target="../tags/tag84.xml"/><Relationship Id="rId43" Type="http://schemas.openxmlformats.org/officeDocument/2006/relationships/tags" Target="../tags/tag100.xml"/><Relationship Id="rId48" Type="http://schemas.openxmlformats.org/officeDocument/2006/relationships/tags" Target="../tags/tag105.xml"/><Relationship Id="rId64" Type="http://schemas.openxmlformats.org/officeDocument/2006/relationships/tags" Target="../tags/tag121.xml"/><Relationship Id="rId69" Type="http://schemas.openxmlformats.org/officeDocument/2006/relationships/tags" Target="../tags/tag126.xml"/><Relationship Id="rId113" Type="http://schemas.openxmlformats.org/officeDocument/2006/relationships/tags" Target="../tags/tag170.xml"/><Relationship Id="rId80" Type="http://schemas.openxmlformats.org/officeDocument/2006/relationships/tags" Target="../tags/tag137.xml"/><Relationship Id="rId85" Type="http://schemas.openxmlformats.org/officeDocument/2006/relationships/tags" Target="../tags/tag142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33" Type="http://schemas.openxmlformats.org/officeDocument/2006/relationships/tags" Target="../tags/tag90.xml"/><Relationship Id="rId38" Type="http://schemas.openxmlformats.org/officeDocument/2006/relationships/tags" Target="../tags/tag95.xml"/><Relationship Id="rId59" Type="http://schemas.openxmlformats.org/officeDocument/2006/relationships/tags" Target="../tags/tag116.xml"/><Relationship Id="rId103" Type="http://schemas.openxmlformats.org/officeDocument/2006/relationships/tags" Target="../tags/tag160.xml"/><Relationship Id="rId108" Type="http://schemas.openxmlformats.org/officeDocument/2006/relationships/tags" Target="../tags/tag165.xml"/><Relationship Id="rId54" Type="http://schemas.openxmlformats.org/officeDocument/2006/relationships/tags" Target="../tags/tag111.xml"/><Relationship Id="rId70" Type="http://schemas.openxmlformats.org/officeDocument/2006/relationships/tags" Target="../tags/tag127.xml"/><Relationship Id="rId75" Type="http://schemas.openxmlformats.org/officeDocument/2006/relationships/tags" Target="../tags/tag132.xml"/><Relationship Id="rId91" Type="http://schemas.openxmlformats.org/officeDocument/2006/relationships/tags" Target="../tags/tag148.xml"/><Relationship Id="rId96" Type="http://schemas.openxmlformats.org/officeDocument/2006/relationships/tags" Target="../tags/tag153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5" Type="http://schemas.openxmlformats.org/officeDocument/2006/relationships/tags" Target="../tags/tag72.xml"/><Relationship Id="rId23" Type="http://schemas.openxmlformats.org/officeDocument/2006/relationships/tags" Target="../tags/tag80.xml"/><Relationship Id="rId28" Type="http://schemas.openxmlformats.org/officeDocument/2006/relationships/tags" Target="../tags/tag85.xml"/><Relationship Id="rId36" Type="http://schemas.openxmlformats.org/officeDocument/2006/relationships/tags" Target="../tags/tag93.xml"/><Relationship Id="rId49" Type="http://schemas.openxmlformats.org/officeDocument/2006/relationships/tags" Target="../tags/tag106.xml"/><Relationship Id="rId57" Type="http://schemas.openxmlformats.org/officeDocument/2006/relationships/tags" Target="../tags/tag114.xml"/><Relationship Id="rId106" Type="http://schemas.openxmlformats.org/officeDocument/2006/relationships/tags" Target="../tags/tag163.xml"/><Relationship Id="rId114" Type="http://schemas.openxmlformats.org/officeDocument/2006/relationships/tags" Target="../tags/tag171.xml"/><Relationship Id="rId10" Type="http://schemas.openxmlformats.org/officeDocument/2006/relationships/tags" Target="../tags/tag67.xml"/><Relationship Id="rId31" Type="http://schemas.openxmlformats.org/officeDocument/2006/relationships/tags" Target="../tags/tag88.xml"/><Relationship Id="rId44" Type="http://schemas.openxmlformats.org/officeDocument/2006/relationships/tags" Target="../tags/tag101.xml"/><Relationship Id="rId52" Type="http://schemas.openxmlformats.org/officeDocument/2006/relationships/tags" Target="../tags/tag109.xml"/><Relationship Id="rId60" Type="http://schemas.openxmlformats.org/officeDocument/2006/relationships/tags" Target="../tags/tag117.xml"/><Relationship Id="rId65" Type="http://schemas.openxmlformats.org/officeDocument/2006/relationships/tags" Target="../tags/tag122.xml"/><Relationship Id="rId73" Type="http://schemas.openxmlformats.org/officeDocument/2006/relationships/tags" Target="../tags/tag130.xml"/><Relationship Id="rId78" Type="http://schemas.openxmlformats.org/officeDocument/2006/relationships/tags" Target="../tags/tag135.xml"/><Relationship Id="rId81" Type="http://schemas.openxmlformats.org/officeDocument/2006/relationships/tags" Target="../tags/tag138.xml"/><Relationship Id="rId86" Type="http://schemas.openxmlformats.org/officeDocument/2006/relationships/tags" Target="../tags/tag143.xml"/><Relationship Id="rId94" Type="http://schemas.openxmlformats.org/officeDocument/2006/relationships/tags" Target="../tags/tag151.xml"/><Relationship Id="rId99" Type="http://schemas.openxmlformats.org/officeDocument/2006/relationships/tags" Target="../tags/tag156.xml"/><Relationship Id="rId101" Type="http://schemas.openxmlformats.org/officeDocument/2006/relationships/tags" Target="../tags/tag158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39" Type="http://schemas.openxmlformats.org/officeDocument/2006/relationships/tags" Target="../tags/tag96.xml"/><Relationship Id="rId109" Type="http://schemas.openxmlformats.org/officeDocument/2006/relationships/tags" Target="../tags/tag166.xml"/><Relationship Id="rId34" Type="http://schemas.openxmlformats.org/officeDocument/2006/relationships/tags" Target="../tags/tag91.xml"/><Relationship Id="rId50" Type="http://schemas.openxmlformats.org/officeDocument/2006/relationships/tags" Target="../tags/tag107.xml"/><Relationship Id="rId55" Type="http://schemas.openxmlformats.org/officeDocument/2006/relationships/tags" Target="../tags/tag112.xml"/><Relationship Id="rId76" Type="http://schemas.openxmlformats.org/officeDocument/2006/relationships/tags" Target="../tags/tag133.xml"/><Relationship Id="rId97" Type="http://schemas.openxmlformats.org/officeDocument/2006/relationships/tags" Target="../tags/tag154.xml"/><Relationship Id="rId104" Type="http://schemas.openxmlformats.org/officeDocument/2006/relationships/tags" Target="../tags/tag161.xml"/><Relationship Id="rId7" Type="http://schemas.openxmlformats.org/officeDocument/2006/relationships/tags" Target="../tags/tag64.xml"/><Relationship Id="rId71" Type="http://schemas.openxmlformats.org/officeDocument/2006/relationships/tags" Target="../tags/tag128.xml"/><Relationship Id="rId92" Type="http://schemas.openxmlformats.org/officeDocument/2006/relationships/tags" Target="../tags/tag149.xml"/><Relationship Id="rId2" Type="http://schemas.openxmlformats.org/officeDocument/2006/relationships/tags" Target="../tags/tag59.xml"/><Relationship Id="rId29" Type="http://schemas.openxmlformats.org/officeDocument/2006/relationships/tags" Target="../tags/tag86.xml"/><Relationship Id="rId24" Type="http://schemas.openxmlformats.org/officeDocument/2006/relationships/tags" Target="../tags/tag81.xml"/><Relationship Id="rId40" Type="http://schemas.openxmlformats.org/officeDocument/2006/relationships/tags" Target="../tags/tag97.xml"/><Relationship Id="rId45" Type="http://schemas.openxmlformats.org/officeDocument/2006/relationships/tags" Target="../tags/tag102.xml"/><Relationship Id="rId66" Type="http://schemas.openxmlformats.org/officeDocument/2006/relationships/tags" Target="../tags/tag123.xml"/><Relationship Id="rId87" Type="http://schemas.openxmlformats.org/officeDocument/2006/relationships/tags" Target="../tags/tag144.xml"/><Relationship Id="rId110" Type="http://schemas.openxmlformats.org/officeDocument/2006/relationships/tags" Target="../tags/tag167.xml"/><Relationship Id="rId115" Type="http://schemas.openxmlformats.org/officeDocument/2006/relationships/tags" Target="../tags/tag172.xml"/><Relationship Id="rId61" Type="http://schemas.openxmlformats.org/officeDocument/2006/relationships/tags" Target="../tags/tag118.xml"/><Relationship Id="rId82" Type="http://schemas.openxmlformats.org/officeDocument/2006/relationships/tags" Target="../tags/tag139.xml"/><Relationship Id="rId19" Type="http://schemas.openxmlformats.org/officeDocument/2006/relationships/tags" Target="../tags/tag76.xml"/><Relationship Id="rId14" Type="http://schemas.openxmlformats.org/officeDocument/2006/relationships/tags" Target="../tags/tag71.xml"/><Relationship Id="rId30" Type="http://schemas.openxmlformats.org/officeDocument/2006/relationships/tags" Target="../tags/tag87.xml"/><Relationship Id="rId35" Type="http://schemas.openxmlformats.org/officeDocument/2006/relationships/tags" Target="../tags/tag92.xml"/><Relationship Id="rId56" Type="http://schemas.openxmlformats.org/officeDocument/2006/relationships/tags" Target="../tags/tag113.xml"/><Relationship Id="rId77" Type="http://schemas.openxmlformats.org/officeDocument/2006/relationships/tags" Target="../tags/tag134.xml"/><Relationship Id="rId100" Type="http://schemas.openxmlformats.org/officeDocument/2006/relationships/tags" Target="../tags/tag157.xml"/><Relationship Id="rId105" Type="http://schemas.openxmlformats.org/officeDocument/2006/relationships/tags" Target="../tags/tag162.xml"/><Relationship Id="rId8" Type="http://schemas.openxmlformats.org/officeDocument/2006/relationships/tags" Target="../tags/tag65.xml"/><Relationship Id="rId51" Type="http://schemas.openxmlformats.org/officeDocument/2006/relationships/tags" Target="../tags/tag108.xml"/><Relationship Id="rId72" Type="http://schemas.openxmlformats.org/officeDocument/2006/relationships/tags" Target="../tags/tag129.xml"/><Relationship Id="rId93" Type="http://schemas.openxmlformats.org/officeDocument/2006/relationships/tags" Target="../tags/tag150.xml"/><Relationship Id="rId98" Type="http://schemas.openxmlformats.org/officeDocument/2006/relationships/tags" Target="../tags/tag155.xml"/><Relationship Id="rId3" Type="http://schemas.openxmlformats.org/officeDocument/2006/relationships/tags" Target="../tags/tag60.xml"/><Relationship Id="rId25" Type="http://schemas.openxmlformats.org/officeDocument/2006/relationships/tags" Target="../tags/tag82.xml"/><Relationship Id="rId46" Type="http://schemas.openxmlformats.org/officeDocument/2006/relationships/tags" Target="../tags/tag103.xml"/><Relationship Id="rId67" Type="http://schemas.openxmlformats.org/officeDocument/2006/relationships/tags" Target="../tags/tag124.xml"/><Relationship Id="rId116" Type="http://schemas.openxmlformats.org/officeDocument/2006/relationships/slideLayout" Target="../slideLayouts/slideLayout7.xml"/><Relationship Id="rId20" Type="http://schemas.openxmlformats.org/officeDocument/2006/relationships/tags" Target="../tags/tag77.xml"/><Relationship Id="rId41" Type="http://schemas.openxmlformats.org/officeDocument/2006/relationships/tags" Target="../tags/tag98.xml"/><Relationship Id="rId62" Type="http://schemas.openxmlformats.org/officeDocument/2006/relationships/tags" Target="../tags/tag119.xml"/><Relationship Id="rId83" Type="http://schemas.openxmlformats.org/officeDocument/2006/relationships/tags" Target="../tags/tag140.xml"/><Relationship Id="rId88" Type="http://schemas.openxmlformats.org/officeDocument/2006/relationships/tags" Target="../tags/tag145.xml"/><Relationship Id="rId111" Type="http://schemas.openxmlformats.org/officeDocument/2006/relationships/tags" Target="../tags/tag168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198.xml"/><Relationship Id="rId21" Type="http://schemas.openxmlformats.org/officeDocument/2006/relationships/tags" Target="../tags/tag193.xml"/><Relationship Id="rId42" Type="http://schemas.openxmlformats.org/officeDocument/2006/relationships/tags" Target="../tags/tag214.xml"/><Relationship Id="rId47" Type="http://schemas.openxmlformats.org/officeDocument/2006/relationships/tags" Target="../tags/tag219.xml"/><Relationship Id="rId63" Type="http://schemas.openxmlformats.org/officeDocument/2006/relationships/tags" Target="../tags/tag235.xml"/><Relationship Id="rId68" Type="http://schemas.openxmlformats.org/officeDocument/2006/relationships/tags" Target="../tags/tag240.xml"/><Relationship Id="rId16" Type="http://schemas.openxmlformats.org/officeDocument/2006/relationships/tags" Target="../tags/tag188.xml"/><Relationship Id="rId11" Type="http://schemas.openxmlformats.org/officeDocument/2006/relationships/tags" Target="../tags/tag183.xml"/><Relationship Id="rId32" Type="http://schemas.openxmlformats.org/officeDocument/2006/relationships/tags" Target="../tags/tag204.xml"/><Relationship Id="rId37" Type="http://schemas.openxmlformats.org/officeDocument/2006/relationships/tags" Target="../tags/tag209.xml"/><Relationship Id="rId53" Type="http://schemas.openxmlformats.org/officeDocument/2006/relationships/tags" Target="../tags/tag225.xml"/><Relationship Id="rId58" Type="http://schemas.openxmlformats.org/officeDocument/2006/relationships/tags" Target="../tags/tag230.xml"/><Relationship Id="rId74" Type="http://schemas.openxmlformats.org/officeDocument/2006/relationships/tags" Target="../tags/tag246.xml"/><Relationship Id="rId79" Type="http://schemas.openxmlformats.org/officeDocument/2006/relationships/tags" Target="../tags/tag251.xml"/><Relationship Id="rId5" Type="http://schemas.openxmlformats.org/officeDocument/2006/relationships/tags" Target="../tags/tag177.xml"/><Relationship Id="rId61" Type="http://schemas.openxmlformats.org/officeDocument/2006/relationships/tags" Target="../tags/tag233.xml"/><Relationship Id="rId82" Type="http://schemas.openxmlformats.org/officeDocument/2006/relationships/notesSlide" Target="../notesSlides/notesSlide2.xml"/><Relationship Id="rId19" Type="http://schemas.openxmlformats.org/officeDocument/2006/relationships/tags" Target="../tags/tag191.xml"/><Relationship Id="rId14" Type="http://schemas.openxmlformats.org/officeDocument/2006/relationships/tags" Target="../tags/tag186.xml"/><Relationship Id="rId22" Type="http://schemas.openxmlformats.org/officeDocument/2006/relationships/tags" Target="../tags/tag194.xml"/><Relationship Id="rId27" Type="http://schemas.openxmlformats.org/officeDocument/2006/relationships/tags" Target="../tags/tag199.xml"/><Relationship Id="rId30" Type="http://schemas.openxmlformats.org/officeDocument/2006/relationships/tags" Target="../tags/tag202.xml"/><Relationship Id="rId35" Type="http://schemas.openxmlformats.org/officeDocument/2006/relationships/tags" Target="../tags/tag207.xml"/><Relationship Id="rId43" Type="http://schemas.openxmlformats.org/officeDocument/2006/relationships/tags" Target="../tags/tag215.xml"/><Relationship Id="rId48" Type="http://schemas.openxmlformats.org/officeDocument/2006/relationships/tags" Target="../tags/tag220.xml"/><Relationship Id="rId56" Type="http://schemas.openxmlformats.org/officeDocument/2006/relationships/tags" Target="../tags/tag228.xml"/><Relationship Id="rId64" Type="http://schemas.openxmlformats.org/officeDocument/2006/relationships/tags" Target="../tags/tag236.xml"/><Relationship Id="rId69" Type="http://schemas.openxmlformats.org/officeDocument/2006/relationships/tags" Target="../tags/tag241.xml"/><Relationship Id="rId77" Type="http://schemas.openxmlformats.org/officeDocument/2006/relationships/tags" Target="../tags/tag249.xml"/><Relationship Id="rId8" Type="http://schemas.openxmlformats.org/officeDocument/2006/relationships/tags" Target="../tags/tag180.xml"/><Relationship Id="rId51" Type="http://schemas.openxmlformats.org/officeDocument/2006/relationships/tags" Target="../tags/tag223.xml"/><Relationship Id="rId72" Type="http://schemas.openxmlformats.org/officeDocument/2006/relationships/tags" Target="../tags/tag244.xml"/><Relationship Id="rId80" Type="http://schemas.openxmlformats.org/officeDocument/2006/relationships/tags" Target="../tags/tag252.xml"/><Relationship Id="rId3" Type="http://schemas.openxmlformats.org/officeDocument/2006/relationships/tags" Target="../tags/tag175.xml"/><Relationship Id="rId12" Type="http://schemas.openxmlformats.org/officeDocument/2006/relationships/tags" Target="../tags/tag184.xml"/><Relationship Id="rId17" Type="http://schemas.openxmlformats.org/officeDocument/2006/relationships/tags" Target="../tags/tag189.xml"/><Relationship Id="rId25" Type="http://schemas.openxmlformats.org/officeDocument/2006/relationships/tags" Target="../tags/tag197.xml"/><Relationship Id="rId33" Type="http://schemas.openxmlformats.org/officeDocument/2006/relationships/tags" Target="../tags/tag205.xml"/><Relationship Id="rId38" Type="http://schemas.openxmlformats.org/officeDocument/2006/relationships/tags" Target="../tags/tag210.xml"/><Relationship Id="rId46" Type="http://schemas.openxmlformats.org/officeDocument/2006/relationships/tags" Target="../tags/tag218.xml"/><Relationship Id="rId59" Type="http://schemas.openxmlformats.org/officeDocument/2006/relationships/tags" Target="../tags/tag231.xml"/><Relationship Id="rId67" Type="http://schemas.openxmlformats.org/officeDocument/2006/relationships/tags" Target="../tags/tag239.xml"/><Relationship Id="rId20" Type="http://schemas.openxmlformats.org/officeDocument/2006/relationships/tags" Target="../tags/tag192.xml"/><Relationship Id="rId41" Type="http://schemas.openxmlformats.org/officeDocument/2006/relationships/tags" Target="../tags/tag213.xml"/><Relationship Id="rId54" Type="http://schemas.openxmlformats.org/officeDocument/2006/relationships/tags" Target="../tags/tag226.xml"/><Relationship Id="rId62" Type="http://schemas.openxmlformats.org/officeDocument/2006/relationships/tags" Target="../tags/tag234.xml"/><Relationship Id="rId70" Type="http://schemas.openxmlformats.org/officeDocument/2006/relationships/tags" Target="../tags/tag242.xml"/><Relationship Id="rId75" Type="http://schemas.openxmlformats.org/officeDocument/2006/relationships/tags" Target="../tags/tag247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5" Type="http://schemas.openxmlformats.org/officeDocument/2006/relationships/tags" Target="../tags/tag187.xml"/><Relationship Id="rId23" Type="http://schemas.openxmlformats.org/officeDocument/2006/relationships/tags" Target="../tags/tag195.xml"/><Relationship Id="rId28" Type="http://schemas.openxmlformats.org/officeDocument/2006/relationships/tags" Target="../tags/tag200.xml"/><Relationship Id="rId36" Type="http://schemas.openxmlformats.org/officeDocument/2006/relationships/tags" Target="../tags/tag208.xml"/><Relationship Id="rId49" Type="http://schemas.openxmlformats.org/officeDocument/2006/relationships/tags" Target="../tags/tag221.xml"/><Relationship Id="rId57" Type="http://schemas.openxmlformats.org/officeDocument/2006/relationships/tags" Target="../tags/tag229.xml"/><Relationship Id="rId10" Type="http://schemas.openxmlformats.org/officeDocument/2006/relationships/tags" Target="../tags/tag182.xml"/><Relationship Id="rId31" Type="http://schemas.openxmlformats.org/officeDocument/2006/relationships/tags" Target="../tags/tag203.xml"/><Relationship Id="rId44" Type="http://schemas.openxmlformats.org/officeDocument/2006/relationships/tags" Target="../tags/tag216.xml"/><Relationship Id="rId52" Type="http://schemas.openxmlformats.org/officeDocument/2006/relationships/tags" Target="../tags/tag224.xml"/><Relationship Id="rId60" Type="http://schemas.openxmlformats.org/officeDocument/2006/relationships/tags" Target="../tags/tag232.xml"/><Relationship Id="rId65" Type="http://schemas.openxmlformats.org/officeDocument/2006/relationships/tags" Target="../tags/tag237.xml"/><Relationship Id="rId73" Type="http://schemas.openxmlformats.org/officeDocument/2006/relationships/tags" Target="../tags/tag245.xml"/><Relationship Id="rId78" Type="http://schemas.openxmlformats.org/officeDocument/2006/relationships/tags" Target="../tags/tag250.xml"/><Relationship Id="rId81" Type="http://schemas.openxmlformats.org/officeDocument/2006/relationships/slideLayout" Target="../slideLayouts/slideLayout7.xml"/><Relationship Id="rId4" Type="http://schemas.openxmlformats.org/officeDocument/2006/relationships/tags" Target="../tags/tag176.xml"/><Relationship Id="rId9" Type="http://schemas.openxmlformats.org/officeDocument/2006/relationships/tags" Target="../tags/tag181.xml"/><Relationship Id="rId13" Type="http://schemas.openxmlformats.org/officeDocument/2006/relationships/tags" Target="../tags/tag185.xml"/><Relationship Id="rId18" Type="http://schemas.openxmlformats.org/officeDocument/2006/relationships/tags" Target="../tags/tag190.xml"/><Relationship Id="rId39" Type="http://schemas.openxmlformats.org/officeDocument/2006/relationships/tags" Target="../tags/tag211.xml"/><Relationship Id="rId34" Type="http://schemas.openxmlformats.org/officeDocument/2006/relationships/tags" Target="../tags/tag206.xml"/><Relationship Id="rId50" Type="http://schemas.openxmlformats.org/officeDocument/2006/relationships/tags" Target="../tags/tag222.xml"/><Relationship Id="rId55" Type="http://schemas.openxmlformats.org/officeDocument/2006/relationships/tags" Target="../tags/tag227.xml"/><Relationship Id="rId76" Type="http://schemas.openxmlformats.org/officeDocument/2006/relationships/tags" Target="../tags/tag248.xml"/><Relationship Id="rId7" Type="http://schemas.openxmlformats.org/officeDocument/2006/relationships/tags" Target="../tags/tag179.xml"/><Relationship Id="rId71" Type="http://schemas.openxmlformats.org/officeDocument/2006/relationships/tags" Target="../tags/tag243.xml"/><Relationship Id="rId2" Type="http://schemas.openxmlformats.org/officeDocument/2006/relationships/tags" Target="../tags/tag174.xml"/><Relationship Id="rId29" Type="http://schemas.openxmlformats.org/officeDocument/2006/relationships/tags" Target="../tags/tag201.xml"/><Relationship Id="rId24" Type="http://schemas.openxmlformats.org/officeDocument/2006/relationships/tags" Target="../tags/tag196.xml"/><Relationship Id="rId40" Type="http://schemas.openxmlformats.org/officeDocument/2006/relationships/tags" Target="../tags/tag212.xml"/><Relationship Id="rId45" Type="http://schemas.openxmlformats.org/officeDocument/2006/relationships/tags" Target="../tags/tag217.xml"/><Relationship Id="rId66" Type="http://schemas.openxmlformats.org/officeDocument/2006/relationships/tags" Target="../tags/tag238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tags" Target="../tags/tag369.xml"/><Relationship Id="rId21" Type="http://schemas.openxmlformats.org/officeDocument/2006/relationships/tags" Target="../tags/tag273.xml"/><Relationship Id="rId42" Type="http://schemas.openxmlformats.org/officeDocument/2006/relationships/tags" Target="../tags/tag294.xml"/><Relationship Id="rId63" Type="http://schemas.openxmlformats.org/officeDocument/2006/relationships/tags" Target="../tags/tag315.xml"/><Relationship Id="rId84" Type="http://schemas.openxmlformats.org/officeDocument/2006/relationships/tags" Target="../tags/tag336.xml"/><Relationship Id="rId138" Type="http://schemas.openxmlformats.org/officeDocument/2006/relationships/tags" Target="../tags/tag390.xml"/><Relationship Id="rId159" Type="http://schemas.openxmlformats.org/officeDocument/2006/relationships/tags" Target="../tags/tag411.xml"/><Relationship Id="rId170" Type="http://schemas.openxmlformats.org/officeDocument/2006/relationships/tags" Target="../tags/tag422.xml"/><Relationship Id="rId107" Type="http://schemas.openxmlformats.org/officeDocument/2006/relationships/tags" Target="../tags/tag359.xml"/><Relationship Id="rId11" Type="http://schemas.openxmlformats.org/officeDocument/2006/relationships/tags" Target="../tags/tag263.xml"/><Relationship Id="rId32" Type="http://schemas.openxmlformats.org/officeDocument/2006/relationships/tags" Target="../tags/tag284.xml"/><Relationship Id="rId53" Type="http://schemas.openxmlformats.org/officeDocument/2006/relationships/tags" Target="../tags/tag305.xml"/><Relationship Id="rId74" Type="http://schemas.openxmlformats.org/officeDocument/2006/relationships/tags" Target="../tags/tag326.xml"/><Relationship Id="rId128" Type="http://schemas.openxmlformats.org/officeDocument/2006/relationships/tags" Target="../tags/tag380.xml"/><Relationship Id="rId149" Type="http://schemas.openxmlformats.org/officeDocument/2006/relationships/tags" Target="../tags/tag401.xml"/><Relationship Id="rId5" Type="http://schemas.openxmlformats.org/officeDocument/2006/relationships/tags" Target="../tags/tag257.xml"/><Relationship Id="rId95" Type="http://schemas.openxmlformats.org/officeDocument/2006/relationships/tags" Target="../tags/tag347.xml"/><Relationship Id="rId160" Type="http://schemas.openxmlformats.org/officeDocument/2006/relationships/tags" Target="../tags/tag412.xml"/><Relationship Id="rId22" Type="http://schemas.openxmlformats.org/officeDocument/2006/relationships/tags" Target="../tags/tag274.xml"/><Relationship Id="rId43" Type="http://schemas.openxmlformats.org/officeDocument/2006/relationships/tags" Target="../tags/tag295.xml"/><Relationship Id="rId64" Type="http://schemas.openxmlformats.org/officeDocument/2006/relationships/tags" Target="../tags/tag316.xml"/><Relationship Id="rId118" Type="http://schemas.openxmlformats.org/officeDocument/2006/relationships/tags" Target="../tags/tag370.xml"/><Relationship Id="rId139" Type="http://schemas.openxmlformats.org/officeDocument/2006/relationships/tags" Target="../tags/tag391.xml"/><Relationship Id="rId85" Type="http://schemas.openxmlformats.org/officeDocument/2006/relationships/tags" Target="../tags/tag337.xml"/><Relationship Id="rId150" Type="http://schemas.openxmlformats.org/officeDocument/2006/relationships/tags" Target="../tags/tag402.xml"/><Relationship Id="rId171" Type="http://schemas.openxmlformats.org/officeDocument/2006/relationships/tags" Target="../tags/tag423.xml"/><Relationship Id="rId12" Type="http://schemas.openxmlformats.org/officeDocument/2006/relationships/tags" Target="../tags/tag264.xml"/><Relationship Id="rId33" Type="http://schemas.openxmlformats.org/officeDocument/2006/relationships/tags" Target="../tags/tag285.xml"/><Relationship Id="rId108" Type="http://schemas.openxmlformats.org/officeDocument/2006/relationships/tags" Target="../tags/tag360.xml"/><Relationship Id="rId129" Type="http://schemas.openxmlformats.org/officeDocument/2006/relationships/tags" Target="../tags/tag381.xml"/><Relationship Id="rId54" Type="http://schemas.openxmlformats.org/officeDocument/2006/relationships/tags" Target="../tags/tag306.xml"/><Relationship Id="rId75" Type="http://schemas.openxmlformats.org/officeDocument/2006/relationships/tags" Target="../tags/tag327.xml"/><Relationship Id="rId96" Type="http://schemas.openxmlformats.org/officeDocument/2006/relationships/tags" Target="../tags/tag348.xml"/><Relationship Id="rId140" Type="http://schemas.openxmlformats.org/officeDocument/2006/relationships/tags" Target="../tags/tag392.xml"/><Relationship Id="rId161" Type="http://schemas.openxmlformats.org/officeDocument/2006/relationships/tags" Target="../tags/tag413.xml"/><Relationship Id="rId6" Type="http://schemas.openxmlformats.org/officeDocument/2006/relationships/tags" Target="../tags/tag258.xml"/><Relationship Id="rId23" Type="http://schemas.openxmlformats.org/officeDocument/2006/relationships/tags" Target="../tags/tag275.xml"/><Relationship Id="rId28" Type="http://schemas.openxmlformats.org/officeDocument/2006/relationships/tags" Target="../tags/tag280.xml"/><Relationship Id="rId49" Type="http://schemas.openxmlformats.org/officeDocument/2006/relationships/tags" Target="../tags/tag301.xml"/><Relationship Id="rId114" Type="http://schemas.openxmlformats.org/officeDocument/2006/relationships/tags" Target="../tags/tag366.xml"/><Relationship Id="rId119" Type="http://schemas.openxmlformats.org/officeDocument/2006/relationships/tags" Target="../tags/tag371.xml"/><Relationship Id="rId44" Type="http://schemas.openxmlformats.org/officeDocument/2006/relationships/tags" Target="../tags/tag296.xml"/><Relationship Id="rId60" Type="http://schemas.openxmlformats.org/officeDocument/2006/relationships/tags" Target="../tags/tag312.xml"/><Relationship Id="rId65" Type="http://schemas.openxmlformats.org/officeDocument/2006/relationships/tags" Target="../tags/tag317.xml"/><Relationship Id="rId81" Type="http://schemas.openxmlformats.org/officeDocument/2006/relationships/tags" Target="../tags/tag333.xml"/><Relationship Id="rId86" Type="http://schemas.openxmlformats.org/officeDocument/2006/relationships/tags" Target="../tags/tag338.xml"/><Relationship Id="rId130" Type="http://schemas.openxmlformats.org/officeDocument/2006/relationships/tags" Target="../tags/tag382.xml"/><Relationship Id="rId135" Type="http://schemas.openxmlformats.org/officeDocument/2006/relationships/tags" Target="../tags/tag387.xml"/><Relationship Id="rId151" Type="http://schemas.openxmlformats.org/officeDocument/2006/relationships/tags" Target="../tags/tag403.xml"/><Relationship Id="rId156" Type="http://schemas.openxmlformats.org/officeDocument/2006/relationships/tags" Target="../tags/tag408.xml"/><Relationship Id="rId177" Type="http://schemas.openxmlformats.org/officeDocument/2006/relationships/tags" Target="../tags/tag429.xml"/><Relationship Id="rId172" Type="http://schemas.openxmlformats.org/officeDocument/2006/relationships/tags" Target="../tags/tag424.xml"/><Relationship Id="rId13" Type="http://schemas.openxmlformats.org/officeDocument/2006/relationships/tags" Target="../tags/tag265.xml"/><Relationship Id="rId18" Type="http://schemas.openxmlformats.org/officeDocument/2006/relationships/tags" Target="../tags/tag270.xml"/><Relationship Id="rId39" Type="http://schemas.openxmlformats.org/officeDocument/2006/relationships/tags" Target="../tags/tag291.xml"/><Relationship Id="rId109" Type="http://schemas.openxmlformats.org/officeDocument/2006/relationships/tags" Target="../tags/tag361.xml"/><Relationship Id="rId34" Type="http://schemas.openxmlformats.org/officeDocument/2006/relationships/tags" Target="../tags/tag286.xml"/><Relationship Id="rId50" Type="http://schemas.openxmlformats.org/officeDocument/2006/relationships/tags" Target="../tags/tag302.xml"/><Relationship Id="rId55" Type="http://schemas.openxmlformats.org/officeDocument/2006/relationships/tags" Target="../tags/tag307.xml"/><Relationship Id="rId76" Type="http://schemas.openxmlformats.org/officeDocument/2006/relationships/tags" Target="../tags/tag328.xml"/><Relationship Id="rId97" Type="http://schemas.openxmlformats.org/officeDocument/2006/relationships/tags" Target="../tags/tag349.xml"/><Relationship Id="rId104" Type="http://schemas.openxmlformats.org/officeDocument/2006/relationships/tags" Target="../tags/tag356.xml"/><Relationship Id="rId120" Type="http://schemas.openxmlformats.org/officeDocument/2006/relationships/tags" Target="../tags/tag372.xml"/><Relationship Id="rId125" Type="http://schemas.openxmlformats.org/officeDocument/2006/relationships/tags" Target="../tags/tag377.xml"/><Relationship Id="rId141" Type="http://schemas.openxmlformats.org/officeDocument/2006/relationships/tags" Target="../tags/tag393.xml"/><Relationship Id="rId146" Type="http://schemas.openxmlformats.org/officeDocument/2006/relationships/tags" Target="../tags/tag398.xml"/><Relationship Id="rId167" Type="http://schemas.openxmlformats.org/officeDocument/2006/relationships/tags" Target="../tags/tag419.xml"/><Relationship Id="rId7" Type="http://schemas.openxmlformats.org/officeDocument/2006/relationships/tags" Target="../tags/tag259.xml"/><Relationship Id="rId71" Type="http://schemas.openxmlformats.org/officeDocument/2006/relationships/tags" Target="../tags/tag323.xml"/><Relationship Id="rId92" Type="http://schemas.openxmlformats.org/officeDocument/2006/relationships/tags" Target="../tags/tag344.xml"/><Relationship Id="rId162" Type="http://schemas.openxmlformats.org/officeDocument/2006/relationships/tags" Target="../tags/tag414.xml"/><Relationship Id="rId2" Type="http://schemas.openxmlformats.org/officeDocument/2006/relationships/tags" Target="../tags/tag254.xml"/><Relationship Id="rId29" Type="http://schemas.openxmlformats.org/officeDocument/2006/relationships/tags" Target="../tags/tag281.xml"/><Relationship Id="rId24" Type="http://schemas.openxmlformats.org/officeDocument/2006/relationships/tags" Target="../tags/tag276.xml"/><Relationship Id="rId40" Type="http://schemas.openxmlformats.org/officeDocument/2006/relationships/tags" Target="../tags/tag292.xml"/><Relationship Id="rId45" Type="http://schemas.openxmlformats.org/officeDocument/2006/relationships/tags" Target="../tags/tag297.xml"/><Relationship Id="rId66" Type="http://schemas.openxmlformats.org/officeDocument/2006/relationships/tags" Target="../tags/tag318.xml"/><Relationship Id="rId87" Type="http://schemas.openxmlformats.org/officeDocument/2006/relationships/tags" Target="../tags/tag339.xml"/><Relationship Id="rId110" Type="http://schemas.openxmlformats.org/officeDocument/2006/relationships/tags" Target="../tags/tag362.xml"/><Relationship Id="rId115" Type="http://schemas.openxmlformats.org/officeDocument/2006/relationships/tags" Target="../tags/tag367.xml"/><Relationship Id="rId131" Type="http://schemas.openxmlformats.org/officeDocument/2006/relationships/tags" Target="../tags/tag383.xml"/><Relationship Id="rId136" Type="http://schemas.openxmlformats.org/officeDocument/2006/relationships/tags" Target="../tags/tag388.xml"/><Relationship Id="rId157" Type="http://schemas.openxmlformats.org/officeDocument/2006/relationships/tags" Target="../tags/tag409.xml"/><Relationship Id="rId178" Type="http://schemas.openxmlformats.org/officeDocument/2006/relationships/tags" Target="../tags/tag430.xml"/><Relationship Id="rId61" Type="http://schemas.openxmlformats.org/officeDocument/2006/relationships/tags" Target="../tags/tag313.xml"/><Relationship Id="rId82" Type="http://schemas.openxmlformats.org/officeDocument/2006/relationships/tags" Target="../tags/tag334.xml"/><Relationship Id="rId152" Type="http://schemas.openxmlformats.org/officeDocument/2006/relationships/tags" Target="../tags/tag404.xml"/><Relationship Id="rId173" Type="http://schemas.openxmlformats.org/officeDocument/2006/relationships/tags" Target="../tags/tag425.xml"/><Relationship Id="rId19" Type="http://schemas.openxmlformats.org/officeDocument/2006/relationships/tags" Target="../tags/tag271.xml"/><Relationship Id="rId14" Type="http://schemas.openxmlformats.org/officeDocument/2006/relationships/tags" Target="../tags/tag266.xml"/><Relationship Id="rId30" Type="http://schemas.openxmlformats.org/officeDocument/2006/relationships/tags" Target="../tags/tag282.xml"/><Relationship Id="rId35" Type="http://schemas.openxmlformats.org/officeDocument/2006/relationships/tags" Target="../tags/tag287.xml"/><Relationship Id="rId56" Type="http://schemas.openxmlformats.org/officeDocument/2006/relationships/tags" Target="../tags/tag308.xml"/><Relationship Id="rId77" Type="http://schemas.openxmlformats.org/officeDocument/2006/relationships/tags" Target="../tags/tag329.xml"/><Relationship Id="rId100" Type="http://schemas.openxmlformats.org/officeDocument/2006/relationships/tags" Target="../tags/tag352.xml"/><Relationship Id="rId105" Type="http://schemas.openxmlformats.org/officeDocument/2006/relationships/tags" Target="../tags/tag357.xml"/><Relationship Id="rId126" Type="http://schemas.openxmlformats.org/officeDocument/2006/relationships/tags" Target="../tags/tag378.xml"/><Relationship Id="rId147" Type="http://schemas.openxmlformats.org/officeDocument/2006/relationships/tags" Target="../tags/tag399.xml"/><Relationship Id="rId168" Type="http://schemas.openxmlformats.org/officeDocument/2006/relationships/tags" Target="../tags/tag420.xml"/><Relationship Id="rId8" Type="http://schemas.openxmlformats.org/officeDocument/2006/relationships/tags" Target="../tags/tag260.xml"/><Relationship Id="rId51" Type="http://schemas.openxmlformats.org/officeDocument/2006/relationships/tags" Target="../tags/tag303.xml"/><Relationship Id="rId72" Type="http://schemas.openxmlformats.org/officeDocument/2006/relationships/tags" Target="../tags/tag324.xml"/><Relationship Id="rId93" Type="http://schemas.openxmlformats.org/officeDocument/2006/relationships/tags" Target="../tags/tag345.xml"/><Relationship Id="rId98" Type="http://schemas.openxmlformats.org/officeDocument/2006/relationships/tags" Target="../tags/tag350.xml"/><Relationship Id="rId121" Type="http://schemas.openxmlformats.org/officeDocument/2006/relationships/tags" Target="../tags/tag373.xml"/><Relationship Id="rId142" Type="http://schemas.openxmlformats.org/officeDocument/2006/relationships/tags" Target="../tags/tag394.xml"/><Relationship Id="rId163" Type="http://schemas.openxmlformats.org/officeDocument/2006/relationships/tags" Target="../tags/tag415.xml"/><Relationship Id="rId3" Type="http://schemas.openxmlformats.org/officeDocument/2006/relationships/tags" Target="../tags/tag255.xml"/><Relationship Id="rId25" Type="http://schemas.openxmlformats.org/officeDocument/2006/relationships/tags" Target="../tags/tag277.xml"/><Relationship Id="rId46" Type="http://schemas.openxmlformats.org/officeDocument/2006/relationships/tags" Target="../tags/tag298.xml"/><Relationship Id="rId67" Type="http://schemas.openxmlformats.org/officeDocument/2006/relationships/tags" Target="../tags/tag319.xml"/><Relationship Id="rId116" Type="http://schemas.openxmlformats.org/officeDocument/2006/relationships/tags" Target="../tags/tag368.xml"/><Relationship Id="rId137" Type="http://schemas.openxmlformats.org/officeDocument/2006/relationships/tags" Target="../tags/tag389.xml"/><Relationship Id="rId158" Type="http://schemas.openxmlformats.org/officeDocument/2006/relationships/tags" Target="../tags/tag410.xml"/><Relationship Id="rId20" Type="http://schemas.openxmlformats.org/officeDocument/2006/relationships/tags" Target="../tags/tag272.xml"/><Relationship Id="rId41" Type="http://schemas.openxmlformats.org/officeDocument/2006/relationships/tags" Target="../tags/tag293.xml"/><Relationship Id="rId62" Type="http://schemas.openxmlformats.org/officeDocument/2006/relationships/tags" Target="../tags/tag314.xml"/><Relationship Id="rId83" Type="http://schemas.openxmlformats.org/officeDocument/2006/relationships/tags" Target="../tags/tag335.xml"/><Relationship Id="rId88" Type="http://schemas.openxmlformats.org/officeDocument/2006/relationships/tags" Target="../tags/tag340.xml"/><Relationship Id="rId111" Type="http://schemas.openxmlformats.org/officeDocument/2006/relationships/tags" Target="../tags/tag363.xml"/><Relationship Id="rId132" Type="http://schemas.openxmlformats.org/officeDocument/2006/relationships/tags" Target="../tags/tag384.xml"/><Relationship Id="rId153" Type="http://schemas.openxmlformats.org/officeDocument/2006/relationships/tags" Target="../tags/tag405.xml"/><Relationship Id="rId174" Type="http://schemas.openxmlformats.org/officeDocument/2006/relationships/tags" Target="../tags/tag426.xml"/><Relationship Id="rId179" Type="http://schemas.openxmlformats.org/officeDocument/2006/relationships/tags" Target="../tags/tag431.xml"/><Relationship Id="rId15" Type="http://schemas.openxmlformats.org/officeDocument/2006/relationships/tags" Target="../tags/tag267.xml"/><Relationship Id="rId36" Type="http://schemas.openxmlformats.org/officeDocument/2006/relationships/tags" Target="../tags/tag288.xml"/><Relationship Id="rId57" Type="http://schemas.openxmlformats.org/officeDocument/2006/relationships/tags" Target="../tags/tag309.xml"/><Relationship Id="rId106" Type="http://schemas.openxmlformats.org/officeDocument/2006/relationships/tags" Target="../tags/tag358.xml"/><Relationship Id="rId127" Type="http://schemas.openxmlformats.org/officeDocument/2006/relationships/tags" Target="../tags/tag379.xml"/><Relationship Id="rId10" Type="http://schemas.openxmlformats.org/officeDocument/2006/relationships/tags" Target="../tags/tag262.xml"/><Relationship Id="rId31" Type="http://schemas.openxmlformats.org/officeDocument/2006/relationships/tags" Target="../tags/tag283.xml"/><Relationship Id="rId52" Type="http://schemas.openxmlformats.org/officeDocument/2006/relationships/tags" Target="../tags/tag304.xml"/><Relationship Id="rId73" Type="http://schemas.openxmlformats.org/officeDocument/2006/relationships/tags" Target="../tags/tag325.xml"/><Relationship Id="rId78" Type="http://schemas.openxmlformats.org/officeDocument/2006/relationships/tags" Target="../tags/tag330.xml"/><Relationship Id="rId94" Type="http://schemas.openxmlformats.org/officeDocument/2006/relationships/tags" Target="../tags/tag346.xml"/><Relationship Id="rId99" Type="http://schemas.openxmlformats.org/officeDocument/2006/relationships/tags" Target="../tags/tag351.xml"/><Relationship Id="rId101" Type="http://schemas.openxmlformats.org/officeDocument/2006/relationships/tags" Target="../tags/tag353.xml"/><Relationship Id="rId122" Type="http://schemas.openxmlformats.org/officeDocument/2006/relationships/tags" Target="../tags/tag374.xml"/><Relationship Id="rId143" Type="http://schemas.openxmlformats.org/officeDocument/2006/relationships/tags" Target="../tags/tag395.xml"/><Relationship Id="rId148" Type="http://schemas.openxmlformats.org/officeDocument/2006/relationships/tags" Target="../tags/tag400.xml"/><Relationship Id="rId164" Type="http://schemas.openxmlformats.org/officeDocument/2006/relationships/tags" Target="../tags/tag416.xml"/><Relationship Id="rId169" Type="http://schemas.openxmlformats.org/officeDocument/2006/relationships/tags" Target="../tags/tag421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80" Type="http://schemas.openxmlformats.org/officeDocument/2006/relationships/slideLayout" Target="../slideLayouts/slideLayout7.xml"/><Relationship Id="rId26" Type="http://schemas.openxmlformats.org/officeDocument/2006/relationships/tags" Target="../tags/tag278.xml"/><Relationship Id="rId47" Type="http://schemas.openxmlformats.org/officeDocument/2006/relationships/tags" Target="../tags/tag299.xml"/><Relationship Id="rId68" Type="http://schemas.openxmlformats.org/officeDocument/2006/relationships/tags" Target="../tags/tag320.xml"/><Relationship Id="rId89" Type="http://schemas.openxmlformats.org/officeDocument/2006/relationships/tags" Target="../tags/tag341.xml"/><Relationship Id="rId112" Type="http://schemas.openxmlformats.org/officeDocument/2006/relationships/tags" Target="../tags/tag364.xml"/><Relationship Id="rId133" Type="http://schemas.openxmlformats.org/officeDocument/2006/relationships/tags" Target="../tags/tag385.xml"/><Relationship Id="rId154" Type="http://schemas.openxmlformats.org/officeDocument/2006/relationships/tags" Target="../tags/tag406.xml"/><Relationship Id="rId175" Type="http://schemas.openxmlformats.org/officeDocument/2006/relationships/tags" Target="../tags/tag427.xml"/><Relationship Id="rId16" Type="http://schemas.openxmlformats.org/officeDocument/2006/relationships/tags" Target="../tags/tag268.xml"/><Relationship Id="rId37" Type="http://schemas.openxmlformats.org/officeDocument/2006/relationships/tags" Target="../tags/tag289.xml"/><Relationship Id="rId58" Type="http://schemas.openxmlformats.org/officeDocument/2006/relationships/tags" Target="../tags/tag310.xml"/><Relationship Id="rId79" Type="http://schemas.openxmlformats.org/officeDocument/2006/relationships/tags" Target="../tags/tag331.xml"/><Relationship Id="rId102" Type="http://schemas.openxmlformats.org/officeDocument/2006/relationships/tags" Target="../tags/tag354.xml"/><Relationship Id="rId123" Type="http://schemas.openxmlformats.org/officeDocument/2006/relationships/tags" Target="../tags/tag375.xml"/><Relationship Id="rId144" Type="http://schemas.openxmlformats.org/officeDocument/2006/relationships/tags" Target="../tags/tag396.xml"/><Relationship Id="rId90" Type="http://schemas.openxmlformats.org/officeDocument/2006/relationships/tags" Target="../tags/tag342.xml"/><Relationship Id="rId165" Type="http://schemas.openxmlformats.org/officeDocument/2006/relationships/tags" Target="../tags/tag417.xml"/><Relationship Id="rId27" Type="http://schemas.openxmlformats.org/officeDocument/2006/relationships/tags" Target="../tags/tag279.xml"/><Relationship Id="rId48" Type="http://schemas.openxmlformats.org/officeDocument/2006/relationships/tags" Target="../tags/tag300.xml"/><Relationship Id="rId69" Type="http://schemas.openxmlformats.org/officeDocument/2006/relationships/tags" Target="../tags/tag321.xml"/><Relationship Id="rId113" Type="http://schemas.openxmlformats.org/officeDocument/2006/relationships/tags" Target="../tags/tag365.xml"/><Relationship Id="rId134" Type="http://schemas.openxmlformats.org/officeDocument/2006/relationships/tags" Target="../tags/tag386.xml"/><Relationship Id="rId80" Type="http://schemas.openxmlformats.org/officeDocument/2006/relationships/tags" Target="../tags/tag332.xml"/><Relationship Id="rId155" Type="http://schemas.openxmlformats.org/officeDocument/2006/relationships/tags" Target="../tags/tag407.xml"/><Relationship Id="rId176" Type="http://schemas.openxmlformats.org/officeDocument/2006/relationships/tags" Target="../tags/tag428.xml"/><Relationship Id="rId17" Type="http://schemas.openxmlformats.org/officeDocument/2006/relationships/tags" Target="../tags/tag269.xml"/><Relationship Id="rId38" Type="http://schemas.openxmlformats.org/officeDocument/2006/relationships/tags" Target="../tags/tag290.xml"/><Relationship Id="rId59" Type="http://schemas.openxmlformats.org/officeDocument/2006/relationships/tags" Target="../tags/tag311.xml"/><Relationship Id="rId103" Type="http://schemas.openxmlformats.org/officeDocument/2006/relationships/tags" Target="../tags/tag355.xml"/><Relationship Id="rId124" Type="http://schemas.openxmlformats.org/officeDocument/2006/relationships/tags" Target="../tags/tag376.xml"/><Relationship Id="rId70" Type="http://schemas.openxmlformats.org/officeDocument/2006/relationships/tags" Target="../tags/tag322.xml"/><Relationship Id="rId91" Type="http://schemas.openxmlformats.org/officeDocument/2006/relationships/tags" Target="../tags/tag343.xml"/><Relationship Id="rId145" Type="http://schemas.openxmlformats.org/officeDocument/2006/relationships/tags" Target="../tags/tag397.xml"/><Relationship Id="rId166" Type="http://schemas.openxmlformats.org/officeDocument/2006/relationships/tags" Target="../tags/tag418.xml"/><Relationship Id="rId1" Type="http://schemas.openxmlformats.org/officeDocument/2006/relationships/tags" Target="../tags/tag253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tags" Target="../tags/tag548.xml"/><Relationship Id="rId21" Type="http://schemas.openxmlformats.org/officeDocument/2006/relationships/tags" Target="../tags/tag452.xml"/><Relationship Id="rId42" Type="http://schemas.openxmlformats.org/officeDocument/2006/relationships/tags" Target="../tags/tag473.xml"/><Relationship Id="rId63" Type="http://schemas.openxmlformats.org/officeDocument/2006/relationships/tags" Target="../tags/tag494.xml"/><Relationship Id="rId84" Type="http://schemas.openxmlformats.org/officeDocument/2006/relationships/tags" Target="../tags/tag515.xml"/><Relationship Id="rId138" Type="http://schemas.openxmlformats.org/officeDocument/2006/relationships/tags" Target="../tags/tag569.xml"/><Relationship Id="rId159" Type="http://schemas.openxmlformats.org/officeDocument/2006/relationships/tags" Target="../tags/tag590.xml"/><Relationship Id="rId170" Type="http://schemas.openxmlformats.org/officeDocument/2006/relationships/tags" Target="../tags/tag601.xml"/><Relationship Id="rId191" Type="http://schemas.openxmlformats.org/officeDocument/2006/relationships/tags" Target="../tags/tag622.xml"/><Relationship Id="rId205" Type="http://schemas.openxmlformats.org/officeDocument/2006/relationships/tags" Target="../tags/tag636.xml"/><Relationship Id="rId107" Type="http://schemas.openxmlformats.org/officeDocument/2006/relationships/tags" Target="../tags/tag538.xml"/><Relationship Id="rId11" Type="http://schemas.openxmlformats.org/officeDocument/2006/relationships/tags" Target="../tags/tag442.xml"/><Relationship Id="rId32" Type="http://schemas.openxmlformats.org/officeDocument/2006/relationships/tags" Target="../tags/tag463.xml"/><Relationship Id="rId53" Type="http://schemas.openxmlformats.org/officeDocument/2006/relationships/tags" Target="../tags/tag484.xml"/><Relationship Id="rId74" Type="http://schemas.openxmlformats.org/officeDocument/2006/relationships/tags" Target="../tags/tag505.xml"/><Relationship Id="rId128" Type="http://schemas.openxmlformats.org/officeDocument/2006/relationships/tags" Target="../tags/tag559.xml"/><Relationship Id="rId149" Type="http://schemas.openxmlformats.org/officeDocument/2006/relationships/tags" Target="../tags/tag580.xml"/><Relationship Id="rId5" Type="http://schemas.openxmlformats.org/officeDocument/2006/relationships/tags" Target="../tags/tag436.xml"/><Relationship Id="rId95" Type="http://schemas.openxmlformats.org/officeDocument/2006/relationships/tags" Target="../tags/tag526.xml"/><Relationship Id="rId160" Type="http://schemas.openxmlformats.org/officeDocument/2006/relationships/tags" Target="../tags/tag591.xml"/><Relationship Id="rId181" Type="http://schemas.openxmlformats.org/officeDocument/2006/relationships/tags" Target="../tags/tag612.xml"/><Relationship Id="rId22" Type="http://schemas.openxmlformats.org/officeDocument/2006/relationships/tags" Target="../tags/tag453.xml"/><Relationship Id="rId43" Type="http://schemas.openxmlformats.org/officeDocument/2006/relationships/tags" Target="../tags/tag474.xml"/><Relationship Id="rId64" Type="http://schemas.openxmlformats.org/officeDocument/2006/relationships/tags" Target="../tags/tag495.xml"/><Relationship Id="rId118" Type="http://schemas.openxmlformats.org/officeDocument/2006/relationships/tags" Target="../tags/tag549.xml"/><Relationship Id="rId139" Type="http://schemas.openxmlformats.org/officeDocument/2006/relationships/tags" Target="../tags/tag570.xml"/><Relationship Id="rId85" Type="http://schemas.openxmlformats.org/officeDocument/2006/relationships/tags" Target="../tags/tag516.xml"/><Relationship Id="rId150" Type="http://schemas.openxmlformats.org/officeDocument/2006/relationships/tags" Target="../tags/tag581.xml"/><Relationship Id="rId171" Type="http://schemas.openxmlformats.org/officeDocument/2006/relationships/tags" Target="../tags/tag602.xml"/><Relationship Id="rId192" Type="http://schemas.openxmlformats.org/officeDocument/2006/relationships/tags" Target="../tags/tag623.xml"/><Relationship Id="rId206" Type="http://schemas.openxmlformats.org/officeDocument/2006/relationships/slideLayout" Target="../slideLayouts/slideLayout7.xml"/><Relationship Id="rId12" Type="http://schemas.openxmlformats.org/officeDocument/2006/relationships/tags" Target="../tags/tag443.xml"/><Relationship Id="rId33" Type="http://schemas.openxmlformats.org/officeDocument/2006/relationships/tags" Target="../tags/tag464.xml"/><Relationship Id="rId108" Type="http://schemas.openxmlformats.org/officeDocument/2006/relationships/tags" Target="../tags/tag539.xml"/><Relationship Id="rId129" Type="http://schemas.openxmlformats.org/officeDocument/2006/relationships/tags" Target="../tags/tag560.xml"/><Relationship Id="rId54" Type="http://schemas.openxmlformats.org/officeDocument/2006/relationships/tags" Target="../tags/tag485.xml"/><Relationship Id="rId75" Type="http://schemas.openxmlformats.org/officeDocument/2006/relationships/tags" Target="../tags/tag506.xml"/><Relationship Id="rId96" Type="http://schemas.openxmlformats.org/officeDocument/2006/relationships/tags" Target="../tags/tag527.xml"/><Relationship Id="rId140" Type="http://schemas.openxmlformats.org/officeDocument/2006/relationships/tags" Target="../tags/tag571.xml"/><Relationship Id="rId161" Type="http://schemas.openxmlformats.org/officeDocument/2006/relationships/tags" Target="../tags/tag592.xml"/><Relationship Id="rId182" Type="http://schemas.openxmlformats.org/officeDocument/2006/relationships/tags" Target="../tags/tag613.xml"/><Relationship Id="rId6" Type="http://schemas.openxmlformats.org/officeDocument/2006/relationships/tags" Target="../tags/tag437.xml"/><Relationship Id="rId23" Type="http://schemas.openxmlformats.org/officeDocument/2006/relationships/tags" Target="../tags/tag454.xml"/><Relationship Id="rId119" Type="http://schemas.openxmlformats.org/officeDocument/2006/relationships/tags" Target="../tags/tag550.xml"/><Relationship Id="rId44" Type="http://schemas.openxmlformats.org/officeDocument/2006/relationships/tags" Target="../tags/tag475.xml"/><Relationship Id="rId65" Type="http://schemas.openxmlformats.org/officeDocument/2006/relationships/tags" Target="../tags/tag496.xml"/><Relationship Id="rId86" Type="http://schemas.openxmlformats.org/officeDocument/2006/relationships/tags" Target="../tags/tag517.xml"/><Relationship Id="rId130" Type="http://schemas.openxmlformats.org/officeDocument/2006/relationships/tags" Target="../tags/tag561.xml"/><Relationship Id="rId151" Type="http://schemas.openxmlformats.org/officeDocument/2006/relationships/tags" Target="../tags/tag582.xml"/><Relationship Id="rId172" Type="http://schemas.openxmlformats.org/officeDocument/2006/relationships/tags" Target="../tags/tag603.xml"/><Relationship Id="rId193" Type="http://schemas.openxmlformats.org/officeDocument/2006/relationships/tags" Target="../tags/tag624.xml"/><Relationship Id="rId207" Type="http://schemas.openxmlformats.org/officeDocument/2006/relationships/notesSlide" Target="../notesSlides/notesSlide3.xml"/><Relationship Id="rId13" Type="http://schemas.openxmlformats.org/officeDocument/2006/relationships/tags" Target="../tags/tag444.xml"/><Relationship Id="rId109" Type="http://schemas.openxmlformats.org/officeDocument/2006/relationships/tags" Target="../tags/tag540.xml"/><Relationship Id="rId34" Type="http://schemas.openxmlformats.org/officeDocument/2006/relationships/tags" Target="../tags/tag465.xml"/><Relationship Id="rId55" Type="http://schemas.openxmlformats.org/officeDocument/2006/relationships/tags" Target="../tags/tag486.xml"/><Relationship Id="rId76" Type="http://schemas.openxmlformats.org/officeDocument/2006/relationships/tags" Target="../tags/tag507.xml"/><Relationship Id="rId97" Type="http://schemas.openxmlformats.org/officeDocument/2006/relationships/tags" Target="../tags/tag528.xml"/><Relationship Id="rId120" Type="http://schemas.openxmlformats.org/officeDocument/2006/relationships/tags" Target="../tags/tag551.xml"/><Relationship Id="rId141" Type="http://schemas.openxmlformats.org/officeDocument/2006/relationships/tags" Target="../tags/tag572.xml"/><Relationship Id="rId7" Type="http://schemas.openxmlformats.org/officeDocument/2006/relationships/tags" Target="../tags/tag438.xml"/><Relationship Id="rId162" Type="http://schemas.openxmlformats.org/officeDocument/2006/relationships/tags" Target="../tags/tag593.xml"/><Relationship Id="rId183" Type="http://schemas.openxmlformats.org/officeDocument/2006/relationships/tags" Target="../tags/tag614.xml"/><Relationship Id="rId24" Type="http://schemas.openxmlformats.org/officeDocument/2006/relationships/tags" Target="../tags/tag455.xml"/><Relationship Id="rId40" Type="http://schemas.openxmlformats.org/officeDocument/2006/relationships/tags" Target="../tags/tag471.xml"/><Relationship Id="rId45" Type="http://schemas.openxmlformats.org/officeDocument/2006/relationships/tags" Target="../tags/tag476.xml"/><Relationship Id="rId66" Type="http://schemas.openxmlformats.org/officeDocument/2006/relationships/tags" Target="../tags/tag497.xml"/><Relationship Id="rId87" Type="http://schemas.openxmlformats.org/officeDocument/2006/relationships/tags" Target="../tags/tag518.xml"/><Relationship Id="rId110" Type="http://schemas.openxmlformats.org/officeDocument/2006/relationships/tags" Target="../tags/tag541.xml"/><Relationship Id="rId115" Type="http://schemas.openxmlformats.org/officeDocument/2006/relationships/tags" Target="../tags/tag546.xml"/><Relationship Id="rId131" Type="http://schemas.openxmlformats.org/officeDocument/2006/relationships/tags" Target="../tags/tag562.xml"/><Relationship Id="rId136" Type="http://schemas.openxmlformats.org/officeDocument/2006/relationships/tags" Target="../tags/tag567.xml"/><Relationship Id="rId157" Type="http://schemas.openxmlformats.org/officeDocument/2006/relationships/tags" Target="../tags/tag588.xml"/><Relationship Id="rId178" Type="http://schemas.openxmlformats.org/officeDocument/2006/relationships/tags" Target="../tags/tag609.xml"/><Relationship Id="rId61" Type="http://schemas.openxmlformats.org/officeDocument/2006/relationships/tags" Target="../tags/tag492.xml"/><Relationship Id="rId82" Type="http://schemas.openxmlformats.org/officeDocument/2006/relationships/tags" Target="../tags/tag513.xml"/><Relationship Id="rId152" Type="http://schemas.openxmlformats.org/officeDocument/2006/relationships/tags" Target="../tags/tag583.xml"/><Relationship Id="rId173" Type="http://schemas.openxmlformats.org/officeDocument/2006/relationships/tags" Target="../tags/tag604.xml"/><Relationship Id="rId194" Type="http://schemas.openxmlformats.org/officeDocument/2006/relationships/tags" Target="../tags/tag625.xml"/><Relationship Id="rId199" Type="http://schemas.openxmlformats.org/officeDocument/2006/relationships/tags" Target="../tags/tag630.xml"/><Relationship Id="rId203" Type="http://schemas.openxmlformats.org/officeDocument/2006/relationships/tags" Target="../tags/tag634.xml"/><Relationship Id="rId19" Type="http://schemas.openxmlformats.org/officeDocument/2006/relationships/tags" Target="../tags/tag450.xml"/><Relationship Id="rId14" Type="http://schemas.openxmlformats.org/officeDocument/2006/relationships/tags" Target="../tags/tag445.xml"/><Relationship Id="rId30" Type="http://schemas.openxmlformats.org/officeDocument/2006/relationships/tags" Target="../tags/tag461.xml"/><Relationship Id="rId35" Type="http://schemas.openxmlformats.org/officeDocument/2006/relationships/tags" Target="../tags/tag466.xml"/><Relationship Id="rId56" Type="http://schemas.openxmlformats.org/officeDocument/2006/relationships/tags" Target="../tags/tag487.xml"/><Relationship Id="rId77" Type="http://schemas.openxmlformats.org/officeDocument/2006/relationships/tags" Target="../tags/tag508.xml"/><Relationship Id="rId100" Type="http://schemas.openxmlformats.org/officeDocument/2006/relationships/tags" Target="../tags/tag531.xml"/><Relationship Id="rId105" Type="http://schemas.openxmlformats.org/officeDocument/2006/relationships/tags" Target="../tags/tag536.xml"/><Relationship Id="rId126" Type="http://schemas.openxmlformats.org/officeDocument/2006/relationships/tags" Target="../tags/tag557.xml"/><Relationship Id="rId147" Type="http://schemas.openxmlformats.org/officeDocument/2006/relationships/tags" Target="../tags/tag578.xml"/><Relationship Id="rId168" Type="http://schemas.openxmlformats.org/officeDocument/2006/relationships/tags" Target="../tags/tag599.xml"/><Relationship Id="rId8" Type="http://schemas.openxmlformats.org/officeDocument/2006/relationships/tags" Target="../tags/tag439.xml"/><Relationship Id="rId51" Type="http://schemas.openxmlformats.org/officeDocument/2006/relationships/tags" Target="../tags/tag482.xml"/><Relationship Id="rId72" Type="http://schemas.openxmlformats.org/officeDocument/2006/relationships/tags" Target="../tags/tag503.xml"/><Relationship Id="rId93" Type="http://schemas.openxmlformats.org/officeDocument/2006/relationships/tags" Target="../tags/tag524.xml"/><Relationship Id="rId98" Type="http://schemas.openxmlformats.org/officeDocument/2006/relationships/tags" Target="../tags/tag529.xml"/><Relationship Id="rId121" Type="http://schemas.openxmlformats.org/officeDocument/2006/relationships/tags" Target="../tags/tag552.xml"/><Relationship Id="rId142" Type="http://schemas.openxmlformats.org/officeDocument/2006/relationships/tags" Target="../tags/tag573.xml"/><Relationship Id="rId163" Type="http://schemas.openxmlformats.org/officeDocument/2006/relationships/tags" Target="../tags/tag594.xml"/><Relationship Id="rId184" Type="http://schemas.openxmlformats.org/officeDocument/2006/relationships/tags" Target="../tags/tag615.xml"/><Relationship Id="rId189" Type="http://schemas.openxmlformats.org/officeDocument/2006/relationships/tags" Target="../tags/tag620.xml"/><Relationship Id="rId3" Type="http://schemas.openxmlformats.org/officeDocument/2006/relationships/tags" Target="../tags/tag434.xml"/><Relationship Id="rId25" Type="http://schemas.openxmlformats.org/officeDocument/2006/relationships/tags" Target="../tags/tag456.xml"/><Relationship Id="rId46" Type="http://schemas.openxmlformats.org/officeDocument/2006/relationships/tags" Target="../tags/tag477.xml"/><Relationship Id="rId67" Type="http://schemas.openxmlformats.org/officeDocument/2006/relationships/tags" Target="../tags/tag498.xml"/><Relationship Id="rId116" Type="http://schemas.openxmlformats.org/officeDocument/2006/relationships/tags" Target="../tags/tag547.xml"/><Relationship Id="rId137" Type="http://schemas.openxmlformats.org/officeDocument/2006/relationships/tags" Target="../tags/tag568.xml"/><Relationship Id="rId158" Type="http://schemas.openxmlformats.org/officeDocument/2006/relationships/tags" Target="../tags/tag589.xml"/><Relationship Id="rId20" Type="http://schemas.openxmlformats.org/officeDocument/2006/relationships/tags" Target="../tags/tag451.xml"/><Relationship Id="rId41" Type="http://schemas.openxmlformats.org/officeDocument/2006/relationships/tags" Target="../tags/tag472.xml"/><Relationship Id="rId62" Type="http://schemas.openxmlformats.org/officeDocument/2006/relationships/tags" Target="../tags/tag493.xml"/><Relationship Id="rId83" Type="http://schemas.openxmlformats.org/officeDocument/2006/relationships/tags" Target="../tags/tag514.xml"/><Relationship Id="rId88" Type="http://schemas.openxmlformats.org/officeDocument/2006/relationships/tags" Target="../tags/tag519.xml"/><Relationship Id="rId111" Type="http://schemas.openxmlformats.org/officeDocument/2006/relationships/tags" Target="../tags/tag542.xml"/><Relationship Id="rId132" Type="http://schemas.openxmlformats.org/officeDocument/2006/relationships/tags" Target="../tags/tag563.xml"/><Relationship Id="rId153" Type="http://schemas.openxmlformats.org/officeDocument/2006/relationships/tags" Target="../tags/tag584.xml"/><Relationship Id="rId174" Type="http://schemas.openxmlformats.org/officeDocument/2006/relationships/tags" Target="../tags/tag605.xml"/><Relationship Id="rId179" Type="http://schemas.openxmlformats.org/officeDocument/2006/relationships/tags" Target="../tags/tag610.xml"/><Relationship Id="rId195" Type="http://schemas.openxmlformats.org/officeDocument/2006/relationships/tags" Target="../tags/tag626.xml"/><Relationship Id="rId190" Type="http://schemas.openxmlformats.org/officeDocument/2006/relationships/tags" Target="../tags/tag621.xml"/><Relationship Id="rId204" Type="http://schemas.openxmlformats.org/officeDocument/2006/relationships/tags" Target="../tags/tag635.xml"/><Relationship Id="rId15" Type="http://schemas.openxmlformats.org/officeDocument/2006/relationships/tags" Target="../tags/tag446.xml"/><Relationship Id="rId36" Type="http://schemas.openxmlformats.org/officeDocument/2006/relationships/tags" Target="../tags/tag467.xml"/><Relationship Id="rId57" Type="http://schemas.openxmlformats.org/officeDocument/2006/relationships/tags" Target="../tags/tag488.xml"/><Relationship Id="rId106" Type="http://schemas.openxmlformats.org/officeDocument/2006/relationships/tags" Target="../tags/tag537.xml"/><Relationship Id="rId127" Type="http://schemas.openxmlformats.org/officeDocument/2006/relationships/tags" Target="../tags/tag558.xml"/><Relationship Id="rId10" Type="http://schemas.openxmlformats.org/officeDocument/2006/relationships/tags" Target="../tags/tag441.xml"/><Relationship Id="rId31" Type="http://schemas.openxmlformats.org/officeDocument/2006/relationships/tags" Target="../tags/tag462.xml"/><Relationship Id="rId52" Type="http://schemas.openxmlformats.org/officeDocument/2006/relationships/tags" Target="../tags/tag483.xml"/><Relationship Id="rId73" Type="http://schemas.openxmlformats.org/officeDocument/2006/relationships/tags" Target="../tags/tag504.xml"/><Relationship Id="rId78" Type="http://schemas.openxmlformats.org/officeDocument/2006/relationships/tags" Target="../tags/tag509.xml"/><Relationship Id="rId94" Type="http://schemas.openxmlformats.org/officeDocument/2006/relationships/tags" Target="../tags/tag525.xml"/><Relationship Id="rId99" Type="http://schemas.openxmlformats.org/officeDocument/2006/relationships/tags" Target="../tags/tag530.xml"/><Relationship Id="rId101" Type="http://schemas.openxmlformats.org/officeDocument/2006/relationships/tags" Target="../tags/tag532.xml"/><Relationship Id="rId122" Type="http://schemas.openxmlformats.org/officeDocument/2006/relationships/tags" Target="../tags/tag553.xml"/><Relationship Id="rId143" Type="http://schemas.openxmlformats.org/officeDocument/2006/relationships/tags" Target="../tags/tag574.xml"/><Relationship Id="rId148" Type="http://schemas.openxmlformats.org/officeDocument/2006/relationships/tags" Target="../tags/tag579.xml"/><Relationship Id="rId164" Type="http://schemas.openxmlformats.org/officeDocument/2006/relationships/tags" Target="../tags/tag595.xml"/><Relationship Id="rId169" Type="http://schemas.openxmlformats.org/officeDocument/2006/relationships/tags" Target="../tags/tag600.xml"/><Relationship Id="rId185" Type="http://schemas.openxmlformats.org/officeDocument/2006/relationships/tags" Target="../tags/tag616.xml"/><Relationship Id="rId4" Type="http://schemas.openxmlformats.org/officeDocument/2006/relationships/tags" Target="../tags/tag435.xml"/><Relationship Id="rId9" Type="http://schemas.openxmlformats.org/officeDocument/2006/relationships/tags" Target="../tags/tag440.xml"/><Relationship Id="rId180" Type="http://schemas.openxmlformats.org/officeDocument/2006/relationships/tags" Target="../tags/tag611.xml"/><Relationship Id="rId26" Type="http://schemas.openxmlformats.org/officeDocument/2006/relationships/tags" Target="../tags/tag457.xml"/><Relationship Id="rId47" Type="http://schemas.openxmlformats.org/officeDocument/2006/relationships/tags" Target="../tags/tag478.xml"/><Relationship Id="rId68" Type="http://schemas.openxmlformats.org/officeDocument/2006/relationships/tags" Target="../tags/tag499.xml"/><Relationship Id="rId89" Type="http://schemas.openxmlformats.org/officeDocument/2006/relationships/tags" Target="../tags/tag520.xml"/><Relationship Id="rId112" Type="http://schemas.openxmlformats.org/officeDocument/2006/relationships/tags" Target="../tags/tag543.xml"/><Relationship Id="rId133" Type="http://schemas.openxmlformats.org/officeDocument/2006/relationships/tags" Target="../tags/tag564.xml"/><Relationship Id="rId154" Type="http://schemas.openxmlformats.org/officeDocument/2006/relationships/tags" Target="../tags/tag585.xml"/><Relationship Id="rId175" Type="http://schemas.openxmlformats.org/officeDocument/2006/relationships/tags" Target="../tags/tag606.xml"/><Relationship Id="rId196" Type="http://schemas.openxmlformats.org/officeDocument/2006/relationships/tags" Target="../tags/tag627.xml"/><Relationship Id="rId200" Type="http://schemas.openxmlformats.org/officeDocument/2006/relationships/tags" Target="../tags/tag631.xml"/><Relationship Id="rId16" Type="http://schemas.openxmlformats.org/officeDocument/2006/relationships/tags" Target="../tags/tag447.xml"/><Relationship Id="rId37" Type="http://schemas.openxmlformats.org/officeDocument/2006/relationships/tags" Target="../tags/tag468.xml"/><Relationship Id="rId58" Type="http://schemas.openxmlformats.org/officeDocument/2006/relationships/tags" Target="../tags/tag489.xml"/><Relationship Id="rId79" Type="http://schemas.openxmlformats.org/officeDocument/2006/relationships/tags" Target="../tags/tag510.xml"/><Relationship Id="rId102" Type="http://schemas.openxmlformats.org/officeDocument/2006/relationships/tags" Target="../tags/tag533.xml"/><Relationship Id="rId123" Type="http://schemas.openxmlformats.org/officeDocument/2006/relationships/tags" Target="../tags/tag554.xml"/><Relationship Id="rId144" Type="http://schemas.openxmlformats.org/officeDocument/2006/relationships/tags" Target="../tags/tag575.xml"/><Relationship Id="rId90" Type="http://schemas.openxmlformats.org/officeDocument/2006/relationships/tags" Target="../tags/tag521.xml"/><Relationship Id="rId165" Type="http://schemas.openxmlformats.org/officeDocument/2006/relationships/tags" Target="../tags/tag596.xml"/><Relationship Id="rId186" Type="http://schemas.openxmlformats.org/officeDocument/2006/relationships/tags" Target="../tags/tag617.xml"/><Relationship Id="rId27" Type="http://schemas.openxmlformats.org/officeDocument/2006/relationships/tags" Target="../tags/tag458.xml"/><Relationship Id="rId48" Type="http://schemas.openxmlformats.org/officeDocument/2006/relationships/tags" Target="../tags/tag479.xml"/><Relationship Id="rId69" Type="http://schemas.openxmlformats.org/officeDocument/2006/relationships/tags" Target="../tags/tag500.xml"/><Relationship Id="rId113" Type="http://schemas.openxmlformats.org/officeDocument/2006/relationships/tags" Target="../tags/tag544.xml"/><Relationship Id="rId134" Type="http://schemas.openxmlformats.org/officeDocument/2006/relationships/tags" Target="../tags/tag565.xml"/><Relationship Id="rId80" Type="http://schemas.openxmlformats.org/officeDocument/2006/relationships/tags" Target="../tags/tag511.xml"/><Relationship Id="rId155" Type="http://schemas.openxmlformats.org/officeDocument/2006/relationships/tags" Target="../tags/tag586.xml"/><Relationship Id="rId176" Type="http://schemas.openxmlformats.org/officeDocument/2006/relationships/tags" Target="../tags/tag607.xml"/><Relationship Id="rId197" Type="http://schemas.openxmlformats.org/officeDocument/2006/relationships/tags" Target="../tags/tag628.xml"/><Relationship Id="rId201" Type="http://schemas.openxmlformats.org/officeDocument/2006/relationships/tags" Target="../tags/tag632.xml"/><Relationship Id="rId17" Type="http://schemas.openxmlformats.org/officeDocument/2006/relationships/tags" Target="../tags/tag448.xml"/><Relationship Id="rId38" Type="http://schemas.openxmlformats.org/officeDocument/2006/relationships/tags" Target="../tags/tag469.xml"/><Relationship Id="rId59" Type="http://schemas.openxmlformats.org/officeDocument/2006/relationships/tags" Target="../tags/tag490.xml"/><Relationship Id="rId103" Type="http://schemas.openxmlformats.org/officeDocument/2006/relationships/tags" Target="../tags/tag534.xml"/><Relationship Id="rId124" Type="http://schemas.openxmlformats.org/officeDocument/2006/relationships/tags" Target="../tags/tag555.xml"/><Relationship Id="rId70" Type="http://schemas.openxmlformats.org/officeDocument/2006/relationships/tags" Target="../tags/tag501.xml"/><Relationship Id="rId91" Type="http://schemas.openxmlformats.org/officeDocument/2006/relationships/tags" Target="../tags/tag522.xml"/><Relationship Id="rId145" Type="http://schemas.openxmlformats.org/officeDocument/2006/relationships/tags" Target="../tags/tag576.xml"/><Relationship Id="rId166" Type="http://schemas.openxmlformats.org/officeDocument/2006/relationships/tags" Target="../tags/tag597.xml"/><Relationship Id="rId187" Type="http://schemas.openxmlformats.org/officeDocument/2006/relationships/tags" Target="../tags/tag618.xml"/><Relationship Id="rId1" Type="http://schemas.openxmlformats.org/officeDocument/2006/relationships/tags" Target="../tags/tag432.xml"/><Relationship Id="rId28" Type="http://schemas.openxmlformats.org/officeDocument/2006/relationships/tags" Target="../tags/tag459.xml"/><Relationship Id="rId49" Type="http://schemas.openxmlformats.org/officeDocument/2006/relationships/tags" Target="../tags/tag480.xml"/><Relationship Id="rId114" Type="http://schemas.openxmlformats.org/officeDocument/2006/relationships/tags" Target="../tags/tag545.xml"/><Relationship Id="rId60" Type="http://schemas.openxmlformats.org/officeDocument/2006/relationships/tags" Target="../tags/tag491.xml"/><Relationship Id="rId81" Type="http://schemas.openxmlformats.org/officeDocument/2006/relationships/tags" Target="../tags/tag512.xml"/><Relationship Id="rId135" Type="http://schemas.openxmlformats.org/officeDocument/2006/relationships/tags" Target="../tags/tag566.xml"/><Relationship Id="rId156" Type="http://schemas.openxmlformats.org/officeDocument/2006/relationships/tags" Target="../tags/tag587.xml"/><Relationship Id="rId177" Type="http://schemas.openxmlformats.org/officeDocument/2006/relationships/tags" Target="../tags/tag608.xml"/><Relationship Id="rId198" Type="http://schemas.openxmlformats.org/officeDocument/2006/relationships/tags" Target="../tags/tag629.xml"/><Relationship Id="rId202" Type="http://schemas.openxmlformats.org/officeDocument/2006/relationships/tags" Target="../tags/tag633.xml"/><Relationship Id="rId18" Type="http://schemas.openxmlformats.org/officeDocument/2006/relationships/tags" Target="../tags/tag449.xml"/><Relationship Id="rId39" Type="http://schemas.openxmlformats.org/officeDocument/2006/relationships/tags" Target="../tags/tag470.xml"/><Relationship Id="rId50" Type="http://schemas.openxmlformats.org/officeDocument/2006/relationships/tags" Target="../tags/tag481.xml"/><Relationship Id="rId104" Type="http://schemas.openxmlformats.org/officeDocument/2006/relationships/tags" Target="../tags/tag535.xml"/><Relationship Id="rId125" Type="http://schemas.openxmlformats.org/officeDocument/2006/relationships/tags" Target="../tags/tag556.xml"/><Relationship Id="rId146" Type="http://schemas.openxmlformats.org/officeDocument/2006/relationships/tags" Target="../tags/tag577.xml"/><Relationship Id="rId167" Type="http://schemas.openxmlformats.org/officeDocument/2006/relationships/tags" Target="../tags/tag598.xml"/><Relationship Id="rId188" Type="http://schemas.openxmlformats.org/officeDocument/2006/relationships/tags" Target="../tags/tag619.xml"/><Relationship Id="rId71" Type="http://schemas.openxmlformats.org/officeDocument/2006/relationships/tags" Target="../tags/tag502.xml"/><Relationship Id="rId92" Type="http://schemas.openxmlformats.org/officeDocument/2006/relationships/tags" Target="../tags/tag523.xml"/><Relationship Id="rId2" Type="http://schemas.openxmlformats.org/officeDocument/2006/relationships/tags" Target="../tags/tag433.xml"/><Relationship Id="rId29" Type="http://schemas.openxmlformats.org/officeDocument/2006/relationships/tags" Target="../tags/tag460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662.xml"/><Relationship Id="rId21" Type="http://schemas.openxmlformats.org/officeDocument/2006/relationships/tags" Target="../tags/tag657.xml"/><Relationship Id="rId42" Type="http://schemas.openxmlformats.org/officeDocument/2006/relationships/tags" Target="../tags/tag678.xml"/><Relationship Id="rId47" Type="http://schemas.openxmlformats.org/officeDocument/2006/relationships/tags" Target="../tags/tag683.xml"/><Relationship Id="rId63" Type="http://schemas.openxmlformats.org/officeDocument/2006/relationships/tags" Target="../tags/tag699.xml"/><Relationship Id="rId68" Type="http://schemas.openxmlformats.org/officeDocument/2006/relationships/tags" Target="../tags/tag704.xml"/><Relationship Id="rId84" Type="http://schemas.openxmlformats.org/officeDocument/2006/relationships/tags" Target="../tags/tag720.xml"/><Relationship Id="rId89" Type="http://schemas.openxmlformats.org/officeDocument/2006/relationships/tags" Target="../tags/tag725.xml"/><Relationship Id="rId16" Type="http://schemas.openxmlformats.org/officeDocument/2006/relationships/tags" Target="../tags/tag652.xml"/><Relationship Id="rId11" Type="http://schemas.openxmlformats.org/officeDocument/2006/relationships/tags" Target="../tags/tag647.xml"/><Relationship Id="rId32" Type="http://schemas.openxmlformats.org/officeDocument/2006/relationships/tags" Target="../tags/tag668.xml"/><Relationship Id="rId37" Type="http://schemas.openxmlformats.org/officeDocument/2006/relationships/tags" Target="../tags/tag673.xml"/><Relationship Id="rId53" Type="http://schemas.openxmlformats.org/officeDocument/2006/relationships/tags" Target="../tags/tag689.xml"/><Relationship Id="rId58" Type="http://schemas.openxmlformats.org/officeDocument/2006/relationships/tags" Target="../tags/tag694.xml"/><Relationship Id="rId74" Type="http://schemas.openxmlformats.org/officeDocument/2006/relationships/tags" Target="../tags/tag710.xml"/><Relationship Id="rId79" Type="http://schemas.openxmlformats.org/officeDocument/2006/relationships/tags" Target="../tags/tag715.xml"/><Relationship Id="rId5" Type="http://schemas.openxmlformats.org/officeDocument/2006/relationships/tags" Target="../tags/tag641.xml"/><Relationship Id="rId90" Type="http://schemas.openxmlformats.org/officeDocument/2006/relationships/tags" Target="../tags/tag726.xml"/><Relationship Id="rId95" Type="http://schemas.openxmlformats.org/officeDocument/2006/relationships/slideLayout" Target="../slideLayouts/slideLayout7.xml"/><Relationship Id="rId22" Type="http://schemas.openxmlformats.org/officeDocument/2006/relationships/tags" Target="../tags/tag658.xml"/><Relationship Id="rId27" Type="http://schemas.openxmlformats.org/officeDocument/2006/relationships/tags" Target="../tags/tag663.xml"/><Relationship Id="rId43" Type="http://schemas.openxmlformats.org/officeDocument/2006/relationships/tags" Target="../tags/tag679.xml"/><Relationship Id="rId48" Type="http://schemas.openxmlformats.org/officeDocument/2006/relationships/tags" Target="../tags/tag684.xml"/><Relationship Id="rId64" Type="http://schemas.openxmlformats.org/officeDocument/2006/relationships/tags" Target="../tags/tag700.xml"/><Relationship Id="rId69" Type="http://schemas.openxmlformats.org/officeDocument/2006/relationships/tags" Target="../tags/tag705.xml"/><Relationship Id="rId8" Type="http://schemas.openxmlformats.org/officeDocument/2006/relationships/tags" Target="../tags/tag644.xml"/><Relationship Id="rId51" Type="http://schemas.openxmlformats.org/officeDocument/2006/relationships/tags" Target="../tags/tag687.xml"/><Relationship Id="rId72" Type="http://schemas.openxmlformats.org/officeDocument/2006/relationships/tags" Target="../tags/tag708.xml"/><Relationship Id="rId80" Type="http://schemas.openxmlformats.org/officeDocument/2006/relationships/tags" Target="../tags/tag716.xml"/><Relationship Id="rId85" Type="http://schemas.openxmlformats.org/officeDocument/2006/relationships/tags" Target="../tags/tag721.xml"/><Relationship Id="rId93" Type="http://schemas.openxmlformats.org/officeDocument/2006/relationships/tags" Target="../tags/tag729.xml"/><Relationship Id="rId3" Type="http://schemas.openxmlformats.org/officeDocument/2006/relationships/tags" Target="../tags/tag639.xml"/><Relationship Id="rId12" Type="http://schemas.openxmlformats.org/officeDocument/2006/relationships/tags" Target="../tags/tag648.xml"/><Relationship Id="rId17" Type="http://schemas.openxmlformats.org/officeDocument/2006/relationships/tags" Target="../tags/tag653.xml"/><Relationship Id="rId25" Type="http://schemas.openxmlformats.org/officeDocument/2006/relationships/tags" Target="../tags/tag661.xml"/><Relationship Id="rId33" Type="http://schemas.openxmlformats.org/officeDocument/2006/relationships/tags" Target="../tags/tag669.xml"/><Relationship Id="rId38" Type="http://schemas.openxmlformats.org/officeDocument/2006/relationships/tags" Target="../tags/tag674.xml"/><Relationship Id="rId46" Type="http://schemas.openxmlformats.org/officeDocument/2006/relationships/tags" Target="../tags/tag682.xml"/><Relationship Id="rId59" Type="http://schemas.openxmlformats.org/officeDocument/2006/relationships/tags" Target="../tags/tag695.xml"/><Relationship Id="rId67" Type="http://schemas.openxmlformats.org/officeDocument/2006/relationships/tags" Target="../tags/tag703.xml"/><Relationship Id="rId20" Type="http://schemas.openxmlformats.org/officeDocument/2006/relationships/tags" Target="../tags/tag656.xml"/><Relationship Id="rId41" Type="http://schemas.openxmlformats.org/officeDocument/2006/relationships/tags" Target="../tags/tag677.xml"/><Relationship Id="rId54" Type="http://schemas.openxmlformats.org/officeDocument/2006/relationships/tags" Target="../tags/tag690.xml"/><Relationship Id="rId62" Type="http://schemas.openxmlformats.org/officeDocument/2006/relationships/tags" Target="../tags/tag698.xml"/><Relationship Id="rId70" Type="http://schemas.openxmlformats.org/officeDocument/2006/relationships/tags" Target="../tags/tag706.xml"/><Relationship Id="rId75" Type="http://schemas.openxmlformats.org/officeDocument/2006/relationships/tags" Target="../tags/tag711.xml"/><Relationship Id="rId83" Type="http://schemas.openxmlformats.org/officeDocument/2006/relationships/tags" Target="../tags/tag719.xml"/><Relationship Id="rId88" Type="http://schemas.openxmlformats.org/officeDocument/2006/relationships/tags" Target="../tags/tag724.xml"/><Relationship Id="rId91" Type="http://schemas.openxmlformats.org/officeDocument/2006/relationships/tags" Target="../tags/tag727.xml"/><Relationship Id="rId1" Type="http://schemas.openxmlformats.org/officeDocument/2006/relationships/tags" Target="../tags/tag637.xml"/><Relationship Id="rId6" Type="http://schemas.openxmlformats.org/officeDocument/2006/relationships/tags" Target="../tags/tag642.xml"/><Relationship Id="rId15" Type="http://schemas.openxmlformats.org/officeDocument/2006/relationships/tags" Target="../tags/tag651.xml"/><Relationship Id="rId23" Type="http://schemas.openxmlformats.org/officeDocument/2006/relationships/tags" Target="../tags/tag659.xml"/><Relationship Id="rId28" Type="http://schemas.openxmlformats.org/officeDocument/2006/relationships/tags" Target="../tags/tag664.xml"/><Relationship Id="rId36" Type="http://schemas.openxmlformats.org/officeDocument/2006/relationships/tags" Target="../tags/tag672.xml"/><Relationship Id="rId49" Type="http://schemas.openxmlformats.org/officeDocument/2006/relationships/tags" Target="../tags/tag685.xml"/><Relationship Id="rId57" Type="http://schemas.openxmlformats.org/officeDocument/2006/relationships/tags" Target="../tags/tag693.xml"/><Relationship Id="rId10" Type="http://schemas.openxmlformats.org/officeDocument/2006/relationships/tags" Target="../tags/tag646.xml"/><Relationship Id="rId31" Type="http://schemas.openxmlformats.org/officeDocument/2006/relationships/tags" Target="../tags/tag667.xml"/><Relationship Id="rId44" Type="http://schemas.openxmlformats.org/officeDocument/2006/relationships/tags" Target="../tags/tag680.xml"/><Relationship Id="rId52" Type="http://schemas.openxmlformats.org/officeDocument/2006/relationships/tags" Target="../tags/tag688.xml"/><Relationship Id="rId60" Type="http://schemas.openxmlformats.org/officeDocument/2006/relationships/tags" Target="../tags/tag696.xml"/><Relationship Id="rId65" Type="http://schemas.openxmlformats.org/officeDocument/2006/relationships/tags" Target="../tags/tag701.xml"/><Relationship Id="rId73" Type="http://schemas.openxmlformats.org/officeDocument/2006/relationships/tags" Target="../tags/tag709.xml"/><Relationship Id="rId78" Type="http://schemas.openxmlformats.org/officeDocument/2006/relationships/tags" Target="../tags/tag714.xml"/><Relationship Id="rId81" Type="http://schemas.openxmlformats.org/officeDocument/2006/relationships/tags" Target="../tags/tag717.xml"/><Relationship Id="rId86" Type="http://schemas.openxmlformats.org/officeDocument/2006/relationships/tags" Target="../tags/tag722.xml"/><Relationship Id="rId94" Type="http://schemas.openxmlformats.org/officeDocument/2006/relationships/tags" Target="../tags/tag730.xml"/><Relationship Id="rId4" Type="http://schemas.openxmlformats.org/officeDocument/2006/relationships/tags" Target="../tags/tag640.xml"/><Relationship Id="rId9" Type="http://schemas.openxmlformats.org/officeDocument/2006/relationships/tags" Target="../tags/tag645.xml"/><Relationship Id="rId13" Type="http://schemas.openxmlformats.org/officeDocument/2006/relationships/tags" Target="../tags/tag649.xml"/><Relationship Id="rId18" Type="http://schemas.openxmlformats.org/officeDocument/2006/relationships/tags" Target="../tags/tag654.xml"/><Relationship Id="rId39" Type="http://schemas.openxmlformats.org/officeDocument/2006/relationships/tags" Target="../tags/tag675.xml"/><Relationship Id="rId34" Type="http://schemas.openxmlformats.org/officeDocument/2006/relationships/tags" Target="../tags/tag670.xml"/><Relationship Id="rId50" Type="http://schemas.openxmlformats.org/officeDocument/2006/relationships/tags" Target="../tags/tag686.xml"/><Relationship Id="rId55" Type="http://schemas.openxmlformats.org/officeDocument/2006/relationships/tags" Target="../tags/tag691.xml"/><Relationship Id="rId76" Type="http://schemas.openxmlformats.org/officeDocument/2006/relationships/tags" Target="../tags/tag712.xml"/><Relationship Id="rId7" Type="http://schemas.openxmlformats.org/officeDocument/2006/relationships/tags" Target="../tags/tag643.xml"/><Relationship Id="rId71" Type="http://schemas.openxmlformats.org/officeDocument/2006/relationships/tags" Target="../tags/tag707.xml"/><Relationship Id="rId92" Type="http://schemas.openxmlformats.org/officeDocument/2006/relationships/tags" Target="../tags/tag728.xml"/><Relationship Id="rId2" Type="http://schemas.openxmlformats.org/officeDocument/2006/relationships/tags" Target="../tags/tag638.xml"/><Relationship Id="rId29" Type="http://schemas.openxmlformats.org/officeDocument/2006/relationships/tags" Target="../tags/tag665.xml"/><Relationship Id="rId24" Type="http://schemas.openxmlformats.org/officeDocument/2006/relationships/tags" Target="../tags/tag660.xml"/><Relationship Id="rId40" Type="http://schemas.openxmlformats.org/officeDocument/2006/relationships/tags" Target="../tags/tag676.xml"/><Relationship Id="rId45" Type="http://schemas.openxmlformats.org/officeDocument/2006/relationships/tags" Target="../tags/tag681.xml"/><Relationship Id="rId66" Type="http://schemas.openxmlformats.org/officeDocument/2006/relationships/tags" Target="../tags/tag702.xml"/><Relationship Id="rId87" Type="http://schemas.openxmlformats.org/officeDocument/2006/relationships/tags" Target="../tags/tag723.xml"/><Relationship Id="rId61" Type="http://schemas.openxmlformats.org/officeDocument/2006/relationships/tags" Target="../tags/tag697.xml"/><Relationship Id="rId82" Type="http://schemas.openxmlformats.org/officeDocument/2006/relationships/tags" Target="../tags/tag718.xml"/><Relationship Id="rId19" Type="http://schemas.openxmlformats.org/officeDocument/2006/relationships/tags" Target="../tags/tag655.xml"/><Relationship Id="rId14" Type="http://schemas.openxmlformats.org/officeDocument/2006/relationships/tags" Target="../tags/tag650.xml"/><Relationship Id="rId30" Type="http://schemas.openxmlformats.org/officeDocument/2006/relationships/tags" Target="../tags/tag666.xml"/><Relationship Id="rId35" Type="http://schemas.openxmlformats.org/officeDocument/2006/relationships/tags" Target="../tags/tag671.xml"/><Relationship Id="rId56" Type="http://schemas.openxmlformats.org/officeDocument/2006/relationships/tags" Target="../tags/tag692.xml"/><Relationship Id="rId77" Type="http://schemas.openxmlformats.org/officeDocument/2006/relationships/tags" Target="../tags/tag713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tags" Target="../tags/tag847.xml"/><Relationship Id="rId21" Type="http://schemas.openxmlformats.org/officeDocument/2006/relationships/tags" Target="../tags/tag751.xml"/><Relationship Id="rId42" Type="http://schemas.openxmlformats.org/officeDocument/2006/relationships/tags" Target="../tags/tag772.xml"/><Relationship Id="rId63" Type="http://schemas.openxmlformats.org/officeDocument/2006/relationships/tags" Target="../tags/tag793.xml"/><Relationship Id="rId84" Type="http://schemas.openxmlformats.org/officeDocument/2006/relationships/tags" Target="../tags/tag814.xml"/><Relationship Id="rId138" Type="http://schemas.openxmlformats.org/officeDocument/2006/relationships/tags" Target="../tags/tag868.xml"/><Relationship Id="rId159" Type="http://schemas.openxmlformats.org/officeDocument/2006/relationships/tags" Target="../tags/tag889.xml"/><Relationship Id="rId170" Type="http://schemas.openxmlformats.org/officeDocument/2006/relationships/tags" Target="../tags/tag900.xml"/><Relationship Id="rId107" Type="http://schemas.openxmlformats.org/officeDocument/2006/relationships/tags" Target="../tags/tag837.xml"/><Relationship Id="rId11" Type="http://schemas.openxmlformats.org/officeDocument/2006/relationships/tags" Target="../tags/tag741.xml"/><Relationship Id="rId32" Type="http://schemas.openxmlformats.org/officeDocument/2006/relationships/tags" Target="../tags/tag762.xml"/><Relationship Id="rId53" Type="http://schemas.openxmlformats.org/officeDocument/2006/relationships/tags" Target="../tags/tag783.xml"/><Relationship Id="rId74" Type="http://schemas.openxmlformats.org/officeDocument/2006/relationships/tags" Target="../tags/tag804.xml"/><Relationship Id="rId128" Type="http://schemas.openxmlformats.org/officeDocument/2006/relationships/tags" Target="../tags/tag858.xml"/><Relationship Id="rId149" Type="http://schemas.openxmlformats.org/officeDocument/2006/relationships/tags" Target="../tags/tag879.xml"/><Relationship Id="rId5" Type="http://schemas.openxmlformats.org/officeDocument/2006/relationships/tags" Target="../tags/tag735.xml"/><Relationship Id="rId95" Type="http://schemas.openxmlformats.org/officeDocument/2006/relationships/tags" Target="../tags/tag825.xml"/><Relationship Id="rId160" Type="http://schemas.openxmlformats.org/officeDocument/2006/relationships/tags" Target="../tags/tag890.xml"/><Relationship Id="rId181" Type="http://schemas.openxmlformats.org/officeDocument/2006/relationships/tags" Target="../tags/tag911.xml"/><Relationship Id="rId22" Type="http://schemas.openxmlformats.org/officeDocument/2006/relationships/tags" Target="../tags/tag752.xml"/><Relationship Id="rId43" Type="http://schemas.openxmlformats.org/officeDocument/2006/relationships/tags" Target="../tags/tag773.xml"/><Relationship Id="rId64" Type="http://schemas.openxmlformats.org/officeDocument/2006/relationships/tags" Target="../tags/tag794.xml"/><Relationship Id="rId118" Type="http://schemas.openxmlformats.org/officeDocument/2006/relationships/tags" Target="../tags/tag848.xml"/><Relationship Id="rId139" Type="http://schemas.openxmlformats.org/officeDocument/2006/relationships/tags" Target="../tags/tag869.xml"/><Relationship Id="rId85" Type="http://schemas.openxmlformats.org/officeDocument/2006/relationships/tags" Target="../tags/tag815.xml"/><Relationship Id="rId150" Type="http://schemas.openxmlformats.org/officeDocument/2006/relationships/tags" Target="../tags/tag880.xml"/><Relationship Id="rId171" Type="http://schemas.openxmlformats.org/officeDocument/2006/relationships/tags" Target="../tags/tag901.xml"/><Relationship Id="rId12" Type="http://schemas.openxmlformats.org/officeDocument/2006/relationships/tags" Target="../tags/tag742.xml"/><Relationship Id="rId33" Type="http://schemas.openxmlformats.org/officeDocument/2006/relationships/tags" Target="../tags/tag763.xml"/><Relationship Id="rId108" Type="http://schemas.openxmlformats.org/officeDocument/2006/relationships/tags" Target="../tags/tag838.xml"/><Relationship Id="rId129" Type="http://schemas.openxmlformats.org/officeDocument/2006/relationships/tags" Target="../tags/tag859.xml"/><Relationship Id="rId54" Type="http://schemas.openxmlformats.org/officeDocument/2006/relationships/tags" Target="../tags/tag784.xml"/><Relationship Id="rId75" Type="http://schemas.openxmlformats.org/officeDocument/2006/relationships/tags" Target="../tags/tag805.xml"/><Relationship Id="rId96" Type="http://schemas.openxmlformats.org/officeDocument/2006/relationships/tags" Target="../tags/tag826.xml"/><Relationship Id="rId140" Type="http://schemas.openxmlformats.org/officeDocument/2006/relationships/tags" Target="../tags/tag870.xml"/><Relationship Id="rId161" Type="http://schemas.openxmlformats.org/officeDocument/2006/relationships/tags" Target="../tags/tag891.xml"/><Relationship Id="rId182" Type="http://schemas.openxmlformats.org/officeDocument/2006/relationships/tags" Target="../tags/tag912.xml"/><Relationship Id="rId6" Type="http://schemas.openxmlformats.org/officeDocument/2006/relationships/tags" Target="../tags/tag736.xml"/><Relationship Id="rId23" Type="http://schemas.openxmlformats.org/officeDocument/2006/relationships/tags" Target="../tags/tag753.xml"/><Relationship Id="rId119" Type="http://schemas.openxmlformats.org/officeDocument/2006/relationships/tags" Target="../tags/tag849.xml"/><Relationship Id="rId44" Type="http://schemas.openxmlformats.org/officeDocument/2006/relationships/tags" Target="../tags/tag774.xml"/><Relationship Id="rId60" Type="http://schemas.openxmlformats.org/officeDocument/2006/relationships/tags" Target="../tags/tag790.xml"/><Relationship Id="rId65" Type="http://schemas.openxmlformats.org/officeDocument/2006/relationships/tags" Target="../tags/tag795.xml"/><Relationship Id="rId81" Type="http://schemas.openxmlformats.org/officeDocument/2006/relationships/tags" Target="../tags/tag811.xml"/><Relationship Id="rId86" Type="http://schemas.openxmlformats.org/officeDocument/2006/relationships/tags" Target="../tags/tag816.xml"/><Relationship Id="rId130" Type="http://schemas.openxmlformats.org/officeDocument/2006/relationships/tags" Target="../tags/tag860.xml"/><Relationship Id="rId135" Type="http://schemas.openxmlformats.org/officeDocument/2006/relationships/tags" Target="../tags/tag865.xml"/><Relationship Id="rId151" Type="http://schemas.openxmlformats.org/officeDocument/2006/relationships/tags" Target="../tags/tag881.xml"/><Relationship Id="rId156" Type="http://schemas.openxmlformats.org/officeDocument/2006/relationships/tags" Target="../tags/tag886.xml"/><Relationship Id="rId177" Type="http://schemas.openxmlformats.org/officeDocument/2006/relationships/tags" Target="../tags/tag907.xml"/><Relationship Id="rId172" Type="http://schemas.openxmlformats.org/officeDocument/2006/relationships/tags" Target="../tags/tag902.xml"/><Relationship Id="rId13" Type="http://schemas.openxmlformats.org/officeDocument/2006/relationships/tags" Target="../tags/tag743.xml"/><Relationship Id="rId18" Type="http://schemas.openxmlformats.org/officeDocument/2006/relationships/tags" Target="../tags/tag748.xml"/><Relationship Id="rId39" Type="http://schemas.openxmlformats.org/officeDocument/2006/relationships/tags" Target="../tags/tag769.xml"/><Relationship Id="rId109" Type="http://schemas.openxmlformats.org/officeDocument/2006/relationships/tags" Target="../tags/tag839.xml"/><Relationship Id="rId34" Type="http://schemas.openxmlformats.org/officeDocument/2006/relationships/tags" Target="../tags/tag764.xml"/><Relationship Id="rId50" Type="http://schemas.openxmlformats.org/officeDocument/2006/relationships/tags" Target="../tags/tag780.xml"/><Relationship Id="rId55" Type="http://schemas.openxmlformats.org/officeDocument/2006/relationships/tags" Target="../tags/tag785.xml"/><Relationship Id="rId76" Type="http://schemas.openxmlformats.org/officeDocument/2006/relationships/tags" Target="../tags/tag806.xml"/><Relationship Id="rId97" Type="http://schemas.openxmlformats.org/officeDocument/2006/relationships/tags" Target="../tags/tag827.xml"/><Relationship Id="rId104" Type="http://schemas.openxmlformats.org/officeDocument/2006/relationships/tags" Target="../tags/tag834.xml"/><Relationship Id="rId120" Type="http://schemas.openxmlformats.org/officeDocument/2006/relationships/tags" Target="../tags/tag850.xml"/><Relationship Id="rId125" Type="http://schemas.openxmlformats.org/officeDocument/2006/relationships/tags" Target="../tags/tag855.xml"/><Relationship Id="rId141" Type="http://schemas.openxmlformats.org/officeDocument/2006/relationships/tags" Target="../tags/tag871.xml"/><Relationship Id="rId146" Type="http://schemas.openxmlformats.org/officeDocument/2006/relationships/tags" Target="../tags/tag876.xml"/><Relationship Id="rId167" Type="http://schemas.openxmlformats.org/officeDocument/2006/relationships/tags" Target="../tags/tag897.xml"/><Relationship Id="rId7" Type="http://schemas.openxmlformats.org/officeDocument/2006/relationships/tags" Target="../tags/tag737.xml"/><Relationship Id="rId71" Type="http://schemas.openxmlformats.org/officeDocument/2006/relationships/tags" Target="../tags/tag801.xml"/><Relationship Id="rId92" Type="http://schemas.openxmlformats.org/officeDocument/2006/relationships/tags" Target="../tags/tag822.xml"/><Relationship Id="rId162" Type="http://schemas.openxmlformats.org/officeDocument/2006/relationships/tags" Target="../tags/tag892.xml"/><Relationship Id="rId183" Type="http://schemas.openxmlformats.org/officeDocument/2006/relationships/slideLayout" Target="../slideLayouts/slideLayout7.xml"/><Relationship Id="rId2" Type="http://schemas.openxmlformats.org/officeDocument/2006/relationships/tags" Target="../tags/tag732.xml"/><Relationship Id="rId29" Type="http://schemas.openxmlformats.org/officeDocument/2006/relationships/tags" Target="../tags/tag759.xml"/><Relationship Id="rId24" Type="http://schemas.openxmlformats.org/officeDocument/2006/relationships/tags" Target="../tags/tag754.xml"/><Relationship Id="rId40" Type="http://schemas.openxmlformats.org/officeDocument/2006/relationships/tags" Target="../tags/tag770.xml"/><Relationship Id="rId45" Type="http://schemas.openxmlformats.org/officeDocument/2006/relationships/tags" Target="../tags/tag775.xml"/><Relationship Id="rId66" Type="http://schemas.openxmlformats.org/officeDocument/2006/relationships/tags" Target="../tags/tag796.xml"/><Relationship Id="rId87" Type="http://schemas.openxmlformats.org/officeDocument/2006/relationships/tags" Target="../tags/tag817.xml"/><Relationship Id="rId110" Type="http://schemas.openxmlformats.org/officeDocument/2006/relationships/tags" Target="../tags/tag840.xml"/><Relationship Id="rId115" Type="http://schemas.openxmlformats.org/officeDocument/2006/relationships/tags" Target="../tags/tag845.xml"/><Relationship Id="rId131" Type="http://schemas.openxmlformats.org/officeDocument/2006/relationships/tags" Target="../tags/tag861.xml"/><Relationship Id="rId136" Type="http://schemas.openxmlformats.org/officeDocument/2006/relationships/tags" Target="../tags/tag866.xml"/><Relationship Id="rId157" Type="http://schemas.openxmlformats.org/officeDocument/2006/relationships/tags" Target="../tags/tag887.xml"/><Relationship Id="rId178" Type="http://schemas.openxmlformats.org/officeDocument/2006/relationships/tags" Target="../tags/tag908.xml"/><Relationship Id="rId61" Type="http://schemas.openxmlformats.org/officeDocument/2006/relationships/tags" Target="../tags/tag791.xml"/><Relationship Id="rId82" Type="http://schemas.openxmlformats.org/officeDocument/2006/relationships/tags" Target="../tags/tag812.xml"/><Relationship Id="rId152" Type="http://schemas.openxmlformats.org/officeDocument/2006/relationships/tags" Target="../tags/tag882.xml"/><Relationship Id="rId173" Type="http://schemas.openxmlformats.org/officeDocument/2006/relationships/tags" Target="../tags/tag903.xml"/><Relationship Id="rId19" Type="http://schemas.openxmlformats.org/officeDocument/2006/relationships/tags" Target="../tags/tag749.xml"/><Relationship Id="rId14" Type="http://schemas.openxmlformats.org/officeDocument/2006/relationships/tags" Target="../tags/tag744.xml"/><Relationship Id="rId30" Type="http://schemas.openxmlformats.org/officeDocument/2006/relationships/tags" Target="../tags/tag760.xml"/><Relationship Id="rId35" Type="http://schemas.openxmlformats.org/officeDocument/2006/relationships/tags" Target="../tags/tag765.xml"/><Relationship Id="rId56" Type="http://schemas.openxmlformats.org/officeDocument/2006/relationships/tags" Target="../tags/tag786.xml"/><Relationship Id="rId77" Type="http://schemas.openxmlformats.org/officeDocument/2006/relationships/tags" Target="../tags/tag807.xml"/><Relationship Id="rId100" Type="http://schemas.openxmlformats.org/officeDocument/2006/relationships/tags" Target="../tags/tag830.xml"/><Relationship Id="rId105" Type="http://schemas.openxmlformats.org/officeDocument/2006/relationships/tags" Target="../tags/tag835.xml"/><Relationship Id="rId126" Type="http://schemas.openxmlformats.org/officeDocument/2006/relationships/tags" Target="../tags/tag856.xml"/><Relationship Id="rId147" Type="http://schemas.openxmlformats.org/officeDocument/2006/relationships/tags" Target="../tags/tag877.xml"/><Relationship Id="rId168" Type="http://schemas.openxmlformats.org/officeDocument/2006/relationships/tags" Target="../tags/tag898.xml"/><Relationship Id="rId8" Type="http://schemas.openxmlformats.org/officeDocument/2006/relationships/tags" Target="../tags/tag738.xml"/><Relationship Id="rId51" Type="http://schemas.openxmlformats.org/officeDocument/2006/relationships/tags" Target="../tags/tag781.xml"/><Relationship Id="rId72" Type="http://schemas.openxmlformats.org/officeDocument/2006/relationships/tags" Target="../tags/tag802.xml"/><Relationship Id="rId93" Type="http://schemas.openxmlformats.org/officeDocument/2006/relationships/tags" Target="../tags/tag823.xml"/><Relationship Id="rId98" Type="http://schemas.openxmlformats.org/officeDocument/2006/relationships/tags" Target="../tags/tag828.xml"/><Relationship Id="rId121" Type="http://schemas.openxmlformats.org/officeDocument/2006/relationships/tags" Target="../tags/tag851.xml"/><Relationship Id="rId142" Type="http://schemas.openxmlformats.org/officeDocument/2006/relationships/tags" Target="../tags/tag872.xml"/><Relationship Id="rId163" Type="http://schemas.openxmlformats.org/officeDocument/2006/relationships/tags" Target="../tags/tag893.xml"/><Relationship Id="rId3" Type="http://schemas.openxmlformats.org/officeDocument/2006/relationships/tags" Target="../tags/tag733.xml"/><Relationship Id="rId25" Type="http://schemas.openxmlformats.org/officeDocument/2006/relationships/tags" Target="../tags/tag755.xml"/><Relationship Id="rId46" Type="http://schemas.openxmlformats.org/officeDocument/2006/relationships/tags" Target="../tags/tag776.xml"/><Relationship Id="rId67" Type="http://schemas.openxmlformats.org/officeDocument/2006/relationships/tags" Target="../tags/tag797.xml"/><Relationship Id="rId116" Type="http://schemas.openxmlformats.org/officeDocument/2006/relationships/tags" Target="../tags/tag846.xml"/><Relationship Id="rId137" Type="http://schemas.openxmlformats.org/officeDocument/2006/relationships/tags" Target="../tags/tag867.xml"/><Relationship Id="rId158" Type="http://schemas.openxmlformats.org/officeDocument/2006/relationships/tags" Target="../tags/tag888.xml"/><Relationship Id="rId20" Type="http://schemas.openxmlformats.org/officeDocument/2006/relationships/tags" Target="../tags/tag750.xml"/><Relationship Id="rId41" Type="http://schemas.openxmlformats.org/officeDocument/2006/relationships/tags" Target="../tags/tag771.xml"/><Relationship Id="rId62" Type="http://schemas.openxmlformats.org/officeDocument/2006/relationships/tags" Target="../tags/tag792.xml"/><Relationship Id="rId83" Type="http://schemas.openxmlformats.org/officeDocument/2006/relationships/tags" Target="../tags/tag813.xml"/><Relationship Id="rId88" Type="http://schemas.openxmlformats.org/officeDocument/2006/relationships/tags" Target="../tags/tag818.xml"/><Relationship Id="rId111" Type="http://schemas.openxmlformats.org/officeDocument/2006/relationships/tags" Target="../tags/tag841.xml"/><Relationship Id="rId132" Type="http://schemas.openxmlformats.org/officeDocument/2006/relationships/tags" Target="../tags/tag862.xml"/><Relationship Id="rId153" Type="http://schemas.openxmlformats.org/officeDocument/2006/relationships/tags" Target="../tags/tag883.xml"/><Relationship Id="rId174" Type="http://schemas.openxmlformats.org/officeDocument/2006/relationships/tags" Target="../tags/tag904.xml"/><Relationship Id="rId179" Type="http://schemas.openxmlformats.org/officeDocument/2006/relationships/tags" Target="../tags/tag909.xml"/><Relationship Id="rId15" Type="http://schemas.openxmlformats.org/officeDocument/2006/relationships/tags" Target="../tags/tag745.xml"/><Relationship Id="rId36" Type="http://schemas.openxmlformats.org/officeDocument/2006/relationships/tags" Target="../tags/tag766.xml"/><Relationship Id="rId57" Type="http://schemas.openxmlformats.org/officeDocument/2006/relationships/tags" Target="../tags/tag787.xml"/><Relationship Id="rId106" Type="http://schemas.openxmlformats.org/officeDocument/2006/relationships/tags" Target="../tags/tag836.xml"/><Relationship Id="rId127" Type="http://schemas.openxmlformats.org/officeDocument/2006/relationships/tags" Target="../tags/tag857.xml"/><Relationship Id="rId10" Type="http://schemas.openxmlformats.org/officeDocument/2006/relationships/tags" Target="../tags/tag740.xml"/><Relationship Id="rId31" Type="http://schemas.openxmlformats.org/officeDocument/2006/relationships/tags" Target="../tags/tag761.xml"/><Relationship Id="rId52" Type="http://schemas.openxmlformats.org/officeDocument/2006/relationships/tags" Target="../tags/tag782.xml"/><Relationship Id="rId73" Type="http://schemas.openxmlformats.org/officeDocument/2006/relationships/tags" Target="../tags/tag803.xml"/><Relationship Id="rId78" Type="http://schemas.openxmlformats.org/officeDocument/2006/relationships/tags" Target="../tags/tag808.xml"/><Relationship Id="rId94" Type="http://schemas.openxmlformats.org/officeDocument/2006/relationships/tags" Target="../tags/tag824.xml"/><Relationship Id="rId99" Type="http://schemas.openxmlformats.org/officeDocument/2006/relationships/tags" Target="../tags/tag829.xml"/><Relationship Id="rId101" Type="http://schemas.openxmlformats.org/officeDocument/2006/relationships/tags" Target="../tags/tag831.xml"/><Relationship Id="rId122" Type="http://schemas.openxmlformats.org/officeDocument/2006/relationships/tags" Target="../tags/tag852.xml"/><Relationship Id="rId143" Type="http://schemas.openxmlformats.org/officeDocument/2006/relationships/tags" Target="../tags/tag873.xml"/><Relationship Id="rId148" Type="http://schemas.openxmlformats.org/officeDocument/2006/relationships/tags" Target="../tags/tag878.xml"/><Relationship Id="rId164" Type="http://schemas.openxmlformats.org/officeDocument/2006/relationships/tags" Target="../tags/tag894.xml"/><Relationship Id="rId169" Type="http://schemas.openxmlformats.org/officeDocument/2006/relationships/tags" Target="../tags/tag899.xml"/><Relationship Id="rId4" Type="http://schemas.openxmlformats.org/officeDocument/2006/relationships/tags" Target="../tags/tag734.xml"/><Relationship Id="rId9" Type="http://schemas.openxmlformats.org/officeDocument/2006/relationships/tags" Target="../tags/tag739.xml"/><Relationship Id="rId180" Type="http://schemas.openxmlformats.org/officeDocument/2006/relationships/tags" Target="../tags/tag910.xml"/><Relationship Id="rId26" Type="http://schemas.openxmlformats.org/officeDocument/2006/relationships/tags" Target="../tags/tag756.xml"/><Relationship Id="rId47" Type="http://schemas.openxmlformats.org/officeDocument/2006/relationships/tags" Target="../tags/tag777.xml"/><Relationship Id="rId68" Type="http://schemas.openxmlformats.org/officeDocument/2006/relationships/tags" Target="../tags/tag798.xml"/><Relationship Id="rId89" Type="http://schemas.openxmlformats.org/officeDocument/2006/relationships/tags" Target="../tags/tag819.xml"/><Relationship Id="rId112" Type="http://schemas.openxmlformats.org/officeDocument/2006/relationships/tags" Target="../tags/tag842.xml"/><Relationship Id="rId133" Type="http://schemas.openxmlformats.org/officeDocument/2006/relationships/tags" Target="../tags/tag863.xml"/><Relationship Id="rId154" Type="http://schemas.openxmlformats.org/officeDocument/2006/relationships/tags" Target="../tags/tag884.xml"/><Relationship Id="rId175" Type="http://schemas.openxmlformats.org/officeDocument/2006/relationships/tags" Target="../tags/tag905.xml"/><Relationship Id="rId16" Type="http://schemas.openxmlformats.org/officeDocument/2006/relationships/tags" Target="../tags/tag746.xml"/><Relationship Id="rId37" Type="http://schemas.openxmlformats.org/officeDocument/2006/relationships/tags" Target="../tags/tag767.xml"/><Relationship Id="rId58" Type="http://schemas.openxmlformats.org/officeDocument/2006/relationships/tags" Target="../tags/tag788.xml"/><Relationship Id="rId79" Type="http://schemas.openxmlformats.org/officeDocument/2006/relationships/tags" Target="../tags/tag809.xml"/><Relationship Id="rId102" Type="http://schemas.openxmlformats.org/officeDocument/2006/relationships/tags" Target="../tags/tag832.xml"/><Relationship Id="rId123" Type="http://schemas.openxmlformats.org/officeDocument/2006/relationships/tags" Target="../tags/tag853.xml"/><Relationship Id="rId144" Type="http://schemas.openxmlformats.org/officeDocument/2006/relationships/tags" Target="../tags/tag874.xml"/><Relationship Id="rId90" Type="http://schemas.openxmlformats.org/officeDocument/2006/relationships/tags" Target="../tags/tag820.xml"/><Relationship Id="rId165" Type="http://schemas.openxmlformats.org/officeDocument/2006/relationships/tags" Target="../tags/tag895.xml"/><Relationship Id="rId27" Type="http://schemas.openxmlformats.org/officeDocument/2006/relationships/tags" Target="../tags/tag757.xml"/><Relationship Id="rId48" Type="http://schemas.openxmlformats.org/officeDocument/2006/relationships/tags" Target="../tags/tag778.xml"/><Relationship Id="rId69" Type="http://schemas.openxmlformats.org/officeDocument/2006/relationships/tags" Target="../tags/tag799.xml"/><Relationship Id="rId113" Type="http://schemas.openxmlformats.org/officeDocument/2006/relationships/tags" Target="../tags/tag843.xml"/><Relationship Id="rId134" Type="http://schemas.openxmlformats.org/officeDocument/2006/relationships/tags" Target="../tags/tag864.xml"/><Relationship Id="rId80" Type="http://schemas.openxmlformats.org/officeDocument/2006/relationships/tags" Target="../tags/tag810.xml"/><Relationship Id="rId155" Type="http://schemas.openxmlformats.org/officeDocument/2006/relationships/tags" Target="../tags/tag885.xml"/><Relationship Id="rId176" Type="http://schemas.openxmlformats.org/officeDocument/2006/relationships/tags" Target="../tags/tag906.xml"/><Relationship Id="rId17" Type="http://schemas.openxmlformats.org/officeDocument/2006/relationships/tags" Target="../tags/tag747.xml"/><Relationship Id="rId38" Type="http://schemas.openxmlformats.org/officeDocument/2006/relationships/tags" Target="../tags/tag768.xml"/><Relationship Id="rId59" Type="http://schemas.openxmlformats.org/officeDocument/2006/relationships/tags" Target="../tags/tag789.xml"/><Relationship Id="rId103" Type="http://schemas.openxmlformats.org/officeDocument/2006/relationships/tags" Target="../tags/tag833.xml"/><Relationship Id="rId124" Type="http://schemas.openxmlformats.org/officeDocument/2006/relationships/tags" Target="../tags/tag854.xml"/><Relationship Id="rId70" Type="http://schemas.openxmlformats.org/officeDocument/2006/relationships/tags" Target="../tags/tag800.xml"/><Relationship Id="rId91" Type="http://schemas.openxmlformats.org/officeDocument/2006/relationships/tags" Target="../tags/tag821.xml"/><Relationship Id="rId145" Type="http://schemas.openxmlformats.org/officeDocument/2006/relationships/tags" Target="../tags/tag875.xml"/><Relationship Id="rId166" Type="http://schemas.openxmlformats.org/officeDocument/2006/relationships/tags" Target="../tags/tag896.xml"/><Relationship Id="rId1" Type="http://schemas.openxmlformats.org/officeDocument/2006/relationships/tags" Target="../tags/tag731.xml"/><Relationship Id="rId28" Type="http://schemas.openxmlformats.org/officeDocument/2006/relationships/tags" Target="../tags/tag758.xml"/><Relationship Id="rId49" Type="http://schemas.openxmlformats.org/officeDocument/2006/relationships/tags" Target="../tags/tag779.xml"/><Relationship Id="rId114" Type="http://schemas.openxmlformats.org/officeDocument/2006/relationships/tags" Target="../tags/tag84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925.xml"/><Relationship Id="rId18" Type="http://schemas.openxmlformats.org/officeDocument/2006/relationships/tags" Target="../tags/tag930.xml"/><Relationship Id="rId26" Type="http://schemas.openxmlformats.org/officeDocument/2006/relationships/tags" Target="../tags/tag938.xml"/><Relationship Id="rId3" Type="http://schemas.openxmlformats.org/officeDocument/2006/relationships/tags" Target="../tags/tag915.xml"/><Relationship Id="rId21" Type="http://schemas.openxmlformats.org/officeDocument/2006/relationships/tags" Target="../tags/tag933.xml"/><Relationship Id="rId34" Type="http://schemas.openxmlformats.org/officeDocument/2006/relationships/tags" Target="../tags/tag946.xml"/><Relationship Id="rId7" Type="http://schemas.openxmlformats.org/officeDocument/2006/relationships/tags" Target="../tags/tag919.xml"/><Relationship Id="rId12" Type="http://schemas.openxmlformats.org/officeDocument/2006/relationships/tags" Target="../tags/tag924.xml"/><Relationship Id="rId17" Type="http://schemas.openxmlformats.org/officeDocument/2006/relationships/tags" Target="../tags/tag929.xml"/><Relationship Id="rId25" Type="http://schemas.openxmlformats.org/officeDocument/2006/relationships/tags" Target="../tags/tag937.xml"/><Relationship Id="rId33" Type="http://schemas.openxmlformats.org/officeDocument/2006/relationships/tags" Target="../tags/tag945.xml"/><Relationship Id="rId2" Type="http://schemas.openxmlformats.org/officeDocument/2006/relationships/tags" Target="../tags/tag914.xml"/><Relationship Id="rId16" Type="http://schemas.openxmlformats.org/officeDocument/2006/relationships/tags" Target="../tags/tag928.xml"/><Relationship Id="rId20" Type="http://schemas.openxmlformats.org/officeDocument/2006/relationships/tags" Target="../tags/tag932.xml"/><Relationship Id="rId29" Type="http://schemas.openxmlformats.org/officeDocument/2006/relationships/tags" Target="../tags/tag941.xml"/><Relationship Id="rId1" Type="http://schemas.openxmlformats.org/officeDocument/2006/relationships/tags" Target="../tags/tag913.xml"/><Relationship Id="rId6" Type="http://schemas.openxmlformats.org/officeDocument/2006/relationships/tags" Target="../tags/tag918.xml"/><Relationship Id="rId11" Type="http://schemas.openxmlformats.org/officeDocument/2006/relationships/tags" Target="../tags/tag923.xml"/><Relationship Id="rId24" Type="http://schemas.openxmlformats.org/officeDocument/2006/relationships/tags" Target="../tags/tag936.xml"/><Relationship Id="rId32" Type="http://schemas.openxmlformats.org/officeDocument/2006/relationships/tags" Target="../tags/tag944.xml"/><Relationship Id="rId5" Type="http://schemas.openxmlformats.org/officeDocument/2006/relationships/tags" Target="../tags/tag917.xml"/><Relationship Id="rId15" Type="http://schemas.openxmlformats.org/officeDocument/2006/relationships/tags" Target="../tags/tag927.xml"/><Relationship Id="rId23" Type="http://schemas.openxmlformats.org/officeDocument/2006/relationships/tags" Target="../tags/tag935.xml"/><Relationship Id="rId28" Type="http://schemas.openxmlformats.org/officeDocument/2006/relationships/tags" Target="../tags/tag940.xml"/><Relationship Id="rId10" Type="http://schemas.openxmlformats.org/officeDocument/2006/relationships/tags" Target="../tags/tag922.xml"/><Relationship Id="rId19" Type="http://schemas.openxmlformats.org/officeDocument/2006/relationships/tags" Target="../tags/tag931.xml"/><Relationship Id="rId31" Type="http://schemas.openxmlformats.org/officeDocument/2006/relationships/tags" Target="../tags/tag943.xml"/><Relationship Id="rId4" Type="http://schemas.openxmlformats.org/officeDocument/2006/relationships/tags" Target="../tags/tag916.xml"/><Relationship Id="rId9" Type="http://schemas.openxmlformats.org/officeDocument/2006/relationships/tags" Target="../tags/tag921.xml"/><Relationship Id="rId14" Type="http://schemas.openxmlformats.org/officeDocument/2006/relationships/tags" Target="../tags/tag926.xml"/><Relationship Id="rId22" Type="http://schemas.openxmlformats.org/officeDocument/2006/relationships/tags" Target="../tags/tag934.xml"/><Relationship Id="rId27" Type="http://schemas.openxmlformats.org/officeDocument/2006/relationships/tags" Target="../tags/tag939.xml"/><Relationship Id="rId30" Type="http://schemas.openxmlformats.org/officeDocument/2006/relationships/tags" Target="../tags/tag942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92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54.xml"/><Relationship Id="rId13" Type="http://schemas.openxmlformats.org/officeDocument/2006/relationships/tags" Target="../tags/tag95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49.xml"/><Relationship Id="rId7" Type="http://schemas.openxmlformats.org/officeDocument/2006/relationships/tags" Target="../tags/tag953.xml"/><Relationship Id="rId12" Type="http://schemas.openxmlformats.org/officeDocument/2006/relationships/tags" Target="../tags/tag958.xml"/><Relationship Id="rId17" Type="http://schemas.openxmlformats.org/officeDocument/2006/relationships/tags" Target="../tags/tag963.xml"/><Relationship Id="rId2" Type="http://schemas.openxmlformats.org/officeDocument/2006/relationships/tags" Target="../tags/tag948.xml"/><Relationship Id="rId16" Type="http://schemas.openxmlformats.org/officeDocument/2006/relationships/tags" Target="../tags/tag962.xml"/><Relationship Id="rId1" Type="http://schemas.openxmlformats.org/officeDocument/2006/relationships/tags" Target="../tags/tag947.xml"/><Relationship Id="rId6" Type="http://schemas.openxmlformats.org/officeDocument/2006/relationships/tags" Target="../tags/tag952.xml"/><Relationship Id="rId11" Type="http://schemas.openxmlformats.org/officeDocument/2006/relationships/tags" Target="../tags/tag957.xml"/><Relationship Id="rId5" Type="http://schemas.openxmlformats.org/officeDocument/2006/relationships/tags" Target="../tags/tag951.xml"/><Relationship Id="rId15" Type="http://schemas.openxmlformats.org/officeDocument/2006/relationships/tags" Target="../tags/tag961.xml"/><Relationship Id="rId10" Type="http://schemas.openxmlformats.org/officeDocument/2006/relationships/tags" Target="../tags/tag956.xml"/><Relationship Id="rId4" Type="http://schemas.openxmlformats.org/officeDocument/2006/relationships/tags" Target="../tags/tag950.xml"/><Relationship Id="rId9" Type="http://schemas.openxmlformats.org/officeDocument/2006/relationships/tags" Target="../tags/tag955.xml"/><Relationship Id="rId14" Type="http://schemas.openxmlformats.org/officeDocument/2006/relationships/tags" Target="../tags/tag960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tags" Target="../tags/tag1080.xml"/><Relationship Id="rId21" Type="http://schemas.openxmlformats.org/officeDocument/2006/relationships/tags" Target="../tags/tag984.xml"/><Relationship Id="rId42" Type="http://schemas.openxmlformats.org/officeDocument/2006/relationships/tags" Target="../tags/tag1005.xml"/><Relationship Id="rId63" Type="http://schemas.openxmlformats.org/officeDocument/2006/relationships/tags" Target="../tags/tag1026.xml"/><Relationship Id="rId84" Type="http://schemas.openxmlformats.org/officeDocument/2006/relationships/tags" Target="../tags/tag1047.xml"/><Relationship Id="rId138" Type="http://schemas.openxmlformats.org/officeDocument/2006/relationships/tags" Target="../tags/tag1101.xml"/><Relationship Id="rId159" Type="http://schemas.openxmlformats.org/officeDocument/2006/relationships/tags" Target="../tags/tag1122.xml"/><Relationship Id="rId170" Type="http://schemas.openxmlformats.org/officeDocument/2006/relationships/tags" Target="../tags/tag1133.xml"/><Relationship Id="rId191" Type="http://schemas.openxmlformats.org/officeDocument/2006/relationships/tags" Target="../tags/tag1154.xml"/><Relationship Id="rId205" Type="http://schemas.openxmlformats.org/officeDocument/2006/relationships/tags" Target="../tags/tag1168.xml"/><Relationship Id="rId107" Type="http://schemas.openxmlformats.org/officeDocument/2006/relationships/tags" Target="../tags/tag1070.xml"/><Relationship Id="rId11" Type="http://schemas.openxmlformats.org/officeDocument/2006/relationships/tags" Target="../tags/tag974.xml"/><Relationship Id="rId32" Type="http://schemas.openxmlformats.org/officeDocument/2006/relationships/tags" Target="../tags/tag995.xml"/><Relationship Id="rId53" Type="http://schemas.openxmlformats.org/officeDocument/2006/relationships/tags" Target="../tags/tag1016.xml"/><Relationship Id="rId74" Type="http://schemas.openxmlformats.org/officeDocument/2006/relationships/tags" Target="../tags/tag1037.xml"/><Relationship Id="rId128" Type="http://schemas.openxmlformats.org/officeDocument/2006/relationships/tags" Target="../tags/tag1091.xml"/><Relationship Id="rId149" Type="http://schemas.openxmlformats.org/officeDocument/2006/relationships/tags" Target="../tags/tag1112.xml"/><Relationship Id="rId5" Type="http://schemas.openxmlformats.org/officeDocument/2006/relationships/tags" Target="../tags/tag968.xml"/><Relationship Id="rId95" Type="http://schemas.openxmlformats.org/officeDocument/2006/relationships/tags" Target="../tags/tag1058.xml"/><Relationship Id="rId160" Type="http://schemas.openxmlformats.org/officeDocument/2006/relationships/tags" Target="../tags/tag1123.xml"/><Relationship Id="rId181" Type="http://schemas.openxmlformats.org/officeDocument/2006/relationships/tags" Target="../tags/tag1144.xml"/><Relationship Id="rId216" Type="http://schemas.openxmlformats.org/officeDocument/2006/relationships/tags" Target="../tags/tag1179.xml"/><Relationship Id="rId22" Type="http://schemas.openxmlformats.org/officeDocument/2006/relationships/tags" Target="../tags/tag985.xml"/><Relationship Id="rId43" Type="http://schemas.openxmlformats.org/officeDocument/2006/relationships/tags" Target="../tags/tag1006.xml"/><Relationship Id="rId64" Type="http://schemas.openxmlformats.org/officeDocument/2006/relationships/tags" Target="../tags/tag1027.xml"/><Relationship Id="rId118" Type="http://schemas.openxmlformats.org/officeDocument/2006/relationships/tags" Target="../tags/tag1081.xml"/><Relationship Id="rId139" Type="http://schemas.openxmlformats.org/officeDocument/2006/relationships/tags" Target="../tags/tag1102.xml"/><Relationship Id="rId85" Type="http://schemas.openxmlformats.org/officeDocument/2006/relationships/tags" Target="../tags/tag1048.xml"/><Relationship Id="rId150" Type="http://schemas.openxmlformats.org/officeDocument/2006/relationships/tags" Target="../tags/tag1113.xml"/><Relationship Id="rId171" Type="http://schemas.openxmlformats.org/officeDocument/2006/relationships/tags" Target="../tags/tag1134.xml"/><Relationship Id="rId192" Type="http://schemas.openxmlformats.org/officeDocument/2006/relationships/tags" Target="../tags/tag1155.xml"/><Relationship Id="rId206" Type="http://schemas.openxmlformats.org/officeDocument/2006/relationships/tags" Target="../tags/tag1169.xml"/><Relationship Id="rId12" Type="http://schemas.openxmlformats.org/officeDocument/2006/relationships/tags" Target="../tags/tag975.xml"/><Relationship Id="rId33" Type="http://schemas.openxmlformats.org/officeDocument/2006/relationships/tags" Target="../tags/tag996.xml"/><Relationship Id="rId108" Type="http://schemas.openxmlformats.org/officeDocument/2006/relationships/tags" Target="../tags/tag1071.xml"/><Relationship Id="rId129" Type="http://schemas.openxmlformats.org/officeDocument/2006/relationships/tags" Target="../tags/tag1092.xml"/><Relationship Id="rId54" Type="http://schemas.openxmlformats.org/officeDocument/2006/relationships/tags" Target="../tags/tag1017.xml"/><Relationship Id="rId75" Type="http://schemas.openxmlformats.org/officeDocument/2006/relationships/tags" Target="../tags/tag1038.xml"/><Relationship Id="rId96" Type="http://schemas.openxmlformats.org/officeDocument/2006/relationships/tags" Target="../tags/tag1059.xml"/><Relationship Id="rId140" Type="http://schemas.openxmlformats.org/officeDocument/2006/relationships/tags" Target="../tags/tag1103.xml"/><Relationship Id="rId161" Type="http://schemas.openxmlformats.org/officeDocument/2006/relationships/tags" Target="../tags/tag1124.xml"/><Relationship Id="rId182" Type="http://schemas.openxmlformats.org/officeDocument/2006/relationships/tags" Target="../tags/tag1145.xml"/><Relationship Id="rId217" Type="http://schemas.openxmlformats.org/officeDocument/2006/relationships/slideLayout" Target="../slideLayouts/slideLayout7.xml"/><Relationship Id="rId6" Type="http://schemas.openxmlformats.org/officeDocument/2006/relationships/tags" Target="../tags/tag969.xml"/><Relationship Id="rId23" Type="http://schemas.openxmlformats.org/officeDocument/2006/relationships/tags" Target="../tags/tag986.xml"/><Relationship Id="rId119" Type="http://schemas.openxmlformats.org/officeDocument/2006/relationships/tags" Target="../tags/tag1082.xml"/><Relationship Id="rId44" Type="http://schemas.openxmlformats.org/officeDocument/2006/relationships/tags" Target="../tags/tag1007.xml"/><Relationship Id="rId65" Type="http://schemas.openxmlformats.org/officeDocument/2006/relationships/tags" Target="../tags/tag1028.xml"/><Relationship Id="rId86" Type="http://schemas.openxmlformats.org/officeDocument/2006/relationships/tags" Target="../tags/tag1049.xml"/><Relationship Id="rId130" Type="http://schemas.openxmlformats.org/officeDocument/2006/relationships/tags" Target="../tags/tag1093.xml"/><Relationship Id="rId151" Type="http://schemas.openxmlformats.org/officeDocument/2006/relationships/tags" Target="../tags/tag1114.xml"/><Relationship Id="rId172" Type="http://schemas.openxmlformats.org/officeDocument/2006/relationships/tags" Target="../tags/tag1135.xml"/><Relationship Id="rId193" Type="http://schemas.openxmlformats.org/officeDocument/2006/relationships/tags" Target="../tags/tag1156.xml"/><Relationship Id="rId207" Type="http://schemas.openxmlformats.org/officeDocument/2006/relationships/tags" Target="../tags/tag1170.xml"/><Relationship Id="rId13" Type="http://schemas.openxmlformats.org/officeDocument/2006/relationships/tags" Target="../tags/tag976.xml"/><Relationship Id="rId109" Type="http://schemas.openxmlformats.org/officeDocument/2006/relationships/tags" Target="../tags/tag1072.xml"/><Relationship Id="rId34" Type="http://schemas.openxmlformats.org/officeDocument/2006/relationships/tags" Target="../tags/tag997.xml"/><Relationship Id="rId55" Type="http://schemas.openxmlformats.org/officeDocument/2006/relationships/tags" Target="../tags/tag1018.xml"/><Relationship Id="rId76" Type="http://schemas.openxmlformats.org/officeDocument/2006/relationships/tags" Target="../tags/tag1039.xml"/><Relationship Id="rId97" Type="http://schemas.openxmlformats.org/officeDocument/2006/relationships/tags" Target="../tags/tag1060.xml"/><Relationship Id="rId120" Type="http://schemas.openxmlformats.org/officeDocument/2006/relationships/tags" Target="../tags/tag1083.xml"/><Relationship Id="rId141" Type="http://schemas.openxmlformats.org/officeDocument/2006/relationships/tags" Target="../tags/tag1104.xml"/><Relationship Id="rId7" Type="http://schemas.openxmlformats.org/officeDocument/2006/relationships/tags" Target="../tags/tag970.xml"/><Relationship Id="rId162" Type="http://schemas.openxmlformats.org/officeDocument/2006/relationships/tags" Target="../tags/tag1125.xml"/><Relationship Id="rId183" Type="http://schemas.openxmlformats.org/officeDocument/2006/relationships/tags" Target="../tags/tag1146.xml"/><Relationship Id="rId24" Type="http://schemas.openxmlformats.org/officeDocument/2006/relationships/tags" Target="../tags/tag987.xml"/><Relationship Id="rId45" Type="http://schemas.openxmlformats.org/officeDocument/2006/relationships/tags" Target="../tags/tag1008.xml"/><Relationship Id="rId66" Type="http://schemas.openxmlformats.org/officeDocument/2006/relationships/tags" Target="../tags/tag1029.xml"/><Relationship Id="rId87" Type="http://schemas.openxmlformats.org/officeDocument/2006/relationships/tags" Target="../tags/tag1050.xml"/><Relationship Id="rId110" Type="http://schemas.openxmlformats.org/officeDocument/2006/relationships/tags" Target="../tags/tag1073.xml"/><Relationship Id="rId131" Type="http://schemas.openxmlformats.org/officeDocument/2006/relationships/tags" Target="../tags/tag1094.xml"/><Relationship Id="rId152" Type="http://schemas.openxmlformats.org/officeDocument/2006/relationships/tags" Target="../tags/tag1115.xml"/><Relationship Id="rId173" Type="http://schemas.openxmlformats.org/officeDocument/2006/relationships/tags" Target="../tags/tag1136.xml"/><Relationship Id="rId194" Type="http://schemas.openxmlformats.org/officeDocument/2006/relationships/tags" Target="../tags/tag1157.xml"/><Relationship Id="rId208" Type="http://schemas.openxmlformats.org/officeDocument/2006/relationships/tags" Target="../tags/tag1171.xml"/><Relationship Id="rId14" Type="http://schemas.openxmlformats.org/officeDocument/2006/relationships/tags" Target="../tags/tag977.xml"/><Relationship Id="rId30" Type="http://schemas.openxmlformats.org/officeDocument/2006/relationships/tags" Target="../tags/tag993.xml"/><Relationship Id="rId35" Type="http://schemas.openxmlformats.org/officeDocument/2006/relationships/tags" Target="../tags/tag998.xml"/><Relationship Id="rId56" Type="http://schemas.openxmlformats.org/officeDocument/2006/relationships/tags" Target="../tags/tag1019.xml"/><Relationship Id="rId77" Type="http://schemas.openxmlformats.org/officeDocument/2006/relationships/tags" Target="../tags/tag1040.xml"/><Relationship Id="rId100" Type="http://schemas.openxmlformats.org/officeDocument/2006/relationships/tags" Target="../tags/tag1063.xml"/><Relationship Id="rId105" Type="http://schemas.openxmlformats.org/officeDocument/2006/relationships/tags" Target="../tags/tag1068.xml"/><Relationship Id="rId126" Type="http://schemas.openxmlformats.org/officeDocument/2006/relationships/tags" Target="../tags/tag1089.xml"/><Relationship Id="rId147" Type="http://schemas.openxmlformats.org/officeDocument/2006/relationships/tags" Target="../tags/tag1110.xml"/><Relationship Id="rId168" Type="http://schemas.openxmlformats.org/officeDocument/2006/relationships/tags" Target="../tags/tag1131.xml"/><Relationship Id="rId8" Type="http://schemas.openxmlformats.org/officeDocument/2006/relationships/tags" Target="../tags/tag971.xml"/><Relationship Id="rId51" Type="http://schemas.openxmlformats.org/officeDocument/2006/relationships/tags" Target="../tags/tag1014.xml"/><Relationship Id="rId72" Type="http://schemas.openxmlformats.org/officeDocument/2006/relationships/tags" Target="../tags/tag1035.xml"/><Relationship Id="rId93" Type="http://schemas.openxmlformats.org/officeDocument/2006/relationships/tags" Target="../tags/tag1056.xml"/><Relationship Id="rId98" Type="http://schemas.openxmlformats.org/officeDocument/2006/relationships/tags" Target="../tags/tag1061.xml"/><Relationship Id="rId121" Type="http://schemas.openxmlformats.org/officeDocument/2006/relationships/tags" Target="../tags/tag1084.xml"/><Relationship Id="rId142" Type="http://schemas.openxmlformats.org/officeDocument/2006/relationships/tags" Target="../tags/tag1105.xml"/><Relationship Id="rId163" Type="http://schemas.openxmlformats.org/officeDocument/2006/relationships/tags" Target="../tags/tag1126.xml"/><Relationship Id="rId184" Type="http://schemas.openxmlformats.org/officeDocument/2006/relationships/tags" Target="../tags/tag1147.xml"/><Relationship Id="rId189" Type="http://schemas.openxmlformats.org/officeDocument/2006/relationships/tags" Target="../tags/tag1152.xml"/><Relationship Id="rId3" Type="http://schemas.openxmlformats.org/officeDocument/2006/relationships/tags" Target="../tags/tag966.xml"/><Relationship Id="rId214" Type="http://schemas.openxmlformats.org/officeDocument/2006/relationships/tags" Target="../tags/tag1177.xml"/><Relationship Id="rId25" Type="http://schemas.openxmlformats.org/officeDocument/2006/relationships/tags" Target="../tags/tag988.xml"/><Relationship Id="rId46" Type="http://schemas.openxmlformats.org/officeDocument/2006/relationships/tags" Target="../tags/tag1009.xml"/><Relationship Id="rId67" Type="http://schemas.openxmlformats.org/officeDocument/2006/relationships/tags" Target="../tags/tag1030.xml"/><Relationship Id="rId116" Type="http://schemas.openxmlformats.org/officeDocument/2006/relationships/tags" Target="../tags/tag1079.xml"/><Relationship Id="rId137" Type="http://schemas.openxmlformats.org/officeDocument/2006/relationships/tags" Target="../tags/tag1100.xml"/><Relationship Id="rId158" Type="http://schemas.openxmlformats.org/officeDocument/2006/relationships/tags" Target="../tags/tag1121.xml"/><Relationship Id="rId20" Type="http://schemas.openxmlformats.org/officeDocument/2006/relationships/tags" Target="../tags/tag983.xml"/><Relationship Id="rId41" Type="http://schemas.openxmlformats.org/officeDocument/2006/relationships/tags" Target="../tags/tag1004.xml"/><Relationship Id="rId62" Type="http://schemas.openxmlformats.org/officeDocument/2006/relationships/tags" Target="../tags/tag1025.xml"/><Relationship Id="rId83" Type="http://schemas.openxmlformats.org/officeDocument/2006/relationships/tags" Target="../tags/tag1046.xml"/><Relationship Id="rId88" Type="http://schemas.openxmlformats.org/officeDocument/2006/relationships/tags" Target="../tags/tag1051.xml"/><Relationship Id="rId111" Type="http://schemas.openxmlformats.org/officeDocument/2006/relationships/tags" Target="../tags/tag1074.xml"/><Relationship Id="rId132" Type="http://schemas.openxmlformats.org/officeDocument/2006/relationships/tags" Target="../tags/tag1095.xml"/><Relationship Id="rId153" Type="http://schemas.openxmlformats.org/officeDocument/2006/relationships/tags" Target="../tags/tag1116.xml"/><Relationship Id="rId174" Type="http://schemas.openxmlformats.org/officeDocument/2006/relationships/tags" Target="../tags/tag1137.xml"/><Relationship Id="rId179" Type="http://schemas.openxmlformats.org/officeDocument/2006/relationships/tags" Target="../tags/tag1142.xml"/><Relationship Id="rId195" Type="http://schemas.openxmlformats.org/officeDocument/2006/relationships/tags" Target="../tags/tag1158.xml"/><Relationship Id="rId209" Type="http://schemas.openxmlformats.org/officeDocument/2006/relationships/tags" Target="../tags/tag1172.xml"/><Relationship Id="rId190" Type="http://schemas.openxmlformats.org/officeDocument/2006/relationships/tags" Target="../tags/tag1153.xml"/><Relationship Id="rId204" Type="http://schemas.openxmlformats.org/officeDocument/2006/relationships/tags" Target="../tags/tag1167.xml"/><Relationship Id="rId15" Type="http://schemas.openxmlformats.org/officeDocument/2006/relationships/tags" Target="../tags/tag978.xml"/><Relationship Id="rId36" Type="http://schemas.openxmlformats.org/officeDocument/2006/relationships/tags" Target="../tags/tag999.xml"/><Relationship Id="rId57" Type="http://schemas.openxmlformats.org/officeDocument/2006/relationships/tags" Target="../tags/tag1020.xml"/><Relationship Id="rId106" Type="http://schemas.openxmlformats.org/officeDocument/2006/relationships/tags" Target="../tags/tag1069.xml"/><Relationship Id="rId127" Type="http://schemas.openxmlformats.org/officeDocument/2006/relationships/tags" Target="../tags/tag1090.xml"/><Relationship Id="rId10" Type="http://schemas.openxmlformats.org/officeDocument/2006/relationships/tags" Target="../tags/tag973.xml"/><Relationship Id="rId31" Type="http://schemas.openxmlformats.org/officeDocument/2006/relationships/tags" Target="../tags/tag994.xml"/><Relationship Id="rId52" Type="http://schemas.openxmlformats.org/officeDocument/2006/relationships/tags" Target="../tags/tag1015.xml"/><Relationship Id="rId73" Type="http://schemas.openxmlformats.org/officeDocument/2006/relationships/tags" Target="../tags/tag1036.xml"/><Relationship Id="rId78" Type="http://schemas.openxmlformats.org/officeDocument/2006/relationships/tags" Target="../tags/tag1041.xml"/><Relationship Id="rId94" Type="http://schemas.openxmlformats.org/officeDocument/2006/relationships/tags" Target="../tags/tag1057.xml"/><Relationship Id="rId99" Type="http://schemas.openxmlformats.org/officeDocument/2006/relationships/tags" Target="../tags/tag1062.xml"/><Relationship Id="rId101" Type="http://schemas.openxmlformats.org/officeDocument/2006/relationships/tags" Target="../tags/tag1064.xml"/><Relationship Id="rId122" Type="http://schemas.openxmlformats.org/officeDocument/2006/relationships/tags" Target="../tags/tag1085.xml"/><Relationship Id="rId143" Type="http://schemas.openxmlformats.org/officeDocument/2006/relationships/tags" Target="../tags/tag1106.xml"/><Relationship Id="rId148" Type="http://schemas.openxmlformats.org/officeDocument/2006/relationships/tags" Target="../tags/tag1111.xml"/><Relationship Id="rId164" Type="http://schemas.openxmlformats.org/officeDocument/2006/relationships/tags" Target="../tags/tag1127.xml"/><Relationship Id="rId169" Type="http://schemas.openxmlformats.org/officeDocument/2006/relationships/tags" Target="../tags/tag1132.xml"/><Relationship Id="rId185" Type="http://schemas.openxmlformats.org/officeDocument/2006/relationships/tags" Target="../tags/tag1148.xml"/><Relationship Id="rId4" Type="http://schemas.openxmlformats.org/officeDocument/2006/relationships/tags" Target="../tags/tag967.xml"/><Relationship Id="rId9" Type="http://schemas.openxmlformats.org/officeDocument/2006/relationships/tags" Target="../tags/tag972.xml"/><Relationship Id="rId180" Type="http://schemas.openxmlformats.org/officeDocument/2006/relationships/tags" Target="../tags/tag1143.xml"/><Relationship Id="rId210" Type="http://schemas.openxmlformats.org/officeDocument/2006/relationships/tags" Target="../tags/tag1173.xml"/><Relationship Id="rId215" Type="http://schemas.openxmlformats.org/officeDocument/2006/relationships/tags" Target="../tags/tag1178.xml"/><Relationship Id="rId26" Type="http://schemas.openxmlformats.org/officeDocument/2006/relationships/tags" Target="../tags/tag989.xml"/><Relationship Id="rId47" Type="http://schemas.openxmlformats.org/officeDocument/2006/relationships/tags" Target="../tags/tag1010.xml"/><Relationship Id="rId68" Type="http://schemas.openxmlformats.org/officeDocument/2006/relationships/tags" Target="../tags/tag1031.xml"/><Relationship Id="rId89" Type="http://schemas.openxmlformats.org/officeDocument/2006/relationships/tags" Target="../tags/tag1052.xml"/><Relationship Id="rId112" Type="http://schemas.openxmlformats.org/officeDocument/2006/relationships/tags" Target="../tags/tag1075.xml"/><Relationship Id="rId133" Type="http://schemas.openxmlformats.org/officeDocument/2006/relationships/tags" Target="../tags/tag1096.xml"/><Relationship Id="rId154" Type="http://schemas.openxmlformats.org/officeDocument/2006/relationships/tags" Target="../tags/tag1117.xml"/><Relationship Id="rId175" Type="http://schemas.openxmlformats.org/officeDocument/2006/relationships/tags" Target="../tags/tag1138.xml"/><Relationship Id="rId196" Type="http://schemas.openxmlformats.org/officeDocument/2006/relationships/tags" Target="../tags/tag1159.xml"/><Relationship Id="rId200" Type="http://schemas.openxmlformats.org/officeDocument/2006/relationships/tags" Target="../tags/tag1163.xml"/><Relationship Id="rId16" Type="http://schemas.openxmlformats.org/officeDocument/2006/relationships/tags" Target="../tags/tag979.xml"/><Relationship Id="rId37" Type="http://schemas.openxmlformats.org/officeDocument/2006/relationships/tags" Target="../tags/tag1000.xml"/><Relationship Id="rId58" Type="http://schemas.openxmlformats.org/officeDocument/2006/relationships/tags" Target="../tags/tag1021.xml"/><Relationship Id="rId79" Type="http://schemas.openxmlformats.org/officeDocument/2006/relationships/tags" Target="../tags/tag1042.xml"/><Relationship Id="rId102" Type="http://schemas.openxmlformats.org/officeDocument/2006/relationships/tags" Target="../tags/tag1065.xml"/><Relationship Id="rId123" Type="http://schemas.openxmlformats.org/officeDocument/2006/relationships/tags" Target="../tags/tag1086.xml"/><Relationship Id="rId144" Type="http://schemas.openxmlformats.org/officeDocument/2006/relationships/tags" Target="../tags/tag1107.xml"/><Relationship Id="rId90" Type="http://schemas.openxmlformats.org/officeDocument/2006/relationships/tags" Target="../tags/tag1053.xml"/><Relationship Id="rId165" Type="http://schemas.openxmlformats.org/officeDocument/2006/relationships/tags" Target="../tags/tag1128.xml"/><Relationship Id="rId186" Type="http://schemas.openxmlformats.org/officeDocument/2006/relationships/tags" Target="../tags/tag1149.xml"/><Relationship Id="rId211" Type="http://schemas.openxmlformats.org/officeDocument/2006/relationships/tags" Target="../tags/tag1174.xml"/><Relationship Id="rId27" Type="http://schemas.openxmlformats.org/officeDocument/2006/relationships/tags" Target="../tags/tag990.xml"/><Relationship Id="rId48" Type="http://schemas.openxmlformats.org/officeDocument/2006/relationships/tags" Target="../tags/tag1011.xml"/><Relationship Id="rId69" Type="http://schemas.openxmlformats.org/officeDocument/2006/relationships/tags" Target="../tags/tag1032.xml"/><Relationship Id="rId113" Type="http://schemas.openxmlformats.org/officeDocument/2006/relationships/tags" Target="../tags/tag1076.xml"/><Relationship Id="rId134" Type="http://schemas.openxmlformats.org/officeDocument/2006/relationships/tags" Target="../tags/tag1097.xml"/><Relationship Id="rId80" Type="http://schemas.openxmlformats.org/officeDocument/2006/relationships/tags" Target="../tags/tag1043.xml"/><Relationship Id="rId155" Type="http://schemas.openxmlformats.org/officeDocument/2006/relationships/tags" Target="../tags/tag1118.xml"/><Relationship Id="rId176" Type="http://schemas.openxmlformats.org/officeDocument/2006/relationships/tags" Target="../tags/tag1139.xml"/><Relationship Id="rId197" Type="http://schemas.openxmlformats.org/officeDocument/2006/relationships/tags" Target="../tags/tag1160.xml"/><Relationship Id="rId201" Type="http://schemas.openxmlformats.org/officeDocument/2006/relationships/tags" Target="../tags/tag1164.xml"/><Relationship Id="rId17" Type="http://schemas.openxmlformats.org/officeDocument/2006/relationships/tags" Target="../tags/tag980.xml"/><Relationship Id="rId38" Type="http://schemas.openxmlformats.org/officeDocument/2006/relationships/tags" Target="../tags/tag1001.xml"/><Relationship Id="rId59" Type="http://schemas.openxmlformats.org/officeDocument/2006/relationships/tags" Target="../tags/tag1022.xml"/><Relationship Id="rId103" Type="http://schemas.openxmlformats.org/officeDocument/2006/relationships/tags" Target="../tags/tag1066.xml"/><Relationship Id="rId124" Type="http://schemas.openxmlformats.org/officeDocument/2006/relationships/tags" Target="../tags/tag1087.xml"/><Relationship Id="rId70" Type="http://schemas.openxmlformats.org/officeDocument/2006/relationships/tags" Target="../tags/tag1033.xml"/><Relationship Id="rId91" Type="http://schemas.openxmlformats.org/officeDocument/2006/relationships/tags" Target="../tags/tag1054.xml"/><Relationship Id="rId145" Type="http://schemas.openxmlformats.org/officeDocument/2006/relationships/tags" Target="../tags/tag1108.xml"/><Relationship Id="rId166" Type="http://schemas.openxmlformats.org/officeDocument/2006/relationships/tags" Target="../tags/tag1129.xml"/><Relationship Id="rId187" Type="http://schemas.openxmlformats.org/officeDocument/2006/relationships/tags" Target="../tags/tag1150.xml"/><Relationship Id="rId1" Type="http://schemas.openxmlformats.org/officeDocument/2006/relationships/tags" Target="../tags/tag964.xml"/><Relationship Id="rId212" Type="http://schemas.openxmlformats.org/officeDocument/2006/relationships/tags" Target="../tags/tag1175.xml"/><Relationship Id="rId28" Type="http://schemas.openxmlformats.org/officeDocument/2006/relationships/tags" Target="../tags/tag991.xml"/><Relationship Id="rId49" Type="http://schemas.openxmlformats.org/officeDocument/2006/relationships/tags" Target="../tags/tag1012.xml"/><Relationship Id="rId114" Type="http://schemas.openxmlformats.org/officeDocument/2006/relationships/tags" Target="../tags/tag1077.xml"/><Relationship Id="rId60" Type="http://schemas.openxmlformats.org/officeDocument/2006/relationships/tags" Target="../tags/tag1023.xml"/><Relationship Id="rId81" Type="http://schemas.openxmlformats.org/officeDocument/2006/relationships/tags" Target="../tags/tag1044.xml"/><Relationship Id="rId135" Type="http://schemas.openxmlformats.org/officeDocument/2006/relationships/tags" Target="../tags/tag1098.xml"/><Relationship Id="rId156" Type="http://schemas.openxmlformats.org/officeDocument/2006/relationships/tags" Target="../tags/tag1119.xml"/><Relationship Id="rId177" Type="http://schemas.openxmlformats.org/officeDocument/2006/relationships/tags" Target="../tags/tag1140.xml"/><Relationship Id="rId198" Type="http://schemas.openxmlformats.org/officeDocument/2006/relationships/tags" Target="../tags/tag1161.xml"/><Relationship Id="rId202" Type="http://schemas.openxmlformats.org/officeDocument/2006/relationships/tags" Target="../tags/tag1165.xml"/><Relationship Id="rId18" Type="http://schemas.openxmlformats.org/officeDocument/2006/relationships/tags" Target="../tags/tag981.xml"/><Relationship Id="rId39" Type="http://schemas.openxmlformats.org/officeDocument/2006/relationships/tags" Target="../tags/tag1002.xml"/><Relationship Id="rId50" Type="http://schemas.openxmlformats.org/officeDocument/2006/relationships/tags" Target="../tags/tag1013.xml"/><Relationship Id="rId104" Type="http://schemas.openxmlformats.org/officeDocument/2006/relationships/tags" Target="../tags/tag1067.xml"/><Relationship Id="rId125" Type="http://schemas.openxmlformats.org/officeDocument/2006/relationships/tags" Target="../tags/tag1088.xml"/><Relationship Id="rId146" Type="http://schemas.openxmlformats.org/officeDocument/2006/relationships/tags" Target="../tags/tag1109.xml"/><Relationship Id="rId167" Type="http://schemas.openxmlformats.org/officeDocument/2006/relationships/tags" Target="../tags/tag1130.xml"/><Relationship Id="rId188" Type="http://schemas.openxmlformats.org/officeDocument/2006/relationships/tags" Target="../tags/tag1151.xml"/><Relationship Id="rId71" Type="http://schemas.openxmlformats.org/officeDocument/2006/relationships/tags" Target="../tags/tag1034.xml"/><Relationship Id="rId92" Type="http://schemas.openxmlformats.org/officeDocument/2006/relationships/tags" Target="../tags/tag1055.xml"/><Relationship Id="rId213" Type="http://schemas.openxmlformats.org/officeDocument/2006/relationships/tags" Target="../tags/tag1176.xml"/><Relationship Id="rId2" Type="http://schemas.openxmlformats.org/officeDocument/2006/relationships/tags" Target="../tags/tag965.xml"/><Relationship Id="rId29" Type="http://schemas.openxmlformats.org/officeDocument/2006/relationships/tags" Target="../tags/tag992.xml"/><Relationship Id="rId40" Type="http://schemas.openxmlformats.org/officeDocument/2006/relationships/tags" Target="../tags/tag1003.xml"/><Relationship Id="rId115" Type="http://schemas.openxmlformats.org/officeDocument/2006/relationships/tags" Target="../tags/tag1078.xml"/><Relationship Id="rId136" Type="http://schemas.openxmlformats.org/officeDocument/2006/relationships/tags" Target="../tags/tag1099.xml"/><Relationship Id="rId157" Type="http://schemas.openxmlformats.org/officeDocument/2006/relationships/tags" Target="../tags/tag1120.xml"/><Relationship Id="rId178" Type="http://schemas.openxmlformats.org/officeDocument/2006/relationships/tags" Target="../tags/tag1141.xml"/><Relationship Id="rId61" Type="http://schemas.openxmlformats.org/officeDocument/2006/relationships/tags" Target="../tags/tag1024.xml"/><Relationship Id="rId82" Type="http://schemas.openxmlformats.org/officeDocument/2006/relationships/tags" Target="../tags/tag1045.xml"/><Relationship Id="rId199" Type="http://schemas.openxmlformats.org/officeDocument/2006/relationships/tags" Target="../tags/tag1162.xml"/><Relationship Id="rId203" Type="http://schemas.openxmlformats.org/officeDocument/2006/relationships/tags" Target="../tags/tag1166.xml"/><Relationship Id="rId19" Type="http://schemas.openxmlformats.org/officeDocument/2006/relationships/tags" Target="../tags/tag98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tags" Target="../tags/tag1296.xml"/><Relationship Id="rId21" Type="http://schemas.openxmlformats.org/officeDocument/2006/relationships/tags" Target="../tags/tag1200.xml"/><Relationship Id="rId42" Type="http://schemas.openxmlformats.org/officeDocument/2006/relationships/tags" Target="../tags/tag1221.xml"/><Relationship Id="rId63" Type="http://schemas.openxmlformats.org/officeDocument/2006/relationships/tags" Target="../tags/tag1242.xml"/><Relationship Id="rId84" Type="http://schemas.openxmlformats.org/officeDocument/2006/relationships/tags" Target="../tags/tag1263.xml"/><Relationship Id="rId138" Type="http://schemas.openxmlformats.org/officeDocument/2006/relationships/tags" Target="../tags/tag1317.xml"/><Relationship Id="rId159" Type="http://schemas.openxmlformats.org/officeDocument/2006/relationships/tags" Target="../tags/tag1338.xml"/><Relationship Id="rId170" Type="http://schemas.openxmlformats.org/officeDocument/2006/relationships/tags" Target="../tags/tag1349.xml"/><Relationship Id="rId191" Type="http://schemas.openxmlformats.org/officeDocument/2006/relationships/tags" Target="../tags/tag1370.xml"/><Relationship Id="rId205" Type="http://schemas.openxmlformats.org/officeDocument/2006/relationships/tags" Target="../tags/tag1384.xml"/><Relationship Id="rId107" Type="http://schemas.openxmlformats.org/officeDocument/2006/relationships/tags" Target="../tags/tag1286.xml"/><Relationship Id="rId11" Type="http://schemas.openxmlformats.org/officeDocument/2006/relationships/tags" Target="../tags/tag1190.xml"/><Relationship Id="rId32" Type="http://schemas.openxmlformats.org/officeDocument/2006/relationships/tags" Target="../tags/tag1211.xml"/><Relationship Id="rId53" Type="http://schemas.openxmlformats.org/officeDocument/2006/relationships/tags" Target="../tags/tag1232.xml"/><Relationship Id="rId74" Type="http://schemas.openxmlformats.org/officeDocument/2006/relationships/tags" Target="../tags/tag1253.xml"/><Relationship Id="rId128" Type="http://schemas.openxmlformats.org/officeDocument/2006/relationships/tags" Target="../tags/tag1307.xml"/><Relationship Id="rId149" Type="http://schemas.openxmlformats.org/officeDocument/2006/relationships/tags" Target="../tags/tag1328.xml"/><Relationship Id="rId5" Type="http://schemas.openxmlformats.org/officeDocument/2006/relationships/tags" Target="../tags/tag1184.xml"/><Relationship Id="rId95" Type="http://schemas.openxmlformats.org/officeDocument/2006/relationships/tags" Target="../tags/tag1274.xml"/><Relationship Id="rId160" Type="http://schemas.openxmlformats.org/officeDocument/2006/relationships/tags" Target="../tags/tag1339.xml"/><Relationship Id="rId181" Type="http://schemas.openxmlformats.org/officeDocument/2006/relationships/tags" Target="../tags/tag1360.xml"/><Relationship Id="rId216" Type="http://schemas.openxmlformats.org/officeDocument/2006/relationships/tags" Target="../tags/tag1395.xml"/><Relationship Id="rId22" Type="http://schemas.openxmlformats.org/officeDocument/2006/relationships/tags" Target="../tags/tag1201.xml"/><Relationship Id="rId43" Type="http://schemas.openxmlformats.org/officeDocument/2006/relationships/tags" Target="../tags/tag1222.xml"/><Relationship Id="rId64" Type="http://schemas.openxmlformats.org/officeDocument/2006/relationships/tags" Target="../tags/tag1243.xml"/><Relationship Id="rId118" Type="http://schemas.openxmlformats.org/officeDocument/2006/relationships/tags" Target="../tags/tag1297.xml"/><Relationship Id="rId139" Type="http://schemas.openxmlformats.org/officeDocument/2006/relationships/tags" Target="../tags/tag1318.xml"/><Relationship Id="rId85" Type="http://schemas.openxmlformats.org/officeDocument/2006/relationships/tags" Target="../tags/tag1264.xml"/><Relationship Id="rId150" Type="http://schemas.openxmlformats.org/officeDocument/2006/relationships/tags" Target="../tags/tag1329.xml"/><Relationship Id="rId171" Type="http://schemas.openxmlformats.org/officeDocument/2006/relationships/tags" Target="../tags/tag1350.xml"/><Relationship Id="rId192" Type="http://schemas.openxmlformats.org/officeDocument/2006/relationships/tags" Target="../tags/tag1371.xml"/><Relationship Id="rId206" Type="http://schemas.openxmlformats.org/officeDocument/2006/relationships/tags" Target="../tags/tag1385.xml"/><Relationship Id="rId12" Type="http://schemas.openxmlformats.org/officeDocument/2006/relationships/tags" Target="../tags/tag1191.xml"/><Relationship Id="rId33" Type="http://schemas.openxmlformats.org/officeDocument/2006/relationships/tags" Target="../tags/tag1212.xml"/><Relationship Id="rId108" Type="http://schemas.openxmlformats.org/officeDocument/2006/relationships/tags" Target="../tags/tag1287.xml"/><Relationship Id="rId129" Type="http://schemas.openxmlformats.org/officeDocument/2006/relationships/tags" Target="../tags/tag1308.xml"/><Relationship Id="rId54" Type="http://schemas.openxmlformats.org/officeDocument/2006/relationships/tags" Target="../tags/tag1233.xml"/><Relationship Id="rId75" Type="http://schemas.openxmlformats.org/officeDocument/2006/relationships/tags" Target="../tags/tag1254.xml"/><Relationship Id="rId96" Type="http://schemas.openxmlformats.org/officeDocument/2006/relationships/tags" Target="../tags/tag1275.xml"/><Relationship Id="rId140" Type="http://schemas.openxmlformats.org/officeDocument/2006/relationships/tags" Target="../tags/tag1319.xml"/><Relationship Id="rId161" Type="http://schemas.openxmlformats.org/officeDocument/2006/relationships/tags" Target="../tags/tag1340.xml"/><Relationship Id="rId182" Type="http://schemas.openxmlformats.org/officeDocument/2006/relationships/tags" Target="../tags/tag1361.xml"/><Relationship Id="rId217" Type="http://schemas.openxmlformats.org/officeDocument/2006/relationships/slideLayout" Target="../slideLayouts/slideLayout7.xml"/><Relationship Id="rId6" Type="http://schemas.openxmlformats.org/officeDocument/2006/relationships/tags" Target="../tags/tag1185.xml"/><Relationship Id="rId23" Type="http://schemas.openxmlformats.org/officeDocument/2006/relationships/tags" Target="../tags/tag1202.xml"/><Relationship Id="rId119" Type="http://schemas.openxmlformats.org/officeDocument/2006/relationships/tags" Target="../tags/tag1298.xml"/><Relationship Id="rId44" Type="http://schemas.openxmlformats.org/officeDocument/2006/relationships/tags" Target="../tags/tag1223.xml"/><Relationship Id="rId65" Type="http://schemas.openxmlformats.org/officeDocument/2006/relationships/tags" Target="../tags/tag1244.xml"/><Relationship Id="rId86" Type="http://schemas.openxmlformats.org/officeDocument/2006/relationships/tags" Target="../tags/tag1265.xml"/><Relationship Id="rId130" Type="http://schemas.openxmlformats.org/officeDocument/2006/relationships/tags" Target="../tags/tag1309.xml"/><Relationship Id="rId151" Type="http://schemas.openxmlformats.org/officeDocument/2006/relationships/tags" Target="../tags/tag1330.xml"/><Relationship Id="rId172" Type="http://schemas.openxmlformats.org/officeDocument/2006/relationships/tags" Target="../tags/tag1351.xml"/><Relationship Id="rId193" Type="http://schemas.openxmlformats.org/officeDocument/2006/relationships/tags" Target="../tags/tag1372.xml"/><Relationship Id="rId207" Type="http://schemas.openxmlformats.org/officeDocument/2006/relationships/tags" Target="../tags/tag1386.xml"/><Relationship Id="rId13" Type="http://schemas.openxmlformats.org/officeDocument/2006/relationships/tags" Target="../tags/tag1192.xml"/><Relationship Id="rId109" Type="http://schemas.openxmlformats.org/officeDocument/2006/relationships/tags" Target="../tags/tag1288.xml"/><Relationship Id="rId34" Type="http://schemas.openxmlformats.org/officeDocument/2006/relationships/tags" Target="../tags/tag1213.xml"/><Relationship Id="rId55" Type="http://schemas.openxmlformats.org/officeDocument/2006/relationships/tags" Target="../tags/tag1234.xml"/><Relationship Id="rId76" Type="http://schemas.openxmlformats.org/officeDocument/2006/relationships/tags" Target="../tags/tag1255.xml"/><Relationship Id="rId97" Type="http://schemas.openxmlformats.org/officeDocument/2006/relationships/tags" Target="../tags/tag1276.xml"/><Relationship Id="rId120" Type="http://schemas.openxmlformats.org/officeDocument/2006/relationships/tags" Target="../tags/tag1299.xml"/><Relationship Id="rId141" Type="http://schemas.openxmlformats.org/officeDocument/2006/relationships/tags" Target="../tags/tag1320.xml"/><Relationship Id="rId7" Type="http://schemas.openxmlformats.org/officeDocument/2006/relationships/tags" Target="../tags/tag1186.xml"/><Relationship Id="rId162" Type="http://schemas.openxmlformats.org/officeDocument/2006/relationships/tags" Target="../tags/tag1341.xml"/><Relationship Id="rId183" Type="http://schemas.openxmlformats.org/officeDocument/2006/relationships/tags" Target="../tags/tag1362.xml"/><Relationship Id="rId24" Type="http://schemas.openxmlformats.org/officeDocument/2006/relationships/tags" Target="../tags/tag1203.xml"/><Relationship Id="rId45" Type="http://schemas.openxmlformats.org/officeDocument/2006/relationships/tags" Target="../tags/tag1224.xml"/><Relationship Id="rId66" Type="http://schemas.openxmlformats.org/officeDocument/2006/relationships/tags" Target="../tags/tag1245.xml"/><Relationship Id="rId87" Type="http://schemas.openxmlformats.org/officeDocument/2006/relationships/tags" Target="../tags/tag1266.xml"/><Relationship Id="rId110" Type="http://schemas.openxmlformats.org/officeDocument/2006/relationships/tags" Target="../tags/tag1289.xml"/><Relationship Id="rId131" Type="http://schemas.openxmlformats.org/officeDocument/2006/relationships/tags" Target="../tags/tag1310.xml"/><Relationship Id="rId152" Type="http://schemas.openxmlformats.org/officeDocument/2006/relationships/tags" Target="../tags/tag1331.xml"/><Relationship Id="rId173" Type="http://schemas.openxmlformats.org/officeDocument/2006/relationships/tags" Target="../tags/tag1352.xml"/><Relationship Id="rId194" Type="http://schemas.openxmlformats.org/officeDocument/2006/relationships/tags" Target="../tags/tag1373.xml"/><Relationship Id="rId208" Type="http://schemas.openxmlformats.org/officeDocument/2006/relationships/tags" Target="../tags/tag1387.xml"/><Relationship Id="rId14" Type="http://schemas.openxmlformats.org/officeDocument/2006/relationships/tags" Target="../tags/tag1193.xml"/><Relationship Id="rId30" Type="http://schemas.openxmlformats.org/officeDocument/2006/relationships/tags" Target="../tags/tag1209.xml"/><Relationship Id="rId35" Type="http://schemas.openxmlformats.org/officeDocument/2006/relationships/tags" Target="../tags/tag1214.xml"/><Relationship Id="rId56" Type="http://schemas.openxmlformats.org/officeDocument/2006/relationships/tags" Target="../tags/tag1235.xml"/><Relationship Id="rId77" Type="http://schemas.openxmlformats.org/officeDocument/2006/relationships/tags" Target="../tags/tag1256.xml"/><Relationship Id="rId100" Type="http://schemas.openxmlformats.org/officeDocument/2006/relationships/tags" Target="../tags/tag1279.xml"/><Relationship Id="rId105" Type="http://schemas.openxmlformats.org/officeDocument/2006/relationships/tags" Target="../tags/tag1284.xml"/><Relationship Id="rId126" Type="http://schemas.openxmlformats.org/officeDocument/2006/relationships/tags" Target="../tags/tag1305.xml"/><Relationship Id="rId147" Type="http://schemas.openxmlformats.org/officeDocument/2006/relationships/tags" Target="../tags/tag1326.xml"/><Relationship Id="rId168" Type="http://schemas.openxmlformats.org/officeDocument/2006/relationships/tags" Target="../tags/tag1347.xml"/><Relationship Id="rId8" Type="http://schemas.openxmlformats.org/officeDocument/2006/relationships/tags" Target="../tags/tag1187.xml"/><Relationship Id="rId51" Type="http://schemas.openxmlformats.org/officeDocument/2006/relationships/tags" Target="../tags/tag1230.xml"/><Relationship Id="rId72" Type="http://schemas.openxmlformats.org/officeDocument/2006/relationships/tags" Target="../tags/tag1251.xml"/><Relationship Id="rId93" Type="http://schemas.openxmlformats.org/officeDocument/2006/relationships/tags" Target="../tags/tag1272.xml"/><Relationship Id="rId98" Type="http://schemas.openxmlformats.org/officeDocument/2006/relationships/tags" Target="../tags/tag1277.xml"/><Relationship Id="rId121" Type="http://schemas.openxmlformats.org/officeDocument/2006/relationships/tags" Target="../tags/tag1300.xml"/><Relationship Id="rId142" Type="http://schemas.openxmlformats.org/officeDocument/2006/relationships/tags" Target="../tags/tag1321.xml"/><Relationship Id="rId163" Type="http://schemas.openxmlformats.org/officeDocument/2006/relationships/tags" Target="../tags/tag1342.xml"/><Relationship Id="rId184" Type="http://schemas.openxmlformats.org/officeDocument/2006/relationships/tags" Target="../tags/tag1363.xml"/><Relationship Id="rId189" Type="http://schemas.openxmlformats.org/officeDocument/2006/relationships/tags" Target="../tags/tag1368.xml"/><Relationship Id="rId3" Type="http://schemas.openxmlformats.org/officeDocument/2006/relationships/tags" Target="../tags/tag1182.xml"/><Relationship Id="rId214" Type="http://schemas.openxmlformats.org/officeDocument/2006/relationships/tags" Target="../tags/tag1393.xml"/><Relationship Id="rId25" Type="http://schemas.openxmlformats.org/officeDocument/2006/relationships/tags" Target="../tags/tag1204.xml"/><Relationship Id="rId46" Type="http://schemas.openxmlformats.org/officeDocument/2006/relationships/tags" Target="../tags/tag1225.xml"/><Relationship Id="rId67" Type="http://schemas.openxmlformats.org/officeDocument/2006/relationships/tags" Target="../tags/tag1246.xml"/><Relationship Id="rId116" Type="http://schemas.openxmlformats.org/officeDocument/2006/relationships/tags" Target="../tags/tag1295.xml"/><Relationship Id="rId137" Type="http://schemas.openxmlformats.org/officeDocument/2006/relationships/tags" Target="../tags/tag1316.xml"/><Relationship Id="rId158" Type="http://schemas.openxmlformats.org/officeDocument/2006/relationships/tags" Target="../tags/tag1337.xml"/><Relationship Id="rId20" Type="http://schemas.openxmlformats.org/officeDocument/2006/relationships/tags" Target="../tags/tag1199.xml"/><Relationship Id="rId41" Type="http://schemas.openxmlformats.org/officeDocument/2006/relationships/tags" Target="../tags/tag1220.xml"/><Relationship Id="rId62" Type="http://schemas.openxmlformats.org/officeDocument/2006/relationships/tags" Target="../tags/tag1241.xml"/><Relationship Id="rId83" Type="http://schemas.openxmlformats.org/officeDocument/2006/relationships/tags" Target="../tags/tag1262.xml"/><Relationship Id="rId88" Type="http://schemas.openxmlformats.org/officeDocument/2006/relationships/tags" Target="../tags/tag1267.xml"/><Relationship Id="rId111" Type="http://schemas.openxmlformats.org/officeDocument/2006/relationships/tags" Target="../tags/tag1290.xml"/><Relationship Id="rId132" Type="http://schemas.openxmlformats.org/officeDocument/2006/relationships/tags" Target="../tags/tag1311.xml"/><Relationship Id="rId153" Type="http://schemas.openxmlformats.org/officeDocument/2006/relationships/tags" Target="../tags/tag1332.xml"/><Relationship Id="rId174" Type="http://schemas.openxmlformats.org/officeDocument/2006/relationships/tags" Target="../tags/tag1353.xml"/><Relationship Id="rId179" Type="http://schemas.openxmlformats.org/officeDocument/2006/relationships/tags" Target="../tags/tag1358.xml"/><Relationship Id="rId195" Type="http://schemas.openxmlformats.org/officeDocument/2006/relationships/tags" Target="../tags/tag1374.xml"/><Relationship Id="rId209" Type="http://schemas.openxmlformats.org/officeDocument/2006/relationships/tags" Target="../tags/tag1388.xml"/><Relationship Id="rId190" Type="http://schemas.openxmlformats.org/officeDocument/2006/relationships/tags" Target="../tags/tag1369.xml"/><Relationship Id="rId204" Type="http://schemas.openxmlformats.org/officeDocument/2006/relationships/tags" Target="../tags/tag1383.xml"/><Relationship Id="rId15" Type="http://schemas.openxmlformats.org/officeDocument/2006/relationships/tags" Target="../tags/tag1194.xml"/><Relationship Id="rId36" Type="http://schemas.openxmlformats.org/officeDocument/2006/relationships/tags" Target="../tags/tag1215.xml"/><Relationship Id="rId57" Type="http://schemas.openxmlformats.org/officeDocument/2006/relationships/tags" Target="../tags/tag1236.xml"/><Relationship Id="rId106" Type="http://schemas.openxmlformats.org/officeDocument/2006/relationships/tags" Target="../tags/tag1285.xml"/><Relationship Id="rId127" Type="http://schemas.openxmlformats.org/officeDocument/2006/relationships/tags" Target="../tags/tag1306.xml"/><Relationship Id="rId10" Type="http://schemas.openxmlformats.org/officeDocument/2006/relationships/tags" Target="../tags/tag1189.xml"/><Relationship Id="rId31" Type="http://schemas.openxmlformats.org/officeDocument/2006/relationships/tags" Target="../tags/tag1210.xml"/><Relationship Id="rId52" Type="http://schemas.openxmlformats.org/officeDocument/2006/relationships/tags" Target="../tags/tag1231.xml"/><Relationship Id="rId73" Type="http://schemas.openxmlformats.org/officeDocument/2006/relationships/tags" Target="../tags/tag1252.xml"/><Relationship Id="rId78" Type="http://schemas.openxmlformats.org/officeDocument/2006/relationships/tags" Target="../tags/tag1257.xml"/><Relationship Id="rId94" Type="http://schemas.openxmlformats.org/officeDocument/2006/relationships/tags" Target="../tags/tag1273.xml"/><Relationship Id="rId99" Type="http://schemas.openxmlformats.org/officeDocument/2006/relationships/tags" Target="../tags/tag1278.xml"/><Relationship Id="rId101" Type="http://schemas.openxmlformats.org/officeDocument/2006/relationships/tags" Target="../tags/tag1280.xml"/><Relationship Id="rId122" Type="http://schemas.openxmlformats.org/officeDocument/2006/relationships/tags" Target="../tags/tag1301.xml"/><Relationship Id="rId143" Type="http://schemas.openxmlformats.org/officeDocument/2006/relationships/tags" Target="../tags/tag1322.xml"/><Relationship Id="rId148" Type="http://schemas.openxmlformats.org/officeDocument/2006/relationships/tags" Target="../tags/tag1327.xml"/><Relationship Id="rId164" Type="http://schemas.openxmlformats.org/officeDocument/2006/relationships/tags" Target="../tags/tag1343.xml"/><Relationship Id="rId169" Type="http://schemas.openxmlformats.org/officeDocument/2006/relationships/tags" Target="../tags/tag1348.xml"/><Relationship Id="rId185" Type="http://schemas.openxmlformats.org/officeDocument/2006/relationships/tags" Target="../tags/tag1364.xml"/><Relationship Id="rId4" Type="http://schemas.openxmlformats.org/officeDocument/2006/relationships/tags" Target="../tags/tag1183.xml"/><Relationship Id="rId9" Type="http://schemas.openxmlformats.org/officeDocument/2006/relationships/tags" Target="../tags/tag1188.xml"/><Relationship Id="rId180" Type="http://schemas.openxmlformats.org/officeDocument/2006/relationships/tags" Target="../tags/tag1359.xml"/><Relationship Id="rId210" Type="http://schemas.openxmlformats.org/officeDocument/2006/relationships/tags" Target="../tags/tag1389.xml"/><Relationship Id="rId215" Type="http://schemas.openxmlformats.org/officeDocument/2006/relationships/tags" Target="../tags/tag1394.xml"/><Relationship Id="rId26" Type="http://schemas.openxmlformats.org/officeDocument/2006/relationships/tags" Target="../tags/tag1205.xml"/><Relationship Id="rId47" Type="http://schemas.openxmlformats.org/officeDocument/2006/relationships/tags" Target="../tags/tag1226.xml"/><Relationship Id="rId68" Type="http://schemas.openxmlformats.org/officeDocument/2006/relationships/tags" Target="../tags/tag1247.xml"/><Relationship Id="rId89" Type="http://schemas.openxmlformats.org/officeDocument/2006/relationships/tags" Target="../tags/tag1268.xml"/><Relationship Id="rId112" Type="http://schemas.openxmlformats.org/officeDocument/2006/relationships/tags" Target="../tags/tag1291.xml"/><Relationship Id="rId133" Type="http://schemas.openxmlformats.org/officeDocument/2006/relationships/tags" Target="../tags/tag1312.xml"/><Relationship Id="rId154" Type="http://schemas.openxmlformats.org/officeDocument/2006/relationships/tags" Target="../tags/tag1333.xml"/><Relationship Id="rId175" Type="http://schemas.openxmlformats.org/officeDocument/2006/relationships/tags" Target="../tags/tag1354.xml"/><Relationship Id="rId196" Type="http://schemas.openxmlformats.org/officeDocument/2006/relationships/tags" Target="../tags/tag1375.xml"/><Relationship Id="rId200" Type="http://schemas.openxmlformats.org/officeDocument/2006/relationships/tags" Target="../tags/tag1379.xml"/><Relationship Id="rId16" Type="http://schemas.openxmlformats.org/officeDocument/2006/relationships/tags" Target="../tags/tag1195.xml"/><Relationship Id="rId37" Type="http://schemas.openxmlformats.org/officeDocument/2006/relationships/tags" Target="../tags/tag1216.xml"/><Relationship Id="rId58" Type="http://schemas.openxmlformats.org/officeDocument/2006/relationships/tags" Target="../tags/tag1237.xml"/><Relationship Id="rId79" Type="http://schemas.openxmlformats.org/officeDocument/2006/relationships/tags" Target="../tags/tag1258.xml"/><Relationship Id="rId102" Type="http://schemas.openxmlformats.org/officeDocument/2006/relationships/tags" Target="../tags/tag1281.xml"/><Relationship Id="rId123" Type="http://schemas.openxmlformats.org/officeDocument/2006/relationships/tags" Target="../tags/tag1302.xml"/><Relationship Id="rId144" Type="http://schemas.openxmlformats.org/officeDocument/2006/relationships/tags" Target="../tags/tag1323.xml"/><Relationship Id="rId90" Type="http://schemas.openxmlformats.org/officeDocument/2006/relationships/tags" Target="../tags/tag1269.xml"/><Relationship Id="rId165" Type="http://schemas.openxmlformats.org/officeDocument/2006/relationships/tags" Target="../tags/tag1344.xml"/><Relationship Id="rId186" Type="http://schemas.openxmlformats.org/officeDocument/2006/relationships/tags" Target="../tags/tag1365.xml"/><Relationship Id="rId211" Type="http://schemas.openxmlformats.org/officeDocument/2006/relationships/tags" Target="../tags/tag1390.xml"/><Relationship Id="rId27" Type="http://schemas.openxmlformats.org/officeDocument/2006/relationships/tags" Target="../tags/tag1206.xml"/><Relationship Id="rId48" Type="http://schemas.openxmlformats.org/officeDocument/2006/relationships/tags" Target="../tags/tag1227.xml"/><Relationship Id="rId69" Type="http://schemas.openxmlformats.org/officeDocument/2006/relationships/tags" Target="../tags/tag1248.xml"/><Relationship Id="rId113" Type="http://schemas.openxmlformats.org/officeDocument/2006/relationships/tags" Target="../tags/tag1292.xml"/><Relationship Id="rId134" Type="http://schemas.openxmlformats.org/officeDocument/2006/relationships/tags" Target="../tags/tag1313.xml"/><Relationship Id="rId80" Type="http://schemas.openxmlformats.org/officeDocument/2006/relationships/tags" Target="../tags/tag1259.xml"/><Relationship Id="rId155" Type="http://schemas.openxmlformats.org/officeDocument/2006/relationships/tags" Target="../tags/tag1334.xml"/><Relationship Id="rId176" Type="http://schemas.openxmlformats.org/officeDocument/2006/relationships/tags" Target="../tags/tag1355.xml"/><Relationship Id="rId197" Type="http://schemas.openxmlformats.org/officeDocument/2006/relationships/tags" Target="../tags/tag1376.xml"/><Relationship Id="rId201" Type="http://schemas.openxmlformats.org/officeDocument/2006/relationships/tags" Target="../tags/tag1380.xml"/><Relationship Id="rId17" Type="http://schemas.openxmlformats.org/officeDocument/2006/relationships/tags" Target="../tags/tag1196.xml"/><Relationship Id="rId38" Type="http://schemas.openxmlformats.org/officeDocument/2006/relationships/tags" Target="../tags/tag1217.xml"/><Relationship Id="rId59" Type="http://schemas.openxmlformats.org/officeDocument/2006/relationships/tags" Target="../tags/tag1238.xml"/><Relationship Id="rId103" Type="http://schemas.openxmlformats.org/officeDocument/2006/relationships/tags" Target="../tags/tag1282.xml"/><Relationship Id="rId124" Type="http://schemas.openxmlformats.org/officeDocument/2006/relationships/tags" Target="../tags/tag1303.xml"/><Relationship Id="rId70" Type="http://schemas.openxmlformats.org/officeDocument/2006/relationships/tags" Target="../tags/tag1249.xml"/><Relationship Id="rId91" Type="http://schemas.openxmlformats.org/officeDocument/2006/relationships/tags" Target="../tags/tag1270.xml"/><Relationship Id="rId145" Type="http://schemas.openxmlformats.org/officeDocument/2006/relationships/tags" Target="../tags/tag1324.xml"/><Relationship Id="rId166" Type="http://schemas.openxmlformats.org/officeDocument/2006/relationships/tags" Target="../tags/tag1345.xml"/><Relationship Id="rId187" Type="http://schemas.openxmlformats.org/officeDocument/2006/relationships/tags" Target="../tags/tag1366.xml"/><Relationship Id="rId1" Type="http://schemas.openxmlformats.org/officeDocument/2006/relationships/tags" Target="../tags/tag1180.xml"/><Relationship Id="rId212" Type="http://schemas.openxmlformats.org/officeDocument/2006/relationships/tags" Target="../tags/tag1391.xml"/><Relationship Id="rId28" Type="http://schemas.openxmlformats.org/officeDocument/2006/relationships/tags" Target="../tags/tag1207.xml"/><Relationship Id="rId49" Type="http://schemas.openxmlformats.org/officeDocument/2006/relationships/tags" Target="../tags/tag1228.xml"/><Relationship Id="rId114" Type="http://schemas.openxmlformats.org/officeDocument/2006/relationships/tags" Target="../tags/tag1293.xml"/><Relationship Id="rId60" Type="http://schemas.openxmlformats.org/officeDocument/2006/relationships/tags" Target="../tags/tag1239.xml"/><Relationship Id="rId81" Type="http://schemas.openxmlformats.org/officeDocument/2006/relationships/tags" Target="../tags/tag1260.xml"/><Relationship Id="rId135" Type="http://schemas.openxmlformats.org/officeDocument/2006/relationships/tags" Target="../tags/tag1314.xml"/><Relationship Id="rId156" Type="http://schemas.openxmlformats.org/officeDocument/2006/relationships/tags" Target="../tags/tag1335.xml"/><Relationship Id="rId177" Type="http://schemas.openxmlformats.org/officeDocument/2006/relationships/tags" Target="../tags/tag1356.xml"/><Relationship Id="rId198" Type="http://schemas.openxmlformats.org/officeDocument/2006/relationships/tags" Target="../tags/tag1377.xml"/><Relationship Id="rId202" Type="http://schemas.openxmlformats.org/officeDocument/2006/relationships/tags" Target="../tags/tag1381.xml"/><Relationship Id="rId18" Type="http://schemas.openxmlformats.org/officeDocument/2006/relationships/tags" Target="../tags/tag1197.xml"/><Relationship Id="rId39" Type="http://schemas.openxmlformats.org/officeDocument/2006/relationships/tags" Target="../tags/tag1218.xml"/><Relationship Id="rId50" Type="http://schemas.openxmlformats.org/officeDocument/2006/relationships/tags" Target="../tags/tag1229.xml"/><Relationship Id="rId104" Type="http://schemas.openxmlformats.org/officeDocument/2006/relationships/tags" Target="../tags/tag1283.xml"/><Relationship Id="rId125" Type="http://schemas.openxmlformats.org/officeDocument/2006/relationships/tags" Target="../tags/tag1304.xml"/><Relationship Id="rId146" Type="http://schemas.openxmlformats.org/officeDocument/2006/relationships/tags" Target="../tags/tag1325.xml"/><Relationship Id="rId167" Type="http://schemas.openxmlformats.org/officeDocument/2006/relationships/tags" Target="../tags/tag1346.xml"/><Relationship Id="rId188" Type="http://schemas.openxmlformats.org/officeDocument/2006/relationships/tags" Target="../tags/tag1367.xml"/><Relationship Id="rId71" Type="http://schemas.openxmlformats.org/officeDocument/2006/relationships/tags" Target="../tags/tag1250.xml"/><Relationship Id="rId92" Type="http://schemas.openxmlformats.org/officeDocument/2006/relationships/tags" Target="../tags/tag1271.xml"/><Relationship Id="rId213" Type="http://schemas.openxmlformats.org/officeDocument/2006/relationships/tags" Target="../tags/tag1392.xml"/><Relationship Id="rId2" Type="http://schemas.openxmlformats.org/officeDocument/2006/relationships/tags" Target="../tags/tag1181.xml"/><Relationship Id="rId29" Type="http://schemas.openxmlformats.org/officeDocument/2006/relationships/tags" Target="../tags/tag1208.xml"/><Relationship Id="rId40" Type="http://schemas.openxmlformats.org/officeDocument/2006/relationships/tags" Target="../tags/tag1219.xml"/><Relationship Id="rId115" Type="http://schemas.openxmlformats.org/officeDocument/2006/relationships/tags" Target="../tags/tag1294.xml"/><Relationship Id="rId136" Type="http://schemas.openxmlformats.org/officeDocument/2006/relationships/tags" Target="../tags/tag1315.xml"/><Relationship Id="rId157" Type="http://schemas.openxmlformats.org/officeDocument/2006/relationships/tags" Target="../tags/tag1336.xml"/><Relationship Id="rId178" Type="http://schemas.openxmlformats.org/officeDocument/2006/relationships/tags" Target="../tags/tag1357.xml"/><Relationship Id="rId61" Type="http://schemas.openxmlformats.org/officeDocument/2006/relationships/tags" Target="../tags/tag1240.xml"/><Relationship Id="rId82" Type="http://schemas.openxmlformats.org/officeDocument/2006/relationships/tags" Target="../tags/tag1261.xml"/><Relationship Id="rId199" Type="http://schemas.openxmlformats.org/officeDocument/2006/relationships/tags" Target="../tags/tag1378.xml"/><Relationship Id="rId203" Type="http://schemas.openxmlformats.org/officeDocument/2006/relationships/tags" Target="../tags/tag1382.xml"/><Relationship Id="rId19" Type="http://schemas.openxmlformats.org/officeDocument/2006/relationships/tags" Target="../tags/tag11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79705" y="692696"/>
            <a:ext cx="5038867" cy="44529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*计算机系统的组成：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软件组成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指令表示：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程序空间：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从</a:t>
            </a:r>
            <a:r>
              <a:rPr lang="en-US" altLang="zh-CN" sz="1600" b="1" dirty="0">
                <a:latin typeface="宋体" panose="02010600030101010101" pitchFamily="2" charset="-122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</a:rPr>
              <a:t>编址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工作方式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软件执行方式</a:t>
            </a:r>
            <a:r>
              <a:rPr lang="zh-CN" altLang="en-US" sz="1600" b="1" baseline="-18000" dirty="0">
                <a:latin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</a:rPr>
              <a:t>              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程序存放：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程序执行：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93" name="Text Box 5"/>
          <p:cNvSpPr txBox="1">
            <a:spLocks noChangeArrowheads="1"/>
          </p:cNvSpPr>
          <p:nvPr/>
        </p:nvSpPr>
        <p:spPr bwMode="auto">
          <a:xfrm>
            <a:off x="1979712" y="1052736"/>
            <a:ext cx="7056782" cy="535816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648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</a:rPr>
              <a:t>大部件＋总线互连，存储器≥主存＋辅存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层次结构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指令序列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指令∈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ISA</a:t>
            </a:r>
            <a:r>
              <a:rPr lang="zh-CN" altLang="en-US" sz="1600" b="1" dirty="0">
                <a:latin typeface="宋体" panose="02010600030101010101" pitchFamily="2" charset="-122"/>
              </a:rPr>
              <a:t>、有顺序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转移型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操作码＋地址码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二进制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 ＝存储器空间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便于执行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单元长度同主存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</a:rPr>
              <a:t>            [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存储程序方式</a:t>
            </a:r>
            <a:r>
              <a:rPr lang="en-US" altLang="zh-CN" sz="1600" b="1" dirty="0">
                <a:latin typeface="宋体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执行时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预先</a:t>
            </a:r>
            <a:r>
              <a:rPr lang="zh-CN" altLang="en-US" sz="2000" b="1" u="sng" dirty="0">
                <a:latin typeface="宋体" panose="02010600030101010101" pitchFamily="2" charset="-122"/>
              </a:rPr>
              <a:t>装入</a:t>
            </a:r>
            <a:r>
              <a:rPr lang="zh-CN" altLang="en-US" sz="2000" b="1" dirty="0">
                <a:latin typeface="宋体" panose="02010600030101010101" pitchFamily="2" charset="-122"/>
              </a:rPr>
              <a:t>主存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装入位置</a:t>
            </a:r>
            <a:r>
              <a:rPr lang="zh-CN" altLang="en-US" sz="1600" b="1" u="sng" dirty="0">
                <a:latin typeface="宋体" panose="02010600030101010101" pitchFamily="2" charset="-122"/>
              </a:rPr>
              <a:t>可变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各程序共用主存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①是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循环的</a:t>
            </a:r>
            <a:r>
              <a:rPr lang="zh-CN" altLang="en-US" sz="2000" b="1" dirty="0">
                <a:latin typeface="宋体" panose="02010600030101010101" pitchFamily="2" charset="-122"/>
              </a:rPr>
              <a:t>指令执行过程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指令</a:t>
            </a:r>
            <a:r>
              <a:rPr lang="zh-CN" altLang="en-US" sz="1600" b="1" u="sng" dirty="0">
                <a:latin typeface="宋体" panose="02010600030101010101" pitchFamily="2" charset="-122"/>
              </a:rPr>
              <a:t>串行执行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②按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逻辑地址</a:t>
            </a:r>
            <a:r>
              <a:rPr lang="zh-CN" altLang="en-US" sz="2000" b="1" dirty="0">
                <a:latin typeface="宋体" panose="02010600030101010101" pitchFamily="2" charset="-122"/>
              </a:rPr>
              <a:t>访问</a:t>
            </a:r>
            <a:r>
              <a:rPr lang="en-US" altLang="zh-CN" sz="2000" b="1" dirty="0">
                <a:latin typeface="宋体" panose="02010600030101010101" pitchFamily="2" charset="-122"/>
              </a:rPr>
              <a:t>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先进行</a:t>
            </a:r>
            <a:r>
              <a:rPr lang="zh-CN" altLang="en-US" sz="1600" b="1" u="sng" dirty="0">
                <a:latin typeface="宋体" panose="02010600030101010101" pitchFamily="2" charset="-122"/>
              </a:rPr>
              <a:t>地址变换</a:t>
            </a:r>
            <a:r>
              <a:rPr lang="en-US" altLang="zh-CN" sz="1600" b="1" u="sng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逻辑地址→物理地址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</a:t>
            </a:fld>
            <a:endParaRPr lang="en-US" altLang="zh-CN" dirty="0"/>
          </a:p>
        </p:txBody>
      </p:sp>
      <p:cxnSp>
        <p:nvCxnSpPr>
          <p:cNvPr id="38" name="直接箭头连接符 37"/>
          <p:cNvCxnSpPr/>
          <p:nvPr/>
        </p:nvCxnSpPr>
        <p:spPr bwMode="auto">
          <a:xfrm flipH="1" flipV="1">
            <a:off x="3131840" y="3573016"/>
            <a:ext cx="1224000" cy="79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BF518D5-CD8C-4385-91F3-4FB0C378F6D9}"/>
              </a:ext>
            </a:extLst>
          </p:cNvPr>
          <p:cNvGrpSpPr/>
          <p:nvPr/>
        </p:nvGrpSpPr>
        <p:grpSpPr>
          <a:xfrm>
            <a:off x="1836417" y="1556792"/>
            <a:ext cx="6912055" cy="828000"/>
            <a:chOff x="1115953" y="1296000"/>
            <a:chExt cx="6912055" cy="828000"/>
          </a:xfrm>
        </p:grpSpPr>
        <p:sp>
          <p:nvSpPr>
            <p:cNvPr id="90" name="Text Box 136">
              <a:extLst>
                <a:ext uri="{FF2B5EF4-FFF2-40B4-BE49-F238E27FC236}">
                  <a16:creationId xmlns:a16="http://schemas.microsoft.com/office/drawing/2014/main" id="{099C06B0-112C-46D4-8A02-C70B083AA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00" y="1728000"/>
              <a:ext cx="936000" cy="39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1584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2195587" y="1872000"/>
              <a:ext cx="1296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5004000" y="1476000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1116008" y="1296000"/>
              <a:ext cx="6912000" cy="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2844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5508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6084000" y="1476000"/>
              <a:ext cx="360000" cy="252000"/>
            </a:xfrm>
            <a:prstGeom prst="rect">
              <a:avLst/>
            </a:prstGeom>
            <a:noFill/>
            <a:ln w="222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5004000" y="1872000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5508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7236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27"/>
            <p:cNvSpPr txBox="1">
              <a:spLocks noChangeArrowheads="1"/>
            </p:cNvSpPr>
            <p:nvPr/>
          </p:nvSpPr>
          <p:spPr bwMode="auto">
            <a:xfrm>
              <a:off x="6516000" y="1476000"/>
              <a:ext cx="151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n(DMA)</a:t>
              </a:r>
            </a:p>
          </p:txBody>
        </p:sp>
        <p:sp>
          <p:nvSpPr>
            <p:cNvPr id="16" name="Text Box 128"/>
            <p:cNvSpPr txBox="1">
              <a:spLocks noChangeArrowheads="1"/>
            </p:cNvSpPr>
            <p:nvPr/>
          </p:nvSpPr>
          <p:spPr bwMode="auto">
            <a:xfrm>
              <a:off x="6732000" y="1872000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7" name="Line 129"/>
            <p:cNvSpPr>
              <a:spLocks noChangeShapeType="1"/>
            </p:cNvSpPr>
            <p:nvPr/>
          </p:nvSpPr>
          <p:spPr bwMode="auto">
            <a:xfrm>
              <a:off x="7236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36"/>
            <p:cNvSpPr txBox="1">
              <a:spLocks noChangeArrowheads="1"/>
            </p:cNvSpPr>
            <p:nvPr/>
          </p:nvSpPr>
          <p:spPr bwMode="auto">
            <a:xfrm>
              <a:off x="3636000" y="1476000"/>
              <a:ext cx="122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磁盘适配器</a:t>
              </a:r>
            </a:p>
          </p:txBody>
        </p:sp>
        <p:sp>
          <p:nvSpPr>
            <p:cNvPr id="19" name="Line 137"/>
            <p:cNvSpPr>
              <a:spLocks noChangeShapeType="1"/>
            </p:cNvSpPr>
            <p:nvPr/>
          </p:nvSpPr>
          <p:spPr bwMode="auto">
            <a:xfrm>
              <a:off x="4248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138"/>
            <p:cNvSpPr txBox="1">
              <a:spLocks noChangeArrowheads="1"/>
            </p:cNvSpPr>
            <p:nvPr/>
          </p:nvSpPr>
          <p:spPr bwMode="auto">
            <a:xfrm>
              <a:off x="3636000" y="1872000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辅存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" name="Line 139"/>
            <p:cNvSpPr>
              <a:spLocks noChangeShapeType="1"/>
            </p:cNvSpPr>
            <p:nvPr/>
          </p:nvSpPr>
          <p:spPr bwMode="auto">
            <a:xfrm>
              <a:off x="4248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136"/>
            <p:cNvSpPr txBox="1">
              <a:spLocks noChangeArrowheads="1"/>
            </p:cNvSpPr>
            <p:nvPr/>
          </p:nvSpPr>
          <p:spPr bwMode="auto">
            <a:xfrm>
              <a:off x="2268000" y="1476000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主存控制器</a:t>
              </a:r>
            </a:p>
          </p:txBody>
        </p:sp>
        <p:sp>
          <p:nvSpPr>
            <p:cNvPr id="23" name="Text Box 136"/>
            <p:cNvSpPr txBox="1">
              <a:spLocks noChangeArrowheads="1"/>
            </p:cNvSpPr>
            <p:nvPr/>
          </p:nvSpPr>
          <p:spPr bwMode="auto">
            <a:xfrm>
              <a:off x="1116000" y="1476000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BIU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" name="Line 139"/>
            <p:cNvSpPr>
              <a:spLocks noChangeShapeType="1"/>
            </p:cNvSpPr>
            <p:nvPr/>
          </p:nvSpPr>
          <p:spPr bwMode="auto">
            <a:xfrm>
              <a:off x="2844000" y="1728000"/>
              <a:ext cx="0" cy="144463"/>
            </a:xfrm>
            <a:prstGeom prst="line">
              <a:avLst/>
            </a:prstGeom>
            <a:noFill/>
            <a:ln w="254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 Box 7"/>
            <p:cNvSpPr txBox="1">
              <a:spLocks noChangeArrowheads="1"/>
            </p:cNvSpPr>
            <p:nvPr/>
          </p:nvSpPr>
          <p:spPr bwMode="auto">
            <a:xfrm>
              <a:off x="1115953" y="1476000"/>
              <a:ext cx="936000" cy="64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/>
              <a:endParaRPr lang="en-US" altLang="zh-CN" sz="20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2000" b="1" dirty="0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24" name="直接连接符 23"/>
            <p:cNvCxnSpPr/>
            <p:nvPr/>
          </p:nvCxnSpPr>
          <p:spPr bwMode="auto">
            <a:xfrm>
              <a:off x="1116000" y="1728000"/>
              <a:ext cx="93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4" name="Text Box 36">
            <a:extLst>
              <a:ext uri="{FF2B5EF4-FFF2-40B4-BE49-F238E27FC236}">
                <a16:creationId xmlns:a16="http://schemas.microsoft.com/office/drawing/2014/main" id="{7203E6C6-9DD0-4551-BDF9-DDB877328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696" y="2924944"/>
            <a:ext cx="2880000" cy="2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solidFill>
                  <a:srgbClr val="990099"/>
                </a:solidFill>
                <a:latin typeface="+mn-ea"/>
              </a:rPr>
              <a:t>逻辑</a:t>
            </a:r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>
                <a:solidFill>
                  <a:srgbClr val="990099"/>
                </a:solidFill>
                <a:latin typeface="+mn-ea"/>
              </a:rPr>
              <a:t>MEM  </a:t>
            </a:r>
            <a:r>
              <a:rPr lang="en-US" altLang="zh-CN" sz="1600" b="1" baseline="-18000" dirty="0">
                <a:solidFill>
                  <a:srgbClr val="990099"/>
                </a:solidFill>
                <a:latin typeface="+mn-ea"/>
              </a:rPr>
              <a:t> </a:t>
            </a:r>
            <a:r>
              <a:rPr lang="en-US" altLang="zh-CN" sz="1600" b="1" spc="200" baseline="-18000" dirty="0">
                <a:solidFill>
                  <a:srgbClr val="990099"/>
                </a:solidFill>
                <a:latin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物理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F5963C83-62A2-4B8C-BCBE-819D507AA6E0}"/>
              </a:ext>
            </a:extLst>
          </p:cNvPr>
          <p:cNvGrpSpPr/>
          <p:nvPr/>
        </p:nvGrpSpPr>
        <p:grpSpPr>
          <a:xfrm>
            <a:off x="5076696" y="2924944"/>
            <a:ext cx="1872000" cy="1333856"/>
            <a:chOff x="4345863" y="2855951"/>
            <a:chExt cx="1872000" cy="1333856"/>
          </a:xfrm>
        </p:grpSpPr>
        <p:sp>
          <p:nvSpPr>
            <p:cNvPr id="96" name="Text Box 36">
              <a:extLst>
                <a:ext uri="{FF2B5EF4-FFF2-40B4-BE49-F238E27FC236}">
                  <a16:creationId xmlns:a16="http://schemas.microsoft.com/office/drawing/2014/main" id="{E3FEDBA3-463A-4280-9C47-86B419A1F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863" y="3217807"/>
              <a:ext cx="864000" cy="97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02H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55H</a:t>
              </a:r>
            </a:p>
            <a:p>
              <a:pPr algn="ctr">
                <a:lnSpc>
                  <a:spcPct val="85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B19E348A-DDDF-4F43-B95B-609C083CBD09}"/>
                </a:ext>
              </a:extLst>
            </p:cNvPr>
            <p:cNvCxnSpPr/>
            <p:nvPr/>
          </p:nvCxnSpPr>
          <p:spPr bwMode="auto">
            <a:xfrm>
              <a:off x="5281863" y="3433807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E5CB76D9-5C07-4921-8C93-8A1791019161}"/>
                </a:ext>
              </a:extLst>
            </p:cNvPr>
            <p:cNvCxnSpPr/>
            <p:nvPr/>
          </p:nvCxnSpPr>
          <p:spPr bwMode="auto">
            <a:xfrm>
              <a:off x="5281863" y="3865807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" name="Text Box 36">
              <a:extLst>
                <a:ext uri="{FF2B5EF4-FFF2-40B4-BE49-F238E27FC236}">
                  <a16:creationId xmlns:a16="http://schemas.microsoft.com/office/drawing/2014/main" id="{503D85A5-C75A-4A58-96E3-AA673EEEE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5863" y="3217807"/>
              <a:ext cx="900000" cy="97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CCCCFF"/>
                  </a:highlight>
                  <a:latin typeface="+mn-ea"/>
                </a:rPr>
                <a:t>00000000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00001020</a:t>
              </a:r>
              <a:endParaRPr lang="en-US" altLang="zh-CN" sz="1600" b="1" dirty="0">
                <a:latin typeface="+mn-ea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</a:rPr>
                <a:t>…</a:t>
              </a:r>
            </a:p>
            <a:p>
              <a:pPr algn="r">
                <a:lnSpc>
                  <a:spcPct val="90000"/>
                </a:lnSpc>
              </a:pPr>
              <a:endParaRPr lang="en-US" altLang="zh-CN" sz="1600" b="1" dirty="0">
                <a:latin typeface="+mn-ea"/>
              </a:endParaRP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8C3E625B-52C6-4C05-966D-84685ECC9D0C}"/>
                </a:ext>
              </a:extLst>
            </p:cNvPr>
            <p:cNvCxnSpPr/>
            <p:nvPr/>
          </p:nvCxnSpPr>
          <p:spPr bwMode="auto">
            <a:xfrm>
              <a:off x="5281863" y="3649807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4" name="Text Box 36">
              <a:extLst>
                <a:ext uri="{FF2B5EF4-FFF2-40B4-BE49-F238E27FC236}">
                  <a16:creationId xmlns:a16="http://schemas.microsoft.com/office/drawing/2014/main" id="{61A5F9F2-175E-4AE4-BAC6-DA3DCD581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863" y="2855951"/>
              <a:ext cx="180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</a:rPr>
                <a:t>    地址 </a:t>
              </a:r>
              <a:r>
                <a:rPr lang="zh-CN" altLang="en-US" sz="1600" b="1" dirty="0">
                  <a:solidFill>
                    <a:srgbClr val="990099"/>
                  </a:solidFill>
                  <a:latin typeface="+mn-ea"/>
                </a:rPr>
                <a:t>程序</a:t>
              </a:r>
              <a:endParaRPr lang="en-US" altLang="zh-CN" sz="1600" b="1" dirty="0">
                <a:solidFill>
                  <a:srgbClr val="990099"/>
                </a:solidFill>
                <a:latin typeface="+mn-ea"/>
              </a:endParaRPr>
            </a:p>
          </p:txBody>
        </p:sp>
      </p:grpSp>
      <p:sp>
        <p:nvSpPr>
          <p:cNvPr id="105" name="箭头: 右 104">
            <a:extLst>
              <a:ext uri="{FF2B5EF4-FFF2-40B4-BE49-F238E27FC236}">
                <a16:creationId xmlns:a16="http://schemas.microsoft.com/office/drawing/2014/main" id="{7540FE57-C2C8-4337-8E31-D7A5523C678D}"/>
              </a:ext>
            </a:extLst>
          </p:cNvPr>
          <p:cNvSpPr/>
          <p:nvPr/>
        </p:nvSpPr>
        <p:spPr bwMode="auto">
          <a:xfrm>
            <a:off x="6948192" y="3429000"/>
            <a:ext cx="324000" cy="648000"/>
          </a:xfrm>
          <a:prstGeom prst="rightArrow">
            <a:avLst>
              <a:gd name="adj1" fmla="val 64987"/>
              <a:gd name="adj2" fmla="val 54640"/>
            </a:avLst>
          </a:prstGeom>
          <a:noFill/>
          <a:ln w="12700" cap="flat" cmpd="sng" algn="ctr">
            <a:solidFill>
              <a:srgbClr val="FF33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rtlCol="0" anchor="b" anchorCtr="0" compatLnSpc="1"/>
          <a:lstStyle/>
          <a:p>
            <a:pPr marL="0" marR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装</a:t>
            </a:r>
            <a:endParaRPr kumimoji="1" lang="en-US" altLang="zh-CN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入</a:t>
            </a: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4090E81F-262A-40D4-AB6E-2C384EDA56D8}"/>
              </a:ext>
            </a:extLst>
          </p:cNvPr>
          <p:cNvGrpSpPr/>
          <p:nvPr/>
        </p:nvGrpSpPr>
        <p:grpSpPr>
          <a:xfrm>
            <a:off x="7164288" y="2924944"/>
            <a:ext cx="1692000" cy="1440000"/>
            <a:chOff x="7056000" y="2412000"/>
            <a:chExt cx="1692000" cy="1440000"/>
          </a:xfrm>
        </p:grpSpPr>
        <p:sp>
          <p:nvSpPr>
            <p:cNvPr id="107" name="Text Box 36">
              <a:extLst>
                <a:ext uri="{FF2B5EF4-FFF2-40B4-BE49-F238E27FC236}">
                  <a16:creationId xmlns:a16="http://schemas.microsoft.com/office/drawing/2014/main" id="{4C98520D-7A50-4E63-B68B-90B3902B8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2164" y="2772000"/>
              <a:ext cx="864000" cy="972000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02H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55H</a:t>
              </a: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</a:rPr>
                <a:t>…</a:t>
              </a:r>
            </a:p>
          </p:txBody>
        </p: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08EAF8D0-D1AE-4737-BDD0-8DBC0FB182FD}"/>
                </a:ext>
              </a:extLst>
            </p:cNvPr>
            <p:cNvCxnSpPr/>
            <p:nvPr/>
          </p:nvCxnSpPr>
          <p:spPr bwMode="auto">
            <a:xfrm>
              <a:off x="7882164" y="2988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6B35DA7D-698A-4974-8196-3803393251D9}"/>
                </a:ext>
              </a:extLst>
            </p:cNvPr>
            <p:cNvCxnSpPr/>
            <p:nvPr/>
          </p:nvCxnSpPr>
          <p:spPr bwMode="auto">
            <a:xfrm>
              <a:off x="7882164" y="2700000"/>
              <a:ext cx="0" cy="1152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B486AB2F-FA6E-4E76-AF70-C5E0437E2B19}"/>
                </a:ext>
              </a:extLst>
            </p:cNvPr>
            <p:cNvCxnSpPr/>
            <p:nvPr/>
          </p:nvCxnSpPr>
          <p:spPr bwMode="auto">
            <a:xfrm flipH="1">
              <a:off x="8748000" y="2700000"/>
              <a:ext cx="0" cy="1152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98815E5F-88DA-4886-BD63-85B1061F90C3}"/>
                </a:ext>
              </a:extLst>
            </p:cNvPr>
            <p:cNvCxnSpPr/>
            <p:nvPr/>
          </p:nvCxnSpPr>
          <p:spPr bwMode="auto">
            <a:xfrm>
              <a:off x="7882164" y="2772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FCACD642-5556-4C2F-8A0C-CF2B57A2424B}"/>
                </a:ext>
              </a:extLst>
            </p:cNvPr>
            <p:cNvCxnSpPr/>
            <p:nvPr/>
          </p:nvCxnSpPr>
          <p:spPr bwMode="auto">
            <a:xfrm>
              <a:off x="7882164" y="3420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5" name="Text Box 36">
              <a:extLst>
                <a:ext uri="{FF2B5EF4-FFF2-40B4-BE49-F238E27FC236}">
                  <a16:creationId xmlns:a16="http://schemas.microsoft.com/office/drawing/2014/main" id="{4978B8CA-8456-4DA3-A3A9-D4F7575B1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0164" y="2772000"/>
              <a:ext cx="576000" cy="97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FFCC99"/>
                  </a:highlight>
                  <a:latin typeface="+mn-ea"/>
                  <a:ea typeface="+mn-ea"/>
                </a:rPr>
                <a:t>20100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…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21120</a:t>
              </a:r>
              <a:endParaRPr lang="en-US" altLang="zh-CN" sz="1600" b="1" dirty="0">
                <a:latin typeface="+mn-ea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</a:rPr>
                <a:t>…</a:t>
              </a:r>
            </a:p>
          </p:txBody>
        </p: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8EEDCDC3-056B-40BC-8C26-EEBE6CF47DE6}"/>
                </a:ext>
              </a:extLst>
            </p:cNvPr>
            <p:cNvCxnSpPr/>
            <p:nvPr/>
          </p:nvCxnSpPr>
          <p:spPr bwMode="auto">
            <a:xfrm>
              <a:off x="7882164" y="3204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6A9A703A-72C1-4C28-A6A6-EE079332A835}"/>
                </a:ext>
              </a:extLst>
            </p:cNvPr>
            <p:cNvCxnSpPr/>
            <p:nvPr/>
          </p:nvCxnSpPr>
          <p:spPr bwMode="auto">
            <a:xfrm>
              <a:off x="7882164" y="3745856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9" name="Text Box 36">
              <a:extLst>
                <a:ext uri="{FF2B5EF4-FFF2-40B4-BE49-F238E27FC236}">
                  <a16:creationId xmlns:a16="http://schemas.microsoft.com/office/drawing/2014/main" id="{5E860FEE-C53E-40ED-AEAD-A218CB6D7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000" y="2412000"/>
              <a:ext cx="1692000" cy="2519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</a:rPr>
                <a:t>    地址 </a:t>
              </a:r>
              <a:r>
                <a:rPr lang="zh-CN" altLang="en-US" sz="1600" b="1" spc="200" dirty="0">
                  <a:latin typeface="+mn-ea"/>
                </a:rPr>
                <a:t> </a:t>
              </a:r>
              <a:r>
                <a:rPr lang="zh-CN" altLang="en-US" sz="1600" b="1" dirty="0">
                  <a:solidFill>
                    <a:srgbClr val="C00000"/>
                  </a:solidFill>
                  <a:latin typeface="+mn-ea"/>
                </a:rPr>
                <a:t>主存</a:t>
              </a:r>
              <a:endParaRPr lang="en-US" altLang="zh-CN" sz="1600" b="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EEBD8EBA-DCD1-4931-8540-7FE5B784961A}"/>
              </a:ext>
            </a:extLst>
          </p:cNvPr>
          <p:cNvGrpSpPr/>
          <p:nvPr/>
        </p:nvGrpSpPr>
        <p:grpSpPr>
          <a:xfrm>
            <a:off x="2987824" y="5157192"/>
            <a:ext cx="3996000" cy="756285"/>
            <a:chOff x="3005" y="5839"/>
            <a:chExt cx="6293" cy="1191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5D69043A-7271-445F-A274-425EAB75461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3174" y="5839"/>
              <a:ext cx="5953" cy="1077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Text Box 311">
              <a:extLst>
                <a:ext uri="{FF2B5EF4-FFF2-40B4-BE49-F238E27FC236}">
                  <a16:creationId xmlns:a16="http://schemas.microsoft.com/office/drawing/2014/main" id="{1B523870-254F-4FAC-ABA0-566406123EF3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41" y="5953"/>
              <a:ext cx="119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124" name="Text Box 314">
              <a:extLst>
                <a:ext uri="{FF2B5EF4-FFF2-40B4-BE49-F238E27FC236}">
                  <a16:creationId xmlns:a16="http://schemas.microsoft.com/office/drawing/2014/main" id="{73FE2BE6-9DC6-45AF-9C9A-3B67BC73F5CD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984" y="5953"/>
              <a:ext cx="1474" cy="39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125" name="Text Box 316">
              <a:extLst>
                <a:ext uri="{FF2B5EF4-FFF2-40B4-BE49-F238E27FC236}">
                  <a16:creationId xmlns:a16="http://schemas.microsoft.com/office/drawing/2014/main" id="{E35DCCF3-777D-46E6-A743-FCD1BDF3E7AB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914" y="5953"/>
              <a:ext cx="2098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7A4372FD-15E8-4F66-A00E-1240325B7705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4534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328B8985-C8B7-43C1-8D70-BB768F8F85D9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6460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84635F2C-DE58-42A3-8E47-32C6A94657A9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9014" y="612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B1A5C9B2-4B47-42EA-AF6A-7C1192A997B8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9298" y="6123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6A743CE5-29AE-46BB-887F-BFF685897739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3005" y="612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2400E783-1D07-4E48-B0C1-482BF2BAD232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3005" y="6123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94E789A8-6636-410F-8EAA-67446336FBAD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3005" y="7030"/>
              <a:ext cx="629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3" name="Text Box 316">
              <a:extLst>
                <a:ext uri="{FF2B5EF4-FFF2-40B4-BE49-F238E27FC236}">
                  <a16:creationId xmlns:a16="http://schemas.microsoft.com/office/drawing/2014/main" id="{25B23800-7B82-44D0-8AE6-83E6B6273529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72" y="6406"/>
              <a:ext cx="2211" cy="39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C00000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134" name="Text Box 316">
              <a:extLst>
                <a:ext uri="{FF2B5EF4-FFF2-40B4-BE49-F238E27FC236}">
                  <a16:creationId xmlns:a16="http://schemas.microsoft.com/office/drawing/2014/main" id="{6509A399-475E-430B-8904-24820D3375A8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914" y="6406"/>
              <a:ext cx="2098" cy="39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</p:grpSp>
      <p:sp>
        <p:nvSpPr>
          <p:cNvPr id="70" name="Text Box 61">
            <a:extLst>
              <a:ext uri="{FF2B5EF4-FFF2-40B4-BE49-F238E27FC236}">
                <a16:creationId xmlns:a16="http://schemas.microsoft.com/office/drawing/2014/main" id="{3A8DF87B-B96E-4BAF-A8DC-894FD23E3BC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844152" y="260648"/>
            <a:ext cx="3096000" cy="391143"/>
          </a:xfrm>
          <a:prstGeom prst="rect">
            <a:avLst/>
          </a:prstGeom>
          <a:solidFill>
            <a:srgbClr val="FFCC99"/>
          </a:solidFill>
          <a:ln w="19050">
            <a:noFill/>
            <a:miter lim="800000"/>
          </a:ln>
          <a:effectLst/>
        </p:spPr>
        <p:txBody>
          <a:bodyPr wrap="square" lIns="90000" tIns="10800" rIns="90000" bIns="10800" anchor="ctr" anchorCtr="0">
            <a:spAutoFit/>
          </a:bodyPr>
          <a:lstStyle/>
          <a:p>
            <a:pPr algn="ctr"/>
            <a:r>
              <a:rPr lang="zh-CN" altLang="en-US" b="1" dirty="0">
                <a:latin typeface="+mn-ea"/>
              </a:rPr>
              <a:t>图解计算机组成</a:t>
            </a:r>
            <a:endParaRPr lang="zh-CN" altLang="en-US" b="1" dirty="0">
              <a:latin typeface="+mn-ea"/>
              <a:sym typeface="+mn-ea"/>
            </a:endParaRPr>
          </a:p>
        </p:txBody>
      </p:sp>
      <p:sp>
        <p:nvSpPr>
          <p:cNvPr id="71" name="Text Box 43">
            <a:extLst>
              <a:ext uri="{FF2B5EF4-FFF2-40B4-BE49-F238E27FC236}">
                <a16:creationId xmlns:a16="http://schemas.microsoft.com/office/drawing/2014/main" id="{DB38CAD5-829D-44E5-9E3A-72FFDC13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68" y="5351448"/>
            <a:ext cx="2268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90000" tIns="10800" rIns="90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提示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动画方式</a:t>
            </a:r>
            <a:r>
              <a:rPr lang="zh-CN" altLang="en-US" sz="1800" b="1" dirty="0">
                <a:latin typeface="宋体" panose="02010600030101010101" pitchFamily="2" charset="-122"/>
              </a:rPr>
              <a:t>观看</a:t>
            </a:r>
            <a:endParaRPr lang="en-US" altLang="zh-CN" sz="1800" b="1" spc="-150" dirty="0">
              <a:latin typeface="宋体" panose="02010600030101010101" pitchFamily="2" charset="-122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1F5BAC4-2D18-4498-AAC2-F50D092DB586}"/>
              </a:ext>
            </a:extLst>
          </p:cNvPr>
          <p:cNvCxnSpPr>
            <a:cxnSpLocks/>
          </p:cNvCxnSpPr>
          <p:nvPr/>
        </p:nvCxnSpPr>
        <p:spPr bwMode="auto">
          <a:xfrm>
            <a:off x="5294284" y="2852936"/>
            <a:ext cx="792000" cy="187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sp>
        <p:nvSpPr>
          <p:cNvPr id="68" name="Text Box 43">
            <a:extLst>
              <a:ext uri="{FF2B5EF4-FFF2-40B4-BE49-F238E27FC236}">
                <a16:creationId xmlns:a16="http://schemas.microsoft.com/office/drawing/2014/main" id="{0ECDAD59-DCE3-4714-8479-06022879D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378" y="6435144"/>
            <a:ext cx="4932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90000" tIns="10800" rIns="90000" bIns="1080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8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计算机组成的任务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>
                <a:latin typeface="宋体" panose="02010600030101010101" pitchFamily="2" charset="-122"/>
              </a:rPr>
              <a:t>用硬件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800" b="1" dirty="0">
                <a:latin typeface="宋体" panose="02010600030101010101" pitchFamily="2" charset="-122"/>
              </a:rPr>
              <a:t>工作方式＋</a:t>
            </a:r>
            <a:r>
              <a:rPr lang="en-US" altLang="zh-CN" sz="1800" b="1" dirty="0">
                <a:latin typeface="宋体" panose="02010600030101010101" pitchFamily="2" charset="-122"/>
              </a:rPr>
              <a:t>ISA</a:t>
            </a:r>
            <a:endParaRPr lang="en-US" altLang="zh-CN" sz="1800" b="1" spc="-15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105" grpId="0" animBg="1"/>
      <p:bldP spid="6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</a:t>
            </a:fld>
            <a:endParaRPr lang="en-US" altLang="zh-CN" dirty="0"/>
          </a:p>
        </p:txBody>
      </p:sp>
      <p:sp>
        <p:nvSpPr>
          <p:cNvPr id="225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6371340" cy="6096477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*指令系统的组成：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所支持指令的功能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格式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指令功能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指令格式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操作码编码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地址码编码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OPD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的存放：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寻址方式：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26" name="Text Box 5"/>
          <p:cNvSpPr txBox="1">
            <a:spLocks noChangeArrowheads="1"/>
          </p:cNvSpPr>
          <p:nvPr/>
        </p:nvSpPr>
        <p:spPr bwMode="auto">
          <a:xfrm>
            <a:off x="1475656" y="691200"/>
            <a:ext cx="7668344" cy="5896581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lIns="90000" tIns="64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＝指令的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集合</a:t>
            </a:r>
            <a:r>
              <a:rPr lang="zh-CN" altLang="en-US" sz="2000" b="1" dirty="0">
                <a:latin typeface="宋体" panose="02010600030101010101" pitchFamily="2" charset="-122"/>
              </a:rPr>
              <a:t>，指令功能用指令格式</a:t>
            </a:r>
            <a:r>
              <a:rPr lang="zh-CN" altLang="en-US" sz="2000" b="1" u="sng" dirty="0">
                <a:latin typeface="宋体" panose="02010600030101010101" pitchFamily="2" charset="-122"/>
              </a:rPr>
              <a:t>表示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＝数据操作＋指令地址计算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含取源</a:t>
            </a:r>
            <a:r>
              <a:rPr lang="en-US" altLang="zh-CN" sz="1600" b="1" dirty="0">
                <a:latin typeface="宋体" panose="02010600030101010101" pitchFamily="2" charset="-122"/>
              </a:rPr>
              <a:t>OPD+OP+</a:t>
            </a:r>
            <a:r>
              <a:rPr lang="zh-CN" altLang="en-US" sz="1600" b="1" dirty="0">
                <a:latin typeface="宋体" panose="02010600030101010101" pitchFamily="2" charset="-122"/>
              </a:rPr>
              <a:t>存目的</a:t>
            </a:r>
            <a:r>
              <a:rPr lang="en-US" altLang="zh-CN" sz="1600" b="1" dirty="0">
                <a:latin typeface="宋体" panose="02010600030101010101" pitchFamily="2" charset="-122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</a:rPr>
              <a:t>，</a:t>
            </a:r>
            <a:r>
              <a:rPr lang="en-US" altLang="zh-CN" sz="1600" b="1" dirty="0">
                <a:latin typeface="宋体" panose="02010600030101010101" pitchFamily="2" charset="-122"/>
              </a:rPr>
              <a:t>OP</a:t>
            </a:r>
            <a:r>
              <a:rPr lang="zh-CN" altLang="en-US" sz="1600" b="1" dirty="0">
                <a:latin typeface="宋体" panose="02010600030101010101" pitchFamily="2" charset="-122"/>
              </a:rPr>
              <a:t>有传送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计算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转移控制等，</a:t>
            </a:r>
            <a:r>
              <a:rPr lang="en-US" altLang="zh-CN" sz="1600" b="1" dirty="0">
                <a:latin typeface="宋体" panose="02010600030101010101" pitchFamily="2" charset="-122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</a:rPr>
              <a:t>有</a:t>
            </a:r>
            <a:r>
              <a:rPr lang="en-US" altLang="zh-CN" sz="1600" b="1" dirty="0">
                <a:latin typeface="宋体" panose="02010600030101010101" pitchFamily="2" charset="-122"/>
              </a:rPr>
              <a:t>…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u="sng" dirty="0">
                <a:latin typeface="宋体" panose="02010600030101010101" pitchFamily="2" charset="-122"/>
              </a:rPr>
              <a:t>定长</a:t>
            </a:r>
            <a:r>
              <a:rPr lang="en-US" altLang="zh-CN" sz="2000" b="1" u="sng" dirty="0">
                <a:latin typeface="宋体" panose="02010600030101010101" pitchFamily="2" charset="-122"/>
              </a:rPr>
              <a:t>/</a:t>
            </a:r>
            <a:r>
              <a:rPr lang="zh-CN" altLang="en-US" sz="2000" b="1" u="sng" dirty="0">
                <a:latin typeface="宋体" panose="02010600030101010101" pitchFamily="2" charset="-122"/>
              </a:rPr>
              <a:t>扩展</a:t>
            </a:r>
            <a:r>
              <a:rPr lang="zh-CN" altLang="en-US" sz="2000" b="1" dirty="0">
                <a:latin typeface="宋体" panose="02010600030101010101" pitchFamily="2" charset="-122"/>
              </a:rPr>
              <a:t>编码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面向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  <a:ea typeface="+mn-ea"/>
              </a:rPr>
              <a:t>所有指令</a:t>
            </a:r>
            <a:r>
              <a:rPr lang="zh-CN" altLang="en-US" sz="1600" b="1" dirty="0">
                <a:latin typeface="+mn-ea"/>
                <a:ea typeface="+mn-ea"/>
              </a:rPr>
              <a:t>的</a:t>
            </a:r>
            <a:r>
              <a:rPr lang="zh-CN" altLang="en-US" sz="1600" b="1" dirty="0">
                <a:latin typeface="宋体" panose="02010600030101010101" pitchFamily="2" charset="-122"/>
              </a:rPr>
              <a:t>显式操作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格式信息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2000" b="1" u="sng" dirty="0">
                <a:latin typeface="宋体" panose="02010600030101010101" pitchFamily="2" charset="-122"/>
              </a:rPr>
              <a:t>基于寻址方式</a:t>
            </a:r>
            <a:r>
              <a:rPr lang="zh-CN" altLang="en-US" sz="2000" b="1" dirty="0">
                <a:latin typeface="宋体" panose="02010600030101010101" pitchFamily="2" charset="-122"/>
              </a:rPr>
              <a:t>编码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+mn-ea"/>
              </a:rPr>
              <a:t>面向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</a:rPr>
              <a:t>当前指令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latin typeface="宋体" panose="02010600030101010101" pitchFamily="2" charset="-122"/>
              </a:rPr>
              <a:t>各</a:t>
            </a:r>
            <a:r>
              <a:rPr lang="en-US" altLang="zh-CN" sz="1600" b="1" dirty="0">
                <a:latin typeface="宋体" panose="02010600030101010101" pitchFamily="2" charset="-122"/>
              </a:rPr>
              <a:t>OPD/</a:t>
            </a:r>
            <a:r>
              <a:rPr lang="zh-CN" altLang="en-US" sz="1600" b="1" dirty="0">
                <a:latin typeface="宋体" panose="02010600030101010101" pitchFamily="2" charset="-122"/>
              </a:rPr>
              <a:t>下条指令地址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</a:t>
            </a:r>
            <a:r>
              <a:rPr lang="en-US" altLang="zh-CN" sz="2000" b="1" u="sng" dirty="0">
                <a:latin typeface="宋体" panose="02010600030101010101" pitchFamily="2" charset="-122"/>
              </a:rPr>
              <a:t>REGs/MEM/IO</a:t>
            </a:r>
            <a:r>
              <a:rPr lang="zh-CN" altLang="en-US" sz="2000" b="1" u="sng" dirty="0">
                <a:latin typeface="宋体" panose="02010600030101010101" pitchFamily="2" charset="-122"/>
              </a:rPr>
              <a:t>接口</a:t>
            </a:r>
            <a:r>
              <a:rPr lang="en-US" altLang="zh-CN" sz="2000" b="1" dirty="0">
                <a:latin typeface="宋体" panose="02010600030101010101" pitchFamily="2" charset="-122"/>
              </a:rPr>
              <a:t>/IR</a:t>
            </a:r>
            <a:r>
              <a:rPr lang="zh-CN" altLang="en-US" sz="2000" b="1" dirty="0">
                <a:latin typeface="宋体" panose="02010600030101010101" pitchFamily="2" charset="-122"/>
              </a:rPr>
              <a:t>中，表示为地址</a:t>
            </a:r>
            <a:r>
              <a:rPr lang="en-US" altLang="zh-CN" sz="2000" b="1" dirty="0"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</a:rPr>
              <a:t>长度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占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en-US" altLang="zh-CN" sz="1600" b="1" dirty="0">
                <a:latin typeface="+mn-lt"/>
              </a:rPr>
              <a:t>~</a:t>
            </a:r>
            <a:r>
              <a:rPr lang="en-US" altLang="zh-CN" sz="1600" b="1" dirty="0">
                <a:latin typeface="宋体" panose="02010600030101010101" pitchFamily="2" charset="-122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</a:rPr>
              <a:t>单元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存放方式～部件组织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操作码中表示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</a:rPr>
              <a:t>地址</a:t>
            </a:r>
            <a:r>
              <a:rPr lang="en-US" altLang="zh-CN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 err="1">
                <a:latin typeface="+mn-ea"/>
              </a:rPr>
              <a:t>func</a:t>
            </a:r>
            <a:r>
              <a:rPr lang="en-US" altLang="zh-CN" sz="2000" b="1" dirty="0">
                <a:latin typeface="宋体" panose="02010600030101010101" pitchFamily="2" charset="-122"/>
              </a:rPr>
              <a:t>(F,A)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 err="1">
                <a:latin typeface="宋体" panose="02010600030101010101" pitchFamily="2" charset="-122"/>
              </a:rPr>
              <a:t>func</a:t>
            </a:r>
            <a:r>
              <a:rPr lang="zh-CN" altLang="en-US" sz="2000" b="1" dirty="0">
                <a:latin typeface="宋体" panose="02010600030101010101" pitchFamily="2" charset="-122"/>
              </a:rPr>
              <a:t>有立即</a:t>
            </a:r>
            <a:r>
              <a:rPr lang="en-US" altLang="zh-CN" sz="2000" b="1" dirty="0">
                <a:latin typeface="宋体" panose="02010600030101010101" pitchFamily="2" charset="-122"/>
              </a:rPr>
              <a:t>/REG/</a:t>
            </a:r>
            <a:r>
              <a:rPr lang="zh-CN" altLang="en-US" sz="2000" b="1" dirty="0">
                <a:latin typeface="宋体" panose="02010600030101010101" pitchFamily="2" charset="-122"/>
              </a:rPr>
              <a:t>直接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相对</a:t>
            </a:r>
            <a:r>
              <a:rPr lang="en-US" altLang="zh-CN" sz="2000" b="1" dirty="0">
                <a:latin typeface="宋体" panose="02010600030101010101" pitchFamily="2" charset="-122"/>
              </a:rPr>
              <a:t>/…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                   (F</a:t>
            </a:r>
            <a:r>
              <a:rPr lang="zh-CN" altLang="en-US" sz="1600" b="1" dirty="0">
                <a:latin typeface="宋体" panose="02010600030101010101" pitchFamily="2" charset="-122"/>
              </a:rPr>
              <a:t>面向当前指令，各指令的</a:t>
            </a:r>
            <a:r>
              <a:rPr lang="en-US" altLang="zh-CN" sz="1600" b="1" dirty="0">
                <a:latin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</a:rPr>
              <a:t>尽量统一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55EFBD2-8C55-45A7-A642-6CC29B31CFC9}"/>
              </a:ext>
            </a:extLst>
          </p:cNvPr>
          <p:cNvGrpSpPr/>
          <p:nvPr/>
        </p:nvGrpSpPr>
        <p:grpSpPr>
          <a:xfrm>
            <a:off x="6372200" y="764704"/>
            <a:ext cx="2340000" cy="648000"/>
            <a:chOff x="3671896" y="1224000"/>
            <a:chExt cx="2340000" cy="648000"/>
          </a:xfrm>
        </p:grpSpPr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A1D8A8E0-5786-449C-878C-72A96EDEF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896" y="1224000"/>
              <a:ext cx="1296000" cy="64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R[A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]←M[A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…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R[A]←R[A]+1</a:t>
              </a:r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B077CABB-8A01-4C40-9C13-EF02707F7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1896" y="1224000"/>
              <a:ext cx="54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0" bIns="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B025AB95-4C41-4629-B718-C8E2849C5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23896" y="1224000"/>
              <a:ext cx="794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A2A702FA-3EF1-4B6C-B505-B86D96C16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9758" y="1224000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MOV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25B12E86-57EC-44E2-876E-10E8F4224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1896" y="1654448"/>
              <a:ext cx="2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5EEA42CD-C397-4A57-9B3F-0160847E3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688" y="1654448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INC</a:t>
              </a:r>
            </a:p>
          </p:txBody>
        </p:sp>
        <p:sp>
          <p:nvSpPr>
            <p:cNvPr id="55" name="Text Box 46">
              <a:extLst>
                <a:ext uri="{FF2B5EF4-FFF2-40B4-BE49-F238E27FC236}">
                  <a16:creationId xmlns:a16="http://schemas.microsoft.com/office/drawing/2014/main" id="{F9BF0D3C-619C-4763-95E2-D0BA21FB3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7400" y="143844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 anchor="ctr" anchorCtr="0"/>
            <a:lstStyle/>
            <a:p>
              <a:pPr algn="ctr">
                <a:lnSpc>
                  <a:spcPct val="105000"/>
                </a:lnSpc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sp>
        <p:nvSpPr>
          <p:cNvPr id="56" name="Text Box 205">
            <a:extLst>
              <a:ext uri="{FF2B5EF4-FFF2-40B4-BE49-F238E27FC236}">
                <a16:creationId xmlns:a16="http://schemas.microsoft.com/office/drawing/2014/main" id="{5A511E18-3646-4496-A062-D232F8FFF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000" y="3820089"/>
            <a:ext cx="7020200" cy="5793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rIns="36195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注：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功能所含信息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操作类型、源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目的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、下条指令地址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操作码特征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无二义性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标识不同指令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，可表明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当前指令的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隐式信息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300DF35-BA62-42A1-A917-A9B3830B1350}"/>
              </a:ext>
            </a:extLst>
          </p:cNvPr>
          <p:cNvGrpSpPr/>
          <p:nvPr/>
        </p:nvGrpSpPr>
        <p:grpSpPr>
          <a:xfrm>
            <a:off x="6048000" y="1844824"/>
            <a:ext cx="2628000" cy="612040"/>
            <a:chOff x="6120514" y="4365104"/>
            <a:chExt cx="2628000" cy="612040"/>
          </a:xfrm>
        </p:grpSpPr>
        <p:sp>
          <p:nvSpPr>
            <p:cNvPr id="58" name="Text Box 22">
              <a:extLst>
                <a:ext uri="{FF2B5EF4-FFF2-40B4-BE49-F238E27FC236}">
                  <a16:creationId xmlns:a16="http://schemas.microsoft.com/office/drawing/2014/main" id="{E84BCEFD-4FCD-45E6-91E1-3E38BFAD8F56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876256" y="4725144"/>
              <a:ext cx="1800000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15C2C9B-D741-4C3D-9776-3294B01B1527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>
            <a:xfrm>
              <a:off x="6300192" y="4869160"/>
              <a:ext cx="576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22">
              <a:extLst>
                <a:ext uri="{FF2B5EF4-FFF2-40B4-BE49-F238E27FC236}">
                  <a16:creationId xmlns:a16="http://schemas.microsoft.com/office/drawing/2014/main" id="{E55334C5-52FE-41AE-95FC-61477C44BED4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120514" y="4365104"/>
              <a:ext cx="2628000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的存放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(GPRs/MEM/IR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等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ABDB1C9F-CB75-456E-A6F2-C47F90C5FD12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>
            <a:xfrm>
              <a:off x="6516216" y="4622690"/>
              <a:ext cx="0" cy="252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7C0712B-A96D-41C1-8348-529D4956B301}"/>
              </a:ext>
            </a:extLst>
          </p:cNvPr>
          <p:cNvGrpSpPr/>
          <p:nvPr/>
        </p:nvGrpSpPr>
        <p:grpSpPr>
          <a:xfrm>
            <a:off x="3420000" y="2204824"/>
            <a:ext cx="2807415" cy="864096"/>
            <a:chOff x="3276490" y="4653136"/>
            <a:chExt cx="2807415" cy="864096"/>
          </a:xfrm>
        </p:grpSpPr>
        <p:sp>
          <p:nvSpPr>
            <p:cNvPr id="63" name="Text Box 22">
              <a:extLst>
                <a:ext uri="{FF2B5EF4-FFF2-40B4-BE49-F238E27FC236}">
                  <a16:creationId xmlns:a16="http://schemas.microsoft.com/office/drawing/2014/main" id="{835BB2D6-CB2E-4AC0-90BD-F6E3EE136051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707905" y="4653136"/>
              <a:ext cx="237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显式的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信息</a:t>
              </a:r>
            </a:p>
          </p:txBody>
        </p:sp>
        <p:sp>
          <p:nvSpPr>
            <p:cNvPr id="64" name="Text Box 22">
              <a:extLst>
                <a:ext uri="{FF2B5EF4-FFF2-40B4-BE49-F238E27FC236}">
                  <a16:creationId xmlns:a16="http://schemas.microsoft.com/office/drawing/2014/main" id="{EF207B34-B17D-4584-9582-BC6E420FA864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707905" y="4960218"/>
              <a:ext cx="20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显式的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操作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格式信息</a:t>
              </a:r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A1A960EA-21DF-4352-9726-A5B2AD370CC6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>
            <a:xfrm>
              <a:off x="3276490" y="4797152"/>
              <a:ext cx="432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869A9D72-D7AE-4877-8644-76B0639A54F4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>
            <a:xfrm>
              <a:off x="3276490" y="5085184"/>
              <a:ext cx="432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 Box 22">
              <a:extLst>
                <a:ext uri="{FF2B5EF4-FFF2-40B4-BE49-F238E27FC236}">
                  <a16:creationId xmlns:a16="http://schemas.microsoft.com/office/drawing/2014/main" id="{63ECB3F6-1060-47CD-A778-792AAEF1EAD3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707904" y="5265232"/>
              <a:ext cx="20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隐式的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信息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除显式外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CEF44264-DF67-4FD2-9C44-D6BAE1646B87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>
            <a:xfrm>
              <a:off x="3276490" y="5373216"/>
              <a:ext cx="432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2A57AC57-68B9-45F9-9E3D-CF16AAB604B1}"/>
              </a:ext>
            </a:extLst>
          </p:cNvPr>
          <p:cNvGrpSpPr/>
          <p:nvPr/>
        </p:nvGrpSpPr>
        <p:grpSpPr>
          <a:xfrm>
            <a:off x="3203345" y="1844824"/>
            <a:ext cx="2088000" cy="1080088"/>
            <a:chOff x="3059835" y="4293096"/>
            <a:chExt cx="2088000" cy="1080088"/>
          </a:xfrm>
        </p:grpSpPr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FDBEF003-704A-4D47-A9DE-1F2D13CDE87A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>
            <a:xfrm>
              <a:off x="3491882" y="4581096"/>
              <a:ext cx="0" cy="216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 Box 22">
              <a:extLst>
                <a:ext uri="{FF2B5EF4-FFF2-40B4-BE49-F238E27FC236}">
                  <a16:creationId xmlns:a16="http://schemas.microsoft.com/office/drawing/2014/main" id="{F8FE9C49-634E-4EE8-91C5-D6A71A659EDC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059835" y="4293096"/>
              <a:ext cx="2088000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表示方式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显式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D8D95A0C-97D4-4A9D-8872-0935B6FA8062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>
            <a:xfrm>
              <a:off x="3491880" y="4797152"/>
              <a:ext cx="0" cy="288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E21D14F0-3271-4DE3-8418-89AECB1F1F9A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>
            <a:xfrm>
              <a:off x="3491880" y="5085184"/>
              <a:ext cx="0" cy="288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7B278173-FF8D-4E1E-9DEE-A3BD72F7F855}"/>
              </a:ext>
            </a:extLst>
          </p:cNvPr>
          <p:cNvGrpSpPr/>
          <p:nvPr/>
        </p:nvGrpSpPr>
        <p:grpSpPr>
          <a:xfrm>
            <a:off x="7632125" y="2492824"/>
            <a:ext cx="1259875" cy="972000"/>
            <a:chOff x="7596336" y="4583096"/>
            <a:chExt cx="1259875" cy="972000"/>
          </a:xfrm>
        </p:grpSpPr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31FAD977-90F8-4B7B-BC91-955B8232EBDB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>
            <a:xfrm>
              <a:off x="7596336" y="4583096"/>
              <a:ext cx="0" cy="97200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 Box 22">
              <a:extLst>
                <a:ext uri="{FF2B5EF4-FFF2-40B4-BE49-F238E27FC236}">
                  <a16:creationId xmlns:a16="http://schemas.microsoft.com/office/drawing/2014/main" id="{B25363BD-DF71-4198-A3AD-2689D460F4E1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632211" y="4797151"/>
              <a:ext cx="1224000" cy="54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地址编码</a:t>
              </a:r>
              <a:endParaRPr lang="en-US" altLang="zh-CN" sz="16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cs typeface="Times New Roman" panose="02020603050405020304" pitchFamily="18" charset="0"/>
                </a:rPr>
                <a:t>~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寻址方式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7B6001E9-7A8C-4155-BA95-0F204798A675}"/>
              </a:ext>
            </a:extLst>
          </p:cNvPr>
          <p:cNvGrpSpPr/>
          <p:nvPr/>
        </p:nvGrpSpPr>
        <p:grpSpPr>
          <a:xfrm>
            <a:off x="1116000" y="2274928"/>
            <a:ext cx="7487942" cy="1479832"/>
            <a:chOff x="972490" y="4257216"/>
            <a:chExt cx="7487942" cy="1479832"/>
          </a:xfrm>
        </p:grpSpPr>
        <p:sp>
          <p:nvSpPr>
            <p:cNvPr id="78" name="Text Box 22">
              <a:extLst>
                <a:ext uri="{FF2B5EF4-FFF2-40B4-BE49-F238E27FC236}">
                  <a16:creationId xmlns:a16="http://schemas.microsoft.com/office/drawing/2014/main" id="{1C4CFEBA-399B-4307-AEAA-AC25EC351C36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84490" y="5157248"/>
              <a:ext cx="2736000" cy="252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地址码个数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目的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位置等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9" name="Text Box 22">
              <a:extLst>
                <a:ext uri="{FF2B5EF4-FFF2-40B4-BE49-F238E27FC236}">
                  <a16:creationId xmlns:a16="http://schemas.microsoft.com/office/drawing/2014/main" id="{BA4F140D-C308-4B65-82F2-AE6E16085227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763744" y="4259112"/>
              <a:ext cx="504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功能所含信息</a:t>
              </a:r>
            </a:p>
          </p:txBody>
        </p:sp>
        <p:sp>
          <p:nvSpPr>
            <p:cNvPr id="80" name="Text Box 23">
              <a:extLst>
                <a:ext uri="{FF2B5EF4-FFF2-40B4-BE49-F238E27FC236}">
                  <a16:creationId xmlns:a16="http://schemas.microsoft.com/office/drawing/2014/main" id="{3395C621-C0D6-425F-BF64-C9BF84630019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948432" y="5485048"/>
              <a:ext cx="151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地址码</a:t>
              </a:r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93F4B73F-9CFD-48C7-BA0C-E06114D56AA0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7380480" y="5483112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067CE28-B227-45F6-AC28-370F31EB7FF2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8100560" y="5483112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3" name="Text Box 22">
              <a:extLst>
                <a:ext uri="{FF2B5EF4-FFF2-40B4-BE49-F238E27FC236}">
                  <a16:creationId xmlns:a16="http://schemas.microsoft.com/office/drawing/2014/main" id="{F17B4306-4550-4284-810B-DB9C4BF1527A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72490" y="5485048"/>
              <a:ext cx="1008112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指令格式</a:t>
              </a:r>
            </a:p>
          </p:txBody>
        </p:sp>
        <p:sp>
          <p:nvSpPr>
            <p:cNvPr id="84" name="Text Box 22">
              <a:extLst>
                <a:ext uri="{FF2B5EF4-FFF2-40B4-BE49-F238E27FC236}">
                  <a16:creationId xmlns:a16="http://schemas.microsoft.com/office/drawing/2014/main" id="{3CB7B58E-210C-479C-911E-2D4A79640D56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556490" y="4257216"/>
              <a:ext cx="720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需表示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的信息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24B2789B-F448-49C5-8667-2E5362A93629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>
              <a:off x="2268490" y="4617160"/>
              <a:ext cx="288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F79161A0-08FF-4826-B0E5-C677F8BC24C5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>
            <a:xfrm>
              <a:off x="1980490" y="5663112"/>
              <a:ext cx="4176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 Box 22">
              <a:extLst>
                <a:ext uri="{FF2B5EF4-FFF2-40B4-BE49-F238E27FC236}">
                  <a16:creationId xmlns:a16="http://schemas.microsoft.com/office/drawing/2014/main" id="{7FBCF029-B815-4EEF-8722-2963B8A48D94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156432" y="5485048"/>
              <a:ext cx="792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88" name="Text Box 22">
              <a:extLst>
                <a:ext uri="{FF2B5EF4-FFF2-40B4-BE49-F238E27FC236}">
                  <a16:creationId xmlns:a16="http://schemas.microsoft.com/office/drawing/2014/main" id="{30A2A033-E271-4838-ABBE-E3A30AD3B8AD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448490" y="5157248"/>
              <a:ext cx="93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格式参数</a:t>
              </a: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F0E04288-0BD5-4B98-8A07-533864142904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>
            <a:xfrm flipV="1">
              <a:off x="2916490" y="4977200"/>
              <a:ext cx="0" cy="180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 Box 22">
              <a:extLst>
                <a:ext uri="{FF2B5EF4-FFF2-40B4-BE49-F238E27FC236}">
                  <a16:creationId xmlns:a16="http://schemas.microsoft.com/office/drawing/2014/main" id="{69F29F40-362F-4863-A6B3-1B5ABBC03AC6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72490" y="4331112"/>
              <a:ext cx="504000" cy="57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指令功能</a:t>
              </a: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C60DB5C4-A799-4EF5-9119-3B58068ED2CF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>
              <a:off x="1476490" y="4619112"/>
              <a:ext cx="288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2E0C71B8-820B-42FF-B372-052C409C8118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>
            <a:xfrm flipV="1">
              <a:off x="2916490" y="5411317"/>
              <a:ext cx="0" cy="144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A9695375-3958-4D9E-BA15-E0C44069BB8A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 flipH="1">
              <a:off x="2916490" y="5555112"/>
              <a:ext cx="3240000" cy="1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7705C152-8DEC-4857-8A78-D61CDF0853AB}"/>
              </a:ext>
            </a:extLst>
          </p:cNvPr>
          <p:cNvGrpSpPr/>
          <p:nvPr/>
        </p:nvGrpSpPr>
        <p:grpSpPr>
          <a:xfrm>
            <a:off x="5939646" y="2634872"/>
            <a:ext cx="1368354" cy="864000"/>
            <a:chOff x="5939646" y="2060848"/>
            <a:chExt cx="1368354" cy="864000"/>
          </a:xfrm>
        </p:grpSpPr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28D6E40D-1E48-4972-BEB9-B04566207FD7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6768000" y="2060848"/>
              <a:ext cx="1" cy="86400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 Box 22">
              <a:extLst>
                <a:ext uri="{FF2B5EF4-FFF2-40B4-BE49-F238E27FC236}">
                  <a16:creationId xmlns:a16="http://schemas.microsoft.com/office/drawing/2014/main" id="{2EB57CE5-0BEF-46B5-A7CA-CE5E6F7F985D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768000" y="2132904"/>
              <a:ext cx="540000" cy="4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操作</a:t>
              </a:r>
              <a:endParaRPr lang="en-US" altLang="zh-CN" sz="16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编码</a:t>
              </a:r>
              <a:endParaRPr lang="zh-CN" altLang="en-US" sz="14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A1F94A9F-94CA-412E-9F3F-EFB073575FAB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5939646" y="2060848"/>
              <a:ext cx="828000" cy="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F61B1D51-4E93-42B1-80E1-8A46C7FBD067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5939646" y="2348880"/>
              <a:ext cx="612000" cy="575742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 Box 22">
              <a:extLst>
                <a:ext uri="{FF2B5EF4-FFF2-40B4-BE49-F238E27FC236}">
                  <a16:creationId xmlns:a16="http://schemas.microsoft.com/office/drawing/2014/main" id="{CFAD1EC6-62AC-4737-BF83-22831A893AD0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192000" y="2422800"/>
              <a:ext cx="504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表明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9CFA6CD4-17F6-4D75-A3E1-383B54098BC3}"/>
              </a:ext>
            </a:extLst>
          </p:cNvPr>
          <p:cNvGrpSpPr/>
          <p:nvPr/>
        </p:nvGrpSpPr>
        <p:grpSpPr>
          <a:xfrm>
            <a:off x="2088112" y="6273249"/>
            <a:ext cx="3131960" cy="252095"/>
            <a:chOff x="1080000" y="1764000"/>
            <a:chExt cx="3131960" cy="252095"/>
          </a:xfrm>
        </p:grpSpPr>
        <p:sp>
          <p:nvSpPr>
            <p:cNvPr id="101" name="Text Box 9">
              <a:extLst>
                <a:ext uri="{FF2B5EF4-FFF2-40B4-BE49-F238E27FC236}">
                  <a16:creationId xmlns:a16="http://schemas.microsoft.com/office/drawing/2014/main" id="{52475461-EA9B-4F16-95D5-BC1A28CB881F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871985" y="1764000"/>
              <a:ext cx="2339975" cy="2520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寻址方式位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F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地址参数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102" name="Text Box 27">
              <a:extLst>
                <a:ext uri="{FF2B5EF4-FFF2-40B4-BE49-F238E27FC236}">
                  <a16:creationId xmlns:a16="http://schemas.microsoft.com/office/drawing/2014/main" id="{D54C9BAF-0553-411D-B575-AF719FA54D6A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080000" y="1764000"/>
              <a:ext cx="2195856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:</a:t>
              </a:r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26D0A939-211F-4456-8D4E-35302D6C08CA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3095630" y="1764000"/>
              <a:ext cx="0" cy="25209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2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7128088" cy="600260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*运算器的组成：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sz="1600" b="1" dirty="0">
                <a:latin typeface="宋体" panose="02010600030101010101" pitchFamily="2" charset="-122"/>
              </a:rPr>
              <a:t>ISA</a:t>
            </a:r>
            <a:r>
              <a:rPr lang="zh-CN" altLang="en-US" sz="1600" b="1" dirty="0">
                <a:latin typeface="宋体" panose="02010600030101010101" pitchFamily="2" charset="-122"/>
              </a:rPr>
              <a:t>中各指令的功能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运算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暂存结果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部件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互连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运算部件的组织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</a:rPr>
              <a:t>ISA)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数据表示认知：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运算方法设计：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部件组织：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4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存放部件的组织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</a:rPr>
              <a:t>ISA)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475656" y="691200"/>
            <a:ext cx="7524328" cy="5869074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648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有运算部件</a:t>
            </a:r>
            <a:r>
              <a:rPr lang="en-US" altLang="zh-CN" sz="1600" b="1" dirty="0">
                <a:latin typeface="宋体" panose="02010600030101010101" pitchFamily="2" charset="-122"/>
              </a:rPr>
              <a:t>(ALU/FPU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</a:rPr>
              <a:t>＋</a:t>
            </a:r>
            <a:r>
              <a:rPr lang="zh-CN" altLang="en-US" sz="2000" b="1" dirty="0">
                <a:latin typeface="宋体" panose="02010600030101010101" pitchFamily="2" charset="-122"/>
              </a:rPr>
              <a:t>存放部件</a:t>
            </a:r>
            <a:r>
              <a:rPr lang="en-US" altLang="zh-CN" sz="1600" b="1" dirty="0">
                <a:latin typeface="宋体" panose="02010600030101010101" pitchFamily="2" charset="-122"/>
              </a:rPr>
              <a:t>(GPRs/PSR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有总线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专用结构，满足各指令的数据路径</a:t>
            </a:r>
            <a:r>
              <a:rPr lang="en-US" altLang="zh-CN" sz="2000" b="1" dirty="0">
                <a:latin typeface="宋体" panose="02010600030101010101" pitchFamily="2" charset="-122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</a:rPr>
              <a:t>数据通路的子集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   约定进制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格式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编码，有整数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含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逻辑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字符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、浮点数等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 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基于</a:t>
            </a:r>
            <a:r>
              <a:rPr lang="zh-CN" altLang="en-US" sz="2000" b="1" dirty="0">
                <a:latin typeface="宋体" panose="02010600030101010101" pitchFamily="2" charset="-122"/>
              </a:rPr>
              <a:t>数据表示，有定点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含移位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逻辑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关系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、浮点运算等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满足</a:t>
            </a:r>
            <a:r>
              <a:rPr lang="zh-CN" altLang="en-US" sz="2000" b="1" dirty="0">
                <a:latin typeface="宋体" panose="02010600030101010101" pitchFamily="2" charset="-122"/>
              </a:rPr>
              <a:t>各指令操作需求，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尽量复用</a:t>
            </a:r>
            <a:r>
              <a:rPr lang="zh-CN" altLang="en-US" sz="2000" b="1" dirty="0">
                <a:latin typeface="宋体" panose="02010600030101010101" pitchFamily="2" charset="-122"/>
              </a:rPr>
              <a:t>器件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如算逻</a:t>
            </a:r>
            <a:r>
              <a:rPr lang="en-US" altLang="zh-CN" sz="1600" b="1" dirty="0">
                <a:latin typeface="宋体" panose="02010600030101010101" pitchFamily="2" charset="-122"/>
              </a:rPr>
              <a:t>/±/</a:t>
            </a:r>
            <a:r>
              <a:rPr lang="zh-CN" altLang="en-US" sz="1600" b="1" dirty="0">
                <a:latin typeface="宋体" panose="02010600030101010101" pitchFamily="2" charset="-122"/>
              </a:rPr>
              <a:t>移位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乘法</a:t>
            </a:r>
            <a:r>
              <a:rPr lang="en-US" altLang="zh-CN" sz="1600" b="1" dirty="0">
                <a:latin typeface="宋体" panose="02010600030101010101" pitchFamily="2" charset="-122"/>
              </a:rPr>
              <a:t>) 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4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有寄存器组、状态寄存器等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308C1C03-0AFE-4F47-86B7-AA39E382A061}"/>
              </a:ext>
            </a:extLst>
          </p:cNvPr>
          <p:cNvGrpSpPr/>
          <p:nvPr/>
        </p:nvGrpSpPr>
        <p:grpSpPr>
          <a:xfrm>
            <a:off x="1512000" y="1808792"/>
            <a:ext cx="6156928" cy="1008000"/>
            <a:chOff x="-108520" y="1980000"/>
            <a:chExt cx="6156928" cy="1008000"/>
          </a:xfrm>
        </p:grpSpPr>
        <p:sp>
          <p:nvSpPr>
            <p:cNvPr id="166" name="Text Box 255">
              <a:extLst>
                <a:ext uri="{FF2B5EF4-FFF2-40B4-BE49-F238E27FC236}">
                  <a16:creationId xmlns:a16="http://schemas.microsoft.com/office/drawing/2014/main" id="{2F70C758-7039-4B05-AF6A-AFEA6EED6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400" y="2376000"/>
              <a:ext cx="432000" cy="288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PSR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F05646DE-B464-4896-A525-9584BD8F781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44400" y="2412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68" name="Text Box 286">
              <a:extLst>
                <a:ext uri="{FF2B5EF4-FFF2-40B4-BE49-F238E27FC236}">
                  <a16:creationId xmlns:a16="http://schemas.microsoft.com/office/drawing/2014/main" id="{0E5EE370-9F8C-4011-BF60-F4AB0C096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400" y="2412000"/>
              <a:ext cx="1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…</a:t>
              </a:r>
              <a:endParaRPr lang="zh-CN" altLang="en-US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33400299-9EA3-4234-8DB8-64E60B99732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44400" y="2628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70" name="AutoShape 266">
              <a:extLst>
                <a:ext uri="{FF2B5EF4-FFF2-40B4-BE49-F238E27FC236}">
                  <a16:creationId xmlns:a16="http://schemas.microsoft.com/office/drawing/2014/main" id="{793B6873-AF50-40FA-9430-CEEFE0764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400" y="2448072"/>
              <a:ext cx="1080000" cy="288000"/>
            </a:xfrm>
            <a:custGeom>
              <a:avLst/>
              <a:gdLst>
                <a:gd name="G0" fmla="+- 4232 0 0"/>
                <a:gd name="G1" fmla="+- 21600 0 4232"/>
                <a:gd name="G2" fmla="*/ 4232 1 2"/>
                <a:gd name="G3" fmla="+- 21600 0 G2"/>
                <a:gd name="G4" fmla="+/ 4232 21600 2"/>
                <a:gd name="G5" fmla="+/ G1 0 2"/>
                <a:gd name="G6" fmla="*/ 21600 21600 4232"/>
                <a:gd name="G7" fmla="*/ G6 1 2"/>
                <a:gd name="G8" fmla="+- 21600 0 G7"/>
                <a:gd name="G9" fmla="*/ 21600 1 2"/>
                <a:gd name="G10" fmla="+- 4232 0 G9"/>
                <a:gd name="G11" fmla="?: G10 G8 0"/>
                <a:gd name="G12" fmla="?: G10 G7 21600"/>
                <a:gd name="T0" fmla="*/ 19484 w 21600"/>
                <a:gd name="T1" fmla="*/ 10800 h 21600"/>
                <a:gd name="T2" fmla="*/ 10800 w 21600"/>
                <a:gd name="T3" fmla="*/ 21600 h 21600"/>
                <a:gd name="T4" fmla="*/ 2116 w 21600"/>
                <a:gd name="T5" fmla="*/ 10800 h 21600"/>
                <a:gd name="T6" fmla="*/ 10800 w 21600"/>
                <a:gd name="T7" fmla="*/ 0 h 21600"/>
                <a:gd name="T8" fmla="*/ 3916 w 21600"/>
                <a:gd name="T9" fmla="*/ 3916 h 21600"/>
                <a:gd name="T10" fmla="*/ 17684 w 21600"/>
                <a:gd name="T11" fmla="*/ 1768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232" y="21600"/>
                  </a:lnTo>
                  <a:lnTo>
                    <a:pt x="173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71" name="直接箭头连接符 12">
              <a:extLst>
                <a:ext uri="{FF2B5EF4-FFF2-40B4-BE49-F238E27FC236}">
                  <a16:creationId xmlns:a16="http://schemas.microsoft.com/office/drawing/2014/main" id="{9054C68C-B454-4F09-9884-9FF6740DD3DD}"/>
                </a:ext>
              </a:extLst>
            </p:cNvPr>
            <p:cNvCxnSpPr/>
            <p:nvPr/>
          </p:nvCxnSpPr>
          <p:spPr bwMode="auto">
            <a:xfrm>
              <a:off x="3204474" y="2844000"/>
              <a:ext cx="93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C88182FF-7FBC-406A-A470-D1F49CC579B9}"/>
                </a:ext>
              </a:extLst>
            </p:cNvPr>
            <p:cNvCxnSpPr/>
            <p:nvPr/>
          </p:nvCxnSpPr>
          <p:spPr bwMode="auto">
            <a:xfrm>
              <a:off x="2844400" y="1980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B5E62DAC-558C-4CE6-9478-14FEFE4EC005}"/>
                </a:ext>
              </a:extLst>
            </p:cNvPr>
            <p:cNvCxnSpPr/>
            <p:nvPr/>
          </p:nvCxnSpPr>
          <p:spPr bwMode="auto">
            <a:xfrm>
              <a:off x="3635824" y="1980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F2236AE4-A074-402F-9BED-A6B52294C1C5}"/>
                </a:ext>
              </a:extLst>
            </p:cNvPr>
            <p:cNvCxnSpPr/>
            <p:nvPr/>
          </p:nvCxnSpPr>
          <p:spPr bwMode="auto">
            <a:xfrm flipV="1">
              <a:off x="2664400" y="2664000"/>
              <a:ext cx="16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92E1E8C1-A5DD-41F9-9D18-B83018090276}"/>
                </a:ext>
              </a:extLst>
            </p:cNvPr>
            <p:cNvCxnSpPr/>
            <p:nvPr/>
          </p:nvCxnSpPr>
          <p:spPr bwMode="auto">
            <a:xfrm flipV="1">
              <a:off x="2664400" y="2664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6" name="Text Box 286">
              <a:extLst>
                <a:ext uri="{FF2B5EF4-FFF2-40B4-BE49-F238E27FC236}">
                  <a16:creationId xmlns:a16="http://schemas.microsoft.com/office/drawing/2014/main" id="{4658F697-EB69-453F-9FE9-479CEDBCD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400" y="2808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opA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BF31A19F-B2E5-42B3-A49D-7169B4BC6B1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92400" y="2592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CDC37280-4E02-4312-AADB-8F3328638F0B}"/>
                </a:ext>
              </a:extLst>
            </p:cNvPr>
            <p:cNvCxnSpPr/>
            <p:nvPr/>
          </p:nvCxnSpPr>
          <p:spPr bwMode="auto">
            <a:xfrm flipH="1">
              <a:off x="3204400" y="273600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80" name="Text Box 286">
              <a:extLst>
                <a:ext uri="{FF2B5EF4-FFF2-40B4-BE49-F238E27FC236}">
                  <a16:creationId xmlns:a16="http://schemas.microsoft.com/office/drawing/2014/main" id="{023F2651-88CB-4D53-A810-33C5B77EE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6400" y="24840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>
                  <a:solidFill>
                    <a:schemeClr val="tx1"/>
                  </a:solidFill>
                  <a:latin typeface="+mn-ea"/>
                  <a:ea typeface="+mn-ea"/>
                </a:rPr>
                <a:t>Cout</a:t>
              </a:r>
              <a:endParaRPr lang="zh-CN" altLang="en-US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A80C729B-88EF-40DF-B011-F6800F4ED836}"/>
                </a:ext>
              </a:extLst>
            </p:cNvPr>
            <p:cNvCxnSpPr/>
            <p:nvPr/>
          </p:nvCxnSpPr>
          <p:spPr bwMode="auto">
            <a:xfrm flipV="1">
              <a:off x="4140000" y="1980000"/>
              <a:ext cx="0" cy="86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83" name="Text Box 286">
              <a:extLst>
                <a:ext uri="{FF2B5EF4-FFF2-40B4-BE49-F238E27FC236}">
                  <a16:creationId xmlns:a16="http://schemas.microsoft.com/office/drawing/2014/main" id="{ADD52862-9F58-4727-9263-795B510B2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000" y="2484000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opS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184" name="Text Box 255">
              <a:extLst>
                <a:ext uri="{FF2B5EF4-FFF2-40B4-BE49-F238E27FC236}">
                  <a16:creationId xmlns:a16="http://schemas.microsoft.com/office/drawing/2014/main" id="{FBAE1C8A-3DA3-4EB2-9424-20376F957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400" y="2448072"/>
              <a:ext cx="792000" cy="288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移位器</a:t>
              </a:r>
            </a:p>
          </p:txBody>
        </p:sp>
        <p:cxnSp>
          <p:nvCxnSpPr>
            <p:cNvPr id="185" name="直接箭头连接符 184">
              <a:extLst>
                <a:ext uri="{FF2B5EF4-FFF2-40B4-BE49-F238E27FC236}">
                  <a16:creationId xmlns:a16="http://schemas.microsoft.com/office/drawing/2014/main" id="{A4739C2F-8190-4476-A1BD-906807EE5FA1}"/>
                </a:ext>
              </a:extLst>
            </p:cNvPr>
            <p:cNvCxnSpPr/>
            <p:nvPr/>
          </p:nvCxnSpPr>
          <p:spPr bwMode="auto">
            <a:xfrm flipH="1">
              <a:off x="4932400" y="1980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2DD1B413-881F-41D7-A283-5C5BF6BCE740}"/>
                </a:ext>
              </a:extLst>
            </p:cNvPr>
            <p:cNvCxnSpPr/>
            <p:nvPr/>
          </p:nvCxnSpPr>
          <p:spPr bwMode="auto">
            <a:xfrm>
              <a:off x="5364352" y="1980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01E13B65-23E0-4B7A-8A78-F13D6ED943F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08000" y="2592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DDB5C799-53E1-47CD-AE93-9B748CFC70BA}"/>
                </a:ext>
              </a:extLst>
            </p:cNvPr>
            <p:cNvCxnSpPr/>
            <p:nvPr/>
          </p:nvCxnSpPr>
          <p:spPr bwMode="auto">
            <a:xfrm flipV="1">
              <a:off x="6048408" y="1980000"/>
              <a:ext cx="0" cy="86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9" name="直接箭头连接符 12">
              <a:extLst>
                <a:ext uri="{FF2B5EF4-FFF2-40B4-BE49-F238E27FC236}">
                  <a16:creationId xmlns:a16="http://schemas.microsoft.com/office/drawing/2014/main" id="{5ABF7287-2002-4FC9-BD89-44CFD935CD6B}"/>
                </a:ext>
              </a:extLst>
            </p:cNvPr>
            <p:cNvCxnSpPr/>
            <p:nvPr/>
          </p:nvCxnSpPr>
          <p:spPr bwMode="auto">
            <a:xfrm>
              <a:off x="5184400" y="2844000"/>
              <a:ext cx="86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1883447B-52B6-4DC5-993B-7754D66CE2BE}"/>
                </a:ext>
              </a:extLst>
            </p:cNvPr>
            <p:cNvCxnSpPr/>
            <p:nvPr/>
          </p:nvCxnSpPr>
          <p:spPr bwMode="auto">
            <a:xfrm flipH="1">
              <a:off x="5184400" y="273600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91" name="Text Box 255">
              <a:extLst>
                <a:ext uri="{FF2B5EF4-FFF2-40B4-BE49-F238E27FC236}">
                  <a16:creationId xmlns:a16="http://schemas.microsoft.com/office/drawing/2014/main" id="{A23DFAB4-B001-4127-A82F-1F651BEB8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088" y="2124000"/>
              <a:ext cx="576000" cy="540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寄存</a:t>
              </a:r>
              <a:endParaRPr lang="en-US" altLang="zh-CN" sz="18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器组</a:t>
              </a:r>
              <a:endParaRPr lang="en-US" altLang="zh-CN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5E1D2E3-ACBE-409E-82AD-3869E1D99F24}"/>
                </a:ext>
              </a:extLst>
            </p:cNvPr>
            <p:cNvCxnSpPr/>
            <p:nvPr/>
          </p:nvCxnSpPr>
          <p:spPr bwMode="auto">
            <a:xfrm flipH="1">
              <a:off x="864152" y="1980000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A95FD7D9-CE3C-46C8-B597-8259D60DD8CE}"/>
                </a:ext>
              </a:extLst>
            </p:cNvPr>
            <p:cNvCxnSpPr/>
            <p:nvPr/>
          </p:nvCxnSpPr>
          <p:spPr bwMode="auto">
            <a:xfrm>
              <a:off x="432024" y="2448009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0752E685-BFD8-4C74-85D4-E5577E82A290}"/>
                </a:ext>
              </a:extLst>
            </p:cNvPr>
            <p:cNvCxnSpPr/>
            <p:nvPr/>
          </p:nvCxnSpPr>
          <p:spPr bwMode="auto">
            <a:xfrm>
              <a:off x="144128" y="2196000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E9F32686-ACB4-4F0D-AB21-CDFDD54329FE}"/>
                </a:ext>
              </a:extLst>
            </p:cNvPr>
            <p:cNvCxnSpPr/>
            <p:nvPr/>
          </p:nvCxnSpPr>
          <p:spPr bwMode="auto">
            <a:xfrm flipV="1">
              <a:off x="1331960" y="1980000"/>
              <a:ext cx="0" cy="79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D8DC6A34-7C20-48ED-A179-1DB4B718E7FB}"/>
                </a:ext>
              </a:extLst>
            </p:cNvPr>
            <p:cNvCxnSpPr/>
            <p:nvPr/>
          </p:nvCxnSpPr>
          <p:spPr bwMode="auto">
            <a:xfrm flipV="1">
              <a:off x="719480" y="266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97" name="直接箭头连接符 196">
              <a:extLst>
                <a:ext uri="{FF2B5EF4-FFF2-40B4-BE49-F238E27FC236}">
                  <a16:creationId xmlns:a16="http://schemas.microsoft.com/office/drawing/2014/main" id="{5CA5F044-4FDB-46AB-9B2A-B54124E9A562}"/>
                </a:ext>
              </a:extLst>
            </p:cNvPr>
            <p:cNvCxnSpPr/>
            <p:nvPr/>
          </p:nvCxnSpPr>
          <p:spPr bwMode="auto">
            <a:xfrm>
              <a:off x="144080" y="2358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307DA7A1-8724-408A-9CCD-882ADD3491F6}"/>
                </a:ext>
              </a:extLst>
            </p:cNvPr>
            <p:cNvCxnSpPr/>
            <p:nvPr/>
          </p:nvCxnSpPr>
          <p:spPr bwMode="auto">
            <a:xfrm>
              <a:off x="144080" y="252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4C702B75-7824-4FF8-A27E-590F649B9EB9}"/>
                </a:ext>
              </a:extLst>
            </p:cNvPr>
            <p:cNvCxnSpPr/>
            <p:nvPr/>
          </p:nvCxnSpPr>
          <p:spPr bwMode="auto">
            <a:xfrm flipV="1">
              <a:off x="360088" y="2592000"/>
              <a:ext cx="0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899FE447-5317-409B-8D4E-92BD7E722174}"/>
                </a:ext>
              </a:extLst>
            </p:cNvPr>
            <p:cNvGrpSpPr/>
            <p:nvPr/>
          </p:nvGrpSpPr>
          <p:grpSpPr>
            <a:xfrm>
              <a:off x="288231" y="2239340"/>
              <a:ext cx="144000" cy="396000"/>
              <a:chOff x="7074000" y="3924000"/>
              <a:chExt cx="144000" cy="396000"/>
            </a:xfrm>
          </p:grpSpPr>
          <p:sp>
            <p:nvSpPr>
              <p:cNvPr id="210" name="流程图: 手动操作 209">
                <a:extLst>
                  <a:ext uri="{FF2B5EF4-FFF2-40B4-BE49-F238E27FC236}">
                    <a16:creationId xmlns:a16="http://schemas.microsoft.com/office/drawing/2014/main" id="{89B0F414-1BD3-4D1F-A8BE-A5EA144CAA6E}"/>
                  </a:ext>
                </a:extLst>
              </p:cNvPr>
              <p:cNvSpPr/>
              <p:nvPr/>
            </p:nvSpPr>
            <p:spPr bwMode="auto">
              <a:xfrm rot="16200000">
                <a:off x="6948000" y="4050000"/>
                <a:ext cx="396000" cy="144000"/>
              </a:xfrm>
              <a:prstGeom prst="flowChartManualOperation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211" name="Text Box 235">
                <a:extLst>
                  <a:ext uri="{FF2B5EF4-FFF2-40B4-BE49-F238E27FC236}">
                    <a16:creationId xmlns:a16="http://schemas.microsoft.com/office/drawing/2014/main" id="{9B20259A-F541-418C-824E-894AE1C5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6984000" y="4050000"/>
                <a:ext cx="324000" cy="144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dirty="0">
                    <a:solidFill>
                      <a:schemeClr val="tx1"/>
                    </a:solidFill>
                    <a:latin typeface="+mn-ea"/>
                    <a:ea typeface="+mn-ea"/>
                  </a:rPr>
                  <a:t>0 1</a:t>
                </a:r>
                <a:endParaRPr lang="en-US" altLang="zh-CN" sz="12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201" name="直接箭头连接符 12">
              <a:extLst>
                <a:ext uri="{FF2B5EF4-FFF2-40B4-BE49-F238E27FC236}">
                  <a16:creationId xmlns:a16="http://schemas.microsoft.com/office/drawing/2014/main" id="{BEC0911B-E020-4F44-8ADE-977916A432BE}"/>
                </a:ext>
              </a:extLst>
            </p:cNvPr>
            <p:cNvCxnSpPr/>
            <p:nvPr/>
          </p:nvCxnSpPr>
          <p:spPr bwMode="auto">
            <a:xfrm>
              <a:off x="864256" y="2772000"/>
              <a:ext cx="46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0093F511-3617-4A5B-8DB7-013DD1B75F31}"/>
                </a:ext>
              </a:extLst>
            </p:cNvPr>
            <p:cNvCxnSpPr/>
            <p:nvPr/>
          </p:nvCxnSpPr>
          <p:spPr bwMode="auto">
            <a:xfrm flipH="1">
              <a:off x="864256" y="266400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03" name="Text Box 286">
              <a:extLst>
                <a:ext uri="{FF2B5EF4-FFF2-40B4-BE49-F238E27FC236}">
                  <a16:creationId xmlns:a16="http://schemas.microsoft.com/office/drawing/2014/main" id="{FA7DF860-C933-40E7-A71C-128DA7A7A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480" y="2808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RWr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204" name="Text Box 286">
              <a:extLst>
                <a:ext uri="{FF2B5EF4-FFF2-40B4-BE49-F238E27FC236}">
                  <a16:creationId xmlns:a16="http://schemas.microsoft.com/office/drawing/2014/main" id="{73FEC832-51EC-44AE-AE03-A482266D9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80" y="2808000"/>
              <a:ext cx="46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Rsel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205" name="Text Box 286">
              <a:extLst>
                <a:ext uri="{FF2B5EF4-FFF2-40B4-BE49-F238E27FC236}">
                  <a16:creationId xmlns:a16="http://schemas.microsoft.com/office/drawing/2014/main" id="{D32C4184-3682-47AF-AD4D-ACC317486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8520" y="2124000"/>
              <a:ext cx="288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rd</a:t>
              </a:r>
              <a:endParaRPr lang="en-US" altLang="zh-CN" sz="1600" dirty="0">
                <a:latin typeface="+mn-ea"/>
                <a:ea typeface="+mn-ea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r</a:t>
              </a:r>
              <a:r>
                <a:rPr lang="en-US" altLang="zh-CN" sz="1600" b="0" dirty="0" err="1">
                  <a:latin typeface="+mn-ea"/>
                  <a:ea typeface="+mn-ea"/>
                </a:rPr>
                <a:t>s</a:t>
              </a:r>
              <a:endParaRPr lang="en-US" altLang="zh-CN" sz="1600" b="0" dirty="0">
                <a:latin typeface="+mn-ea"/>
                <a:ea typeface="+mn-ea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rt</a:t>
              </a:r>
              <a:endParaRPr lang="zh-CN" altLang="en-US" sz="1600" b="0" dirty="0">
                <a:latin typeface="+mn-ea"/>
                <a:ea typeface="+mn-ea"/>
              </a:endParaRPr>
            </a:p>
          </p:txBody>
        </p: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519D774D-5AF2-4DDB-9D56-347F563AF1ED}"/>
                </a:ext>
              </a:extLst>
            </p:cNvPr>
            <p:cNvCxnSpPr/>
            <p:nvPr/>
          </p:nvCxnSpPr>
          <p:spPr bwMode="auto">
            <a:xfrm flipV="1">
              <a:off x="1620000" y="1980000"/>
              <a:ext cx="0" cy="39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977B1220-8CAE-4BCC-8B09-56B18FE39EEE}"/>
                </a:ext>
              </a:extLst>
            </p:cNvPr>
            <p:cNvCxnSpPr/>
            <p:nvPr/>
          </p:nvCxnSpPr>
          <p:spPr bwMode="auto">
            <a:xfrm>
              <a:off x="1836000" y="1980000"/>
              <a:ext cx="0" cy="39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CFC3BFD7-44E1-4FB9-BA05-FEB722FF7C99}"/>
                </a:ext>
              </a:extLst>
            </p:cNvPr>
            <p:cNvCxnSpPr/>
            <p:nvPr/>
          </p:nvCxnSpPr>
          <p:spPr bwMode="auto">
            <a:xfrm flipV="1">
              <a:off x="1800000" y="266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09" name="Text Box 286">
              <a:extLst>
                <a:ext uri="{FF2B5EF4-FFF2-40B4-BE49-F238E27FC236}">
                  <a16:creationId xmlns:a16="http://schemas.microsoft.com/office/drawing/2014/main" id="{852843D8-0881-49E7-B188-CD118EC82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000" y="2808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PWr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4552F432-157D-42F7-A4C6-6866D4270231}"/>
              </a:ext>
            </a:extLst>
          </p:cNvPr>
          <p:cNvGrpSpPr/>
          <p:nvPr/>
        </p:nvGrpSpPr>
        <p:grpSpPr>
          <a:xfrm>
            <a:off x="1512000" y="1556792"/>
            <a:ext cx="6588000" cy="900072"/>
            <a:chOff x="-107600" y="1728000"/>
            <a:chExt cx="6588000" cy="900072"/>
          </a:xfrm>
        </p:grpSpPr>
        <p:sp>
          <p:nvSpPr>
            <p:cNvPr id="213" name="Text Box 256">
              <a:extLst>
                <a:ext uri="{FF2B5EF4-FFF2-40B4-BE49-F238E27FC236}">
                  <a16:creationId xmlns:a16="http://schemas.microsoft.com/office/drawing/2014/main" id="{4CE86D2B-C57B-4854-B2F9-465ED3B8A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08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DE4C907B-1E08-4259-9C62-0459614B5CF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28000" y="2196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15" name="等腰三角形 214">
              <a:extLst>
                <a:ext uri="{FF2B5EF4-FFF2-40B4-BE49-F238E27FC236}">
                  <a16:creationId xmlns:a16="http://schemas.microsoft.com/office/drawing/2014/main" id="{8181ECF3-13A2-46B6-BC02-4970461DDBA9}"/>
                </a:ext>
              </a:extLst>
            </p:cNvPr>
            <p:cNvSpPr/>
            <p:nvPr/>
          </p:nvSpPr>
          <p:spPr bwMode="auto">
            <a:xfrm>
              <a:off x="5976000" y="2088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21A68E77-DFB5-4958-8C9B-C20831F3108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336000" y="252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2073C9E5-6C47-49F9-8FF6-222F22B6B93A}"/>
                </a:ext>
              </a:extLst>
            </p:cNvPr>
            <p:cNvCxnSpPr/>
            <p:nvPr/>
          </p:nvCxnSpPr>
          <p:spPr bwMode="auto">
            <a:xfrm flipH="1" flipV="1">
              <a:off x="6084000" y="216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18" name="Text Box 256">
              <a:extLst>
                <a:ext uri="{FF2B5EF4-FFF2-40B4-BE49-F238E27FC236}">
                  <a16:creationId xmlns:a16="http://schemas.microsoft.com/office/drawing/2014/main" id="{13F7BF56-9E8B-4D80-B3B8-0FDBC8B0C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000" y="2412072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219" name="等腰三角形 218">
              <a:extLst>
                <a:ext uri="{FF2B5EF4-FFF2-40B4-BE49-F238E27FC236}">
                  <a16:creationId xmlns:a16="http://schemas.microsoft.com/office/drawing/2014/main" id="{D8DC083E-B9BB-4175-A284-35E94F998E2A}"/>
                </a:ext>
              </a:extLst>
            </p:cNvPr>
            <p:cNvSpPr/>
            <p:nvPr/>
          </p:nvSpPr>
          <p:spPr bwMode="auto">
            <a:xfrm>
              <a:off x="1260400" y="2088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5F1A83D5-DFAB-43C7-9B78-D1F77F786A5A}"/>
                </a:ext>
              </a:extLst>
            </p:cNvPr>
            <p:cNvCxnSpPr/>
            <p:nvPr/>
          </p:nvCxnSpPr>
          <p:spPr bwMode="auto">
            <a:xfrm flipH="1" flipV="1">
              <a:off x="1368400" y="216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3615C27F-5DFD-4293-9198-7BD3173B843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592000" y="230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D8E6E99F-3B7F-42B4-9A3C-91F4E39BF17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888000" y="230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23" name="等腰三角形 222">
              <a:extLst>
                <a:ext uri="{FF2B5EF4-FFF2-40B4-BE49-F238E27FC236}">
                  <a16:creationId xmlns:a16="http://schemas.microsoft.com/office/drawing/2014/main" id="{62904C13-E12C-4B0B-978A-1B9A57A90B5D}"/>
                </a:ext>
              </a:extLst>
            </p:cNvPr>
            <p:cNvSpPr/>
            <p:nvPr/>
          </p:nvSpPr>
          <p:spPr bwMode="auto">
            <a:xfrm>
              <a:off x="4068000" y="2124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A5EAD6D4-9421-4D5A-9CB9-0639194BD4BD}"/>
                </a:ext>
              </a:extLst>
            </p:cNvPr>
            <p:cNvCxnSpPr/>
            <p:nvPr/>
          </p:nvCxnSpPr>
          <p:spPr bwMode="auto">
            <a:xfrm flipH="1" flipV="1">
              <a:off x="4176000" y="2196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25" name="Text Box 256">
              <a:extLst>
                <a:ext uri="{FF2B5EF4-FFF2-40B4-BE49-F238E27FC236}">
                  <a16:creationId xmlns:a16="http://schemas.microsoft.com/office/drawing/2014/main" id="{527AF0F9-86DF-44F0-B996-9EE76749B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000" y="208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226" name="Text Box 256">
              <a:extLst>
                <a:ext uri="{FF2B5EF4-FFF2-40B4-BE49-F238E27FC236}">
                  <a16:creationId xmlns:a16="http://schemas.microsoft.com/office/drawing/2014/main" id="{9138C8C5-6A01-4962-B644-76DDEDEAD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5632" y="208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cxnSp>
          <p:nvCxnSpPr>
            <p:cNvPr id="227" name="直接箭头连接符 226">
              <a:extLst>
                <a:ext uri="{FF2B5EF4-FFF2-40B4-BE49-F238E27FC236}">
                  <a16:creationId xmlns:a16="http://schemas.microsoft.com/office/drawing/2014/main" id="{C08812EE-E44D-4A64-AE2D-335F930D6F21}"/>
                </a:ext>
              </a:extLst>
            </p:cNvPr>
            <p:cNvCxnSpPr/>
            <p:nvPr/>
          </p:nvCxnSpPr>
          <p:spPr bwMode="auto">
            <a:xfrm>
              <a:off x="-107600" y="1980000"/>
              <a:ext cx="65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28" name="Text Box 286">
              <a:extLst>
                <a:ext uri="{FF2B5EF4-FFF2-40B4-BE49-F238E27FC236}">
                  <a16:creationId xmlns:a16="http://schemas.microsoft.com/office/drawing/2014/main" id="{49BF31D2-C716-4EA5-BC0C-C69530F34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400" y="1728000"/>
              <a:ext cx="23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内部数据通路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总线</a:t>
              </a:r>
              <a:r>
                <a:rPr lang="zh-CN" altLang="en-US" sz="1600" b="1" dirty="0">
                  <a:latin typeface="+mn-ea"/>
                  <a:ea typeface="+mn-ea"/>
                </a:rPr>
                <a:t>结构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17C93497-CCDF-4B97-BDA3-C1E0CF13C903}"/>
              </a:ext>
            </a:extLst>
          </p:cNvPr>
          <p:cNvGrpSpPr/>
          <p:nvPr/>
        </p:nvGrpSpPr>
        <p:grpSpPr>
          <a:xfrm>
            <a:off x="6732496" y="5267024"/>
            <a:ext cx="2304000" cy="1186312"/>
            <a:chOff x="3780000" y="3709688"/>
            <a:chExt cx="2304000" cy="1186312"/>
          </a:xfrm>
        </p:grpSpPr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1EBA98B3-F342-47D3-8D22-4389B68B2D68}"/>
                </a:ext>
              </a:extLst>
            </p:cNvPr>
            <p:cNvSpPr/>
            <p:nvPr/>
          </p:nvSpPr>
          <p:spPr>
            <a:xfrm>
              <a:off x="4103904" y="3780000"/>
              <a:ext cx="1728000" cy="11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31" name="TextBox 7">
              <a:extLst>
                <a:ext uri="{FF2B5EF4-FFF2-40B4-BE49-F238E27FC236}">
                  <a16:creationId xmlns:a16="http://schemas.microsoft.com/office/drawing/2014/main" id="{D61AF561-45C1-440C-8F7C-BD90ADE87F46}"/>
                </a:ext>
              </a:extLst>
            </p:cNvPr>
            <p:cNvSpPr txBox="1"/>
            <p:nvPr/>
          </p:nvSpPr>
          <p:spPr>
            <a:xfrm>
              <a:off x="3780000" y="4176000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rW</a:t>
              </a:r>
              <a:endParaRPr lang="zh-CN" altLang="en-US" sz="16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2" name="TextBox 8">
              <a:extLst>
                <a:ext uri="{FF2B5EF4-FFF2-40B4-BE49-F238E27FC236}">
                  <a16:creationId xmlns:a16="http://schemas.microsoft.com/office/drawing/2014/main" id="{93492D4C-C255-4949-AE21-9CF2CF9F27D8}"/>
                </a:ext>
              </a:extLst>
            </p:cNvPr>
            <p:cNvSpPr txBox="1"/>
            <p:nvPr/>
          </p:nvSpPr>
          <p:spPr>
            <a:xfrm>
              <a:off x="5940000" y="4104000"/>
              <a:ext cx="14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Q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EAEC6511-0262-4FC7-83F0-4AE20A4C02A5}"/>
                </a:ext>
              </a:extLst>
            </p:cNvPr>
            <p:cNvCxnSpPr/>
            <p:nvPr/>
          </p:nvCxnSpPr>
          <p:spPr bwMode="auto">
            <a:xfrm>
              <a:off x="5760000" y="4212000"/>
              <a:ext cx="18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75016BD3-0806-4CFB-B2F0-FD362B5963A7}"/>
                </a:ext>
              </a:extLst>
            </p:cNvPr>
            <p:cNvCxnSpPr/>
            <p:nvPr/>
          </p:nvCxnSpPr>
          <p:spPr bwMode="auto">
            <a:xfrm>
              <a:off x="4031904" y="3998568"/>
              <a:ext cx="180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35" name="TextBox 13">
              <a:extLst>
                <a:ext uri="{FF2B5EF4-FFF2-40B4-BE49-F238E27FC236}">
                  <a16:creationId xmlns:a16="http://schemas.microsoft.com/office/drawing/2014/main" id="{63F398A9-736E-4C25-B752-67B2E8F561A5}"/>
                </a:ext>
              </a:extLst>
            </p:cNvPr>
            <p:cNvSpPr txBox="1"/>
            <p:nvPr/>
          </p:nvSpPr>
          <p:spPr>
            <a:xfrm>
              <a:off x="3780000" y="4464000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Wr</a:t>
              </a:r>
              <a:endParaRPr lang="zh-CN" altLang="en-US" sz="1600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6" name="TextBox 14">
              <a:extLst>
                <a:ext uri="{FF2B5EF4-FFF2-40B4-BE49-F238E27FC236}">
                  <a16:creationId xmlns:a16="http://schemas.microsoft.com/office/drawing/2014/main" id="{0C1BF820-5D70-4F58-944D-9E57EEF3D817}"/>
                </a:ext>
              </a:extLst>
            </p:cNvPr>
            <p:cNvSpPr txBox="1"/>
            <p:nvPr/>
          </p:nvSpPr>
          <p:spPr>
            <a:xfrm>
              <a:off x="3780000" y="4716000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CP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7" name="TextBox 15">
              <a:extLst>
                <a:ext uri="{FF2B5EF4-FFF2-40B4-BE49-F238E27FC236}">
                  <a16:creationId xmlns:a16="http://schemas.microsoft.com/office/drawing/2014/main" id="{B5D9413F-8B3E-4B04-B805-79F6D0FA1200}"/>
                </a:ext>
              </a:extLst>
            </p:cNvPr>
            <p:cNvSpPr txBox="1"/>
            <p:nvPr/>
          </p:nvSpPr>
          <p:spPr>
            <a:xfrm>
              <a:off x="3780000" y="3924000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8" name="TextBox 17">
              <a:extLst>
                <a:ext uri="{FF2B5EF4-FFF2-40B4-BE49-F238E27FC236}">
                  <a16:creationId xmlns:a16="http://schemas.microsoft.com/office/drawing/2014/main" id="{DCECB25B-ACBE-435A-9569-4BBE7C81224E}"/>
                </a:ext>
              </a:extLst>
            </p:cNvPr>
            <p:cNvSpPr txBox="1"/>
            <p:nvPr/>
          </p:nvSpPr>
          <p:spPr>
            <a:xfrm>
              <a:off x="3780000" y="3709688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rA</a:t>
              </a:r>
              <a:endParaRPr lang="zh-CN" altLang="en-US" sz="16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F0AA3770-E0FE-4A34-9F47-62F3A8B6657E}"/>
                </a:ext>
              </a:extLst>
            </p:cNvPr>
            <p:cNvCxnSpPr/>
            <p:nvPr/>
          </p:nvCxnSpPr>
          <p:spPr bwMode="auto">
            <a:xfrm>
              <a:off x="4031904" y="3852000"/>
              <a:ext cx="180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961152B1-F418-4E2F-AC12-D429879646E2}"/>
                </a:ext>
              </a:extLst>
            </p:cNvPr>
            <p:cNvCxnSpPr/>
            <p:nvPr/>
          </p:nvCxnSpPr>
          <p:spPr bwMode="auto">
            <a:xfrm>
              <a:off x="4031904" y="4284000"/>
              <a:ext cx="180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B9A0A087-FB49-4BBA-B475-128B3AF8140B}"/>
                </a:ext>
              </a:extLst>
            </p:cNvPr>
            <p:cNvCxnSpPr/>
            <p:nvPr/>
          </p:nvCxnSpPr>
          <p:spPr bwMode="auto">
            <a:xfrm>
              <a:off x="4031904" y="4572000"/>
              <a:ext cx="180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5B7712DC-591E-4DC7-96B3-D5B5F07F6039}"/>
                </a:ext>
              </a:extLst>
            </p:cNvPr>
            <p:cNvCxnSpPr/>
            <p:nvPr/>
          </p:nvCxnSpPr>
          <p:spPr bwMode="auto">
            <a:xfrm>
              <a:off x="4031904" y="4824000"/>
              <a:ext cx="180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BEB6516F-64A6-472E-9BBE-28E6E88D7DF9}"/>
                </a:ext>
              </a:extLst>
            </p:cNvPr>
            <p:cNvSpPr/>
            <p:nvPr/>
          </p:nvSpPr>
          <p:spPr>
            <a:xfrm>
              <a:off x="4896000" y="3960000"/>
              <a:ext cx="432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R7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45188306-7E62-4FC0-AD97-575BED427536}"/>
                </a:ext>
              </a:extLst>
            </p:cNvPr>
            <p:cNvSpPr/>
            <p:nvPr/>
          </p:nvSpPr>
          <p:spPr>
            <a:xfrm>
              <a:off x="4896000" y="4500000"/>
              <a:ext cx="432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R0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F69AA472-C068-45AE-8801-EC0DE67F34F9}"/>
                </a:ext>
              </a:extLst>
            </p:cNvPr>
            <p:cNvCxnSpPr/>
            <p:nvPr/>
          </p:nvCxnSpPr>
          <p:spPr bwMode="auto">
            <a:xfrm flipV="1">
              <a:off x="4644000" y="4536000"/>
              <a:ext cx="252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7404412F-535C-4350-8280-B8BC730082FE}"/>
                </a:ext>
              </a:extLst>
            </p:cNvPr>
            <p:cNvCxnSpPr/>
            <p:nvPr/>
          </p:nvCxnSpPr>
          <p:spPr bwMode="auto">
            <a:xfrm flipV="1">
              <a:off x="4752000" y="4068088"/>
              <a:ext cx="14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E583C136-11C9-4C6A-A246-16C6A24B4468}"/>
                </a:ext>
              </a:extLst>
            </p:cNvPr>
            <p:cNvCxnSpPr/>
            <p:nvPr/>
          </p:nvCxnSpPr>
          <p:spPr bwMode="auto">
            <a:xfrm flipV="1">
              <a:off x="4752000" y="4608000"/>
              <a:ext cx="14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A2FAB931-EA88-43EA-A5C6-36918E5EF80D}"/>
                </a:ext>
              </a:extLst>
            </p:cNvPr>
            <p:cNvCxnSpPr/>
            <p:nvPr/>
          </p:nvCxnSpPr>
          <p:spPr bwMode="auto">
            <a:xfrm flipV="1">
              <a:off x="4752000" y="4068088"/>
              <a:ext cx="24" cy="75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B49C091F-C9AC-42CD-9906-237EC828DE53}"/>
                </a:ext>
              </a:extLst>
            </p:cNvPr>
            <p:cNvCxnSpPr/>
            <p:nvPr/>
          </p:nvCxnSpPr>
          <p:spPr bwMode="auto">
            <a:xfrm flipV="1">
              <a:off x="4428000" y="4140000"/>
              <a:ext cx="46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9B274B6D-9EC8-4597-B882-B1F08B7CDF55}"/>
                </a:ext>
              </a:extLst>
            </p:cNvPr>
            <p:cNvCxnSpPr/>
            <p:nvPr/>
          </p:nvCxnSpPr>
          <p:spPr bwMode="auto">
            <a:xfrm flipV="1">
              <a:off x="4428000" y="4680000"/>
              <a:ext cx="46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139A6FDB-7E2A-4B8E-9A6D-E9A9566B85C0}"/>
                </a:ext>
              </a:extLst>
            </p:cNvPr>
            <p:cNvCxnSpPr/>
            <p:nvPr/>
          </p:nvCxnSpPr>
          <p:spPr bwMode="auto">
            <a:xfrm>
              <a:off x="4644000" y="3996000"/>
              <a:ext cx="24" cy="540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C8794747-6B43-4A98-848F-0F77D7B71352}"/>
                </a:ext>
              </a:extLst>
            </p:cNvPr>
            <p:cNvCxnSpPr/>
            <p:nvPr/>
          </p:nvCxnSpPr>
          <p:spPr bwMode="auto">
            <a:xfrm>
              <a:off x="4176000" y="4824000"/>
              <a:ext cx="57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092D04F7-F12D-480B-A364-8F350B717E74}"/>
                </a:ext>
              </a:extLst>
            </p:cNvPr>
            <p:cNvSpPr/>
            <p:nvPr/>
          </p:nvSpPr>
          <p:spPr>
            <a:xfrm>
              <a:off x="4212000" y="4068088"/>
              <a:ext cx="216000" cy="68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 anchorCtr="1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译码器</a:t>
              </a:r>
            </a:p>
          </p:txBody>
        </p:sp>
        <p:sp>
          <p:nvSpPr>
            <p:cNvPr id="254" name="Text Box 18">
              <a:extLst>
                <a:ext uri="{FF2B5EF4-FFF2-40B4-BE49-F238E27FC236}">
                  <a16:creationId xmlns:a16="http://schemas.microsoft.com/office/drawing/2014/main" id="{2A60B63C-1F62-44FB-836B-136DA83DE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00" y="4248000"/>
              <a:ext cx="180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9218E0D9-295A-40C9-BBDA-681536C97E99}"/>
                </a:ext>
              </a:extLst>
            </p:cNvPr>
            <p:cNvCxnSpPr/>
            <p:nvPr/>
          </p:nvCxnSpPr>
          <p:spPr bwMode="auto">
            <a:xfrm flipV="1">
              <a:off x="4176000" y="3996000"/>
              <a:ext cx="72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4320C968-E761-41BD-A967-619D9DBEE683}"/>
                </a:ext>
              </a:extLst>
            </p:cNvPr>
            <p:cNvCxnSpPr/>
            <p:nvPr/>
          </p:nvCxnSpPr>
          <p:spPr bwMode="auto">
            <a:xfrm flipV="1">
              <a:off x="5328000" y="4068000"/>
              <a:ext cx="252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E817E9FC-5E31-4851-A52E-A89FCBEF803E}"/>
                </a:ext>
              </a:extLst>
            </p:cNvPr>
            <p:cNvCxnSpPr/>
            <p:nvPr/>
          </p:nvCxnSpPr>
          <p:spPr bwMode="auto">
            <a:xfrm flipV="1">
              <a:off x="5328000" y="4608000"/>
              <a:ext cx="10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C346FAAA-06F3-4FF9-97E9-FDAE25A9D0EC}"/>
                </a:ext>
              </a:extLst>
            </p:cNvPr>
            <p:cNvCxnSpPr/>
            <p:nvPr/>
          </p:nvCxnSpPr>
          <p:spPr bwMode="auto">
            <a:xfrm>
              <a:off x="5688000" y="3852000"/>
              <a:ext cx="0" cy="2088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4019E5CA-5638-46B7-A148-A3BFA2D4A59A}"/>
                </a:ext>
              </a:extLst>
            </p:cNvPr>
            <p:cNvCxnSpPr/>
            <p:nvPr/>
          </p:nvCxnSpPr>
          <p:spPr bwMode="auto">
            <a:xfrm>
              <a:off x="4176000" y="3852000"/>
              <a:ext cx="151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A430E1F6-EBD6-407D-8370-7A2F86FD86F7}"/>
                </a:ext>
              </a:extLst>
            </p:cNvPr>
            <p:cNvCxnSpPr/>
            <p:nvPr/>
          </p:nvCxnSpPr>
          <p:spPr bwMode="auto">
            <a:xfrm flipV="1">
              <a:off x="5436000" y="4356000"/>
              <a:ext cx="144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BD69C624-E1A5-4369-AF77-BAF90AFB999D}"/>
                </a:ext>
              </a:extLst>
            </p:cNvPr>
            <p:cNvCxnSpPr/>
            <p:nvPr/>
          </p:nvCxnSpPr>
          <p:spPr bwMode="auto">
            <a:xfrm flipV="1">
              <a:off x="5436000" y="4356000"/>
              <a:ext cx="0" cy="252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262" name="TextBox 14">
              <a:extLst>
                <a:ext uri="{FF2B5EF4-FFF2-40B4-BE49-F238E27FC236}">
                  <a16:creationId xmlns:a16="http://schemas.microsoft.com/office/drawing/2014/main" id="{450F1228-A2C4-494C-BF6C-CE39F230ED71}"/>
                </a:ext>
              </a:extLst>
            </p:cNvPr>
            <p:cNvSpPr txBox="1"/>
            <p:nvPr/>
          </p:nvSpPr>
          <p:spPr>
            <a:xfrm>
              <a:off x="5580000" y="3996000"/>
              <a:ext cx="144000" cy="432000"/>
            </a:xfrm>
            <a:prstGeom prst="rect">
              <a:avLst/>
            </a:prstGeom>
            <a:noFill/>
          </p:spPr>
          <p:txBody>
            <a:bodyPr vert="vert270"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 sz="1400" b="1" baseline="-180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 7</a:t>
              </a:r>
              <a:endParaRPr lang="zh-CN" altLang="en-US" sz="14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63" name="梯形 262">
              <a:extLst>
                <a:ext uri="{FF2B5EF4-FFF2-40B4-BE49-F238E27FC236}">
                  <a16:creationId xmlns:a16="http://schemas.microsoft.com/office/drawing/2014/main" id="{D1BA2737-0502-4795-ABB2-816590F57C9A}"/>
                </a:ext>
              </a:extLst>
            </p:cNvPr>
            <p:cNvSpPr/>
            <p:nvPr/>
          </p:nvSpPr>
          <p:spPr bwMode="auto">
            <a:xfrm rot="5400000">
              <a:off x="5454000" y="4131032"/>
              <a:ext cx="432000" cy="180000"/>
            </a:xfrm>
            <a:prstGeom prst="trapezoid">
              <a:avLst>
                <a:gd name="adj" fmla="val 5549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4" name="Text Box 18">
              <a:extLst>
                <a:ext uri="{FF2B5EF4-FFF2-40B4-BE49-F238E27FC236}">
                  <a16:creationId xmlns:a16="http://schemas.microsoft.com/office/drawing/2014/main" id="{AC106A9F-961D-4238-811D-6DC1149F9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000" y="4176000"/>
              <a:ext cx="180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A9059EB5-AAF8-498A-A15D-E2E1740BC315}"/>
              </a:ext>
            </a:extLst>
          </p:cNvPr>
          <p:cNvGrpSpPr/>
          <p:nvPr/>
        </p:nvGrpSpPr>
        <p:grpSpPr>
          <a:xfrm>
            <a:off x="683568" y="4365104"/>
            <a:ext cx="2268000" cy="1332000"/>
            <a:chOff x="3672000" y="3528000"/>
            <a:chExt cx="2268000" cy="1332000"/>
          </a:xfrm>
        </p:grpSpPr>
        <p:sp>
          <p:nvSpPr>
            <p:cNvPr id="266" name="Rectangle 183">
              <a:extLst>
                <a:ext uri="{FF2B5EF4-FFF2-40B4-BE49-F238E27FC236}">
                  <a16:creationId xmlns:a16="http://schemas.microsoft.com/office/drawing/2014/main" id="{6DA81B3E-92DB-45ED-A69B-D73A0D6DB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000" y="3744000"/>
              <a:ext cx="1368000" cy="864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67" name="Text Box 184">
              <a:extLst>
                <a:ext uri="{FF2B5EF4-FFF2-40B4-BE49-F238E27FC236}">
                  <a16:creationId xmlns:a16="http://schemas.microsoft.com/office/drawing/2014/main" id="{BB695F2D-6853-4E7F-82DB-E10EAE5A1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9560" y="4284000"/>
              <a:ext cx="1080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位加法器</a:t>
              </a:r>
            </a:p>
          </p:txBody>
        </p:sp>
        <p:sp>
          <p:nvSpPr>
            <p:cNvPr id="268" name="Line 186">
              <a:extLst>
                <a:ext uri="{FF2B5EF4-FFF2-40B4-BE49-F238E27FC236}">
                  <a16:creationId xmlns:a16="http://schemas.microsoft.com/office/drawing/2014/main" id="{93D80DC6-5DAE-460F-AC07-D301C23D5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560" y="4140096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" name="Text Box 188">
              <a:extLst>
                <a:ext uri="{FF2B5EF4-FFF2-40B4-BE49-F238E27FC236}">
                  <a16:creationId xmlns:a16="http://schemas.microsoft.com/office/drawing/2014/main" id="{80D2C7D9-2978-4F42-8722-742889728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3924024"/>
              <a:ext cx="720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异或门</a:t>
              </a:r>
            </a:p>
          </p:txBody>
        </p:sp>
        <p:sp>
          <p:nvSpPr>
            <p:cNvPr id="270" name="Line 191">
              <a:extLst>
                <a:ext uri="{FF2B5EF4-FFF2-40B4-BE49-F238E27FC236}">
                  <a16:creationId xmlns:a16="http://schemas.microsoft.com/office/drawing/2014/main" id="{3B5577A3-2036-465E-B4B0-2B6A10B7EE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00000" y="4428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1" name="Line 192">
              <a:extLst>
                <a:ext uri="{FF2B5EF4-FFF2-40B4-BE49-F238E27FC236}">
                  <a16:creationId xmlns:a16="http://schemas.microsoft.com/office/drawing/2014/main" id="{36560432-095F-46BD-AD9F-234E03E57B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56000" y="3816000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" name="Line 199">
              <a:extLst>
                <a:ext uri="{FF2B5EF4-FFF2-40B4-BE49-F238E27FC236}">
                  <a16:creationId xmlns:a16="http://schemas.microsoft.com/office/drawing/2014/main" id="{9505389E-CED9-4F50-8D58-F3BFE0E28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5560" y="3708000"/>
              <a:ext cx="0" cy="57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" name="Line 208">
              <a:extLst>
                <a:ext uri="{FF2B5EF4-FFF2-40B4-BE49-F238E27FC236}">
                  <a16:creationId xmlns:a16="http://schemas.microsoft.com/office/drawing/2014/main" id="{08BA15F5-A648-487F-8C37-49A2937B5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4000" y="3816000"/>
              <a:ext cx="0" cy="61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4" name="Text Box 213">
              <a:extLst>
                <a:ext uri="{FF2B5EF4-FFF2-40B4-BE49-F238E27FC236}">
                  <a16:creationId xmlns:a16="http://schemas.microsoft.com/office/drawing/2014/main" id="{95855478-15AE-475D-8644-BABF61968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560" y="4680000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</a:p>
          </p:txBody>
        </p:sp>
        <p:sp>
          <p:nvSpPr>
            <p:cNvPr id="275" name="Text Box 213">
              <a:extLst>
                <a:ext uri="{FF2B5EF4-FFF2-40B4-BE49-F238E27FC236}">
                  <a16:creationId xmlns:a16="http://schemas.microsoft.com/office/drawing/2014/main" id="{A0564246-E459-4DBC-AE53-85CC25831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00" y="3528000"/>
              <a:ext cx="57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A   B</a:t>
              </a:r>
            </a:p>
          </p:txBody>
        </p:sp>
        <p:sp>
          <p:nvSpPr>
            <p:cNvPr id="276" name="Line 199">
              <a:extLst>
                <a:ext uri="{FF2B5EF4-FFF2-40B4-BE49-F238E27FC236}">
                  <a16:creationId xmlns:a16="http://schemas.microsoft.com/office/drawing/2014/main" id="{2A3CD80D-5140-4395-96E7-35164E753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5560" y="3816000"/>
              <a:ext cx="0" cy="1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7" name="Line 186">
              <a:extLst>
                <a:ext uri="{FF2B5EF4-FFF2-40B4-BE49-F238E27FC236}">
                  <a16:creationId xmlns:a16="http://schemas.microsoft.com/office/drawing/2014/main" id="{2D2BE9DD-EE35-4B09-B568-6535D1D24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0488" y="370800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" name="Line 186">
              <a:extLst>
                <a:ext uri="{FF2B5EF4-FFF2-40B4-BE49-F238E27FC236}">
                  <a16:creationId xmlns:a16="http://schemas.microsoft.com/office/drawing/2014/main" id="{6C2044A6-ECD9-4F68-84BF-0E987EE31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3608" y="4536000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9" name="Text Box 213">
              <a:extLst>
                <a:ext uri="{FF2B5EF4-FFF2-40B4-BE49-F238E27FC236}">
                  <a16:creationId xmlns:a16="http://schemas.microsoft.com/office/drawing/2014/main" id="{85E95613-3C41-4FB8-8DF3-82F2285A5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8000" y="3708000"/>
              <a:ext cx="2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op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Line 191">
              <a:extLst>
                <a:ext uri="{FF2B5EF4-FFF2-40B4-BE49-F238E27FC236}">
                  <a16:creationId xmlns:a16="http://schemas.microsoft.com/office/drawing/2014/main" id="{33877B9E-89BD-43D1-9AFB-5C440FB5E7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000" y="4428000"/>
              <a:ext cx="1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1" name="Text Box 213">
              <a:extLst>
                <a:ext uri="{FF2B5EF4-FFF2-40B4-BE49-F238E27FC236}">
                  <a16:creationId xmlns:a16="http://schemas.microsoft.com/office/drawing/2014/main" id="{57F6F999-90A2-4C8E-A313-346B62305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000" y="4320000"/>
              <a:ext cx="46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Cout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41" name="组合 340">
            <a:extLst>
              <a:ext uri="{FF2B5EF4-FFF2-40B4-BE49-F238E27FC236}">
                <a16:creationId xmlns:a16="http://schemas.microsoft.com/office/drawing/2014/main" id="{A6A79280-2092-4013-84D3-5C37306AE054}"/>
              </a:ext>
            </a:extLst>
          </p:cNvPr>
          <p:cNvGrpSpPr/>
          <p:nvPr/>
        </p:nvGrpSpPr>
        <p:grpSpPr>
          <a:xfrm>
            <a:off x="3060272" y="4365104"/>
            <a:ext cx="3960000" cy="1404000"/>
            <a:chOff x="2520000" y="3600000"/>
            <a:chExt cx="3960000" cy="1404000"/>
          </a:xfrm>
        </p:grpSpPr>
        <p:sp>
          <p:nvSpPr>
            <p:cNvPr id="342" name="Text Box 235">
              <a:extLst>
                <a:ext uri="{FF2B5EF4-FFF2-40B4-BE49-F238E27FC236}">
                  <a16:creationId xmlns:a16="http://schemas.microsoft.com/office/drawing/2014/main" id="{AD32235C-8B21-4D22-A5EF-E2F287D87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000" y="3636000"/>
              <a:ext cx="3492000" cy="129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2000" i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3" name="Text Box 235">
              <a:extLst>
                <a:ext uri="{FF2B5EF4-FFF2-40B4-BE49-F238E27FC236}">
                  <a16:creationId xmlns:a16="http://schemas.microsoft.com/office/drawing/2014/main" id="{AE61C829-4729-43A7-9D21-8942A6C6B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000" y="4572000"/>
              <a:ext cx="111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2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乘数</a:t>
              </a:r>
              <a:r>
                <a:rPr lang="en-US" altLang="zh-CN" sz="1600" dirty="0" err="1">
                  <a:solidFill>
                    <a:schemeClr val="tx1"/>
                  </a:solidFill>
                  <a:latin typeface="+mn-ea"/>
                  <a:ea typeface="+mn-ea"/>
                </a:rPr>
                <a:t>RegB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4" name="Text Box 235">
              <a:extLst>
                <a:ext uri="{FF2B5EF4-FFF2-40B4-BE49-F238E27FC236}">
                  <a16:creationId xmlns:a16="http://schemas.microsoft.com/office/drawing/2014/main" id="{A94FE837-3968-462A-A01A-DB9E70A93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000" y="4572000"/>
              <a:ext cx="111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部分积</a:t>
              </a:r>
              <a:r>
                <a:rPr lang="en-US" altLang="zh-CN" sz="1600" dirty="0" err="1">
                  <a:solidFill>
                    <a:schemeClr val="tx1"/>
                  </a:solidFill>
                  <a:latin typeface="+mn-ea"/>
                  <a:ea typeface="+mn-ea"/>
                </a:rPr>
                <a:t>RegP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5" name="Line 238">
              <a:extLst>
                <a:ext uri="{FF2B5EF4-FFF2-40B4-BE49-F238E27FC236}">
                  <a16:creationId xmlns:a16="http://schemas.microsoft.com/office/drawing/2014/main" id="{F3A3BA83-12B2-4933-BC4D-3C9F56CF4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8216" y="3924000"/>
              <a:ext cx="0" cy="1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46" name="Line 238">
              <a:extLst>
                <a:ext uri="{FF2B5EF4-FFF2-40B4-BE49-F238E27FC236}">
                  <a16:creationId xmlns:a16="http://schemas.microsoft.com/office/drawing/2014/main" id="{44E5213C-40C1-4766-80D7-174FF8074F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8216" y="3600000"/>
              <a:ext cx="0" cy="1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47" name="Text Box 230">
              <a:extLst>
                <a:ext uri="{FF2B5EF4-FFF2-40B4-BE49-F238E27FC236}">
                  <a16:creationId xmlns:a16="http://schemas.microsoft.com/office/drawing/2014/main" id="{7AE47A68-35E3-4721-B679-1322D52CC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080" y="3708000"/>
              <a:ext cx="122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控制门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(0/A)</a:t>
              </a:r>
              <a:endParaRPr lang="zh-CN" altLang="en-US" sz="1600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8" name="Line 238">
              <a:extLst>
                <a:ext uri="{FF2B5EF4-FFF2-40B4-BE49-F238E27FC236}">
                  <a16:creationId xmlns:a16="http://schemas.microsoft.com/office/drawing/2014/main" id="{135AA03F-2AC0-4EC6-8F98-4985968CA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080" y="381600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49" name="Line 238">
              <a:extLst>
                <a:ext uri="{FF2B5EF4-FFF2-40B4-BE49-F238E27FC236}">
                  <a16:creationId xmlns:a16="http://schemas.microsoft.com/office/drawing/2014/main" id="{9A530B44-7DC1-40EE-B370-BD5477CE6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2216" y="4284000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50" name="Line 238">
              <a:extLst>
                <a:ext uri="{FF2B5EF4-FFF2-40B4-BE49-F238E27FC236}">
                  <a16:creationId xmlns:a16="http://schemas.microsoft.com/office/drawing/2014/main" id="{6CF7C3C2-8682-4CCD-A6CC-A944E4A40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2216" y="4824000"/>
              <a:ext cx="0" cy="18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51" name="Line 236">
              <a:extLst>
                <a:ext uri="{FF2B5EF4-FFF2-40B4-BE49-F238E27FC236}">
                  <a16:creationId xmlns:a16="http://schemas.microsoft.com/office/drawing/2014/main" id="{F1A2B112-C10F-46D2-86A0-82DFD7811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6080" y="4392000"/>
              <a:ext cx="0" cy="18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52" name="Line 236">
              <a:extLst>
                <a:ext uri="{FF2B5EF4-FFF2-40B4-BE49-F238E27FC236}">
                  <a16:creationId xmlns:a16="http://schemas.microsoft.com/office/drawing/2014/main" id="{7DFDD4B4-2C7F-468F-B828-F9987B704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2216" y="4356000"/>
              <a:ext cx="0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53" name="Rectangle 259">
              <a:extLst>
                <a:ext uri="{FF2B5EF4-FFF2-40B4-BE49-F238E27FC236}">
                  <a16:creationId xmlns:a16="http://schemas.microsoft.com/office/drawing/2014/main" id="{95F9C3A9-7BD3-412A-828A-53AB2F190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080" y="4582800"/>
              <a:ext cx="172800" cy="237600"/>
            </a:xfrm>
            <a:prstGeom prst="rect">
              <a:avLst/>
            </a:prstGeom>
            <a:solidFill>
              <a:srgbClr val="FFCCFF"/>
            </a:solidFill>
            <a:ln w="19050" algn="ctr">
              <a:noFill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54" name="Line 236">
              <a:extLst>
                <a:ext uri="{FF2B5EF4-FFF2-40B4-BE49-F238E27FC236}">
                  <a16:creationId xmlns:a16="http://schemas.microsoft.com/office/drawing/2014/main" id="{E615FC90-2AF4-469B-AB6F-E2504601D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80" y="4572000"/>
              <a:ext cx="0" cy="25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55" name="Line 236">
              <a:extLst>
                <a:ext uri="{FF2B5EF4-FFF2-40B4-BE49-F238E27FC236}">
                  <a16:creationId xmlns:a16="http://schemas.microsoft.com/office/drawing/2014/main" id="{F8D34A7A-4D67-43E8-BA0F-B406AC3AA9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8000" y="4356000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cxnSp>
          <p:nvCxnSpPr>
            <p:cNvPr id="356" name="直接箭头连接符 61">
              <a:extLst>
                <a:ext uri="{FF2B5EF4-FFF2-40B4-BE49-F238E27FC236}">
                  <a16:creationId xmlns:a16="http://schemas.microsoft.com/office/drawing/2014/main" id="{B2C67450-CDEF-49A6-AF7B-FC9C371A7E9B}"/>
                </a:ext>
              </a:extLst>
            </p:cNvPr>
            <p:cNvCxnSpPr/>
            <p:nvPr/>
          </p:nvCxnSpPr>
          <p:spPr bwMode="auto">
            <a:xfrm flipH="1" flipV="1">
              <a:off x="4680080" y="3816000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57" name="Text Box 242">
              <a:extLst>
                <a:ext uri="{FF2B5EF4-FFF2-40B4-BE49-F238E27FC236}">
                  <a16:creationId xmlns:a16="http://schemas.microsoft.com/office/drawing/2014/main" id="{7C8DDAF1-7AE9-47E5-8517-AA73181FF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00" y="3708000"/>
              <a:ext cx="684000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计数器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8" name="Text Box 247">
              <a:extLst>
                <a:ext uri="{FF2B5EF4-FFF2-40B4-BE49-F238E27FC236}">
                  <a16:creationId xmlns:a16="http://schemas.microsoft.com/office/drawing/2014/main" id="{B4F93D92-B58B-4C8F-BE7A-7BAB8A130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6000" y="4374000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&gt;&gt;1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359" name="直接箭头连接符 61">
              <a:extLst>
                <a:ext uri="{FF2B5EF4-FFF2-40B4-BE49-F238E27FC236}">
                  <a16:creationId xmlns:a16="http://schemas.microsoft.com/office/drawing/2014/main" id="{6B61A21C-18DA-443A-8FA8-D35BC1DA2E86}"/>
                </a:ext>
              </a:extLst>
            </p:cNvPr>
            <p:cNvCxnSpPr/>
            <p:nvPr/>
          </p:nvCxnSpPr>
          <p:spPr bwMode="auto">
            <a:xfrm flipH="1">
              <a:off x="5904000" y="3816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60" name="Line 236">
              <a:extLst>
                <a:ext uri="{FF2B5EF4-FFF2-40B4-BE49-F238E27FC236}">
                  <a16:creationId xmlns:a16="http://schemas.microsoft.com/office/drawing/2014/main" id="{1524EADC-51E7-42E9-A322-2B24B224C4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216" y="4464000"/>
              <a:ext cx="9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1" name="Line 236">
              <a:extLst>
                <a:ext uri="{FF2B5EF4-FFF2-40B4-BE49-F238E27FC236}">
                  <a16:creationId xmlns:a16="http://schemas.microsoft.com/office/drawing/2014/main" id="{2FA71DFD-45E7-46A3-B265-4AAFFCDED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6080" y="3960000"/>
              <a:ext cx="0" cy="144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2" name="Line 238">
              <a:extLst>
                <a:ext uri="{FF2B5EF4-FFF2-40B4-BE49-F238E27FC236}">
                  <a16:creationId xmlns:a16="http://schemas.microsoft.com/office/drawing/2014/main" id="{3A717B24-63CD-4E12-AA5A-CE9035DD9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000" y="3816000"/>
              <a:ext cx="684000" cy="0"/>
            </a:xfrm>
            <a:prstGeom prst="line">
              <a:avLst/>
            </a:prstGeom>
            <a:noFill/>
            <a:ln w="19050" cap="sq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3" name="Line 238">
              <a:extLst>
                <a:ext uri="{FF2B5EF4-FFF2-40B4-BE49-F238E27FC236}">
                  <a16:creationId xmlns:a16="http://schemas.microsoft.com/office/drawing/2014/main" id="{E9713C78-368B-4E7D-B602-A951F3F03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080" y="3816000"/>
              <a:ext cx="0" cy="1062000"/>
            </a:xfrm>
            <a:prstGeom prst="line">
              <a:avLst/>
            </a:prstGeom>
            <a:noFill/>
            <a:ln w="19050" cap="sq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4" name="Line 238">
              <a:extLst>
                <a:ext uri="{FF2B5EF4-FFF2-40B4-BE49-F238E27FC236}">
                  <a16:creationId xmlns:a16="http://schemas.microsoft.com/office/drawing/2014/main" id="{9D56E0D3-3F04-4041-B53C-4C31DC971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2000" y="4878000"/>
              <a:ext cx="1080000" cy="0"/>
            </a:xfrm>
            <a:prstGeom prst="line">
              <a:avLst/>
            </a:prstGeom>
            <a:noFill/>
            <a:ln w="19050" cap="sq" cmpd="sng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5" name="Line 238">
              <a:extLst>
                <a:ext uri="{FF2B5EF4-FFF2-40B4-BE49-F238E27FC236}">
                  <a16:creationId xmlns:a16="http://schemas.microsoft.com/office/drawing/2014/main" id="{6AB221EC-D181-4D2C-AB1E-63FEB24953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0216" y="4824000"/>
              <a:ext cx="0" cy="18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6" name="Line 236">
              <a:extLst>
                <a:ext uri="{FF2B5EF4-FFF2-40B4-BE49-F238E27FC236}">
                  <a16:creationId xmlns:a16="http://schemas.microsoft.com/office/drawing/2014/main" id="{F6B887F9-7115-45CD-868C-4F234587DA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6080" y="4320000"/>
              <a:ext cx="972000" cy="7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7" name="Line 236">
              <a:extLst>
                <a:ext uri="{FF2B5EF4-FFF2-40B4-BE49-F238E27FC236}">
                  <a16:creationId xmlns:a16="http://schemas.microsoft.com/office/drawing/2014/main" id="{A53C6140-791C-47FB-A3A2-92F33B69B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216" y="4464000"/>
              <a:ext cx="0" cy="1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8" name="Text Box 247">
              <a:extLst>
                <a:ext uri="{FF2B5EF4-FFF2-40B4-BE49-F238E27FC236}">
                  <a16:creationId xmlns:a16="http://schemas.microsoft.com/office/drawing/2014/main" id="{A7BE041B-600A-4BD5-990E-4E979391B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0" y="4248000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写</a:t>
              </a:r>
            </a:p>
          </p:txBody>
        </p:sp>
        <p:sp>
          <p:nvSpPr>
            <p:cNvPr id="369" name="Text Box 235">
              <a:extLst>
                <a:ext uri="{FF2B5EF4-FFF2-40B4-BE49-F238E27FC236}">
                  <a16:creationId xmlns:a16="http://schemas.microsoft.com/office/drawing/2014/main" id="{141A9A8E-1FF7-4B1B-9968-FC3053DF6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152" y="4356000"/>
              <a:ext cx="180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70" name="Text Box 235">
              <a:extLst>
                <a:ext uri="{FF2B5EF4-FFF2-40B4-BE49-F238E27FC236}">
                  <a16:creationId xmlns:a16="http://schemas.microsoft.com/office/drawing/2014/main" id="{8C05C125-92F6-4DC4-917F-96EA35DA2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368" y="4572000"/>
              <a:ext cx="288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zh-CN" altLang="en-US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附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71" name="Line 236">
              <a:extLst>
                <a:ext uri="{FF2B5EF4-FFF2-40B4-BE49-F238E27FC236}">
                  <a16:creationId xmlns:a16="http://schemas.microsoft.com/office/drawing/2014/main" id="{FDD6BDC7-95BE-425D-ADEE-7091E395C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9976" y="4356000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72" name="Line 236">
              <a:extLst>
                <a:ext uri="{FF2B5EF4-FFF2-40B4-BE49-F238E27FC236}">
                  <a16:creationId xmlns:a16="http://schemas.microsoft.com/office/drawing/2014/main" id="{02A010CF-6C80-4ECA-B3A3-E1A1A39B6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080" y="4140000"/>
              <a:ext cx="82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73" name="Text Box 232">
              <a:extLst>
                <a:ext uri="{FF2B5EF4-FFF2-40B4-BE49-F238E27FC236}">
                  <a16:creationId xmlns:a16="http://schemas.microsoft.com/office/drawing/2014/main" id="{B0A0856F-7737-491C-B30D-7EDF7B6E0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80" y="4032000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±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74" name="Line 236">
              <a:extLst>
                <a:ext uri="{FF2B5EF4-FFF2-40B4-BE49-F238E27FC236}">
                  <a16:creationId xmlns:a16="http://schemas.microsoft.com/office/drawing/2014/main" id="{D683B661-509F-4FBC-A263-6577E04AC7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6080" y="4428000"/>
              <a:ext cx="75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75" name="Text Box 235">
              <a:extLst>
                <a:ext uri="{FF2B5EF4-FFF2-40B4-BE49-F238E27FC236}">
                  <a16:creationId xmlns:a16="http://schemas.microsoft.com/office/drawing/2014/main" id="{C15222CA-7610-4CFC-AA87-65AE807F31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016" y="3960000"/>
              <a:ext cx="396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376" name="Line 236">
              <a:extLst>
                <a:ext uri="{FF2B5EF4-FFF2-40B4-BE49-F238E27FC236}">
                  <a16:creationId xmlns:a16="http://schemas.microsoft.com/office/drawing/2014/main" id="{55FCAC02-8B46-4169-895E-15A9095B9A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2080" y="4176000"/>
              <a:ext cx="34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77" name="梯形 376">
              <a:extLst>
                <a:ext uri="{FF2B5EF4-FFF2-40B4-BE49-F238E27FC236}">
                  <a16:creationId xmlns:a16="http://schemas.microsoft.com/office/drawing/2014/main" id="{242E77FA-6082-42B5-9B95-0840A6C52543}"/>
                </a:ext>
              </a:extLst>
            </p:cNvPr>
            <p:cNvSpPr/>
            <p:nvPr/>
          </p:nvSpPr>
          <p:spPr bwMode="auto">
            <a:xfrm rot="10800000">
              <a:off x="3024216" y="4032000"/>
              <a:ext cx="1188000" cy="252000"/>
            </a:xfrm>
            <a:prstGeom prst="trapezoid">
              <a:avLst>
                <a:gd name="adj" fmla="val 61278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</p:spPr>
          <p:txBody>
            <a:bodyPr lIns="0" tIns="10800" rIns="0" rtlCol="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dirty="0">
                <a:latin typeface="+mn-ea"/>
                <a:ea typeface="+mn-ea"/>
              </a:endParaRPr>
            </a:p>
          </p:txBody>
        </p:sp>
        <p:sp>
          <p:nvSpPr>
            <p:cNvPr id="378" name="Text Box 235">
              <a:extLst>
                <a:ext uri="{FF2B5EF4-FFF2-40B4-BE49-F238E27FC236}">
                  <a16:creationId xmlns:a16="http://schemas.microsoft.com/office/drawing/2014/main" id="{530DAD38-DBB7-46E5-8DD2-43153A56E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368" y="4032000"/>
              <a:ext cx="900000" cy="252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加减法器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79" name="Text Box 235">
              <a:extLst>
                <a:ext uri="{FF2B5EF4-FFF2-40B4-BE49-F238E27FC236}">
                  <a16:creationId xmlns:a16="http://schemas.microsoft.com/office/drawing/2014/main" id="{910C100F-A369-43CE-9302-5714195E6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080" y="4212000"/>
              <a:ext cx="396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380" name="Text Box 239">
              <a:extLst>
                <a:ext uri="{FF2B5EF4-FFF2-40B4-BE49-F238E27FC236}">
                  <a16:creationId xmlns:a16="http://schemas.microsoft.com/office/drawing/2014/main" id="{78DF2093-5B97-4B86-8D9E-739BF61CB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000" y="4104000"/>
              <a:ext cx="93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控制逻辑</a:t>
              </a:r>
              <a:endParaRPr lang="zh-CN" altLang="en-US" sz="1600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81" name="Line 236">
              <a:extLst>
                <a:ext uri="{FF2B5EF4-FFF2-40B4-BE49-F238E27FC236}">
                  <a16:creationId xmlns:a16="http://schemas.microsoft.com/office/drawing/2014/main" id="{7C396E5E-FD4E-4F21-9F68-90E56A221A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40000" y="3816000"/>
              <a:ext cx="28800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82" name="Line 236">
              <a:extLst>
                <a:ext uri="{FF2B5EF4-FFF2-40B4-BE49-F238E27FC236}">
                  <a16:creationId xmlns:a16="http://schemas.microsoft.com/office/drawing/2014/main" id="{1F9FF7B9-F199-4D98-8C18-7FF8D882B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976" y="4464000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83" name="Line 236">
              <a:extLst>
                <a:ext uri="{FF2B5EF4-FFF2-40B4-BE49-F238E27FC236}">
                  <a16:creationId xmlns:a16="http://schemas.microsoft.com/office/drawing/2014/main" id="{CF8358D0-A40B-43D2-AAE5-7F364B942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976" y="4464000"/>
              <a:ext cx="0" cy="1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C94C921C-CB96-409F-9662-D1BBC16FCDD7}"/>
                </a:ext>
              </a:extLst>
            </p:cNvPr>
            <p:cNvGrpSpPr/>
            <p:nvPr/>
          </p:nvGrpSpPr>
          <p:grpSpPr>
            <a:xfrm>
              <a:off x="2664080" y="4500000"/>
              <a:ext cx="360000" cy="144000"/>
              <a:chOff x="6804000" y="4644000"/>
              <a:chExt cx="360000" cy="144000"/>
            </a:xfrm>
          </p:grpSpPr>
          <p:sp>
            <p:nvSpPr>
              <p:cNvPr id="397" name="梯形 396">
                <a:extLst>
                  <a:ext uri="{FF2B5EF4-FFF2-40B4-BE49-F238E27FC236}">
                    <a16:creationId xmlns:a16="http://schemas.microsoft.com/office/drawing/2014/main" id="{E48C2024-B50C-4AAA-9255-40154AE83DE7}"/>
                  </a:ext>
                </a:extLst>
              </p:cNvPr>
              <p:cNvSpPr/>
              <p:nvPr/>
            </p:nvSpPr>
            <p:spPr bwMode="auto">
              <a:xfrm rot="10800000">
                <a:off x="6804000" y="4644000"/>
                <a:ext cx="360000" cy="144000"/>
              </a:xfrm>
              <a:prstGeom prst="trapezoid">
                <a:avLst>
                  <a:gd name="adj" fmla="val 44473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lIns="0" tIns="10800" rIns="0" rtlCol="0" anchor="ctr"/>
              <a:lstStyle/>
              <a:p>
                <a:pPr algn="ctr">
                  <a:lnSpc>
                    <a:spcPct val="90000"/>
                  </a:lnSpc>
                </a:pPr>
                <a:endParaRPr lang="zh-CN" altLang="en-US" sz="1800" dirty="0"/>
              </a:p>
            </p:txBody>
          </p:sp>
          <p:sp>
            <p:nvSpPr>
              <p:cNvPr id="398" name="Text Box 235">
                <a:extLst>
                  <a:ext uri="{FF2B5EF4-FFF2-40B4-BE49-F238E27FC236}">
                    <a16:creationId xmlns:a16="http://schemas.microsoft.com/office/drawing/2014/main" id="{96B07FED-3C31-466D-8D36-A162001C5D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0000" y="4644000"/>
                <a:ext cx="288000" cy="144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+mn-ea"/>
                    <a:ea typeface="+mn-ea"/>
                  </a:rPr>
                  <a:t>0</a:t>
                </a:r>
                <a:r>
                  <a:rPr lang="en-US" altLang="zh-CN" sz="1400" baseline="-18000" dirty="0">
                    <a:solidFill>
                      <a:schemeClr val="tx1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+mn-ea"/>
                    <a:ea typeface="+mn-ea"/>
                  </a:rPr>
                  <a:t>1</a:t>
                </a:r>
                <a:endParaRPr lang="en-US" altLang="zh-CN" sz="14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385" name="Line 236">
              <a:extLst>
                <a:ext uri="{FF2B5EF4-FFF2-40B4-BE49-F238E27FC236}">
                  <a16:creationId xmlns:a16="http://schemas.microsoft.com/office/drawing/2014/main" id="{D8A7FBF5-24BA-47C0-BC7E-93DA000052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8080" y="4572000"/>
              <a:ext cx="10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86" name="直接箭头连接符 61">
              <a:extLst>
                <a:ext uri="{FF2B5EF4-FFF2-40B4-BE49-F238E27FC236}">
                  <a16:creationId xmlns:a16="http://schemas.microsoft.com/office/drawing/2014/main" id="{A001BF50-CA76-46D6-9658-4A81656616DF}"/>
                </a:ext>
              </a:extLst>
            </p:cNvPr>
            <p:cNvCxnSpPr/>
            <p:nvPr/>
          </p:nvCxnSpPr>
          <p:spPr bwMode="auto">
            <a:xfrm>
              <a:off x="2772080" y="4176000"/>
              <a:ext cx="0" cy="32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87" name="直接箭头连接符 61">
              <a:extLst>
                <a:ext uri="{FF2B5EF4-FFF2-40B4-BE49-F238E27FC236}">
                  <a16:creationId xmlns:a16="http://schemas.microsoft.com/office/drawing/2014/main" id="{2467D385-40C1-4CC8-9B45-3BF61AB5CAFE}"/>
                </a:ext>
              </a:extLst>
            </p:cNvPr>
            <p:cNvCxnSpPr/>
            <p:nvPr/>
          </p:nvCxnSpPr>
          <p:spPr bwMode="auto">
            <a:xfrm>
              <a:off x="2880080" y="4644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88" name="Line 236">
              <a:extLst>
                <a:ext uri="{FF2B5EF4-FFF2-40B4-BE49-F238E27FC236}">
                  <a16:creationId xmlns:a16="http://schemas.microsoft.com/office/drawing/2014/main" id="{333F40C8-6AAB-4F63-B88F-D75D43714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080" y="4716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89" name="直接箭头连接符 61">
              <a:extLst>
                <a:ext uri="{FF2B5EF4-FFF2-40B4-BE49-F238E27FC236}">
                  <a16:creationId xmlns:a16="http://schemas.microsoft.com/office/drawing/2014/main" id="{91FBA20D-584B-47F4-BF11-600C5734F5BE}"/>
                </a:ext>
              </a:extLst>
            </p:cNvPr>
            <p:cNvCxnSpPr/>
            <p:nvPr/>
          </p:nvCxnSpPr>
          <p:spPr bwMode="auto">
            <a:xfrm>
              <a:off x="2916080" y="442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90" name="Text Box 213">
              <a:extLst>
                <a:ext uri="{FF2B5EF4-FFF2-40B4-BE49-F238E27FC236}">
                  <a16:creationId xmlns:a16="http://schemas.microsoft.com/office/drawing/2014/main" id="{0271DB11-4395-4619-AAD6-90C17C5BCC2F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047864" y="4032000"/>
              <a:ext cx="14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Arial Unicode MS" panose="020B0604020202020204" charset="-122"/>
                </a:rPr>
                <a:t>2</a:t>
              </a:r>
            </a:p>
          </p:txBody>
        </p:sp>
        <p:sp>
          <p:nvSpPr>
            <p:cNvPr id="391" name="Text Box 232">
              <a:extLst>
                <a:ext uri="{FF2B5EF4-FFF2-40B4-BE49-F238E27FC236}">
                  <a16:creationId xmlns:a16="http://schemas.microsoft.com/office/drawing/2014/main" id="{67BEA799-819E-44BA-B3AC-4CF5D24CA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864" y="4104000"/>
              <a:ext cx="2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op</a:t>
              </a:r>
            </a:p>
          </p:txBody>
        </p:sp>
        <p:cxnSp>
          <p:nvCxnSpPr>
            <p:cNvPr id="392" name="直接箭头连接符 61">
              <a:extLst>
                <a:ext uri="{FF2B5EF4-FFF2-40B4-BE49-F238E27FC236}">
                  <a16:creationId xmlns:a16="http://schemas.microsoft.com/office/drawing/2014/main" id="{08BB3FF8-7856-4F3C-960F-CA5E21C52874}"/>
                </a:ext>
              </a:extLst>
            </p:cNvPr>
            <p:cNvCxnSpPr/>
            <p:nvPr/>
          </p:nvCxnSpPr>
          <p:spPr bwMode="auto">
            <a:xfrm flipH="1">
              <a:off x="5904000" y="4210360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93" name="Text Box 232">
              <a:extLst>
                <a:ext uri="{FF2B5EF4-FFF2-40B4-BE49-F238E27FC236}">
                  <a16:creationId xmlns:a16="http://schemas.microsoft.com/office/drawing/2014/main" id="{E59B2123-4AC5-4AF1-8808-FC7C52265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0000" y="3708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CLK</a:t>
              </a:r>
            </a:p>
          </p:txBody>
        </p:sp>
        <p:cxnSp>
          <p:nvCxnSpPr>
            <p:cNvPr id="394" name="直接箭头连接符 393">
              <a:extLst>
                <a:ext uri="{FF2B5EF4-FFF2-40B4-BE49-F238E27FC236}">
                  <a16:creationId xmlns:a16="http://schemas.microsoft.com/office/drawing/2014/main" id="{4A568327-FE82-49B3-9C8C-CF161CE9E72C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 bwMode="auto">
            <a:xfrm>
              <a:off x="6047864" y="4176000"/>
              <a:ext cx="72000" cy="7175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5" name="Line 236">
              <a:extLst>
                <a:ext uri="{FF2B5EF4-FFF2-40B4-BE49-F238E27FC236}">
                  <a16:creationId xmlns:a16="http://schemas.microsoft.com/office/drawing/2014/main" id="{3676E0E0-B846-4DD0-A0F4-AFE4AEDA8E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6080" y="4212000"/>
              <a:ext cx="187200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96" name="Line 236">
              <a:extLst>
                <a:ext uri="{FF2B5EF4-FFF2-40B4-BE49-F238E27FC236}">
                  <a16:creationId xmlns:a16="http://schemas.microsoft.com/office/drawing/2014/main" id="{A8096C5A-FD65-444C-8AD5-E7820B23A9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080" y="4464000"/>
              <a:ext cx="0" cy="1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99" name="线形标注 2 300">
            <a:extLst>
              <a:ext uri="{FF2B5EF4-FFF2-40B4-BE49-F238E27FC236}">
                <a16:creationId xmlns:a16="http://schemas.microsoft.com/office/drawing/2014/main" id="{56A8D7E2-7BAA-4DDB-B535-C251E78F1BE2}"/>
              </a:ext>
            </a:extLst>
          </p:cNvPr>
          <p:cNvSpPr/>
          <p:nvPr/>
        </p:nvSpPr>
        <p:spPr bwMode="auto">
          <a:xfrm>
            <a:off x="7380312" y="4437112"/>
            <a:ext cx="1548000" cy="504000"/>
          </a:xfrm>
          <a:prstGeom prst="borderCallout2">
            <a:avLst>
              <a:gd name="adj1" fmla="val 52485"/>
              <a:gd name="adj2" fmla="val 848"/>
              <a:gd name="adj3" fmla="val 51186"/>
              <a:gd name="adj4" fmla="val -11065"/>
              <a:gd name="adj5" fmla="val -103065"/>
              <a:gd name="adj6" fmla="val -5681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＝减法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逻辑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(</a:t>
            </a:r>
            <a:r>
              <a:rPr lang="zh-CN" altLang="en-US" sz="1600" b="1" dirty="0">
                <a:latin typeface="宋体" panose="02010600030101010101" pitchFamily="2" charset="-122"/>
              </a:rPr>
              <a:t>常</a:t>
            </a:r>
            <a:r>
              <a:rPr lang="en-US" altLang="zh-CN" sz="1600" b="1" dirty="0">
                <a:latin typeface="宋体" panose="02010600030101010101" pitchFamily="2" charset="-122"/>
              </a:rPr>
              <a:t>CU</a:t>
            </a:r>
            <a:r>
              <a:rPr lang="zh-CN" altLang="en-US" sz="1600" b="1" dirty="0">
                <a:latin typeface="宋体" panose="02010600030101010101" pitchFamily="2" charset="-122"/>
              </a:rPr>
              <a:t>实现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4</a:t>
            </a:fld>
            <a:endParaRPr lang="en-US" altLang="zh-CN" dirty="0"/>
          </a:p>
        </p:txBody>
      </p:sp>
      <p:sp>
        <p:nvSpPr>
          <p:cNvPr id="90" name="Text Box 5"/>
          <p:cNvSpPr txBox="1">
            <a:spLocks noChangeArrowheads="1"/>
          </p:cNvSpPr>
          <p:nvPr/>
        </p:nvSpPr>
        <p:spPr bwMode="auto">
          <a:xfrm>
            <a:off x="180000" y="332740"/>
            <a:ext cx="6491322" cy="6233438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的组成：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程序的执行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工作方式</a:t>
            </a:r>
            <a:r>
              <a:rPr lang="en-US" altLang="zh-CN" sz="1600" b="1" dirty="0">
                <a:latin typeface="宋体" panose="02010600030101010101" pitchFamily="2" charset="-122"/>
              </a:rPr>
              <a:t>+ISA])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基本功能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基本组成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工作流程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工作原理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指令周期的组织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需求细化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设计组织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指令执行的过程：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微操作的定时：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指令周期的组织：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数据通路、控制器、中断机构的组成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下页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63688" y="692696"/>
            <a:ext cx="7303453" cy="551404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6480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操作类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过程</a:t>
            </a:r>
            <a:r>
              <a:rPr lang="en-US" altLang="zh-CN" sz="1600" b="1" dirty="0">
                <a:latin typeface="宋体" panose="02010600030101010101" pitchFamily="2" charset="-122"/>
              </a:rPr>
              <a:t>/ISA/</a:t>
            </a:r>
            <a:r>
              <a:rPr lang="zh-CN" altLang="en-US" sz="1600" b="1" dirty="0">
                <a:latin typeface="宋体" panose="02010600030101010101" pitchFamily="2" charset="-122"/>
              </a:rPr>
              <a:t>中断处理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＋控制类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操作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时间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数据通路＋</a:t>
            </a:r>
            <a:r>
              <a:rPr lang="en-US" altLang="zh-CN" sz="2000" b="1" dirty="0">
                <a:latin typeface="宋体" panose="02010600030101010101" pitchFamily="2" charset="-122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循环地</a:t>
            </a:r>
            <a:r>
              <a:rPr lang="zh-CN" altLang="en-US" sz="2000" b="1" dirty="0">
                <a:latin typeface="宋体" panose="02010600030101010101" pitchFamily="2" charset="-122"/>
              </a:rPr>
              <a:t>执行指令＋检测</a:t>
            </a:r>
            <a:r>
              <a:rPr lang="en-US" altLang="zh-CN" sz="2000" b="1" dirty="0"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</a:rPr>
              <a:t>响应异常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中断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  CU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2000" b="1" dirty="0">
                <a:latin typeface="宋体" panose="02010600030101010101" pitchFamily="2" charset="-122"/>
              </a:rPr>
              <a:t>工作流程的</a:t>
            </a:r>
            <a:r>
              <a:rPr lang="zh-CN" altLang="en-US" sz="2000" b="1" u="sng" dirty="0">
                <a:latin typeface="宋体" panose="02010600030101010101" pitchFamily="2" charset="-122"/>
              </a:rPr>
              <a:t>操作控制信号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DP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000" b="1" dirty="0">
                <a:latin typeface="宋体" panose="02010600030101010101" pitchFamily="2" charset="-122"/>
              </a:rPr>
              <a:t>相应的</a:t>
            </a:r>
            <a:r>
              <a:rPr lang="zh-CN" altLang="en-US" sz="2000" b="1" u="sng" dirty="0">
                <a:latin typeface="宋体" panose="02010600030101010101" pitchFamily="2" charset="-122"/>
              </a:rPr>
              <a:t>操作功能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取指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执行阶段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 u="sng" dirty="0" err="1">
                <a:sym typeface="+mn-ea"/>
              </a:rPr>
              <a:t>μ</a:t>
            </a:r>
            <a:r>
              <a:rPr lang="en-US" altLang="zh-CN" sz="20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序列</a:t>
            </a: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译码阶段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无操作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基于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主时钟脉冲信号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aseline="-18000" dirty="0" err="1"/>
              <a:t>μ</a:t>
            </a:r>
            <a:r>
              <a:rPr lang="en-US" altLang="zh-CN" sz="2000" b="1" baseline="-18000" dirty="0" err="1"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kT</a:t>
            </a:r>
            <a:r>
              <a:rPr lang="en-US" altLang="zh-CN" sz="2000" b="1" baseline="-25000" dirty="0" err="1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基本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k=1)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单个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，可采用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执行方式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03AD650-A72B-46C7-8EA5-2DC261BD3CBD}"/>
              </a:ext>
            </a:extLst>
          </p:cNvPr>
          <p:cNvGrpSpPr/>
          <p:nvPr/>
        </p:nvGrpSpPr>
        <p:grpSpPr>
          <a:xfrm>
            <a:off x="1980137" y="1664792"/>
            <a:ext cx="2952000" cy="1296000"/>
            <a:chOff x="5256000" y="2556000"/>
            <a:chExt cx="2952000" cy="1296000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351748A1-B0E9-4F5C-8079-F2237025BBEE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5579999" y="3240000"/>
              <a:ext cx="432000" cy="61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DD6BF39E-39D5-4C3D-9C50-27C846C82514}"/>
                </a:ext>
              </a:extLst>
            </p:cNvPr>
            <p:cNvCxnSpPr>
              <a:cxnSpLocks/>
            </p:cNvCxnSpPr>
            <p:nvPr>
              <p:custDataLst>
                <p:tags r:id="rId96"/>
              </p:custDataLst>
            </p:nvPr>
          </p:nvCxnSpPr>
          <p:spPr bwMode="auto">
            <a:xfrm>
              <a:off x="5256000" y="3743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29E36ABD-9076-467C-9EE8-7972594A851B}"/>
                </a:ext>
              </a:extLst>
            </p:cNvPr>
            <p:cNvCxnSpPr>
              <a:cxnSpLocks/>
            </p:cNvCxnSpPr>
            <p:nvPr>
              <p:custDataLst>
                <p:tags r:id="rId97"/>
              </p:custDataLst>
            </p:nvPr>
          </p:nvCxnSpPr>
          <p:spPr bwMode="auto">
            <a:xfrm flipV="1">
              <a:off x="5256000" y="3851561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0" name="Rectangle 274">
              <a:extLst>
                <a:ext uri="{FF2B5EF4-FFF2-40B4-BE49-F238E27FC236}">
                  <a16:creationId xmlns:a16="http://schemas.microsoft.com/office/drawing/2014/main" id="{FA70EC7B-F26D-4947-96DD-768643E91F80}"/>
                </a:ext>
              </a:extLst>
            </p:cNvPr>
            <p:cNvSpPr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6588000" y="2556000"/>
              <a:ext cx="1548000" cy="75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256">
              <a:extLst>
                <a:ext uri="{FF2B5EF4-FFF2-40B4-BE49-F238E27FC236}">
                  <a16:creationId xmlns:a16="http://schemas.microsoft.com/office/drawing/2014/main" id="{87DAAD7A-9961-4D7A-B09E-08B07DA08769}"/>
                </a:ext>
              </a:extLst>
            </p:cNvPr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6660000" y="2880000"/>
              <a:ext cx="216000" cy="28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2" name="Text Box 257">
              <a:extLst>
                <a:ext uri="{FF2B5EF4-FFF2-40B4-BE49-F238E27FC236}">
                  <a16:creationId xmlns:a16="http://schemas.microsoft.com/office/drawing/2014/main" id="{3CE662BA-0E14-44C2-89FA-208FAF710EFA}"/>
                </a:ext>
              </a:extLst>
            </p:cNvPr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6624000" y="2592000"/>
              <a:ext cx="1476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13" name="Text Box 258">
              <a:extLst>
                <a:ext uri="{FF2B5EF4-FFF2-40B4-BE49-F238E27FC236}">
                  <a16:creationId xmlns:a16="http://schemas.microsoft.com/office/drawing/2014/main" id="{56A93FBC-9365-47EC-A097-E0A505DB024C}"/>
                </a:ext>
              </a:extLst>
            </p:cNvPr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7020000" y="2879849"/>
              <a:ext cx="9360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/>
                <a:t>μ</a:t>
              </a:r>
              <a:r>
                <a:rPr lang="en-US" altLang="zh-CN" sz="14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14" name="Text Box 271">
              <a:extLst>
                <a:ext uri="{FF2B5EF4-FFF2-40B4-BE49-F238E27FC236}">
                  <a16:creationId xmlns:a16="http://schemas.microsoft.com/office/drawing/2014/main" id="{192FF60A-E725-4F82-8CB8-42D76CB6797B}"/>
                </a:ext>
              </a:extLst>
            </p:cNvPr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7308000" y="3312000"/>
              <a:ext cx="43200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3384BB4-7EED-47CA-A39C-A72C8B595BC9}"/>
                </a:ext>
              </a:extLst>
            </p:cNvPr>
            <p:cNvCxnSpPr/>
            <p:nvPr>
              <p:custDataLst>
                <p:tags r:id="rId103"/>
              </p:custDataLst>
            </p:nvPr>
          </p:nvCxnSpPr>
          <p:spPr bwMode="auto">
            <a:xfrm>
              <a:off x="6876000" y="2916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C58CB70-1A0A-447C-9DC5-566D3533033F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>
              <a:off x="6876000" y="3132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17EE803-981D-4614-85A7-B1105C15EA18}"/>
                </a:ext>
              </a:extLst>
            </p:cNvPr>
            <p:cNvCxnSpPr/>
            <p:nvPr>
              <p:custDataLst>
                <p:tags r:id="rId105"/>
              </p:custDataLst>
            </p:nvPr>
          </p:nvCxnSpPr>
          <p:spPr bwMode="auto">
            <a:xfrm>
              <a:off x="7668900" y="2772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2CCBAA6-CA60-43A7-8D70-8725A4D314B3}"/>
                </a:ext>
              </a:extLst>
            </p:cNvPr>
            <p:cNvCxnSpPr/>
            <p:nvPr>
              <p:custDataLst>
                <p:tags r:id="rId106"/>
              </p:custDataLst>
            </p:nvPr>
          </p:nvCxnSpPr>
          <p:spPr bwMode="auto">
            <a:xfrm>
              <a:off x="7380610" y="2772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9" name="Text Box 271">
              <a:extLst>
                <a:ext uri="{FF2B5EF4-FFF2-40B4-BE49-F238E27FC236}">
                  <a16:creationId xmlns:a16="http://schemas.microsoft.com/office/drawing/2014/main" id="{5D22173A-4BCA-4FBD-A13A-4325B7F38E0C}"/>
                </a:ext>
              </a:extLst>
            </p:cNvPr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7416000" y="2772000"/>
              <a:ext cx="21600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BD0D1179-BB4B-414D-AEDA-7C755220A2A3}"/>
                </a:ext>
              </a:extLst>
            </p:cNvPr>
            <p:cNvCxnSpPr/>
            <p:nvPr>
              <p:custDataLst>
                <p:tags r:id="rId108"/>
              </p:custDataLst>
            </p:nvPr>
          </p:nvCxnSpPr>
          <p:spPr bwMode="auto">
            <a:xfrm>
              <a:off x="6480000" y="3060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B67CA267-F783-406B-A885-063213BE5B32}"/>
                </a:ext>
              </a:extLst>
            </p:cNvPr>
            <p:cNvCxnSpPr/>
            <p:nvPr>
              <p:custDataLst>
                <p:tags r:id="rId109"/>
              </p:custDataLst>
            </p:nvPr>
          </p:nvCxnSpPr>
          <p:spPr bwMode="auto">
            <a:xfrm flipH="1">
              <a:off x="7776000" y="3276000"/>
              <a:ext cx="635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F094D86B-AE26-4749-8191-D556E421541F}"/>
                </a:ext>
              </a:extLst>
            </p:cNvPr>
            <p:cNvCxnSpPr/>
            <p:nvPr>
              <p:custDataLst>
                <p:tags r:id="rId110"/>
              </p:custDataLst>
            </p:nvPr>
          </p:nvCxnSpPr>
          <p:spPr bwMode="auto">
            <a:xfrm>
              <a:off x="7272000" y="327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3" name="Text Box 271">
              <a:extLst>
                <a:ext uri="{FF2B5EF4-FFF2-40B4-BE49-F238E27FC236}">
                  <a16:creationId xmlns:a16="http://schemas.microsoft.com/office/drawing/2014/main" id="{6528B938-10F3-450B-9B06-D36A976BEE0E}"/>
                </a:ext>
              </a:extLst>
            </p:cNvPr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6840000" y="2916000"/>
              <a:ext cx="14414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58F3892-44DC-4380-9D5E-D836753D5113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 flipH="1">
              <a:off x="7956000" y="3132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7067A37F-56A5-43D6-BDF0-A048E6E60643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 flipH="1">
              <a:off x="6480000" y="2628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ECF3DA67-03E4-44CE-B2BB-704C0C512977}"/>
                </a:ext>
              </a:extLst>
            </p:cNvPr>
            <p:cNvCxnSpPr/>
            <p:nvPr>
              <p:custDataLst>
                <p:tags r:id="rId114"/>
              </p:custDataLst>
            </p:nvPr>
          </p:nvCxnSpPr>
          <p:spPr bwMode="auto">
            <a:xfrm flipH="1">
              <a:off x="6480000" y="2700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" name="直接箭头连接符 117">
              <a:extLst>
                <a:ext uri="{FF2B5EF4-FFF2-40B4-BE49-F238E27FC236}">
                  <a16:creationId xmlns:a16="http://schemas.microsoft.com/office/drawing/2014/main" id="{DB2890F2-F50D-4C7E-B071-8B023EFD9173}"/>
                </a:ext>
              </a:extLst>
            </p:cNvPr>
            <p:cNvCxnSpPr/>
            <p:nvPr>
              <p:custDataLst>
                <p:tags r:id="rId115"/>
              </p:custDataLst>
            </p:nvPr>
          </p:nvCxnSpPr>
          <p:spPr bwMode="auto">
            <a:xfrm>
              <a:off x="6012000" y="3240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E1F4F14-CC32-4CEC-811B-84F45F714CEA}"/>
              </a:ext>
            </a:extLst>
          </p:cNvPr>
          <p:cNvGrpSpPr/>
          <p:nvPr/>
        </p:nvGrpSpPr>
        <p:grpSpPr>
          <a:xfrm>
            <a:off x="1764137" y="1556792"/>
            <a:ext cx="4031999" cy="1584000"/>
            <a:chOff x="5040000" y="2448000"/>
            <a:chExt cx="4031999" cy="1584000"/>
          </a:xfrm>
        </p:grpSpPr>
        <p:sp>
          <p:nvSpPr>
            <p:cNvPr id="29" name="Text Box 333">
              <a:extLst>
                <a:ext uri="{FF2B5EF4-FFF2-40B4-BE49-F238E27FC236}">
                  <a16:creationId xmlns:a16="http://schemas.microsoft.com/office/drawing/2014/main" id="{C3DA002E-6D3C-4839-8541-7ACCBEE3946C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688334" y="2736000"/>
              <a:ext cx="216000" cy="11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通路结构</a:t>
              </a: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B7EB25A-A1CA-4DBD-8DDA-AC84F20ADCD4}"/>
                </a:ext>
              </a:extLst>
            </p:cNvPr>
            <p:cNvGrpSpPr/>
            <p:nvPr/>
          </p:nvGrpSpPr>
          <p:grpSpPr>
            <a:xfrm>
              <a:off x="5904000" y="2736000"/>
              <a:ext cx="575863" cy="468000"/>
              <a:chOff x="5904000" y="2626240"/>
              <a:chExt cx="575863" cy="468000"/>
            </a:xfrm>
          </p:grpSpPr>
          <p:sp>
            <p:nvSpPr>
              <p:cNvPr id="81" name="Rectangle 274">
                <a:extLst>
                  <a:ext uri="{FF2B5EF4-FFF2-40B4-BE49-F238E27FC236}">
                    <a16:creationId xmlns:a16="http://schemas.microsoft.com/office/drawing/2014/main" id="{07207CDB-C985-4FCC-90AA-1F41295F46B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5975863" y="2626240"/>
                <a:ext cx="504000" cy="468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Text Box 276">
                <a:extLst>
                  <a:ext uri="{FF2B5EF4-FFF2-40B4-BE49-F238E27FC236}">
                    <a16:creationId xmlns:a16="http://schemas.microsoft.com/office/drawing/2014/main" id="{993AA2F7-1101-45C6-93F0-53287BE087E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6048379" y="266433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PC</a:t>
                </a:r>
              </a:p>
            </p:txBody>
          </p:sp>
          <p:sp>
            <p:nvSpPr>
              <p:cNvPr id="83" name="Text Box 276">
                <a:extLst>
                  <a:ext uri="{FF2B5EF4-FFF2-40B4-BE49-F238E27FC236}">
                    <a16:creationId xmlns:a16="http://schemas.microsoft.com/office/drawing/2014/main" id="{A154523E-BFDC-4D14-ABCD-84112641DC7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6048379" y="288023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C51BF8CC-2393-454E-86E9-515602BAC155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 bwMode="auto">
              <a:xfrm>
                <a:off x="5904000" y="2700000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15E6FDFD-83EF-475F-B94E-D192B63B97DE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H="1" flipV="1">
                <a:off x="5904000" y="2808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D9D5C120-6D55-4BD5-B7ED-83690B11FBE9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>
                <a:off x="5904000" y="295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sp>
          <p:nvSpPr>
            <p:cNvPr id="31" name="Rectangle 299">
              <a:extLst>
                <a:ext uri="{FF2B5EF4-FFF2-40B4-BE49-F238E27FC236}">
                  <a16:creationId xmlns:a16="http://schemas.microsoft.com/office/drawing/2014/main" id="{2A5AEEC8-08E9-4518-871F-DDF8F7137653}"/>
                </a:ext>
              </a:extLst>
            </p:cNvPr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040000" y="2448000"/>
              <a:ext cx="3384000" cy="147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B283DDD-5AEF-4ABF-8477-2C8AD8862B2D}"/>
                </a:ext>
              </a:extLst>
            </p:cNvPr>
            <p:cNvGrpSpPr/>
            <p:nvPr/>
          </p:nvGrpSpPr>
          <p:grpSpPr>
            <a:xfrm>
              <a:off x="5040000" y="2628000"/>
              <a:ext cx="648000" cy="1152000"/>
              <a:chOff x="5040000" y="2628000"/>
              <a:chExt cx="648000" cy="1152000"/>
            </a:xfrm>
          </p:grpSpPr>
          <p:sp>
            <p:nvSpPr>
              <p:cNvPr id="65" name="Rectangle 274">
                <a:extLst>
                  <a:ext uri="{FF2B5EF4-FFF2-40B4-BE49-F238E27FC236}">
                    <a16:creationId xmlns:a16="http://schemas.microsoft.com/office/drawing/2014/main" id="{DE6D25DE-3607-457E-9899-411DEB531AC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5040000" y="2628000"/>
                <a:ext cx="576000" cy="1152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FDC50DE7-8CDE-4F3D-9D49-02EA8ECEE44F}"/>
                  </a:ext>
                </a:extLst>
              </p:cNvPr>
              <p:cNvCxnSpPr/>
              <p:nvPr>
                <p:custDataLst>
                  <p:tags r:id="rId74"/>
                </p:custDataLst>
              </p:nvPr>
            </p:nvCxnSpPr>
            <p:spPr bwMode="auto">
              <a:xfrm>
                <a:off x="5544000" y="277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3A086AE8-2CB1-48FC-83F9-747FD5B29037}"/>
                  </a:ext>
                </a:extLst>
              </p:cNvPr>
              <p:cNvCxnSpPr/>
              <p:nvPr>
                <p:custDataLst>
                  <p:tags r:id="rId75"/>
                </p:custDataLst>
              </p:nvPr>
            </p:nvCxnSpPr>
            <p:spPr bwMode="auto">
              <a:xfrm flipH="1" flipV="1">
                <a:off x="5544000" y="290994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E76096BB-6C92-435D-BC0C-9CE8A1304CA0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5544000" y="2844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ysDash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69" name="AutoShape 189">
                <a:extLst>
                  <a:ext uri="{FF2B5EF4-FFF2-40B4-BE49-F238E27FC236}">
                    <a16:creationId xmlns:a16="http://schemas.microsoft.com/office/drawing/2014/main" id="{CE987201-335C-49C7-AB8D-68516C32E25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5076000" y="3203561"/>
                <a:ext cx="468000" cy="179705"/>
              </a:xfrm>
              <a:custGeom>
                <a:avLst/>
                <a:gdLst>
                  <a:gd name="G0" fmla="+- 4060 0 0"/>
                  <a:gd name="G1" fmla="+- 21600 0 4060"/>
                  <a:gd name="G2" fmla="*/ 4060 1 2"/>
                  <a:gd name="G3" fmla="+- 21600 0 G2"/>
                  <a:gd name="G4" fmla="+/ 4060 21600 2"/>
                  <a:gd name="G5" fmla="+/ G1 0 2"/>
                  <a:gd name="G6" fmla="*/ 21600 21600 4060"/>
                  <a:gd name="G7" fmla="*/ G6 1 2"/>
                  <a:gd name="G8" fmla="+- 21600 0 G7"/>
                  <a:gd name="G9" fmla="*/ 21600 1 2"/>
                  <a:gd name="G10" fmla="+- 4060 0 G9"/>
                  <a:gd name="G11" fmla="?: G10 G8 0"/>
                  <a:gd name="G12" fmla="?: G10 G7 21600"/>
                  <a:gd name="T0" fmla="*/ 19570 w 21600"/>
                  <a:gd name="T1" fmla="*/ 10800 h 21600"/>
                  <a:gd name="T2" fmla="*/ 10800 w 21600"/>
                  <a:gd name="T3" fmla="*/ 21600 h 21600"/>
                  <a:gd name="T4" fmla="*/ 2030 w 21600"/>
                  <a:gd name="T5" fmla="*/ 10800 h 21600"/>
                  <a:gd name="T6" fmla="*/ 10800 w 21600"/>
                  <a:gd name="T7" fmla="*/ 0 h 21600"/>
                  <a:gd name="T8" fmla="*/ 3830 w 21600"/>
                  <a:gd name="T9" fmla="*/ 3830 h 21600"/>
                  <a:gd name="T10" fmla="*/ 17770 w 21600"/>
                  <a:gd name="T11" fmla="*/ 177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060" y="21600"/>
                    </a:lnTo>
                    <a:lnTo>
                      <a:pt x="175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ALU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70" name="直接箭头连接符 69">
                <a:extLst>
                  <a:ext uri="{FF2B5EF4-FFF2-40B4-BE49-F238E27FC236}">
                    <a16:creationId xmlns:a16="http://schemas.microsoft.com/office/drawing/2014/main" id="{B1CCF6A1-C3CD-4EF2-9EEC-27F247AE0FB2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 bwMode="auto">
              <a:xfrm flipH="1">
                <a:off x="5472000" y="3707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6E81B2B2-3C56-4C34-A8F1-311FE90D7746}"/>
                  </a:ext>
                </a:extLst>
              </p:cNvPr>
              <p:cNvCxnSpPr/>
              <p:nvPr>
                <p:custDataLst>
                  <p:tags r:id="rId79"/>
                </p:custDataLst>
              </p:nvPr>
            </p:nvCxnSpPr>
            <p:spPr bwMode="auto">
              <a:xfrm>
                <a:off x="5472000" y="3599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FD2CFCEF-CC86-4EAC-89F0-B4CF00B5C8E1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5256535" y="3383561"/>
                <a:ext cx="1270" cy="17970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73" name="Text Box 276">
                <a:extLst>
                  <a:ext uri="{FF2B5EF4-FFF2-40B4-BE49-F238E27FC236}">
                    <a16:creationId xmlns:a16="http://schemas.microsoft.com/office/drawing/2014/main" id="{7EA4C99B-890E-47F6-9B8A-E54FEDEFABE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5076000" y="356356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PSR</a:t>
                </a:r>
              </a:p>
            </p:txBody>
          </p:sp>
          <p:sp>
            <p:nvSpPr>
              <p:cNvPr id="74" name="Text Box 314">
                <a:extLst>
                  <a:ext uri="{FF2B5EF4-FFF2-40B4-BE49-F238E27FC236}">
                    <a16:creationId xmlns:a16="http://schemas.microsoft.com/office/drawing/2014/main" id="{64CFEF23-BF08-4D01-A026-70B64DE04AD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5076000" y="2664000"/>
                <a:ext cx="46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GPRs</a:t>
                </a:r>
              </a:p>
            </p:txBody>
          </p:sp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8EA84E8A-F50D-432D-BE38-8A10A73DF8C2}"/>
                  </a:ext>
                </a:extLst>
              </p:cNvPr>
              <p:cNvCxnSpPr>
                <a:cxnSpLocks/>
              </p:cNvCxnSpPr>
              <p:nvPr>
                <p:custDataLst>
                  <p:tags r:id="rId83"/>
                </p:custDataLst>
              </p:nvPr>
            </p:nvCxnSpPr>
            <p:spPr bwMode="auto">
              <a:xfrm>
                <a:off x="5184000" y="3023087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518028D2-2312-419E-BA2A-EF01DD540458}"/>
                  </a:ext>
                </a:extLst>
              </p:cNvPr>
              <p:cNvCxnSpPr/>
              <p:nvPr>
                <p:custDataLst>
                  <p:tags r:id="rId84"/>
                </p:custDataLst>
              </p:nvPr>
            </p:nvCxnSpPr>
            <p:spPr bwMode="auto">
              <a:xfrm flipH="1" flipV="1">
                <a:off x="5184000" y="3023561"/>
                <a:ext cx="5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A3201786-A769-4767-AFD4-25CA878BF66B}"/>
                  </a:ext>
                </a:extLst>
              </p:cNvPr>
              <p:cNvCxnSpPr>
                <a:cxnSpLocks/>
              </p:cNvCxnSpPr>
              <p:nvPr>
                <p:custDataLst>
                  <p:tags r:id="rId85"/>
                </p:custDataLst>
              </p:nvPr>
            </p:nvCxnSpPr>
            <p:spPr bwMode="auto">
              <a:xfrm>
                <a:off x="5436000" y="3095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CC131E31-BAC1-4F0A-82F2-19B8F3FA1172}"/>
                  </a:ext>
                </a:extLst>
              </p:cNvPr>
              <p:cNvCxnSpPr/>
              <p:nvPr>
                <p:custDataLst>
                  <p:tags r:id="rId86"/>
                </p:custDataLst>
              </p:nvPr>
            </p:nvCxnSpPr>
            <p:spPr bwMode="auto">
              <a:xfrm flipH="1" flipV="1">
                <a:off x="5436000" y="3095561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7AD72950-2F36-4816-A039-364A7FB7A2EE}"/>
                  </a:ext>
                </a:extLst>
              </p:cNvPr>
              <p:cNvCxnSpPr>
                <a:cxnSpLocks/>
              </p:cNvCxnSpPr>
              <p:nvPr>
                <p:custDataLst>
                  <p:tags r:id="rId87"/>
                </p:custDataLst>
              </p:nvPr>
            </p:nvCxnSpPr>
            <p:spPr bwMode="auto">
              <a:xfrm>
                <a:off x="5328000" y="3383561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93383124-C944-4981-8B6E-B6A476427250}"/>
                  </a:ext>
                </a:extLst>
              </p:cNvPr>
              <p:cNvCxnSpPr/>
              <p:nvPr>
                <p:custDataLst>
                  <p:tags r:id="rId88"/>
                </p:custDataLst>
              </p:nvPr>
            </p:nvCxnSpPr>
            <p:spPr bwMode="auto">
              <a:xfrm>
                <a:off x="5328000" y="345556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5544D4B7-E7C8-4339-B939-41F78CF4D923}"/>
                </a:ext>
              </a:extLst>
            </p:cNvPr>
            <p:cNvGrpSpPr/>
            <p:nvPr/>
          </p:nvGrpSpPr>
          <p:grpSpPr>
            <a:xfrm>
              <a:off x="5687863" y="2484000"/>
              <a:ext cx="3384136" cy="1440000"/>
              <a:chOff x="5687863" y="2484000"/>
              <a:chExt cx="3384136" cy="1440000"/>
            </a:xfrm>
          </p:grpSpPr>
          <p:sp>
            <p:nvSpPr>
              <p:cNvPr id="51" name="Text Box 227">
                <a:extLst>
                  <a:ext uri="{FF2B5EF4-FFF2-40B4-BE49-F238E27FC236}">
                    <a16:creationId xmlns:a16="http://schemas.microsoft.com/office/drawing/2014/main" id="{705E9CE6-9924-476D-AC81-668E0702577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8208000" y="3060000"/>
                <a:ext cx="215900" cy="86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中断机构</a:t>
                </a:r>
              </a:p>
            </p:txBody>
          </p: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6D9FD2BF-FAED-447E-BF5A-C3876078794F}"/>
                  </a:ext>
                </a:extLst>
              </p:cNvPr>
              <p:cNvCxnSpPr>
                <a:cxnSpLocks/>
              </p:cNvCxnSpPr>
              <p:nvPr>
                <p:custDataLst>
                  <p:tags r:id="rId60"/>
                </p:custDataLst>
              </p:nvPr>
            </p:nvCxnSpPr>
            <p:spPr bwMode="auto">
              <a:xfrm>
                <a:off x="8352000" y="2520000"/>
                <a:ext cx="0" cy="540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60C24EDF-C17B-428E-BB04-422941ED08E4}"/>
                  </a:ext>
                </a:extLst>
              </p:cNvPr>
              <p:cNvCxnSpPr/>
              <p:nvPr>
                <p:custDataLst>
                  <p:tags r:id="rId61"/>
                </p:custDataLst>
              </p:nvPr>
            </p:nvCxnSpPr>
            <p:spPr bwMode="auto">
              <a:xfrm>
                <a:off x="6443863" y="2520000"/>
                <a:ext cx="19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4" name="Text Box 392">
                <a:extLst>
                  <a:ext uri="{FF2B5EF4-FFF2-40B4-BE49-F238E27FC236}">
                    <a16:creationId xmlns:a16="http://schemas.microsoft.com/office/drawing/2014/main" id="{C638EAD6-6EAB-44CD-BB9D-010EBF4FC8A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5687863" y="2484000"/>
                <a:ext cx="396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异常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5" name="Text Box 276">
                <a:extLst>
                  <a:ext uri="{FF2B5EF4-FFF2-40B4-BE49-F238E27FC236}">
                    <a16:creationId xmlns:a16="http://schemas.microsoft.com/office/drawing/2014/main" id="{FF00317C-EB0A-47E1-8139-43034BCB494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6192000" y="2484000"/>
                <a:ext cx="252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000" b="1" dirty="0">
                    <a:latin typeface="宋体" panose="02010600030101010101" pitchFamily="2" charset="-122"/>
                  </a:rPr>
                  <a:t>≥1</a:t>
                </a:r>
              </a:p>
            </p:txBody>
          </p: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C2494A0E-FF66-4083-AC16-0AFBC2FD96F8}"/>
                  </a:ext>
                </a:extLst>
              </p:cNvPr>
              <p:cNvCxnSpPr/>
              <p:nvPr>
                <p:custDataLst>
                  <p:tags r:id="rId64"/>
                </p:custDataLst>
              </p:nvPr>
            </p:nvCxnSpPr>
            <p:spPr bwMode="auto">
              <a:xfrm>
                <a:off x="6084279" y="2592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E95AF680-0332-4713-A81D-B88C33F51CBB}"/>
                  </a:ext>
                </a:extLst>
              </p:cNvPr>
              <p:cNvCxnSpPr/>
              <p:nvPr>
                <p:custDataLst>
                  <p:tags r:id="rId65"/>
                </p:custDataLst>
              </p:nvPr>
            </p:nvCxnSpPr>
            <p:spPr bwMode="auto">
              <a:xfrm>
                <a:off x="6084279" y="2520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7757F78D-228F-43A4-A7D9-C441EA01169D}"/>
                  </a:ext>
                </a:extLst>
              </p:cNvPr>
              <p:cNvCxnSpPr/>
              <p:nvPr>
                <p:custDataLst>
                  <p:tags r:id="rId66"/>
                </p:custDataLst>
              </p:nvPr>
            </p:nvCxnSpPr>
            <p:spPr bwMode="auto">
              <a:xfrm>
                <a:off x="6084000" y="2556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02B25BE0-D6CB-454D-AD59-1D0CD885F781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 flipH="1">
                <a:off x="5904000" y="3456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8E0E9001-254E-40D3-B4F7-EDF427C7BF16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 bwMode="auto">
              <a:xfrm>
                <a:off x="5904000" y="3420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4DC593BE-BA00-4C81-8878-5D5B5FDEC8DF}"/>
                  </a:ext>
                </a:extLst>
              </p:cNvPr>
              <p:cNvCxnSpPr/>
              <p:nvPr>
                <p:custDataLst>
                  <p:tags r:id="rId69"/>
                </p:custDataLst>
              </p:nvPr>
            </p:nvCxnSpPr>
            <p:spPr bwMode="auto">
              <a:xfrm flipH="1">
                <a:off x="8424000" y="33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BA94F9B4-3EEB-47CA-9C59-6DA048E952D4}"/>
                  </a:ext>
                </a:extLst>
              </p:cNvPr>
              <p:cNvCxnSpPr/>
              <p:nvPr>
                <p:custDataLst>
                  <p:tags r:id="rId70"/>
                </p:custDataLst>
              </p:nvPr>
            </p:nvCxnSpPr>
            <p:spPr bwMode="auto">
              <a:xfrm>
                <a:off x="8424000" y="367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63" name="Text Box 392">
                <a:extLst>
                  <a:ext uri="{FF2B5EF4-FFF2-40B4-BE49-F238E27FC236}">
                    <a16:creationId xmlns:a16="http://schemas.microsoft.com/office/drawing/2014/main" id="{3A789238-9267-4B24-9EE0-104B273E730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8567999" y="3240000"/>
                <a:ext cx="504000" cy="50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NMI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INTR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INTA#</a:t>
                </a:r>
              </a:p>
            </p:txBody>
          </p: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7977144B-ECC6-4148-9C70-CEE5B52A4BA3}"/>
                  </a:ext>
                </a:extLst>
              </p:cNvPr>
              <p:cNvCxnSpPr/>
              <p:nvPr>
                <p:custDataLst>
                  <p:tags r:id="rId72"/>
                </p:custDataLst>
              </p:nvPr>
            </p:nvCxnSpPr>
            <p:spPr bwMode="auto">
              <a:xfrm flipH="1">
                <a:off x="8424000" y="349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59CCC55-A689-4503-B1BB-96B94ECDA51C}"/>
                </a:ext>
              </a:extLst>
            </p:cNvPr>
            <p:cNvGrpSpPr/>
            <p:nvPr/>
          </p:nvGrpSpPr>
          <p:grpSpPr>
            <a:xfrm>
              <a:off x="5904000" y="3492000"/>
              <a:ext cx="2232000" cy="540000"/>
              <a:chOff x="5904000" y="3492000"/>
              <a:chExt cx="2232000" cy="540000"/>
            </a:xfrm>
          </p:grpSpPr>
          <p:sp>
            <p:nvSpPr>
              <p:cNvPr id="35" name="Text Box 291">
                <a:extLst>
                  <a:ext uri="{FF2B5EF4-FFF2-40B4-BE49-F238E27FC236}">
                    <a16:creationId xmlns:a16="http://schemas.microsoft.com/office/drawing/2014/main" id="{8A07BC7E-6CA3-469B-8281-313A2E87BED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7668000" y="3527181"/>
                <a:ext cx="468000" cy="396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总线逻辑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FC587E81-A626-45F2-AEFB-DC2249C9D9F1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>
                <a:off x="5904000" y="3743181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D2DC1105-684D-4F39-8514-A705CE58F7A4}"/>
                  </a:ext>
                </a:extLst>
              </p:cNvPr>
              <p:cNvCxnSpPr/>
              <p:nvPr>
                <p:custDataLst>
                  <p:tags r:id="rId45"/>
                </p:custDataLst>
              </p:nvPr>
            </p:nvCxnSpPr>
            <p:spPr bwMode="auto">
              <a:xfrm flipH="1" flipV="1">
                <a:off x="5904000" y="3815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880869A0-D5D4-4817-99E1-81BD824A91B2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5904000" y="3563756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9" name="Text Box 276">
                <a:extLst>
                  <a:ext uri="{FF2B5EF4-FFF2-40B4-BE49-F238E27FC236}">
                    <a16:creationId xmlns:a16="http://schemas.microsoft.com/office/drawing/2014/main" id="{CB13EAFF-9E0A-48B3-9213-95022C1CBE5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6048379" y="3492000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MAR</a:t>
                </a:r>
              </a:p>
            </p:txBody>
          </p:sp>
          <p:sp>
            <p:nvSpPr>
              <p:cNvPr id="40" name="Text Box 276">
                <a:extLst>
                  <a:ext uri="{FF2B5EF4-FFF2-40B4-BE49-F238E27FC236}">
                    <a16:creationId xmlns:a16="http://schemas.microsoft.com/office/drawing/2014/main" id="{7CFE1EB7-9E5F-402F-8A7F-407A73A53D8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6048379" y="370718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MDR</a:t>
                </a: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778EEB1E-DAF0-444A-9803-B4382D97131E}"/>
                  </a:ext>
                </a:extLst>
              </p:cNvPr>
              <p:cNvCxnSpPr/>
              <p:nvPr>
                <p:custDataLst>
                  <p:tags r:id="rId49"/>
                </p:custDataLst>
              </p:nvPr>
            </p:nvCxnSpPr>
            <p:spPr bwMode="auto">
              <a:xfrm>
                <a:off x="6444000" y="3563756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8E572285-E623-49D6-8C97-CC3E6E7F1D7F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>
                <a:off x="6444000" y="3743181"/>
                <a:ext cx="61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B1BDA5BA-10A2-4FA8-972E-73BFAE7B9003}"/>
                  </a:ext>
                </a:extLst>
              </p:cNvPr>
              <p:cNvCxnSpPr/>
              <p:nvPr>
                <p:custDataLst>
                  <p:tags r:id="rId51"/>
                </p:custDataLst>
              </p:nvPr>
            </p:nvCxnSpPr>
            <p:spPr bwMode="auto">
              <a:xfrm flipH="1" flipV="1">
                <a:off x="6444000" y="3815181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250E47DD-A8CB-4F32-8BDA-37F15AB2169E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6587999" y="3563756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58D170FD-04CB-4536-871D-8635BED0CCCA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7056000" y="3743181"/>
                <a:ext cx="612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B014B147-0862-40EB-9905-04550E6EF982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H="1" flipV="1">
                <a:off x="7524000" y="3815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7" name="Text Box 276">
                <a:extLst>
                  <a:ext uri="{FF2B5EF4-FFF2-40B4-BE49-F238E27FC236}">
                    <a16:creationId xmlns:a16="http://schemas.microsoft.com/office/drawing/2014/main" id="{DB6C7A61-70D5-4747-98BB-ECFC013CAC3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6587526" y="3492000"/>
                <a:ext cx="396240" cy="179705"/>
              </a:xfrm>
              <a:prstGeom prst="rect">
                <a:avLst/>
              </a:prstGeom>
              <a:solidFill>
                <a:srgbClr val="CC99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MMU</a:t>
                </a:r>
              </a:p>
            </p:txBody>
          </p: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4E1C6BD9-58D2-455A-BAA9-E191128883E8}"/>
                  </a:ext>
                </a:extLst>
              </p:cNvPr>
              <p:cNvCxnSpPr/>
              <p:nvPr>
                <p:custDataLst>
                  <p:tags r:id="rId56"/>
                </p:custDataLst>
              </p:nvPr>
            </p:nvCxnSpPr>
            <p:spPr bwMode="auto">
              <a:xfrm>
                <a:off x="7776210" y="3924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5BD71E1B-8112-45F5-849C-3F0FD8C048C3}"/>
                  </a:ext>
                </a:extLst>
              </p:cNvPr>
              <p:cNvCxnSpPr/>
              <p:nvPr>
                <p:custDataLst>
                  <p:tags r:id="rId57"/>
                </p:custDataLst>
              </p:nvPr>
            </p:nvCxnSpPr>
            <p:spPr bwMode="auto">
              <a:xfrm>
                <a:off x="7884000" y="3924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C451DDAC-CE78-474E-9631-67750DDD4409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7992000" y="3924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11761E37-5A7C-41FD-961A-6B68F93DB43F}"/>
              </a:ext>
            </a:extLst>
          </p:cNvPr>
          <p:cNvGrpSpPr/>
          <p:nvPr/>
        </p:nvGrpSpPr>
        <p:grpSpPr>
          <a:xfrm>
            <a:off x="6660232" y="1773000"/>
            <a:ext cx="2286000" cy="1656000"/>
            <a:chOff x="6408000" y="3564000"/>
            <a:chExt cx="2286000" cy="1656000"/>
          </a:xfrm>
        </p:grpSpPr>
        <p:sp>
          <p:nvSpPr>
            <p:cNvPr id="88" name="Text Box 74">
              <a:extLst>
                <a:ext uri="{FF2B5EF4-FFF2-40B4-BE49-F238E27FC236}">
                  <a16:creationId xmlns:a16="http://schemas.microsoft.com/office/drawing/2014/main" id="{EECDAC80-DB99-4823-B7D4-6B637A50BC15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588000" y="3959999"/>
              <a:ext cx="864235" cy="2160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取指令</a:t>
              </a:r>
            </a:p>
          </p:txBody>
        </p:sp>
        <p:sp>
          <p:nvSpPr>
            <p:cNvPr id="89" name="Text Box 76">
              <a:extLst>
                <a:ext uri="{FF2B5EF4-FFF2-40B4-BE49-F238E27FC236}">
                  <a16:creationId xmlns:a16="http://schemas.microsoft.com/office/drawing/2014/main" id="{0BC3736C-1F8C-4B92-845B-A50CBB8FECE3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588000" y="4320000"/>
              <a:ext cx="864235" cy="2160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执行指令</a:t>
              </a:r>
            </a:p>
          </p:txBody>
        </p:sp>
        <p:sp>
          <p:nvSpPr>
            <p:cNvPr id="91" name="Text Box 77">
              <a:extLst>
                <a:ext uri="{FF2B5EF4-FFF2-40B4-BE49-F238E27FC236}">
                  <a16:creationId xmlns:a16="http://schemas.microsoft.com/office/drawing/2014/main" id="{9319480B-FBC9-4C9A-A093-0FC4FC9D4A32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272000" y="4932000"/>
              <a:ext cx="864000" cy="2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中断响应</a:t>
              </a:r>
            </a:p>
          </p:txBody>
        </p:sp>
        <p:sp>
          <p:nvSpPr>
            <p:cNvPr id="92" name="AutoShape 79">
              <a:extLst>
                <a:ext uri="{FF2B5EF4-FFF2-40B4-BE49-F238E27FC236}">
                  <a16:creationId xmlns:a16="http://schemas.microsoft.com/office/drawing/2014/main" id="{F820EDB9-0C22-4EEB-8816-A79640F2E5C8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768000" y="3564000"/>
              <a:ext cx="504190" cy="216000"/>
            </a:xfrm>
            <a:prstGeom prst="flowChartTerminator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启动</a:t>
              </a:r>
            </a:p>
          </p:txBody>
        </p:sp>
        <p:sp>
          <p:nvSpPr>
            <p:cNvPr id="93" name="Text Box 105">
              <a:extLst>
                <a:ext uri="{FF2B5EF4-FFF2-40B4-BE49-F238E27FC236}">
                  <a16:creationId xmlns:a16="http://schemas.microsoft.com/office/drawing/2014/main" id="{9C592D64-D324-4536-AF43-03391465DA0A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560000" y="4608000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94" name="AutoShape 107">
              <a:extLst>
                <a:ext uri="{FF2B5EF4-FFF2-40B4-BE49-F238E27FC236}">
                  <a16:creationId xmlns:a16="http://schemas.microsoft.com/office/drawing/2014/main" id="{A3931B7B-E3FB-4CF8-A512-2A13C10C679B}"/>
                </a:ext>
              </a:extLst>
            </p:cNvPr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480000" y="4680000"/>
              <a:ext cx="1080000" cy="215900"/>
            </a:xfrm>
            <a:prstGeom prst="flowChartDecision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-100" dirty="0">
                  <a:solidFill>
                    <a:srgbClr val="990099"/>
                  </a:solidFill>
                </a:rPr>
                <a:t>有</a:t>
              </a:r>
              <a:r>
                <a:rPr lang="zh-CN" altLang="en-US" sz="1600" b="1" spc="-100" dirty="0"/>
                <a:t>中断？</a:t>
              </a:r>
            </a:p>
          </p:txBody>
        </p:sp>
        <p:sp>
          <p:nvSpPr>
            <p:cNvPr id="95" name="Text Box 110">
              <a:extLst>
                <a:ext uri="{FF2B5EF4-FFF2-40B4-BE49-F238E27FC236}">
                  <a16:creationId xmlns:a16="http://schemas.microsoft.com/office/drawing/2014/main" id="{2BEC89E1-2D6D-4EA7-BA01-E73A989888D9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876000" y="4932000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50D2B3E7-2BC3-4313-9ED6-4DF51E9A74E5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>
              <a:off x="7020272" y="4176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589377DF-E7F5-4FDA-BE9A-439047B390C6}"/>
                </a:ext>
              </a:extLst>
            </p:cNvPr>
            <p:cNvCxnSpPr>
              <a:cxnSpLocks/>
            </p:cNvCxnSpPr>
            <p:nvPr>
              <p:custDataLst>
                <p:tags r:id="rId26"/>
              </p:custDataLst>
            </p:nvPr>
          </p:nvCxnSpPr>
          <p:spPr bwMode="auto">
            <a:xfrm>
              <a:off x="7020271" y="37800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8D35A252-951B-483B-8D83-89C2A8060CE3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7020000" y="4536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1" name="AutoShape 79">
              <a:extLst>
                <a:ext uri="{FF2B5EF4-FFF2-40B4-BE49-F238E27FC236}">
                  <a16:creationId xmlns:a16="http://schemas.microsoft.com/office/drawing/2014/main" id="{A1863596-2DDD-43F3-9F3D-34EB416FFEA1}"/>
                </a:ext>
              </a:extLst>
            </p:cNvPr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380000" y="3564000"/>
              <a:ext cx="504000" cy="216000"/>
            </a:xfrm>
            <a:prstGeom prst="flowChartTerminator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停机</a:t>
              </a:r>
            </a:p>
          </p:txBody>
        </p:sp>
        <p:sp>
          <p:nvSpPr>
            <p:cNvPr id="102" name="Text Box 119">
              <a:extLst>
                <a:ext uri="{FF2B5EF4-FFF2-40B4-BE49-F238E27FC236}">
                  <a16:creationId xmlns:a16="http://schemas.microsoft.com/office/drawing/2014/main" id="{9D2AB6BE-F3F1-4484-835F-1FF57F44BA0B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668000" y="3852000"/>
              <a:ext cx="432000" cy="4318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停机指令</a:t>
              </a:r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DC569DEF-68A3-4D8C-A6DD-36A44293FC39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7020000" y="4896000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965E7E34-B8B0-4380-B661-31EF8B09DB60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6408000" y="5220000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D69DABA1-D096-4256-95EA-6738F0F34846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6408000" y="3852000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EBC66C3E-F611-4BD1-9E94-68BFC1F5D932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>
              <a:off x="6408000" y="3852000"/>
              <a:ext cx="0" cy="136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7FFBD5CE-A7DA-444A-9FD3-CB353AE98F9C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7704000" y="5148000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D469C3BF-C300-4A1B-BB78-51FD9DE5B91C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7020000" y="5220000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9" name="线形标注 2 18">
              <a:extLst>
                <a:ext uri="{FF2B5EF4-FFF2-40B4-BE49-F238E27FC236}">
                  <a16:creationId xmlns:a16="http://schemas.microsoft.com/office/drawing/2014/main" id="{9E5279CF-CEDC-4FF8-9DDC-4FE56846523A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auto">
            <a:xfrm>
              <a:off x="7902000" y="4356000"/>
              <a:ext cx="792000" cy="432000"/>
            </a:xfrm>
            <a:prstGeom prst="borderCallout2">
              <a:avLst>
                <a:gd name="adj1" fmla="val 51959"/>
                <a:gd name="adj2" fmla="val -1506"/>
                <a:gd name="adj3" fmla="val 51522"/>
                <a:gd name="adj4" fmla="val -21727"/>
                <a:gd name="adj5" fmla="val -18049"/>
                <a:gd name="adj6" fmla="val -51070"/>
              </a:avLst>
            </a:prstGeom>
            <a:solidFill>
              <a:srgbClr val="CCFF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algn="ctr">
                <a:lnSpc>
                  <a:spcPct val="80000"/>
                </a:lnSpc>
              </a:pPr>
              <a:r>
                <a:rPr lang="zh-CN" sz="1600" b="1" dirty="0">
                  <a:latin typeface="宋体" panose="02010600030101010101" pitchFamily="2" charset="-122"/>
                </a:rPr>
                <a:t>异常检测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sz="1600" b="1" dirty="0">
                  <a:latin typeface="宋体" panose="02010600030101010101" pitchFamily="2" charset="-122"/>
                </a:rPr>
                <a:t>响应</a:t>
              </a: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4E8CBDEE-C8D3-42B4-B96F-B6745E94EA0C}"/>
                </a:ext>
              </a:extLst>
            </p:cNvPr>
            <p:cNvCxnSpPr>
              <a:cxnSpLocks/>
            </p:cNvCxnSpPr>
            <p:nvPr>
              <p:custDataLst>
                <p:tags r:id="rId37"/>
              </p:custDataLst>
            </p:nvPr>
          </p:nvCxnSpPr>
          <p:spPr bwMode="auto">
            <a:xfrm>
              <a:off x="7452000" y="4428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DEAD4E24-B82A-44E7-9564-E9172B3EC1D3}"/>
                </a:ext>
              </a:extLst>
            </p:cNvPr>
            <p:cNvCxnSpPr>
              <a:cxnSpLocks/>
            </p:cNvCxnSpPr>
            <p:nvPr>
              <p:custDataLst>
                <p:tags r:id="rId38"/>
              </p:custDataLst>
            </p:nvPr>
          </p:nvCxnSpPr>
          <p:spPr bwMode="auto">
            <a:xfrm flipV="1">
              <a:off x="7632000" y="3779999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13FA83E3-FDA8-4112-BEFD-90AEAB129A25}"/>
                </a:ext>
              </a:extLst>
            </p:cNvPr>
            <p:cNvCxnSpPr>
              <a:cxnSpLocks/>
            </p:cNvCxnSpPr>
            <p:nvPr>
              <p:custDataLst>
                <p:tags r:id="rId39"/>
              </p:custDataLst>
            </p:nvPr>
          </p:nvCxnSpPr>
          <p:spPr bwMode="auto">
            <a:xfrm>
              <a:off x="7560000" y="4788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AC783D3A-3B74-4E01-B2E0-F79913B9BDF7}"/>
                </a:ext>
              </a:extLst>
            </p:cNvPr>
            <p:cNvCxnSpPr>
              <a:cxnSpLocks/>
            </p:cNvCxnSpPr>
            <p:nvPr>
              <p:custDataLst>
                <p:tags r:id="rId40"/>
              </p:custDataLst>
            </p:nvPr>
          </p:nvCxnSpPr>
          <p:spPr bwMode="auto">
            <a:xfrm>
              <a:off x="7704000" y="4788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073AC941-1DB0-4123-8843-32FFB9BC0DC9}"/>
              </a:ext>
            </a:extLst>
          </p:cNvPr>
          <p:cNvGrpSpPr/>
          <p:nvPr/>
        </p:nvGrpSpPr>
        <p:grpSpPr>
          <a:xfrm>
            <a:off x="2016720" y="4725144"/>
            <a:ext cx="5435600" cy="612140"/>
            <a:chOff x="2097" y="7313"/>
            <a:chExt cx="8560" cy="964"/>
          </a:xfrm>
        </p:grpSpPr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58754123-ECEB-4D70-B43A-32F7A2C2DB3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2266" y="7313"/>
              <a:ext cx="8220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Text Box 311">
              <a:extLst>
                <a:ext uri="{FF2B5EF4-FFF2-40B4-BE49-F238E27FC236}">
                  <a16:creationId xmlns:a16="http://schemas.microsoft.com/office/drawing/2014/main" id="{EE7BB761-5C50-4677-95F0-4030CFCA7C02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436" y="7370"/>
              <a:ext cx="113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117" name="Text Box 314">
              <a:extLst>
                <a:ext uri="{FF2B5EF4-FFF2-40B4-BE49-F238E27FC236}">
                  <a16:creationId xmlns:a16="http://schemas.microsoft.com/office/drawing/2014/main" id="{BDE90719-060F-40B9-A9DD-16D1389857D8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25" y="7370"/>
              <a:ext cx="147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指令译码</a:t>
              </a:r>
            </a:p>
          </p:txBody>
        </p:sp>
        <p:sp>
          <p:nvSpPr>
            <p:cNvPr id="118" name="Text Box 316">
              <a:extLst>
                <a:ext uri="{FF2B5EF4-FFF2-40B4-BE49-F238E27FC236}">
                  <a16:creationId xmlns:a16="http://schemas.microsoft.com/office/drawing/2014/main" id="{C273779A-9F14-4F46-B693-C45845369AAD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953" y="7370"/>
              <a:ext cx="102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EC7B0709-EE7F-4EFA-BAA3-738BAA1B8C38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3572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9F7CB99A-15CB-4CCE-8077-A87A61FDDAC3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5499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96378700-9CDF-4780-B297-61E902CE69B1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10366" y="754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B7AF4831-09D1-4095-9129-64CF034A17C9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10650" y="7540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3AD7DE4B-5A4C-4778-A7A1-A19B4EC701C0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2097" y="754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859BEB1-A624-4A18-B4F0-EA44DEBEF9AA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2097" y="7540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E7E04359-2BF4-43B1-9844-C2841A7B2221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2097" y="8277"/>
              <a:ext cx="85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6" name="Text Box 316">
              <a:extLst>
                <a:ext uri="{FF2B5EF4-FFF2-40B4-BE49-F238E27FC236}">
                  <a16:creationId xmlns:a16="http://schemas.microsoft.com/office/drawing/2014/main" id="{B124951E-9865-4FDF-AACC-3A737944EA22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64" y="7767"/>
              <a:ext cx="221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127" name="Text Box 316">
              <a:extLst>
                <a:ext uri="{FF2B5EF4-FFF2-40B4-BE49-F238E27FC236}">
                  <a16:creationId xmlns:a16="http://schemas.microsoft.com/office/drawing/2014/main" id="{3268C08D-34F1-44A2-AB87-A1FA4B244F1A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009" y="7766"/>
              <a:ext cx="433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  <p:sp>
          <p:nvSpPr>
            <p:cNvPr id="128" name="Text Box 316">
              <a:extLst>
                <a:ext uri="{FF2B5EF4-FFF2-40B4-BE49-F238E27FC236}">
                  <a16:creationId xmlns:a16="http://schemas.microsoft.com/office/drawing/2014/main" id="{828F17C5-8A29-4B2F-B5C7-5706437A7AB9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427" y="7370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sz="1600" b="1" dirty="0">
                  <a:latin typeface="宋体" panose="02010600030101010101" pitchFamily="2" charset="-122"/>
                </a:rPr>
                <a:t>数据操作</a:t>
              </a:r>
            </a:p>
          </p:txBody>
        </p:sp>
        <p:sp>
          <p:nvSpPr>
            <p:cNvPr id="129" name="Text Box 316">
              <a:extLst>
                <a:ext uri="{FF2B5EF4-FFF2-40B4-BE49-F238E27FC236}">
                  <a16:creationId xmlns:a16="http://schemas.microsoft.com/office/drawing/2014/main" id="{C452D065-FEAD-4E73-8C01-C96825CE146F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355" y="7370"/>
              <a:ext cx="102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4195C5AA-FBE3-4EE3-93D9-216A18693A90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6973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3966996B-6D5C-457E-987E-45D8CC72C1B6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8901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32" name="AutoShape 5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DBE7C6B-0D7D-42E3-8347-276D7EBF17E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274344-8869-4C14-8568-3BB16306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5</a:t>
            </a:fld>
            <a:endParaRPr lang="en-US" altLang="zh-CN" dirty="0"/>
          </a:p>
        </p:txBody>
      </p:sp>
      <p:sp>
        <p:nvSpPr>
          <p:cNvPr id="715" name="Text Box 5">
            <a:extLst>
              <a:ext uri="{FF2B5EF4-FFF2-40B4-BE49-F238E27FC236}">
                <a16:creationId xmlns:a16="http://schemas.microsoft.com/office/drawing/2014/main" id="{D5B1966D-D700-4CDD-B485-F360EF292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332740"/>
            <a:ext cx="6496401" cy="6041077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的组成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续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程序的执行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工作方式</a:t>
            </a:r>
            <a:r>
              <a:rPr lang="en-US" altLang="zh-CN" sz="1600" b="1" dirty="0">
                <a:latin typeface="宋体" panose="02010600030101010101" pitchFamily="2" charset="-122"/>
              </a:rPr>
              <a:t>+ISA])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数据通路的组成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所需的操作功能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部件：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互连：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指令执行过程组织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形成控制需求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控制器的组成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1600" b="1" dirty="0">
                <a:latin typeface="宋体" panose="02010600030101010101" pitchFamily="2" charset="-122"/>
              </a:rPr>
              <a:t>所需的操作控制信号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基本结构：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时序信号形成电路：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000" spc="-80" dirty="0" err="1">
                <a:solidFill>
                  <a:srgbClr val="990099"/>
                </a:solidFill>
              </a:rPr>
              <a:t>μ</a:t>
            </a:r>
            <a:r>
              <a:rPr lang="en-US" altLang="zh-CN" sz="2000" b="1" spc="-80" dirty="0" err="1">
                <a:solidFill>
                  <a:srgbClr val="990099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控制信号形成电路：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中断机构的组成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异常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中断的响应操作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异常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中断：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处理过程：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716" name="Text Box 5">
            <a:extLst>
              <a:ext uri="{FF2B5EF4-FFF2-40B4-BE49-F238E27FC236}">
                <a16:creationId xmlns:a16="http://schemas.microsoft.com/office/drawing/2014/main" id="{E1184701-22C9-4F09-B52C-7ECD73DED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1124744"/>
            <a:ext cx="7488832" cy="523746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108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取指</a:t>
            </a:r>
            <a:r>
              <a:rPr lang="en-US" altLang="zh-CN" sz="1600" b="1" dirty="0">
                <a:latin typeface="宋体" panose="02010600030101010101" pitchFamily="2" charset="-122"/>
              </a:rPr>
              <a:t>(PC/IR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＋执行</a:t>
            </a:r>
            <a:r>
              <a:rPr lang="en-US" altLang="zh-CN" sz="1600" b="1" dirty="0">
                <a:latin typeface="宋体" panose="02010600030101010101" pitchFamily="2" charset="-122"/>
              </a:rPr>
              <a:t>(ALU/GPRs/BIU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      </a:t>
            </a:r>
            <a:r>
              <a:rPr lang="zh-CN" altLang="en-US" sz="1600" b="1" dirty="0">
                <a:latin typeface="宋体" panose="02010600030101010101" pitchFamily="2" charset="-122"/>
              </a:rPr>
              <a:t>←满足各指令的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功能</a:t>
            </a:r>
            <a:r>
              <a:rPr lang="zh-CN" altLang="en-US" sz="1600" b="1" dirty="0">
                <a:latin typeface="宋体" panose="02010600030101010101" pitchFamily="2" charset="-122"/>
              </a:rPr>
              <a:t>需求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结构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总线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专用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，满足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常逐条增加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各指令的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数据路径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                 </a:t>
            </a:r>
            <a:r>
              <a:rPr lang="zh-CN" altLang="en-US" sz="2000" b="1" dirty="0">
                <a:latin typeface="宋体" panose="02010600030101010101" pitchFamily="2" charset="-122"/>
              </a:rPr>
              <a:t>组织各指令的</a:t>
            </a:r>
            <a:r>
              <a:rPr lang="en-US" altLang="zh-CN" sz="2000" u="sng" dirty="0" err="1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2000" b="1" u="sng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u="sng" dirty="0">
                <a:latin typeface="宋体" panose="02010600030101010101" pitchFamily="2" charset="-122"/>
              </a:rPr>
              <a:t>序列</a:t>
            </a:r>
            <a:r>
              <a:rPr lang="en-US" altLang="zh-CN" sz="2000" b="1" u="sng" dirty="0">
                <a:latin typeface="宋体" panose="02010600030101010101" pitchFamily="2" charset="-122"/>
              </a:rPr>
              <a:t>&amp;</a:t>
            </a:r>
            <a:r>
              <a:rPr lang="en-US" altLang="zh-CN" sz="2000" u="sng" dirty="0" err="1">
                <a:sym typeface="+mn-ea"/>
              </a:rPr>
              <a:t>μ</a:t>
            </a:r>
            <a:r>
              <a:rPr lang="en-US" altLang="zh-CN" sz="2000" b="1" u="sng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000" b="1" u="sng" dirty="0">
                <a:latin typeface="宋体" panose="02010600030101010101" pitchFamily="2" charset="-122"/>
              </a:rPr>
              <a:t>序列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ea"/>
                <a:ea typeface="+mn-ea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ID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zh-CN" altLang="en-US" sz="2000" b="1" dirty="0">
                <a:latin typeface="+mn-ea"/>
                <a:ea typeface="+mn-ea"/>
              </a:rPr>
              <a:t>时序信号电路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dirty="0" err="1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20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dirty="0">
                <a:latin typeface="+mn-ea"/>
                <a:ea typeface="+mn-ea"/>
              </a:rPr>
              <a:t>控制信号电路  </a:t>
            </a:r>
            <a:r>
              <a:rPr lang="zh-CN" altLang="en-US" sz="1600" b="1" dirty="0">
                <a:latin typeface="+mn-ea"/>
                <a:ea typeface="+mn-ea"/>
              </a:rPr>
              <a:t>←其余∈数据通路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时序系统的组织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基于控制需求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、实现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定序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定时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         </a:t>
            </a:r>
            <a:r>
              <a:rPr lang="zh-CN" altLang="en-US" sz="2000" b="1" dirty="0">
                <a:latin typeface="宋体" panose="02010600030101010101" pitchFamily="2" charset="-122"/>
              </a:rPr>
              <a:t>内部逻辑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600" b="1" dirty="0">
                <a:latin typeface="宋体" panose="02010600030101010101" pitchFamily="2" charset="-122"/>
              </a:rPr>
              <a:t>序列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时序信号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，实现</a:t>
            </a:r>
            <a:r>
              <a:rPr lang="en-US" altLang="zh-CN" sz="1600" b="1" dirty="0">
                <a:latin typeface="宋体" panose="02010600030101010101" pitchFamily="2" charset="-122"/>
              </a:rPr>
              <a:t>(2</a:t>
            </a:r>
            <a:r>
              <a:rPr lang="zh-CN" altLang="en-US" sz="1600" b="1" dirty="0"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处理时机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随时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指令结束时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、断点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+mn-lt"/>
              </a:rPr>
              <a:t>~</a:t>
            </a:r>
            <a:r>
              <a:rPr lang="zh-CN" altLang="en-US" sz="1600" b="1" dirty="0">
                <a:latin typeface="宋体" panose="02010600030101010101" pitchFamily="2" charset="-122"/>
              </a:rPr>
              <a:t>分类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，处理策略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事件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检测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响应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硬件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＋处理</a:t>
            </a:r>
            <a:r>
              <a:rPr lang="en-US" altLang="zh-CN" sz="2000" b="1" dirty="0"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</a:rPr>
              <a:t>返回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软件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，响应步骤</a:t>
            </a:r>
            <a:r>
              <a:rPr lang="en-US" altLang="zh-CN" sz="1600" b="1" dirty="0">
                <a:latin typeface="宋体" panose="02010600030101010101" pitchFamily="2" charset="-122"/>
              </a:rPr>
              <a:t>(3</a:t>
            </a:r>
            <a:r>
              <a:rPr lang="zh-CN" altLang="en-US" sz="1600" b="1" dirty="0">
                <a:latin typeface="宋体" panose="02010600030101010101" pitchFamily="2" charset="-122"/>
              </a:rPr>
              <a:t>步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向量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非向量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检测</a:t>
            </a:r>
            <a:r>
              <a:rPr lang="en-US" altLang="zh-CN" sz="2000" b="1" dirty="0">
                <a:latin typeface="宋体" panose="02010600030101010101" pitchFamily="2" charset="-122"/>
              </a:rPr>
              <a:t>+</a:t>
            </a:r>
            <a:r>
              <a:rPr lang="zh-CN" altLang="en-US" sz="2000" b="1" dirty="0">
                <a:latin typeface="宋体" panose="02010600030101010101" pitchFamily="2" charset="-122"/>
              </a:rPr>
              <a:t>判优</a:t>
            </a:r>
            <a:r>
              <a:rPr lang="en-US" altLang="zh-CN" sz="2000" b="1" dirty="0">
                <a:latin typeface="宋体" panose="02010600030101010101" pitchFamily="2" charset="-122"/>
              </a:rPr>
              <a:t>+</a:t>
            </a:r>
            <a:r>
              <a:rPr lang="zh-CN" altLang="en-US" sz="2000" b="1" dirty="0">
                <a:latin typeface="宋体" panose="02010600030101010101" pitchFamily="2" charset="-122"/>
              </a:rPr>
              <a:t>后援</a:t>
            </a:r>
            <a:r>
              <a:rPr lang="en-US" altLang="zh-CN" sz="2000" b="1" dirty="0">
                <a:latin typeface="宋体" panose="02010600030101010101" pitchFamily="2" charset="-122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</a:rPr>
              <a:t>等，响应操作由</a:t>
            </a:r>
            <a:r>
              <a:rPr lang="en-US" altLang="zh-CN" sz="2000" b="1" dirty="0">
                <a:latin typeface="宋体" panose="02010600030101010101" pitchFamily="2" charset="-122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</a:rPr>
              <a:t>控制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+mn-lt"/>
              </a:rPr>
              <a:t>～</a:t>
            </a:r>
            <a:r>
              <a:rPr lang="zh-CN" altLang="en-US" sz="1600" b="1" dirty="0">
                <a:latin typeface="宋体" panose="02010600030101010101" pitchFamily="2" charset="-122"/>
              </a:rPr>
              <a:t>事件类型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881" name="组合 880">
            <a:extLst>
              <a:ext uri="{FF2B5EF4-FFF2-40B4-BE49-F238E27FC236}">
                <a16:creationId xmlns:a16="http://schemas.microsoft.com/office/drawing/2014/main" id="{C4998C06-3CE0-4760-B957-1B1FFFA1061B}"/>
              </a:ext>
            </a:extLst>
          </p:cNvPr>
          <p:cNvGrpSpPr/>
          <p:nvPr/>
        </p:nvGrpSpPr>
        <p:grpSpPr>
          <a:xfrm>
            <a:off x="1584416" y="1916832"/>
            <a:ext cx="6732000" cy="900000"/>
            <a:chOff x="1332000" y="2052000"/>
            <a:chExt cx="6732000" cy="900000"/>
          </a:xfrm>
        </p:grpSpPr>
        <p:sp>
          <p:nvSpPr>
            <p:cNvPr id="882" name="Text Box 18">
              <a:extLst>
                <a:ext uri="{FF2B5EF4-FFF2-40B4-BE49-F238E27FC236}">
                  <a16:creationId xmlns:a16="http://schemas.microsoft.com/office/drawing/2014/main" id="{14AFC51D-E7B6-437B-A73F-F20A14838F42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33058" y="2052000"/>
              <a:ext cx="1224000" cy="900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83" name="Text Box 18">
              <a:extLst>
                <a:ext uri="{FF2B5EF4-FFF2-40B4-BE49-F238E27FC236}">
                  <a16:creationId xmlns:a16="http://schemas.microsoft.com/office/drawing/2014/main" id="{FF06A592-7FD9-460C-8ADA-05209D2386F1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556000" y="2052000"/>
              <a:ext cx="5508000" cy="90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84" name="Text Box 18">
              <a:extLst>
                <a:ext uri="{FF2B5EF4-FFF2-40B4-BE49-F238E27FC236}">
                  <a16:creationId xmlns:a16="http://schemas.microsoft.com/office/drawing/2014/main" id="{2A4C5612-4F23-41DC-87FE-B0C1065E320F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332000" y="2052000"/>
              <a:ext cx="6732000" cy="90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85" name="直接连接符 884">
              <a:extLst>
                <a:ext uri="{FF2B5EF4-FFF2-40B4-BE49-F238E27FC236}">
                  <a16:creationId xmlns:a16="http://schemas.microsoft.com/office/drawing/2014/main" id="{698E1990-E15C-4395-9F3F-0BADAD4BA353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>
              <a:off x="2339285" y="2088000"/>
              <a:ext cx="29883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86" name="Text Box 18">
              <a:extLst>
                <a:ext uri="{FF2B5EF4-FFF2-40B4-BE49-F238E27FC236}">
                  <a16:creationId xmlns:a16="http://schemas.microsoft.com/office/drawing/2014/main" id="{FCECE73C-E8E1-4DB6-98E9-99C442DE5DAC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79240" y="2412190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887" name="直接连接符 886">
              <a:extLst>
                <a:ext uri="{FF2B5EF4-FFF2-40B4-BE49-F238E27FC236}">
                  <a16:creationId xmlns:a16="http://schemas.microsoft.com/office/drawing/2014/main" id="{4D497726-6D30-4320-8358-9C0DB8CFE296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2197680" y="262936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88" name="直接连接符 887">
              <a:extLst>
                <a:ext uri="{FF2B5EF4-FFF2-40B4-BE49-F238E27FC236}">
                  <a16:creationId xmlns:a16="http://schemas.microsoft.com/office/drawing/2014/main" id="{B28AC6C9-E929-4C44-9B8F-809489494F76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2087190" y="2268000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89" name="Text Box 18">
              <a:extLst>
                <a:ext uri="{FF2B5EF4-FFF2-40B4-BE49-F238E27FC236}">
                  <a16:creationId xmlns:a16="http://schemas.microsoft.com/office/drawing/2014/main" id="{3D0215FD-1E2A-4FE5-AD76-5B1F693C73B4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43680" y="2088000"/>
              <a:ext cx="288290" cy="1797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890" name="Text Box 18">
              <a:extLst>
                <a:ext uri="{FF2B5EF4-FFF2-40B4-BE49-F238E27FC236}">
                  <a16:creationId xmlns:a16="http://schemas.microsoft.com/office/drawing/2014/main" id="{4FE88309-CED8-4257-A4E7-BEC2CFC4530E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12000" y="2160000"/>
              <a:ext cx="467995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891" name="直接连接符 890">
              <a:extLst>
                <a:ext uri="{FF2B5EF4-FFF2-40B4-BE49-F238E27FC236}">
                  <a16:creationId xmlns:a16="http://schemas.microsoft.com/office/drawing/2014/main" id="{74894FEA-A02F-480D-A2A7-91BBC1AD4409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2339285" y="2088000"/>
              <a:ext cx="0" cy="32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2" name="直接连接符 891">
              <a:extLst>
                <a:ext uri="{FF2B5EF4-FFF2-40B4-BE49-F238E27FC236}">
                  <a16:creationId xmlns:a16="http://schemas.microsoft.com/office/drawing/2014/main" id="{6DA439DE-EB64-4E6B-A3F1-FE3F8FCAD889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2339285" y="2160000"/>
              <a:ext cx="57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3" name="AutoShape 15">
              <a:extLst>
                <a:ext uri="{FF2B5EF4-FFF2-40B4-BE49-F238E27FC236}">
                  <a16:creationId xmlns:a16="http://schemas.microsoft.com/office/drawing/2014/main" id="{2461677B-4D9F-43F7-92ED-646B8EDD8006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16200000">
              <a:off x="3707710" y="2268045"/>
              <a:ext cx="504190" cy="288290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cxnSp>
          <p:nvCxnSpPr>
            <p:cNvPr id="894" name="直接连接符 893">
              <a:extLst>
                <a:ext uri="{FF2B5EF4-FFF2-40B4-BE49-F238E27FC236}">
                  <a16:creationId xmlns:a16="http://schemas.microsoft.com/office/drawing/2014/main" id="{188B5099-4BE0-4756-96D3-9474FB4F6BD5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4103950" y="2304240"/>
              <a:ext cx="79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5" name="直接连接符 894">
              <a:extLst>
                <a:ext uri="{FF2B5EF4-FFF2-40B4-BE49-F238E27FC236}">
                  <a16:creationId xmlns:a16="http://schemas.microsoft.com/office/drawing/2014/main" id="{8F3DFA8C-8DC4-4AFE-919E-8A9114F80042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4103950" y="2520140"/>
              <a:ext cx="14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6" name="直接连接符 445">
              <a:extLst>
                <a:ext uri="{FF2B5EF4-FFF2-40B4-BE49-F238E27FC236}">
                  <a16:creationId xmlns:a16="http://schemas.microsoft.com/office/drawing/2014/main" id="{08456C62-314D-4404-BAAA-56E6A0452E5B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4392240" y="262809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7" name="直接箭头连接符 896">
              <a:extLst>
                <a:ext uri="{FF2B5EF4-FFF2-40B4-BE49-F238E27FC236}">
                  <a16:creationId xmlns:a16="http://schemas.microsoft.com/office/drawing/2014/main" id="{DF8CF50B-83F3-4791-9504-E5F164A826A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1440000" y="2915745"/>
              <a:ext cx="583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98" name="Text Box 18">
              <a:extLst>
                <a:ext uri="{FF2B5EF4-FFF2-40B4-BE49-F238E27FC236}">
                  <a16:creationId xmlns:a16="http://schemas.microsoft.com/office/drawing/2014/main" id="{F1E51879-AA38-41E6-AEF8-7E979A3A4B32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248000" y="2412190"/>
              <a:ext cx="324000" cy="215900"/>
            </a:xfrm>
            <a:prstGeom prst="rect">
              <a:avLst/>
            </a:prstGeom>
            <a:solidFill>
              <a:srgbClr val="FFFF00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899" name="等腰三角形 898">
              <a:extLst>
                <a:ext uri="{FF2B5EF4-FFF2-40B4-BE49-F238E27FC236}">
                  <a16:creationId xmlns:a16="http://schemas.microsoft.com/office/drawing/2014/main" id="{408E2870-7C10-40E5-A0CC-B36970877A0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431985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900" name="直接连接符 899">
              <a:extLst>
                <a:ext uri="{FF2B5EF4-FFF2-40B4-BE49-F238E27FC236}">
                  <a16:creationId xmlns:a16="http://schemas.microsoft.com/office/drawing/2014/main" id="{13BC5390-3908-44AF-BA69-90DFEADD9885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 flipV="1">
              <a:off x="3960440" y="2610310"/>
              <a:ext cx="127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01" name="直接连接符 900">
              <a:extLst>
                <a:ext uri="{FF2B5EF4-FFF2-40B4-BE49-F238E27FC236}">
                  <a16:creationId xmlns:a16="http://schemas.microsoft.com/office/drawing/2014/main" id="{4E0184D8-A8DC-47D1-969C-11213D44F123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421190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02" name="直接连接符 901">
              <a:extLst>
                <a:ext uri="{FF2B5EF4-FFF2-40B4-BE49-F238E27FC236}">
                  <a16:creationId xmlns:a16="http://schemas.microsoft.com/office/drawing/2014/main" id="{242B1BF0-F6B7-4215-8370-EE4C8564D97D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H="1" flipV="1">
              <a:off x="4535750" y="2628090"/>
              <a:ext cx="635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03" name="直接连接符 902">
              <a:extLst>
                <a:ext uri="{FF2B5EF4-FFF2-40B4-BE49-F238E27FC236}">
                  <a16:creationId xmlns:a16="http://schemas.microsoft.com/office/drawing/2014/main" id="{B2734E0B-778D-4FC1-944B-82A4B3B1F32B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3672240" y="2520140"/>
              <a:ext cx="14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04" name="直接连接符 903">
              <a:extLst>
                <a:ext uri="{FF2B5EF4-FFF2-40B4-BE49-F238E27FC236}">
                  <a16:creationId xmlns:a16="http://schemas.microsoft.com/office/drawing/2014/main" id="{8021291A-E6D3-47D4-9FCA-137678DE225A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3276000" y="2268045"/>
              <a:ext cx="54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05" name="直接连接符 904">
              <a:extLst>
                <a:ext uri="{FF2B5EF4-FFF2-40B4-BE49-F238E27FC236}">
                  <a16:creationId xmlns:a16="http://schemas.microsoft.com/office/drawing/2014/main" id="{0F1A8300-CC9C-439D-8816-F281E2F53654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3276000" y="2268045"/>
              <a:ext cx="0" cy="6477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6" name="直接连接符 905">
              <a:extLst>
                <a:ext uri="{FF2B5EF4-FFF2-40B4-BE49-F238E27FC236}">
                  <a16:creationId xmlns:a16="http://schemas.microsoft.com/office/drawing/2014/main" id="{7EDEC4F7-B185-46C6-BCDE-13FB2F62763A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3528095" y="262809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07" name="Text Box 18">
              <a:extLst>
                <a:ext uri="{FF2B5EF4-FFF2-40B4-BE49-F238E27FC236}">
                  <a16:creationId xmlns:a16="http://schemas.microsoft.com/office/drawing/2014/main" id="{393F801C-20FC-4728-8CAA-F658CAECC24B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348000" y="2412190"/>
              <a:ext cx="324000" cy="215900"/>
            </a:xfrm>
            <a:prstGeom prst="rect">
              <a:avLst/>
            </a:prstGeom>
            <a:solidFill>
              <a:srgbClr val="FFFF00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908" name="直接连接符 907">
              <a:extLst>
                <a:ext uri="{FF2B5EF4-FFF2-40B4-BE49-F238E27FC236}">
                  <a16:creationId xmlns:a16="http://schemas.microsoft.com/office/drawing/2014/main" id="{84B3DB92-3523-4D42-855C-BB0B85842466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3636045" y="2628090"/>
              <a:ext cx="127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09" name="Text Box 18">
              <a:extLst>
                <a:ext uri="{FF2B5EF4-FFF2-40B4-BE49-F238E27FC236}">
                  <a16:creationId xmlns:a16="http://schemas.microsoft.com/office/drawing/2014/main" id="{3D6EB5AA-F682-401B-BA8E-DAE379A40DF3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664000" y="2413460"/>
              <a:ext cx="504190" cy="2159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910" name="直接连接符 909">
              <a:extLst>
                <a:ext uri="{FF2B5EF4-FFF2-40B4-BE49-F238E27FC236}">
                  <a16:creationId xmlns:a16="http://schemas.microsoft.com/office/drawing/2014/main" id="{A161576B-369C-4431-97A5-3FDEF7541575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2916095" y="263634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1" name="直接连接符 445">
              <a:extLst>
                <a:ext uri="{FF2B5EF4-FFF2-40B4-BE49-F238E27FC236}">
                  <a16:creationId xmlns:a16="http://schemas.microsoft.com/office/drawing/2014/main" id="{86A2E32E-2876-4134-A94B-98833B452F97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2916620" y="2160000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12" name="等腰三角形 911">
              <a:extLst>
                <a:ext uri="{FF2B5EF4-FFF2-40B4-BE49-F238E27FC236}">
                  <a16:creationId xmlns:a16="http://schemas.microsoft.com/office/drawing/2014/main" id="{7D157DFD-CBC3-4CA8-9BBB-77252F1C962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>
              <a:off x="2844975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913" name="直接连接符 912">
              <a:extLst>
                <a:ext uri="{FF2B5EF4-FFF2-40B4-BE49-F238E27FC236}">
                  <a16:creationId xmlns:a16="http://schemas.microsoft.com/office/drawing/2014/main" id="{103C7C4A-6C23-4D47-9BE0-18E0913C3907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2737025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14" name="直接连接符 913">
              <a:extLst>
                <a:ext uri="{FF2B5EF4-FFF2-40B4-BE49-F238E27FC236}">
                  <a16:creationId xmlns:a16="http://schemas.microsoft.com/office/drawing/2014/main" id="{83214262-9551-4D2D-925F-7366EA7929CF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H="1" flipV="1">
              <a:off x="2340555" y="2627455"/>
              <a:ext cx="127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15" name="Text Box 18">
              <a:extLst>
                <a:ext uri="{FF2B5EF4-FFF2-40B4-BE49-F238E27FC236}">
                  <a16:creationId xmlns:a16="http://schemas.microsoft.com/office/drawing/2014/main" id="{729088D6-1BB7-465E-B9B6-AA56C590AA17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439120" y="2412190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cxnSp>
          <p:nvCxnSpPr>
            <p:cNvPr id="916" name="直接连接符 915">
              <a:extLst>
                <a:ext uri="{FF2B5EF4-FFF2-40B4-BE49-F238E27FC236}">
                  <a16:creationId xmlns:a16="http://schemas.microsoft.com/office/drawing/2014/main" id="{1F6A3F1C-DA1C-4283-A750-CDCE86A77647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1547705" y="262872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7" name="直接连接符 916">
              <a:extLst>
                <a:ext uri="{FF2B5EF4-FFF2-40B4-BE49-F238E27FC236}">
                  <a16:creationId xmlns:a16="http://schemas.microsoft.com/office/drawing/2014/main" id="{AFADDB63-25C5-483B-9E2E-71A52253CD60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1728045" y="262872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18" name="等腰三角形 917">
              <a:extLst>
                <a:ext uri="{FF2B5EF4-FFF2-40B4-BE49-F238E27FC236}">
                  <a16:creationId xmlns:a16="http://schemas.microsoft.com/office/drawing/2014/main" id="{177EC1E8-B982-43B0-AE93-7D99CDEAFB5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auto">
            <a:xfrm>
              <a:off x="147595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919" name="直接连接符 918">
              <a:extLst>
                <a:ext uri="{FF2B5EF4-FFF2-40B4-BE49-F238E27FC236}">
                  <a16:creationId xmlns:a16="http://schemas.microsoft.com/office/drawing/2014/main" id="{08105ACD-6BAE-416B-B9F3-D2A1A0BC7C5B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136800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20" name="直接连接符 919">
              <a:extLst>
                <a:ext uri="{FF2B5EF4-FFF2-40B4-BE49-F238E27FC236}">
                  <a16:creationId xmlns:a16="http://schemas.microsoft.com/office/drawing/2014/main" id="{F9AA0F40-C0DF-4A31-BEAA-75DACD66F339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1835995" y="2627455"/>
              <a:ext cx="127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21" name="直接连接符 920">
              <a:extLst>
                <a:ext uri="{FF2B5EF4-FFF2-40B4-BE49-F238E27FC236}">
                  <a16:creationId xmlns:a16="http://schemas.microsoft.com/office/drawing/2014/main" id="{10A0B0D6-BBFA-4764-82B1-FC45BE95F2B2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1655655" y="2267410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22" name="Text Box 10">
              <a:extLst>
                <a:ext uri="{FF2B5EF4-FFF2-40B4-BE49-F238E27FC236}">
                  <a16:creationId xmlns:a16="http://schemas.microsoft.com/office/drawing/2014/main" id="{34950B72-C801-47F3-AB76-4E4C9441FDEE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012125" y="2196000"/>
              <a:ext cx="50419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923" name="直接连接符 922">
              <a:extLst>
                <a:ext uri="{FF2B5EF4-FFF2-40B4-BE49-F238E27FC236}">
                  <a16:creationId xmlns:a16="http://schemas.microsoft.com/office/drawing/2014/main" id="{948E8B41-A7A6-4C6A-BC21-FE523BB99262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6120075" y="262745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4" name="直接连接符 923">
              <a:extLst>
                <a:ext uri="{FF2B5EF4-FFF2-40B4-BE49-F238E27FC236}">
                  <a16:creationId xmlns:a16="http://schemas.microsoft.com/office/drawing/2014/main" id="{33F7CA1D-ACAA-470B-AA39-F1D6EBECFEC0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6336610" y="262745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5" name="直接连接符 924">
              <a:extLst>
                <a:ext uri="{FF2B5EF4-FFF2-40B4-BE49-F238E27FC236}">
                  <a16:creationId xmlns:a16="http://schemas.microsoft.com/office/drawing/2014/main" id="{CB6CEA7C-D2F5-43C1-90F6-16208AF3CA04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>
              <a:off x="5326960" y="2304000"/>
              <a:ext cx="68389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26" name="等腰三角形 925">
              <a:extLst>
                <a:ext uri="{FF2B5EF4-FFF2-40B4-BE49-F238E27FC236}">
                  <a16:creationId xmlns:a16="http://schemas.microsoft.com/office/drawing/2014/main" id="{16B1C4E7-9FC0-4032-A4E1-AD51E6EC2D68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 bwMode="auto">
            <a:xfrm>
              <a:off x="604832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927" name="直接连接符 926">
              <a:extLst>
                <a:ext uri="{FF2B5EF4-FFF2-40B4-BE49-F238E27FC236}">
                  <a16:creationId xmlns:a16="http://schemas.microsoft.com/office/drawing/2014/main" id="{3C80602F-0664-4A1A-ACDF-F4C437486678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>
              <a:off x="594037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28" name="直接连接符 927">
              <a:extLst>
                <a:ext uri="{FF2B5EF4-FFF2-40B4-BE49-F238E27FC236}">
                  <a16:creationId xmlns:a16="http://schemas.microsoft.com/office/drawing/2014/main" id="{99623478-2A08-4843-A052-821F1B787493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6444560" y="2627455"/>
              <a:ext cx="0" cy="1079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29" name="直接连接符 928">
              <a:extLst>
                <a:ext uri="{FF2B5EF4-FFF2-40B4-BE49-F238E27FC236}">
                  <a16:creationId xmlns:a16="http://schemas.microsoft.com/office/drawing/2014/main" id="{7AD9C737-0788-443B-AB7E-6D5461516F3B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>
              <a:off x="5868615" y="252000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30" name="Text Box 18">
              <a:extLst>
                <a:ext uri="{FF2B5EF4-FFF2-40B4-BE49-F238E27FC236}">
                  <a16:creationId xmlns:a16="http://schemas.microsoft.com/office/drawing/2014/main" id="{B3A043C1-B2E7-43B7-9A32-870CF972AD6E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4678485" y="2411555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931" name="直接连接符 930">
              <a:extLst>
                <a:ext uri="{FF2B5EF4-FFF2-40B4-BE49-F238E27FC236}">
                  <a16:creationId xmlns:a16="http://schemas.microsoft.com/office/drawing/2014/main" id="{EFF3F90D-F522-42D4-BE09-855B23854206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>
              <a:off x="4787705" y="262809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32" name="直接连接符 931">
              <a:extLst>
                <a:ext uri="{FF2B5EF4-FFF2-40B4-BE49-F238E27FC236}">
                  <a16:creationId xmlns:a16="http://schemas.microsoft.com/office/drawing/2014/main" id="{A7C31DB9-FC6F-4E76-AAD5-716E19A83C56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4968045" y="262809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33" name="直接连接符 445">
              <a:extLst>
                <a:ext uri="{FF2B5EF4-FFF2-40B4-BE49-F238E27FC236}">
                  <a16:creationId xmlns:a16="http://schemas.microsoft.com/office/drawing/2014/main" id="{858E9826-8CA9-4DDC-A77C-5FE66F857FBF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>
              <a:off x="4894385" y="2304240"/>
              <a:ext cx="0" cy="1079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34" name="等腰三角形 933">
              <a:extLst>
                <a:ext uri="{FF2B5EF4-FFF2-40B4-BE49-F238E27FC236}">
                  <a16:creationId xmlns:a16="http://schemas.microsoft.com/office/drawing/2014/main" id="{9F2B960B-2ECF-4BAB-AFA7-41D6049DA090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auto">
            <a:xfrm>
              <a:off x="471595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935" name="直接连接符 934">
              <a:extLst>
                <a:ext uri="{FF2B5EF4-FFF2-40B4-BE49-F238E27FC236}">
                  <a16:creationId xmlns:a16="http://schemas.microsoft.com/office/drawing/2014/main" id="{39B3AB4E-6165-4034-8901-57F2CB82C995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>
              <a:off x="460800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36" name="直接连接符 935">
              <a:extLst>
                <a:ext uri="{FF2B5EF4-FFF2-40B4-BE49-F238E27FC236}">
                  <a16:creationId xmlns:a16="http://schemas.microsoft.com/office/drawing/2014/main" id="{63FBE898-13C9-47A7-9F63-8C581ABC8BB6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H="1" flipV="1">
              <a:off x="5075995" y="262745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37" name="Text Box 23">
              <a:extLst>
                <a:ext uri="{FF2B5EF4-FFF2-40B4-BE49-F238E27FC236}">
                  <a16:creationId xmlns:a16="http://schemas.microsoft.com/office/drawing/2014/main" id="{937D3F4F-3CA9-402C-AF6F-62F02D846B54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523160" y="2196290"/>
              <a:ext cx="468000" cy="46799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理想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938" name="直接连接符 937">
              <a:extLst>
                <a:ext uri="{FF2B5EF4-FFF2-40B4-BE49-F238E27FC236}">
                  <a16:creationId xmlns:a16="http://schemas.microsoft.com/office/drawing/2014/main" id="{6175F37E-0E2C-4D4E-BC54-5A9B71F427FD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>
              <a:off x="6912290" y="2664285"/>
              <a:ext cx="0" cy="25209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39" name="直接连接符 938">
              <a:extLst>
                <a:ext uri="{FF2B5EF4-FFF2-40B4-BE49-F238E27FC236}">
                  <a16:creationId xmlns:a16="http://schemas.microsoft.com/office/drawing/2014/main" id="{C1E2E1C6-419D-4231-97B2-EBF30A680FB1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7092630" y="2664285"/>
              <a:ext cx="0" cy="25209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0" name="直接连接符 939">
              <a:extLst>
                <a:ext uri="{FF2B5EF4-FFF2-40B4-BE49-F238E27FC236}">
                  <a16:creationId xmlns:a16="http://schemas.microsoft.com/office/drawing/2014/main" id="{87495A59-6608-48D1-9DE4-7407A1D3B66A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>
              <a:off x="7234870" y="2268045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1" name="直接连接符 940">
              <a:extLst>
                <a:ext uri="{FF2B5EF4-FFF2-40B4-BE49-F238E27FC236}">
                  <a16:creationId xmlns:a16="http://schemas.microsoft.com/office/drawing/2014/main" id="{2ED7ADA9-E755-4FE8-873D-1B2D11C8B539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>
              <a:off x="7234870" y="2520140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42" name="直接连接符 941">
              <a:extLst>
                <a:ext uri="{FF2B5EF4-FFF2-40B4-BE49-F238E27FC236}">
                  <a16:creationId xmlns:a16="http://schemas.microsoft.com/office/drawing/2014/main" id="{69F823F3-F7C0-46E9-AAA4-9259DCA4A117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7234870" y="2592530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43" name="直接连接符 942">
              <a:extLst>
                <a:ext uri="{FF2B5EF4-FFF2-40B4-BE49-F238E27FC236}">
                  <a16:creationId xmlns:a16="http://schemas.microsoft.com/office/drawing/2014/main" id="{A8981880-E8FE-435B-85A3-EA74144AA93C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6658925" y="2268045"/>
              <a:ext cx="14414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4" name="直接连接符 943">
              <a:extLst>
                <a:ext uri="{FF2B5EF4-FFF2-40B4-BE49-F238E27FC236}">
                  <a16:creationId xmlns:a16="http://schemas.microsoft.com/office/drawing/2014/main" id="{653682C6-AA46-4405-A9B4-4CB6075E299A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6658925" y="2268045"/>
              <a:ext cx="0" cy="6477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45" name="Text Box 18">
              <a:extLst>
                <a:ext uri="{FF2B5EF4-FFF2-40B4-BE49-F238E27FC236}">
                  <a16:creationId xmlns:a16="http://schemas.microsoft.com/office/drawing/2014/main" id="{06E58DA3-2F9B-468E-86D1-87704930ACEA}"/>
                </a:ext>
              </a:extLst>
            </p:cNvPr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6804340" y="2160095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946" name="等腰三角形 945">
              <a:extLst>
                <a:ext uri="{FF2B5EF4-FFF2-40B4-BE49-F238E27FC236}">
                  <a16:creationId xmlns:a16="http://schemas.microsoft.com/office/drawing/2014/main" id="{D8D9F88B-A8D5-4127-84EF-A66ABAE2758A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 bwMode="auto">
            <a:xfrm>
              <a:off x="683990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947" name="直接连接符 946">
              <a:extLst>
                <a:ext uri="{FF2B5EF4-FFF2-40B4-BE49-F238E27FC236}">
                  <a16:creationId xmlns:a16="http://schemas.microsoft.com/office/drawing/2014/main" id="{F6E5B4F0-4FFE-47DF-89E3-248D93A5C537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7632380" y="266428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48" name="直接连接符 947">
              <a:extLst>
                <a:ext uri="{FF2B5EF4-FFF2-40B4-BE49-F238E27FC236}">
                  <a16:creationId xmlns:a16="http://schemas.microsoft.com/office/drawing/2014/main" id="{892F78F4-A7DB-4D6C-811E-2714929588B4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7884000" y="266428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49" name="直接连接符 948">
              <a:extLst>
                <a:ext uri="{FF2B5EF4-FFF2-40B4-BE49-F238E27FC236}">
                  <a16:creationId xmlns:a16="http://schemas.microsoft.com/office/drawing/2014/main" id="{F2DE1820-F36A-4D6A-B228-8C9A47641958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>
              <a:off x="673195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50" name="直接连接符 949">
              <a:extLst>
                <a:ext uri="{FF2B5EF4-FFF2-40B4-BE49-F238E27FC236}">
                  <a16:creationId xmlns:a16="http://schemas.microsoft.com/office/drawing/2014/main" id="{0BE767A0-BE8D-4E0F-8550-430F2FF6B26A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7199945" y="266428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51" name="直接连接符 950">
              <a:extLst>
                <a:ext uri="{FF2B5EF4-FFF2-40B4-BE49-F238E27FC236}">
                  <a16:creationId xmlns:a16="http://schemas.microsoft.com/office/drawing/2014/main" id="{E38787FE-B5AC-4220-9496-E0F3C9BA0FE8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>
              <a:off x="6624000" y="2196290"/>
              <a:ext cx="17970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52" name="Text Box 18">
              <a:extLst>
                <a:ext uri="{FF2B5EF4-FFF2-40B4-BE49-F238E27FC236}">
                  <a16:creationId xmlns:a16="http://schemas.microsoft.com/office/drawing/2014/main" id="{AE581331-50AE-428E-98C3-8A4C4379820D}"/>
                </a:ext>
              </a:extLst>
            </p:cNvPr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6803070" y="2448385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953" name="Text Box 18">
              <a:extLst>
                <a:ext uri="{FF2B5EF4-FFF2-40B4-BE49-F238E27FC236}">
                  <a16:creationId xmlns:a16="http://schemas.microsoft.com/office/drawing/2014/main" id="{2D9473AE-78EB-4652-80FC-37E0AABFB4AF}"/>
                </a:ext>
              </a:extLst>
            </p:cNvPr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616520" y="2340095"/>
              <a:ext cx="252095" cy="360045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954" name="直接连接符 953">
              <a:extLst>
                <a:ext uri="{FF2B5EF4-FFF2-40B4-BE49-F238E27FC236}">
                  <a16:creationId xmlns:a16="http://schemas.microsoft.com/office/drawing/2014/main" id="{43F2F018-8197-4AEA-863F-515D457446B0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>
              <a:off x="5326960" y="2592190"/>
              <a:ext cx="28829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55" name="Text Box 18">
              <a:extLst>
                <a:ext uri="{FF2B5EF4-FFF2-40B4-BE49-F238E27FC236}">
                  <a16:creationId xmlns:a16="http://schemas.microsoft.com/office/drawing/2014/main" id="{871D3CB0-6094-480E-B683-9F6A15CBF1CF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5363155" y="2088000"/>
              <a:ext cx="2882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956" name="Text Box 18">
              <a:extLst>
                <a:ext uri="{FF2B5EF4-FFF2-40B4-BE49-F238E27FC236}">
                  <a16:creationId xmlns:a16="http://schemas.microsoft.com/office/drawing/2014/main" id="{86A6BA72-A298-4583-B2A1-3354732645D1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5328000" y="2592190"/>
              <a:ext cx="2882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cxnSp>
          <p:nvCxnSpPr>
            <p:cNvPr id="957" name="直接连接符 480">
              <a:extLst>
                <a:ext uri="{FF2B5EF4-FFF2-40B4-BE49-F238E27FC236}">
                  <a16:creationId xmlns:a16="http://schemas.microsoft.com/office/drawing/2014/main" id="{2BC7ADFE-38E6-4434-A22A-07E4F997EA4B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5436815" y="2303265"/>
              <a:ext cx="179705" cy="179705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958" name="直接连接符 957">
              <a:extLst>
                <a:ext uri="{FF2B5EF4-FFF2-40B4-BE49-F238E27FC236}">
                  <a16:creationId xmlns:a16="http://schemas.microsoft.com/office/drawing/2014/main" id="{A6460F57-05FF-4F6D-8162-680C4DBF5839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>
              <a:off x="5326960" y="2088000"/>
              <a:ext cx="0" cy="5041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9" name="直接连接符 958">
              <a:extLst>
                <a:ext uri="{FF2B5EF4-FFF2-40B4-BE49-F238E27FC236}">
                  <a16:creationId xmlns:a16="http://schemas.microsoft.com/office/drawing/2014/main" id="{9939AED8-459A-4996-B957-20D72F145606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5724470" y="2700140"/>
              <a:ext cx="0" cy="1079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60" name="矩形 959">
              <a:extLst>
                <a:ext uri="{FF2B5EF4-FFF2-40B4-BE49-F238E27FC236}">
                  <a16:creationId xmlns:a16="http://schemas.microsoft.com/office/drawing/2014/main" id="{D42F5013-DA90-4F28-A501-205D1CBA1D55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 bwMode="auto">
            <a:xfrm>
              <a:off x="5616520" y="2448045"/>
              <a:ext cx="71755" cy="7175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1" name="矩形 960">
              <a:extLst>
                <a:ext uri="{FF2B5EF4-FFF2-40B4-BE49-F238E27FC236}">
                  <a16:creationId xmlns:a16="http://schemas.microsoft.com/office/drawing/2014/main" id="{8737D251-C8EE-4CA3-9BFC-7EADCFD82C1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 bwMode="auto">
            <a:xfrm>
              <a:off x="5616520" y="2555995"/>
              <a:ext cx="63500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962" name="直接箭头连接符 961">
            <a:extLst>
              <a:ext uri="{FF2B5EF4-FFF2-40B4-BE49-F238E27FC236}">
                <a16:creationId xmlns:a16="http://schemas.microsoft.com/office/drawing/2014/main" id="{0EA46C6F-34DB-4D30-83A6-60F0560559F4}"/>
              </a:ext>
            </a:extLst>
          </p:cNvPr>
          <p:cNvCxnSpPr>
            <a:cxnSpLocks/>
          </p:cNvCxnSpPr>
          <p:nvPr/>
        </p:nvCxnSpPr>
        <p:spPr bwMode="auto">
          <a:xfrm flipH="1">
            <a:off x="6011592" y="3284984"/>
            <a:ext cx="1476000" cy="86409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sp>
        <p:nvSpPr>
          <p:cNvPr id="966" name="AutoShape 30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148A49A-217F-47BF-BF2E-16BF000BA5C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782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6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9C8885-3793-4735-8499-DBEF80B3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6</a:t>
            </a:fld>
            <a:endParaRPr lang="en-US" altLang="zh-CN" dirty="0"/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70D41D85-80B8-44C5-9078-70076328776D}"/>
              </a:ext>
            </a:extLst>
          </p:cNvPr>
          <p:cNvGrpSpPr/>
          <p:nvPr/>
        </p:nvGrpSpPr>
        <p:grpSpPr>
          <a:xfrm>
            <a:off x="2771800" y="2232000"/>
            <a:ext cx="5976050" cy="3168115"/>
            <a:chOff x="2771800" y="2232000"/>
            <a:chExt cx="5976050" cy="3168115"/>
          </a:xfrm>
        </p:grpSpPr>
        <p:sp>
          <p:nvSpPr>
            <p:cNvPr id="217" name="Text Box 392">
              <a:extLst>
                <a:ext uri="{FF2B5EF4-FFF2-40B4-BE49-F238E27FC236}">
                  <a16:creationId xmlns:a16="http://schemas.microsoft.com/office/drawing/2014/main" id="{0CB2C1C6-3219-42F8-974E-08193A917967}"/>
                </a:ext>
              </a:extLst>
            </p:cNvPr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7920000" y="5256000"/>
              <a:ext cx="468000" cy="1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x+2</a:t>
              </a:r>
              <a:r>
                <a:rPr lang="en-US" altLang="zh-CN" sz="1200" b="1" baseline="30000" dirty="0">
                  <a:highlight>
                    <a:srgbClr val="99CCFF"/>
                  </a:highlight>
                  <a:latin typeface="宋体" panose="02010600030101010101" pitchFamily="2" charset="-122"/>
                </a:rPr>
                <a:t>k</a:t>
              </a: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218" name="Text Box 392">
              <a:extLst>
                <a:ext uri="{FF2B5EF4-FFF2-40B4-BE49-F238E27FC236}">
                  <a16:creationId xmlns:a16="http://schemas.microsoft.com/office/drawing/2014/main" id="{A5FDF8C5-D3FF-47DC-B577-D26E8FBD4B26}"/>
                </a:ext>
              </a:extLst>
            </p:cNvPr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8244000" y="4932000"/>
              <a:ext cx="144145" cy="1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x</a:t>
              </a:r>
            </a:p>
          </p:txBody>
        </p:sp>
        <p:sp>
          <p:nvSpPr>
            <p:cNvPr id="219" name="Rectangle 299">
              <a:extLst>
                <a:ext uri="{FF2B5EF4-FFF2-40B4-BE49-F238E27FC236}">
                  <a16:creationId xmlns:a16="http://schemas.microsoft.com/office/drawing/2014/main" id="{B4D91BE9-6244-41C9-AA38-A1AC80F28F99}"/>
                </a:ext>
              </a:extLst>
            </p:cNvPr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5184015" y="2232000"/>
              <a:ext cx="3383915" cy="14757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20" name="Text Box 61">
              <a:extLst>
                <a:ext uri="{FF2B5EF4-FFF2-40B4-BE49-F238E27FC236}">
                  <a16:creationId xmlns:a16="http://schemas.microsoft.com/office/drawing/2014/main" id="{29226D5C-2075-4290-AFCF-CCFF5EA1F887}"/>
                </a:ext>
              </a:extLst>
            </p:cNvPr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5219800" y="3168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CPU</a:t>
              </a:r>
            </a:p>
          </p:txBody>
        </p: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C90EE29A-23BA-4782-A164-3A891DEBED5D}"/>
                </a:ext>
              </a:extLst>
            </p:cNvPr>
            <p:cNvCxnSpPr/>
            <p:nvPr>
              <p:custDataLst>
                <p:tags r:id="rId122"/>
              </p:custDataLst>
            </p:nvPr>
          </p:nvCxnSpPr>
          <p:spPr bwMode="auto">
            <a:xfrm>
              <a:off x="3456000" y="3851885"/>
              <a:ext cx="4896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1AF4CE4B-A305-4FB4-9794-DA9D4962EBF9}"/>
                </a:ext>
              </a:extLst>
            </p:cNvPr>
            <p:cNvCxnSpPr/>
            <p:nvPr>
              <p:custDataLst>
                <p:tags r:id="rId123"/>
              </p:custDataLst>
            </p:nvPr>
          </p:nvCxnSpPr>
          <p:spPr bwMode="auto">
            <a:xfrm>
              <a:off x="3456000" y="3923640"/>
              <a:ext cx="489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8114C362-9157-4BFB-A38A-57C356B5B063}"/>
                </a:ext>
              </a:extLst>
            </p:cNvPr>
            <p:cNvCxnSpPr/>
            <p:nvPr>
              <p:custDataLst>
                <p:tags r:id="rId124"/>
              </p:custDataLst>
            </p:nvPr>
          </p:nvCxnSpPr>
          <p:spPr bwMode="auto">
            <a:xfrm>
              <a:off x="3456000" y="3996030"/>
              <a:ext cx="4896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4" name="Text Box 392">
              <a:extLst>
                <a:ext uri="{FF2B5EF4-FFF2-40B4-BE49-F238E27FC236}">
                  <a16:creationId xmlns:a16="http://schemas.microsoft.com/office/drawing/2014/main" id="{FDE19E5D-1A1D-4873-8402-E6495DB1528D}"/>
                </a:ext>
              </a:extLst>
            </p:cNvPr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3059800" y="3816000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225" name="Text Box 61">
              <a:extLst>
                <a:ext uri="{FF2B5EF4-FFF2-40B4-BE49-F238E27FC236}">
                  <a16:creationId xmlns:a16="http://schemas.microsoft.com/office/drawing/2014/main" id="{92968276-BE90-471F-B30D-AD26B23BACF7}"/>
                </a:ext>
              </a:extLst>
            </p:cNvPr>
            <p:cNvSpPr txBox="1"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4175635" y="370774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D9DD68A8-47BB-4989-B50F-22868DA3074A}"/>
                </a:ext>
              </a:extLst>
            </p:cNvPr>
            <p:cNvCxnSpPr/>
            <p:nvPr>
              <p:custDataLst>
                <p:tags r:id="rId127"/>
              </p:custDataLst>
            </p:nvPr>
          </p:nvCxnSpPr>
          <p:spPr bwMode="auto">
            <a:xfrm>
              <a:off x="4140075" y="395983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5F39BF48-AAB2-48D4-84E6-C902366518B2}"/>
                </a:ext>
              </a:extLst>
            </p:cNvPr>
            <p:cNvCxnSpPr/>
            <p:nvPr>
              <p:custDataLst>
                <p:tags r:id="rId128"/>
              </p:custDataLst>
            </p:nvPr>
          </p:nvCxnSpPr>
          <p:spPr bwMode="auto">
            <a:xfrm>
              <a:off x="4140075" y="3815690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8" name="Text Box 61">
              <a:extLst>
                <a:ext uri="{FF2B5EF4-FFF2-40B4-BE49-F238E27FC236}">
                  <a16:creationId xmlns:a16="http://schemas.microsoft.com/office/drawing/2014/main" id="{34FB5158-C212-4549-B0B4-81DDBB9DF8FB}"/>
                </a:ext>
              </a:extLst>
            </p:cNvPr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4067685" y="399603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D87484DB-1D05-4033-A79E-09EF6DED6D30}"/>
                </a:ext>
              </a:extLst>
            </p:cNvPr>
            <p:cNvCxnSpPr/>
            <p:nvPr>
              <p:custDataLst>
                <p:tags r:id="rId130"/>
              </p:custDataLst>
            </p:nvPr>
          </p:nvCxnSpPr>
          <p:spPr bwMode="auto">
            <a:xfrm>
              <a:off x="792000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0423F300-61CA-467A-8908-A839F876CDDE}"/>
                </a:ext>
              </a:extLst>
            </p:cNvPr>
            <p:cNvCxnSpPr/>
            <p:nvPr>
              <p:custDataLst>
                <p:tags r:id="rId131"/>
              </p:custDataLst>
            </p:nvPr>
          </p:nvCxnSpPr>
          <p:spPr bwMode="auto">
            <a:xfrm>
              <a:off x="799200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A1CE9F93-6ACD-43E4-A33D-A938494F902B}"/>
                </a:ext>
              </a:extLst>
            </p:cNvPr>
            <p:cNvCxnSpPr/>
            <p:nvPr>
              <p:custDataLst>
                <p:tags r:id="rId132"/>
              </p:custDataLst>
            </p:nvPr>
          </p:nvCxnSpPr>
          <p:spPr bwMode="auto">
            <a:xfrm>
              <a:off x="8064000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32" name="Text Box 291">
              <a:extLst>
                <a:ext uri="{FF2B5EF4-FFF2-40B4-BE49-F238E27FC236}">
                  <a16:creationId xmlns:a16="http://schemas.microsoft.com/office/drawing/2014/main" id="{722EC41C-76A6-4229-9E92-0E4E0413FA3D}"/>
                </a:ext>
              </a:extLst>
            </p:cNvPr>
            <p:cNvSpPr txBox="1"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3599800" y="2520000"/>
              <a:ext cx="648000" cy="756000"/>
            </a:xfrm>
            <a:prstGeom prst="rect">
              <a:avLst/>
            </a:prstGeom>
            <a:solidFill>
              <a:srgbClr val="99CCFF">
                <a:alpha val="78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主存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≤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latin typeface="宋体" panose="02010600030101010101" pitchFamily="2" charset="-122"/>
                </a:rPr>
                <a:t>n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×w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98E0E342-DA65-4747-BB23-8DD6B9134D56}"/>
                </a:ext>
              </a:extLst>
            </p:cNvPr>
            <p:cNvCxnSpPr/>
            <p:nvPr>
              <p:custDataLst>
                <p:tags r:id="rId134"/>
              </p:custDataLst>
            </p:nvPr>
          </p:nvCxnSpPr>
          <p:spPr bwMode="auto">
            <a:xfrm flipV="1">
              <a:off x="3743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0EF798F0-2C8F-47E7-8840-B6C0B348B8F2}"/>
                </a:ext>
              </a:extLst>
            </p:cNvPr>
            <p:cNvCxnSpPr/>
            <p:nvPr>
              <p:custDataLst>
                <p:tags r:id="rId135"/>
              </p:custDataLst>
            </p:nvPr>
          </p:nvCxnSpPr>
          <p:spPr bwMode="auto">
            <a:xfrm flipV="1">
              <a:off x="3851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938802F0-38E0-4BB9-94FB-F20D82D22643}"/>
                </a:ext>
              </a:extLst>
            </p:cNvPr>
            <p:cNvCxnSpPr/>
            <p:nvPr>
              <p:custDataLst>
                <p:tags r:id="rId136"/>
              </p:custDataLst>
            </p:nvPr>
          </p:nvCxnSpPr>
          <p:spPr bwMode="auto">
            <a:xfrm>
              <a:off x="3959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36" name="Rectangle 274">
              <a:extLst>
                <a:ext uri="{FF2B5EF4-FFF2-40B4-BE49-F238E27FC236}">
                  <a16:creationId xmlns:a16="http://schemas.microsoft.com/office/drawing/2014/main" id="{F3356B71-0073-43C2-8E02-D2B450148530}"/>
                </a:ext>
              </a:extLst>
            </p:cNvPr>
            <p:cNvSpPr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3131800" y="2628000"/>
              <a:ext cx="323850" cy="72000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F400DB69-FC80-45DF-B08F-66F33BB79B77}"/>
                </a:ext>
              </a:extLst>
            </p:cNvPr>
            <p:cNvCxnSpPr/>
            <p:nvPr>
              <p:custDataLst>
                <p:tags r:id="rId138"/>
              </p:custDataLst>
            </p:nvPr>
          </p:nvCxnSpPr>
          <p:spPr bwMode="auto">
            <a:xfrm flipV="1">
              <a:off x="3131800" y="3240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38" name="Text Box 392">
              <a:extLst>
                <a:ext uri="{FF2B5EF4-FFF2-40B4-BE49-F238E27FC236}">
                  <a16:creationId xmlns:a16="http://schemas.microsoft.com/office/drawing/2014/main" id="{852D9929-535A-4DF2-9DC5-668B05E0E377}"/>
                </a:ext>
              </a:extLst>
            </p:cNvPr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3131800" y="2448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w</a:t>
              </a:r>
              <a:r>
                <a:rPr lang="zh-CN" altLang="en-US" sz="1400" b="1" dirty="0">
                  <a:latin typeface="+mn-ea"/>
                  <a:ea typeface="+mn-ea"/>
                </a:rPr>
                <a:t>位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sp>
          <p:nvSpPr>
            <p:cNvPr id="239" name="Text Box 392">
              <a:extLst>
                <a:ext uri="{FF2B5EF4-FFF2-40B4-BE49-F238E27FC236}">
                  <a16:creationId xmlns:a16="http://schemas.microsoft.com/office/drawing/2014/main" id="{26BD37CF-1F63-4E27-B77C-36C3A2C4E2D0}"/>
                </a:ext>
              </a:extLst>
            </p:cNvPr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2771800" y="3240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n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240" name="Text Box 392">
              <a:extLst>
                <a:ext uri="{FF2B5EF4-FFF2-40B4-BE49-F238E27FC236}">
                  <a16:creationId xmlns:a16="http://schemas.microsoft.com/office/drawing/2014/main" id="{0A8E433F-0E41-47D9-8C2A-5456AC693B92}"/>
                </a:ext>
              </a:extLst>
            </p:cNvPr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2771800" y="2628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41" name="Rectangle 274">
              <a:extLst>
                <a:ext uri="{FF2B5EF4-FFF2-40B4-BE49-F238E27FC236}">
                  <a16:creationId xmlns:a16="http://schemas.microsoft.com/office/drawing/2014/main" id="{DBFD119E-1219-46CC-8565-5910D8FC7E3B}"/>
                </a:ext>
              </a:extLst>
            </p:cNvPr>
            <p:cNvSpPr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3132000" y="2628000"/>
              <a:ext cx="323850" cy="432000"/>
            </a:xfrm>
            <a:prstGeom prst="rect">
              <a:avLst/>
            </a:prstGeom>
            <a:solidFill>
              <a:srgbClr val="99CCFF">
                <a:alpha val="7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242" name="直接箭头连接符 241">
              <a:extLst>
                <a:ext uri="{FF2B5EF4-FFF2-40B4-BE49-F238E27FC236}">
                  <a16:creationId xmlns:a16="http://schemas.microsoft.com/office/drawing/2014/main" id="{28404354-E249-4960-B130-CD5112CA2589}"/>
                </a:ext>
              </a:extLst>
            </p:cNvPr>
            <p:cNvCxnSpPr/>
            <p:nvPr>
              <p:custDataLst>
                <p:tags r:id="rId143"/>
              </p:custDataLst>
            </p:nvPr>
          </p:nvCxnSpPr>
          <p:spPr bwMode="auto">
            <a:xfrm flipV="1">
              <a:off x="3131800" y="2736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A11906F4-9E47-478F-99C4-3F21FD2492B3}"/>
                </a:ext>
              </a:extLst>
            </p:cNvPr>
            <p:cNvCxnSpPr/>
            <p:nvPr>
              <p:custDataLst>
                <p:tags r:id="rId144"/>
              </p:custDataLst>
            </p:nvPr>
          </p:nvCxnSpPr>
          <p:spPr bwMode="auto">
            <a:xfrm flipV="1">
              <a:off x="3347800" y="2664000"/>
              <a:ext cx="360000" cy="1441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  <p:sp>
          <p:nvSpPr>
            <p:cNvPr id="244" name="Text Box 392">
              <a:extLst>
                <a:ext uri="{FF2B5EF4-FFF2-40B4-BE49-F238E27FC236}">
                  <a16:creationId xmlns:a16="http://schemas.microsoft.com/office/drawing/2014/main" id="{F85099D4-43DD-48A1-AEFF-A42B35C413E1}"/>
                </a:ext>
              </a:extLst>
            </p:cNvPr>
            <p:cNvSpPr txBox="1">
              <a:spLocks noChangeArrowheads="1"/>
            </p:cNvSpPr>
            <p:nvPr>
              <p:custDataLst>
                <p:tags r:id="rId145"/>
              </p:custDataLst>
            </p:nvPr>
          </p:nvSpPr>
          <p:spPr bwMode="auto">
            <a:xfrm>
              <a:off x="2771800" y="2952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highlight>
                    <a:srgbClr val="99CCFF"/>
                  </a:highlight>
                  <a:latin typeface="宋体" panose="02010600030101010101" pitchFamily="2" charset="-122"/>
                </a:rPr>
                <a:t>m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245" name="Text Box 18">
              <a:extLst>
                <a:ext uri="{FF2B5EF4-FFF2-40B4-BE49-F238E27FC236}">
                  <a16:creationId xmlns:a16="http://schemas.microsoft.com/office/drawing/2014/main" id="{BF87B6CB-CF12-4187-B8A5-E9CCBDECC453}"/>
                </a:ext>
              </a:extLst>
            </p:cNvPr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4427800" y="2988285"/>
              <a:ext cx="648000" cy="7200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CPU</a:t>
              </a:r>
            </a:p>
          </p:txBody>
        </p:sp>
        <p:cxnSp>
          <p:nvCxnSpPr>
            <p:cNvPr id="246" name="直接箭头连接符 245">
              <a:extLst>
                <a:ext uri="{FF2B5EF4-FFF2-40B4-BE49-F238E27FC236}">
                  <a16:creationId xmlns:a16="http://schemas.microsoft.com/office/drawing/2014/main" id="{0F561318-6257-4B37-BE8D-72E834CFB6EF}"/>
                </a:ext>
              </a:extLst>
            </p:cNvPr>
            <p:cNvCxnSpPr/>
            <p:nvPr>
              <p:custDataLst>
                <p:tags r:id="rId147"/>
              </p:custDataLst>
            </p:nvPr>
          </p:nvCxnSpPr>
          <p:spPr bwMode="auto">
            <a:xfrm>
              <a:off x="464363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03B8B289-70DE-4BE7-8B2A-0B6A9352A886}"/>
                </a:ext>
              </a:extLst>
            </p:cNvPr>
            <p:cNvCxnSpPr/>
            <p:nvPr>
              <p:custDataLst>
                <p:tags r:id="rId148"/>
              </p:custDataLst>
            </p:nvPr>
          </p:nvCxnSpPr>
          <p:spPr bwMode="auto">
            <a:xfrm>
              <a:off x="471602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6109CEEE-10C6-44A3-9BEB-343C566BC070}"/>
                </a:ext>
              </a:extLst>
            </p:cNvPr>
            <p:cNvCxnSpPr/>
            <p:nvPr>
              <p:custDataLst>
                <p:tags r:id="rId149"/>
              </p:custDataLst>
            </p:nvPr>
          </p:nvCxnSpPr>
          <p:spPr bwMode="auto">
            <a:xfrm>
              <a:off x="4787775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49" name="Rectangle 299">
              <a:extLst>
                <a:ext uri="{FF2B5EF4-FFF2-40B4-BE49-F238E27FC236}">
                  <a16:creationId xmlns:a16="http://schemas.microsoft.com/office/drawing/2014/main" id="{F8256681-3DBC-4B9D-840A-549A9B958953}"/>
                </a:ext>
              </a:extLst>
            </p:cNvPr>
            <p:cNvSpPr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4716000" y="4139540"/>
              <a:ext cx="2016000" cy="756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50" name="Text Box 81">
              <a:extLst>
                <a:ext uri="{FF2B5EF4-FFF2-40B4-BE49-F238E27FC236}">
                  <a16:creationId xmlns:a16="http://schemas.microsoft.com/office/drawing/2014/main" id="{BECDB8E0-AF00-4540-9CD8-C763C0B3755B}"/>
                </a:ext>
              </a:extLst>
            </p:cNvPr>
            <p:cNvSpPr txBox="1"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4716000" y="5184115"/>
              <a:ext cx="2952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无条件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条件、字符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块、串行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并行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)</a:t>
              </a:r>
              <a:endParaRPr lang="zh-CN" altLang="en-US" sz="12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1027F012-167F-4E9E-B7B1-50428372AD66}"/>
                </a:ext>
              </a:extLst>
            </p:cNvPr>
            <p:cNvCxnSpPr/>
            <p:nvPr>
              <p:custDataLst>
                <p:tags r:id="rId152"/>
              </p:custDataLst>
            </p:nvPr>
          </p:nvCxnSpPr>
          <p:spPr bwMode="auto">
            <a:xfrm>
              <a:off x="6156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B302AFA3-D312-4F28-8684-466D30B18BC8}"/>
                </a:ext>
              </a:extLst>
            </p:cNvPr>
            <p:cNvCxnSpPr/>
            <p:nvPr>
              <p:custDataLst>
                <p:tags r:id="rId153"/>
              </p:custDataLst>
            </p:nvPr>
          </p:nvCxnSpPr>
          <p:spPr bwMode="auto">
            <a:xfrm>
              <a:off x="6264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sm"/>
            </a:ln>
          </p:spPr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7F60EDBF-9DBD-423B-994C-EF7EF0312E46}"/>
                </a:ext>
              </a:extLst>
            </p:cNvPr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6336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sm"/>
            </a:ln>
          </p:spPr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58F103B3-2F2E-4235-94AD-4E6FB504DDFD}"/>
                </a:ext>
              </a:extLst>
            </p:cNvPr>
            <p:cNvCxnSpPr/>
            <p:nvPr>
              <p:custDataLst>
                <p:tags r:id="rId155"/>
              </p:custDataLst>
            </p:nvPr>
          </p:nvCxnSpPr>
          <p:spPr bwMode="auto">
            <a:xfrm>
              <a:off x="6120000" y="500377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5" name="Text Box 18">
              <a:extLst>
                <a:ext uri="{FF2B5EF4-FFF2-40B4-BE49-F238E27FC236}">
                  <a16:creationId xmlns:a16="http://schemas.microsoft.com/office/drawing/2014/main" id="{A970E85B-B24B-44B0-BF1E-A6244571B6F0}"/>
                </a:ext>
              </a:extLst>
            </p:cNvPr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7056000" y="4464000"/>
              <a:ext cx="684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磁盘</a:t>
              </a:r>
            </a:p>
          </p:txBody>
        </p:sp>
        <p:sp>
          <p:nvSpPr>
            <p:cNvPr id="256" name="Text Box 20">
              <a:extLst>
                <a:ext uri="{FF2B5EF4-FFF2-40B4-BE49-F238E27FC236}">
                  <a16:creationId xmlns:a16="http://schemas.microsoft.com/office/drawing/2014/main" id="{25064FE0-39AA-48DC-A58A-8A5A388137F3}"/>
                </a:ext>
              </a:extLst>
            </p:cNvPr>
            <p:cNvSpPr txBox="1"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7056000" y="4139540"/>
              <a:ext cx="68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I/O</a:t>
              </a:r>
              <a:r>
                <a:rPr lang="zh-CN" altLang="en-US" sz="1400" b="1" dirty="0">
                  <a:latin typeface="+mn-ea"/>
                  <a:ea typeface="+mn-ea"/>
                </a:rPr>
                <a:t>接口</a:t>
              </a:r>
            </a:p>
          </p:txBody>
        </p: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A7A6B84F-9B88-4EC9-9E89-2DEC6BDEB564}"/>
                </a:ext>
              </a:extLst>
            </p:cNvPr>
            <p:cNvCxnSpPr/>
            <p:nvPr>
              <p:custDataLst>
                <p:tags r:id="rId158"/>
              </p:custDataLst>
            </p:nvPr>
          </p:nvCxnSpPr>
          <p:spPr bwMode="auto">
            <a:xfrm>
              <a:off x="7488000" y="4356000"/>
              <a:ext cx="0" cy="10795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 Box 61">
              <a:extLst>
                <a:ext uri="{FF2B5EF4-FFF2-40B4-BE49-F238E27FC236}">
                  <a16:creationId xmlns:a16="http://schemas.microsoft.com/office/drawing/2014/main" id="{2E71C356-EC96-4E46-9908-45CAB976CED4}"/>
                </a:ext>
              </a:extLst>
            </p:cNvPr>
            <p:cNvSpPr txBox="1">
              <a:spLocks noChangeArrowheads="1"/>
            </p:cNvSpPr>
            <p:nvPr>
              <p:custDataLst>
                <p:tags r:id="rId159"/>
              </p:custDataLst>
            </p:nvPr>
          </p:nvSpPr>
          <p:spPr bwMode="auto">
            <a:xfrm>
              <a:off x="6768000" y="4175735"/>
              <a:ext cx="252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FC5C94F3-2087-41E5-8452-57B3F76C9C1C}"/>
                </a:ext>
              </a:extLst>
            </p:cNvPr>
            <p:cNvCxnSpPr/>
            <p:nvPr>
              <p:custDataLst>
                <p:tags r:id="rId160"/>
              </p:custDataLst>
            </p:nvPr>
          </p:nvCxnSpPr>
          <p:spPr bwMode="auto">
            <a:xfrm>
              <a:off x="4896000" y="3851884"/>
              <a:ext cx="0" cy="82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8D8C6C79-1766-47D2-A160-159A4919AF9D}"/>
                </a:ext>
              </a:extLst>
            </p:cNvPr>
            <p:cNvCxnSpPr/>
            <p:nvPr>
              <p:custDataLst>
                <p:tags r:id="rId161"/>
              </p:custDataLst>
            </p:nvPr>
          </p:nvCxnSpPr>
          <p:spPr bwMode="auto">
            <a:xfrm>
              <a:off x="5436000" y="39236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5F5E5E65-ADD0-423B-9A31-8D7F46D0AD8C}"/>
                </a:ext>
              </a:extLst>
            </p:cNvPr>
            <p:cNvCxnSpPr/>
            <p:nvPr>
              <p:custDataLst>
                <p:tags r:id="rId162"/>
              </p:custDataLst>
            </p:nvPr>
          </p:nvCxnSpPr>
          <p:spPr bwMode="auto">
            <a:xfrm>
              <a:off x="6156000" y="399603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4E8EF09C-7E6A-402B-8CFA-8EB8215B253A}"/>
                </a:ext>
              </a:extLst>
            </p:cNvPr>
            <p:cNvCxnSpPr/>
            <p:nvPr>
              <p:custDataLst>
                <p:tags r:id="rId163"/>
              </p:custDataLst>
            </p:nvPr>
          </p:nvCxnSpPr>
          <p:spPr bwMode="auto">
            <a:xfrm>
              <a:off x="7416000" y="39236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504C1425-494B-43FD-A15F-8267C6AD4694}"/>
                </a:ext>
              </a:extLst>
            </p:cNvPr>
            <p:cNvCxnSpPr/>
            <p:nvPr>
              <p:custDataLst>
                <p:tags r:id="rId164"/>
              </p:custDataLst>
            </p:nvPr>
          </p:nvCxnSpPr>
          <p:spPr bwMode="auto">
            <a:xfrm>
              <a:off x="7344000" y="3851885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17DCE8F0-4692-438A-A843-009D635D707C}"/>
                </a:ext>
              </a:extLst>
            </p:cNvPr>
            <p:cNvCxnSpPr/>
            <p:nvPr>
              <p:custDataLst>
                <p:tags r:id="rId165"/>
              </p:custDataLst>
            </p:nvPr>
          </p:nvCxnSpPr>
          <p:spPr bwMode="auto">
            <a:xfrm>
              <a:off x="7488000" y="399603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65" name="Text Box 291">
              <a:extLst>
                <a:ext uri="{FF2B5EF4-FFF2-40B4-BE49-F238E27FC236}">
                  <a16:creationId xmlns:a16="http://schemas.microsoft.com/office/drawing/2014/main" id="{D0E26635-ED23-4304-B6A0-15656C6B9289}"/>
                </a:ext>
              </a:extLst>
            </p:cNvPr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3455800" y="3491840"/>
              <a:ext cx="792000" cy="215900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连接电路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0CCDFD56-9D2D-4A9C-A6EB-261F459BA113}"/>
                </a:ext>
              </a:extLst>
            </p:cNvPr>
            <p:cNvCxnSpPr/>
            <p:nvPr>
              <p:custDataLst>
                <p:tags r:id="rId167"/>
              </p:custDataLst>
            </p:nvPr>
          </p:nvCxnSpPr>
          <p:spPr bwMode="auto">
            <a:xfrm flipV="1">
              <a:off x="374380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7" name="直接箭头连接符 266">
              <a:extLst>
                <a:ext uri="{FF2B5EF4-FFF2-40B4-BE49-F238E27FC236}">
                  <a16:creationId xmlns:a16="http://schemas.microsoft.com/office/drawing/2014/main" id="{5EFDB913-BC53-4E7E-B83B-7D031CE69D75}"/>
                </a:ext>
              </a:extLst>
            </p:cNvPr>
            <p:cNvCxnSpPr/>
            <p:nvPr>
              <p:custDataLst>
                <p:tags r:id="rId168"/>
              </p:custDataLst>
            </p:nvPr>
          </p:nvCxnSpPr>
          <p:spPr bwMode="auto">
            <a:xfrm flipV="1">
              <a:off x="385180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ED17C39E-FF01-4025-93CA-A162819069E1}"/>
                </a:ext>
              </a:extLst>
            </p:cNvPr>
            <p:cNvCxnSpPr/>
            <p:nvPr>
              <p:custDataLst>
                <p:tags r:id="rId169"/>
              </p:custDataLst>
            </p:nvPr>
          </p:nvCxnSpPr>
          <p:spPr bwMode="auto">
            <a:xfrm>
              <a:off x="3959800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69" name="Text Box 61">
              <a:extLst>
                <a:ext uri="{FF2B5EF4-FFF2-40B4-BE49-F238E27FC236}">
                  <a16:creationId xmlns:a16="http://schemas.microsoft.com/office/drawing/2014/main" id="{0E8C16F8-F09D-44F3-B39D-371F9A6389EB}"/>
                </a:ext>
              </a:extLst>
            </p:cNvPr>
            <p:cNvSpPr txBox="1">
              <a:spLocks noChangeArrowheads="1"/>
            </p:cNvSpPr>
            <p:nvPr>
              <p:custDataLst>
                <p:tags r:id="rId170"/>
              </p:custDataLst>
            </p:nvPr>
          </p:nvSpPr>
          <p:spPr bwMode="auto">
            <a:xfrm>
              <a:off x="3959800" y="327600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C1A8E8CD-7F6C-4FE1-9744-9EE68A85B11F}"/>
                </a:ext>
              </a:extLst>
            </p:cNvPr>
            <p:cNvCxnSpPr/>
            <p:nvPr>
              <p:custDataLst>
                <p:tags r:id="rId171"/>
              </p:custDataLst>
            </p:nvPr>
          </p:nvCxnSpPr>
          <p:spPr bwMode="auto">
            <a:xfrm>
              <a:off x="3923800" y="334769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52FC292C-8116-4249-B914-775B76AC08D0}"/>
                </a:ext>
              </a:extLst>
            </p:cNvPr>
            <p:cNvCxnSpPr/>
            <p:nvPr>
              <p:custDataLst>
                <p:tags r:id="rId172"/>
              </p:custDataLst>
            </p:nvPr>
          </p:nvCxnSpPr>
          <p:spPr bwMode="auto">
            <a:xfrm>
              <a:off x="3707800" y="334769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2" name="Text Box 61">
              <a:extLst>
                <a:ext uri="{FF2B5EF4-FFF2-40B4-BE49-F238E27FC236}">
                  <a16:creationId xmlns:a16="http://schemas.microsoft.com/office/drawing/2014/main" id="{DD3180E5-A86F-4C41-8E3C-BF3FA9C14A12}"/>
                </a:ext>
              </a:extLst>
            </p:cNvPr>
            <p:cNvSpPr txBox="1">
              <a:spLocks noChangeArrowheads="1"/>
            </p:cNvSpPr>
            <p:nvPr>
              <p:custDataLst>
                <p:tags r:id="rId173"/>
              </p:custDataLst>
            </p:nvPr>
          </p:nvSpPr>
          <p:spPr bwMode="auto">
            <a:xfrm>
              <a:off x="3599800" y="334800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73" name="Rectangle 274">
              <a:extLst>
                <a:ext uri="{FF2B5EF4-FFF2-40B4-BE49-F238E27FC236}">
                  <a16:creationId xmlns:a16="http://schemas.microsoft.com/office/drawing/2014/main" id="{B2241D19-7875-442C-AA13-42A416F10991}"/>
                </a:ext>
              </a:extLst>
            </p:cNvPr>
            <p:cNvSpPr>
              <a:spLocks noChangeArrowheads="1"/>
            </p:cNvSpPr>
            <p:nvPr>
              <p:custDataLst>
                <p:tags r:id="rId174"/>
              </p:custDataLst>
            </p:nvPr>
          </p:nvSpPr>
          <p:spPr bwMode="auto">
            <a:xfrm>
              <a:off x="8424000" y="4932000"/>
              <a:ext cx="32385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34A8D5FB-E087-441A-B327-816E424B9B9E}"/>
                </a:ext>
              </a:extLst>
            </p:cNvPr>
            <p:cNvCxnSpPr/>
            <p:nvPr>
              <p:custDataLst>
                <p:tags r:id="rId175"/>
              </p:custDataLst>
            </p:nvPr>
          </p:nvCxnSpPr>
          <p:spPr bwMode="auto">
            <a:xfrm flipV="1">
              <a:off x="8424000" y="5040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6E2C8294-5970-430A-86BC-7660F1DB2E3C}"/>
                </a:ext>
              </a:extLst>
            </p:cNvPr>
            <p:cNvCxnSpPr/>
            <p:nvPr>
              <p:custDataLst>
                <p:tags r:id="rId176"/>
              </p:custDataLst>
            </p:nvPr>
          </p:nvCxnSpPr>
          <p:spPr bwMode="auto">
            <a:xfrm flipV="1">
              <a:off x="8424000" y="5256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76" name="Text Box 392">
              <a:extLst>
                <a:ext uri="{FF2B5EF4-FFF2-40B4-BE49-F238E27FC236}">
                  <a16:creationId xmlns:a16="http://schemas.microsoft.com/office/drawing/2014/main" id="{B028168C-83BF-489E-BF2D-39089393B46A}"/>
                </a:ext>
              </a:extLst>
            </p:cNvPr>
            <p:cNvSpPr txBox="1"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8424000" y="4752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w</a:t>
              </a:r>
              <a:r>
                <a:rPr lang="zh-CN" altLang="en-US" sz="1400" b="1" dirty="0">
                  <a:latin typeface="+mn-ea"/>
                  <a:ea typeface="+mn-ea"/>
                </a:rPr>
                <a:t>位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EAD6CEF4-E3B4-4237-80B2-458A93E19361}"/>
                </a:ext>
              </a:extLst>
            </p:cNvPr>
            <p:cNvCxnSpPr/>
            <p:nvPr>
              <p:custDataLst>
                <p:tags r:id="rId178"/>
              </p:custDataLst>
            </p:nvPr>
          </p:nvCxnSpPr>
          <p:spPr bwMode="auto">
            <a:xfrm flipV="1">
              <a:off x="3131800" y="2952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5DEC9D10-50B5-4C31-89A4-E5804E90158C}"/>
                </a:ext>
              </a:extLst>
            </p:cNvPr>
            <p:cNvCxnSpPr>
              <a:cxnSpLocks/>
            </p:cNvCxnSpPr>
            <p:nvPr>
              <p:custDataLst>
                <p:tags r:id="rId179"/>
              </p:custDataLst>
            </p:nvPr>
          </p:nvCxnSpPr>
          <p:spPr bwMode="auto">
            <a:xfrm flipH="1" flipV="1">
              <a:off x="6552000" y="4500000"/>
              <a:ext cx="1980000" cy="64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</p:grpSp>
      <p:grpSp>
        <p:nvGrpSpPr>
          <p:cNvPr id="290" name="组合 289">
            <a:extLst>
              <a:ext uri="{FF2B5EF4-FFF2-40B4-BE49-F238E27FC236}">
                <a16:creationId xmlns:a16="http://schemas.microsoft.com/office/drawing/2014/main" id="{8FE94C40-0BB4-4126-9237-6949B2D81CE1}"/>
              </a:ext>
            </a:extLst>
          </p:cNvPr>
          <p:cNvGrpSpPr/>
          <p:nvPr/>
        </p:nvGrpSpPr>
        <p:grpSpPr>
          <a:xfrm>
            <a:off x="6444000" y="756000"/>
            <a:ext cx="2520000" cy="1368000"/>
            <a:chOff x="4915192" y="3582766"/>
            <a:chExt cx="2520000" cy="1368000"/>
          </a:xfrm>
        </p:grpSpPr>
        <p:sp>
          <p:nvSpPr>
            <p:cNvPr id="291" name="Text Box 36">
              <a:extLst>
                <a:ext uri="{FF2B5EF4-FFF2-40B4-BE49-F238E27FC236}">
                  <a16:creationId xmlns:a16="http://schemas.microsoft.com/office/drawing/2014/main" id="{F4A7C200-006F-4C20-8A49-0E1B6CD81CB8}"/>
                </a:ext>
              </a:extLst>
            </p:cNvPr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5635192" y="3797724"/>
              <a:ext cx="828000" cy="11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1001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01000100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0101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00110011</a:t>
              </a:r>
              <a:endParaRPr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5FAFAAFC-7244-4931-BF41-6AFC1B29EC30}"/>
                </a:ext>
              </a:extLst>
            </p:cNvPr>
            <p:cNvCxnSpPr/>
            <p:nvPr>
              <p:custDataLst>
                <p:tags r:id="rId109"/>
              </p:custDataLst>
            </p:nvPr>
          </p:nvCxnSpPr>
          <p:spPr bwMode="auto">
            <a:xfrm>
              <a:off x="5635192" y="3960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A134369E-7A3C-41DF-A4AC-4AEE17B1238C}"/>
                </a:ext>
              </a:extLst>
            </p:cNvPr>
            <p:cNvCxnSpPr/>
            <p:nvPr>
              <p:custDataLst>
                <p:tags r:id="rId110"/>
              </p:custDataLst>
            </p:nvPr>
          </p:nvCxnSpPr>
          <p:spPr bwMode="auto">
            <a:xfrm>
              <a:off x="5635192" y="4302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4" name="Text Box 36">
              <a:extLst>
                <a:ext uri="{FF2B5EF4-FFF2-40B4-BE49-F238E27FC236}">
                  <a16:creationId xmlns:a16="http://schemas.microsoft.com/office/drawing/2014/main" id="{53A72FBD-C4B3-4837-A6FF-7EB9FADD6BD4}"/>
                </a:ext>
              </a:extLst>
            </p:cNvPr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5023192" y="3797724"/>
              <a:ext cx="612000" cy="11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0…000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0</a:t>
              </a:r>
              <a:r>
                <a:rPr lang="en-US" altLang="zh-CN" sz="1400" b="1" dirty="0">
                  <a:latin typeface="+mn-ea"/>
                </a:rPr>
                <a:t>…</a:t>
              </a:r>
              <a:r>
                <a:rPr lang="en-US" altLang="zh-CN" sz="1400" b="1" dirty="0">
                  <a:latin typeface="+mn-ea"/>
                  <a:ea typeface="+mn-ea"/>
                </a:rPr>
                <a:t>001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u="none" dirty="0">
                  <a:latin typeface="+mn-ea"/>
                  <a:ea typeface="+mn-ea"/>
                </a:rPr>
                <a:t>0…010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>
                  <a:latin typeface="+mn-ea"/>
                </a:rPr>
                <a:t>…</a:t>
              </a:r>
              <a:r>
                <a:rPr lang="en-US" altLang="zh-CN" sz="1400" b="1" u="none" dirty="0">
                  <a:latin typeface="+mn-ea"/>
                  <a:ea typeface="+mn-ea"/>
                </a:rPr>
                <a:t>  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0…044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>
                  <a:latin typeface="+mn-ea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+mn-ea"/>
                </a:rPr>
                <a:t>2</a:t>
              </a:r>
              <a:r>
                <a:rPr lang="en-US" altLang="zh-CN" sz="1400" b="1" baseline="30000" dirty="0">
                  <a:solidFill>
                    <a:srgbClr val="C00000"/>
                  </a:solidFill>
                  <a:highlight>
                    <a:srgbClr val="99CCFF"/>
                  </a:highlight>
                  <a:latin typeface="+mn-ea"/>
                </a:rPr>
                <a:t>N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</a:rPr>
                <a:t>-1</a:t>
              </a:r>
            </a:p>
          </p:txBody>
        </p: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990F0981-943C-45C8-AA68-69D06C79C5AC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>
              <a:off x="5635192" y="4122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B6EF6524-74EF-4FB9-B34D-ED7ECE9F4B1C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>
              <a:off x="5635192" y="4464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B9754D14-8196-4057-9AF9-5D7C9BAB94E8}"/>
                </a:ext>
              </a:extLst>
            </p:cNvPr>
            <p:cNvCxnSpPr/>
            <p:nvPr>
              <p:custDataLst>
                <p:tags r:id="rId114"/>
              </p:custDataLst>
            </p:nvPr>
          </p:nvCxnSpPr>
          <p:spPr bwMode="auto">
            <a:xfrm>
              <a:off x="5635192" y="4806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16A79078-C59C-450F-8085-87E004E36577}"/>
                </a:ext>
              </a:extLst>
            </p:cNvPr>
            <p:cNvCxnSpPr/>
            <p:nvPr>
              <p:custDataLst>
                <p:tags r:id="rId115"/>
              </p:custDataLst>
            </p:nvPr>
          </p:nvCxnSpPr>
          <p:spPr bwMode="auto">
            <a:xfrm>
              <a:off x="5635192" y="4644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9" name="Text Box 36">
              <a:extLst>
                <a:ext uri="{FF2B5EF4-FFF2-40B4-BE49-F238E27FC236}">
                  <a16:creationId xmlns:a16="http://schemas.microsoft.com/office/drawing/2014/main" id="{7C85DC54-C8AC-4A77-AB1A-2D2BDF37CA2E}"/>
                </a:ext>
              </a:extLst>
            </p:cNvPr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4915192" y="3582766"/>
              <a:ext cx="24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highlight>
                    <a:srgbClr val="CCECFF"/>
                  </a:highlight>
                  <a:latin typeface="+mn-ea"/>
                </a:rPr>
                <a:t>逻辑地址</a:t>
              </a:r>
              <a:r>
                <a:rPr lang="zh-CN" altLang="en-US" sz="1400" b="1" baseline="-25000" dirty="0">
                  <a:highlight>
                    <a:srgbClr val="CCECFF"/>
                  </a:highlight>
                  <a:latin typeface="+mn-ea"/>
                </a:rPr>
                <a:t> </a:t>
              </a:r>
              <a:r>
                <a:rPr lang="zh-CN" altLang="en-US" sz="1400" b="1" dirty="0">
                  <a:highlight>
                    <a:srgbClr val="CC99FF"/>
                  </a:highlight>
                  <a:latin typeface="+mn-ea"/>
                </a:rPr>
                <a:t>程序内容</a:t>
              </a:r>
              <a:r>
                <a:rPr lang="zh-CN" altLang="en-US" sz="1400" b="1" dirty="0">
                  <a:latin typeface="+mn-ea"/>
                </a:rPr>
                <a:t>  指令功能</a:t>
              </a:r>
              <a:endParaRPr lang="en-US" altLang="zh-CN" sz="1400" b="1" dirty="0">
                <a:latin typeface="+mn-ea"/>
              </a:endParaRPr>
            </a:p>
          </p:txBody>
        </p:sp>
        <p:sp>
          <p:nvSpPr>
            <p:cNvPr id="300" name="Text Box 36">
              <a:extLst>
                <a:ext uri="{FF2B5EF4-FFF2-40B4-BE49-F238E27FC236}">
                  <a16:creationId xmlns:a16="http://schemas.microsoft.com/office/drawing/2014/main" id="{F1C90B3A-AD8F-404F-9CB3-6A47C6904488}"/>
                </a:ext>
              </a:extLst>
            </p:cNvPr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6499192" y="3798766"/>
              <a:ext cx="936000" cy="11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R1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M[44H]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R1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(R1)+2</a:t>
              </a:r>
              <a:r>
                <a:rPr lang="en-US" altLang="zh-CN" sz="1400" b="1" u="none" dirty="0">
                  <a:latin typeface="+mn-ea"/>
                  <a:ea typeface="+mn-ea"/>
                </a:rPr>
                <a:t>   </a:t>
              </a:r>
            </a:p>
            <a:p>
              <a:pPr>
                <a:lnSpc>
                  <a:spcPct val="80000"/>
                </a:lnSpc>
              </a:pPr>
              <a:endParaRPr lang="en-US" altLang="zh-CN" sz="1400" b="1" dirty="0">
                <a:latin typeface="+mn-ea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x=33H</a:t>
              </a:r>
            </a:p>
            <a:p>
              <a:pPr>
                <a:lnSpc>
                  <a:spcPct val="80000"/>
                </a:lnSpc>
              </a:pPr>
              <a:endParaRPr lang="en-US" altLang="zh-CN" sz="1400" b="1" dirty="0">
                <a:latin typeface="+mn-ea"/>
              </a:endParaRPr>
            </a:p>
          </p:txBody>
        </p:sp>
      </p:grpSp>
      <p:grpSp>
        <p:nvGrpSpPr>
          <p:cNvPr id="301" name="组合 300">
            <a:extLst>
              <a:ext uri="{FF2B5EF4-FFF2-40B4-BE49-F238E27FC236}">
                <a16:creationId xmlns:a16="http://schemas.microsoft.com/office/drawing/2014/main" id="{D26CF4EF-59AE-4504-AC5B-DE15ECA7AD4D}"/>
              </a:ext>
            </a:extLst>
          </p:cNvPr>
          <p:cNvGrpSpPr/>
          <p:nvPr/>
        </p:nvGrpSpPr>
        <p:grpSpPr>
          <a:xfrm>
            <a:off x="3456000" y="756000"/>
            <a:ext cx="2915920" cy="1332230"/>
            <a:chOff x="-1531" y="1813"/>
            <a:chExt cx="4592" cy="2098"/>
          </a:xfrm>
        </p:grpSpPr>
        <p:sp>
          <p:nvSpPr>
            <p:cNvPr id="302" name="Text Box 160">
              <a:extLst>
                <a:ext uri="{FF2B5EF4-FFF2-40B4-BE49-F238E27FC236}">
                  <a16:creationId xmlns:a16="http://schemas.microsoft.com/office/drawing/2014/main" id="{DBE460F8-18DC-4F3B-8BF2-39BB3D055733}"/>
                </a:ext>
              </a:extLst>
            </p:cNvPr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-1531" y="1813"/>
              <a:ext cx="2041" cy="209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ISA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内容</a:t>
              </a: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数据表示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存放方式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寻址方式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指令功能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指令格式</a:t>
              </a:r>
            </a:p>
          </p:txBody>
        </p:sp>
        <p:grpSp>
          <p:nvGrpSpPr>
            <p:cNvPr id="303" name="组合 302">
              <a:extLst>
                <a:ext uri="{FF2B5EF4-FFF2-40B4-BE49-F238E27FC236}">
                  <a16:creationId xmlns:a16="http://schemas.microsoft.com/office/drawing/2014/main" id="{23EBFD41-708B-4C29-9F6E-CAACD3C05821}"/>
                </a:ext>
              </a:extLst>
            </p:cNvPr>
            <p:cNvGrpSpPr/>
            <p:nvPr/>
          </p:nvGrpSpPr>
          <p:grpSpPr>
            <a:xfrm>
              <a:off x="623" y="3004"/>
              <a:ext cx="2209" cy="626"/>
              <a:chOff x="5623389" y="1204119"/>
              <a:chExt cx="1402594" cy="396634"/>
            </a:xfrm>
          </p:grpSpPr>
          <p:sp>
            <p:nvSpPr>
              <p:cNvPr id="305" name="Text Box 136">
                <a:extLst>
                  <a:ext uri="{FF2B5EF4-FFF2-40B4-BE49-F238E27FC236}">
                    <a16:creationId xmlns:a16="http://schemas.microsoft.com/office/drawing/2014/main" id="{24661EC0-CA0E-43DE-87D0-79C41EBCC09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6019566" y="1420042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306" name="Text Box 137">
                <a:extLst>
                  <a:ext uri="{FF2B5EF4-FFF2-40B4-BE49-F238E27FC236}">
                    <a16:creationId xmlns:a16="http://schemas.microsoft.com/office/drawing/2014/main" id="{B8C23658-0CAE-42C1-9CE8-C809C57B9D9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5623389" y="1420763"/>
                <a:ext cx="395966" cy="17999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op2</a:t>
                </a:r>
              </a:p>
            </p:txBody>
          </p:sp>
          <p:sp>
            <p:nvSpPr>
              <p:cNvPr id="307" name="Text Box 151">
                <a:extLst>
                  <a:ext uri="{FF2B5EF4-FFF2-40B4-BE49-F238E27FC236}">
                    <a16:creationId xmlns:a16="http://schemas.microsoft.com/office/drawing/2014/main" id="{9FFAF87B-3F4F-4572-B8A9-07881CBC821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6522051" y="1420042"/>
                <a:ext cx="503932" cy="179897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08" name="Text Box 136">
                <a:extLst>
                  <a:ext uri="{FF2B5EF4-FFF2-40B4-BE49-F238E27FC236}">
                    <a16:creationId xmlns:a16="http://schemas.microsoft.com/office/drawing/2014/main" id="{13079F1A-0101-44E7-9225-CE5F019E17F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6271544" y="1420042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  <p:sp>
            <p:nvSpPr>
              <p:cNvPr id="309" name="Text Box 136">
                <a:extLst>
                  <a:ext uri="{FF2B5EF4-FFF2-40B4-BE49-F238E27FC236}">
                    <a16:creationId xmlns:a16="http://schemas.microsoft.com/office/drawing/2014/main" id="{398CD252-F873-48E2-9E80-35D422A3BBA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6019566" y="1204119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310" name="Text Box 137">
                <a:extLst>
                  <a:ext uri="{FF2B5EF4-FFF2-40B4-BE49-F238E27FC236}">
                    <a16:creationId xmlns:a16="http://schemas.microsoft.com/office/drawing/2014/main" id="{7695BBD2-A2D7-4C3C-B0B4-9E74A9BBD8F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6"/>
                </p:custDataLst>
              </p:nvPr>
            </p:nvSpPr>
            <p:spPr bwMode="auto">
              <a:xfrm>
                <a:off x="5624089" y="1204119"/>
                <a:ext cx="395966" cy="17999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op1</a:t>
                </a:r>
              </a:p>
            </p:txBody>
          </p:sp>
          <p:sp>
            <p:nvSpPr>
              <p:cNvPr id="311" name="Text Box 136">
                <a:extLst>
                  <a:ext uri="{FF2B5EF4-FFF2-40B4-BE49-F238E27FC236}">
                    <a16:creationId xmlns:a16="http://schemas.microsoft.com/office/drawing/2014/main" id="{4527055A-C9D2-427D-826B-4BE6CEBE7A3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6271544" y="1204119"/>
                <a:ext cx="251951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</p:grpSp>
        <p:sp>
          <p:nvSpPr>
            <p:cNvPr id="304" name="Text Box 61">
              <a:extLst>
                <a:ext uri="{FF2B5EF4-FFF2-40B4-BE49-F238E27FC236}">
                  <a16:creationId xmlns:a16="http://schemas.microsoft.com/office/drawing/2014/main" id="{0BD2BC4D-5E48-4A3B-A1C7-847294DBFD3E}"/>
                </a:ext>
              </a:extLst>
            </p:cNvPr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623" y="2324"/>
              <a:ext cx="2438" cy="6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</a:rPr>
                <a:t>RD</a:t>
              </a:r>
              <a:r>
                <a:rPr lang="zh-CN" altLang="en-US" sz="1400" b="1" dirty="0">
                  <a:latin typeface="+mn-ea"/>
                </a:rPr>
                <a:t>←</a:t>
              </a:r>
              <a:r>
                <a:rPr lang="en-US" altLang="zh-CN" sz="1400" b="1" dirty="0">
                  <a:latin typeface="+mn-ea"/>
                </a:rPr>
                <a:t>(RD)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op1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(RS)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</a:rPr>
                <a:t>RD</a:t>
              </a:r>
              <a:r>
                <a:rPr lang="zh-CN" altLang="en-US" sz="1400" b="1" dirty="0">
                  <a:latin typeface="+mn-ea"/>
                </a:rPr>
                <a:t>←</a:t>
              </a:r>
              <a:r>
                <a:rPr lang="en-US" altLang="zh-CN" sz="1400" b="1" dirty="0">
                  <a:latin typeface="+mn-ea"/>
                </a:rPr>
                <a:t>M[(RS)]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op2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A</a:t>
              </a:r>
            </a:p>
          </p:txBody>
        </p:sp>
      </p:grpSp>
      <p:sp>
        <p:nvSpPr>
          <p:cNvPr id="312" name="右箭头 119">
            <a:extLst>
              <a:ext uri="{FF2B5EF4-FFF2-40B4-BE49-F238E27FC236}">
                <a16:creationId xmlns:a16="http://schemas.microsoft.com/office/drawing/2014/main" id="{874EA704-219A-4A56-AB71-90A71913DA3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192000" y="1512000"/>
            <a:ext cx="252000" cy="180000"/>
          </a:xfrm>
          <a:prstGeom prst="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下箭头 137">
            <a:extLst>
              <a:ext uri="{FF2B5EF4-FFF2-40B4-BE49-F238E27FC236}">
                <a16:creationId xmlns:a16="http://schemas.microsoft.com/office/drawing/2014/main" id="{493CF24A-A8F3-473D-81A0-F0C84598A4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03800" y="2160000"/>
            <a:ext cx="180000" cy="252000"/>
          </a:xfrm>
          <a:prstGeom prst="down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Text Box 61">
            <a:extLst>
              <a:ext uri="{FF2B5EF4-FFF2-40B4-BE49-F238E27FC236}">
                <a16:creationId xmlns:a16="http://schemas.microsoft.com/office/drawing/2014/main" id="{905CCF6A-6B9F-4049-B26B-AC233C6BE97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512" y="288000"/>
            <a:ext cx="8352928" cy="42633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计算机组成总图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-1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＝硬件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＋软件＋工作方式，</a:t>
            </a:r>
            <a:r>
              <a:rPr lang="zh-CN" altLang="en-US" sz="2000" b="1" u="sng" dirty="0">
                <a:solidFill>
                  <a:srgbClr val="990099"/>
                </a:solidFill>
                <a:latin typeface="+mn-ea"/>
                <a:sym typeface="+mn-ea"/>
              </a:rPr>
              <a:t>基于</a:t>
            </a:r>
            <a:r>
              <a:rPr lang="en-US" altLang="zh-CN" sz="2000" b="1" u="sng" dirty="0">
                <a:solidFill>
                  <a:srgbClr val="990099"/>
                </a:solidFill>
                <a:latin typeface="+mn-ea"/>
                <a:sym typeface="+mn-ea"/>
              </a:rPr>
              <a:t>ISA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组织</a:t>
            </a:r>
          </a:p>
        </p:txBody>
      </p:sp>
      <p:sp>
        <p:nvSpPr>
          <p:cNvPr id="316" name="Text Box 61">
            <a:extLst>
              <a:ext uri="{FF2B5EF4-FFF2-40B4-BE49-F238E27FC236}">
                <a16:creationId xmlns:a16="http://schemas.microsoft.com/office/drawing/2014/main" id="{AA2E83AC-EF61-4550-81E0-F20586A590A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8000" y="5040000"/>
            <a:ext cx="4104000" cy="14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程序的执行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①组成</a:t>
            </a:r>
            <a:r>
              <a:rPr lang="en-US" altLang="zh-CN" sz="1400" b="1" dirty="0">
                <a:latin typeface="+mn-ea"/>
                <a:sym typeface="+mn-ea"/>
              </a:rPr>
              <a:t>(DP+CU)</a:t>
            </a:r>
            <a:r>
              <a:rPr lang="zh-CN" altLang="en-US" sz="1600" b="1" dirty="0">
                <a:latin typeface="+mn-ea"/>
              </a:rPr>
              <a:t>，工作流程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执行指令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响应事件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②</a:t>
            </a:r>
            <a:r>
              <a:rPr lang="en-US" altLang="zh-CN" sz="1600" b="1" dirty="0">
                <a:latin typeface="+mn-ea"/>
                <a:sym typeface="+mn-ea"/>
              </a:rPr>
              <a:t>DP</a:t>
            </a:r>
            <a:r>
              <a:rPr lang="zh-CN" altLang="en-US" sz="1600" b="1" dirty="0">
                <a:latin typeface="+mn-ea"/>
                <a:sym typeface="+mn-ea"/>
              </a:rPr>
              <a:t>组成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sym typeface="+mn-ea"/>
              </a:rPr>
              <a:t>+</a:t>
            </a:r>
            <a:r>
              <a:rPr lang="zh-CN" altLang="en-US" sz="1400" b="1" dirty="0">
                <a:latin typeface="+mn-ea"/>
                <a:sym typeface="+mn-ea"/>
              </a:rPr>
              <a:t>互连</a:t>
            </a:r>
            <a:r>
              <a:rPr lang="en-US" altLang="zh-CN" sz="1400" b="1" dirty="0">
                <a:latin typeface="+mn-ea"/>
                <a:sym typeface="+mn-ea"/>
              </a:rPr>
              <a:t>) [</a:t>
            </a:r>
            <a:r>
              <a:rPr lang="zh-CN" altLang="en-US" sz="14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=</a:t>
            </a:r>
            <a:r>
              <a:rPr lang="zh-CN" altLang="en-US" sz="1400" b="1" dirty="0">
                <a:latin typeface="+mn-ea"/>
                <a:ea typeface="+mn-ea"/>
                <a:sym typeface="+mn-ea"/>
              </a:rPr>
              <a:t>取指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+</a:t>
            </a:r>
            <a:r>
              <a:rPr lang="zh-CN" altLang="en-US" sz="1400" b="1" dirty="0">
                <a:latin typeface="+mn-ea"/>
                <a:sym typeface="+mn-ea"/>
              </a:rPr>
              <a:t>运算器</a:t>
            </a:r>
            <a:r>
              <a:rPr lang="en-US" altLang="zh-CN" sz="1400" b="1" dirty="0">
                <a:latin typeface="+mn-ea"/>
                <a:sym typeface="+mn-ea"/>
              </a:rPr>
              <a:t>+…]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③</a:t>
            </a:r>
            <a:r>
              <a:rPr lang="zh-CN" altLang="en-US" sz="1600" b="1" dirty="0">
                <a:latin typeface="+mn-ea"/>
                <a:sym typeface="+mn-ea"/>
              </a:rPr>
              <a:t>指令执行过程组织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表示为各</a:t>
            </a:r>
            <a:r>
              <a:rPr lang="en-US" altLang="zh-CN" sz="1400" spc="-80" dirty="0" err="1">
                <a:sym typeface="+mn-ea"/>
              </a:rPr>
              <a:t>μ</a:t>
            </a:r>
            <a:r>
              <a:rPr lang="en-US" altLang="zh-CN" sz="1400" b="1" spc="-8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400" b="1" dirty="0" err="1">
                <a:latin typeface="+mn-ea"/>
                <a:sym typeface="+mn-ea"/>
              </a:rPr>
              <a:t>Cmd</a:t>
            </a:r>
            <a:r>
              <a:rPr lang="zh-CN" altLang="en-US" sz="1400" b="1" dirty="0">
                <a:latin typeface="+mn-ea"/>
                <a:sym typeface="+mn-ea"/>
              </a:rPr>
              <a:t>序列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en-US" altLang="zh-CN" sz="14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④</a:t>
            </a:r>
            <a:r>
              <a:rPr lang="en-US" altLang="zh-CN" sz="1600" b="1" dirty="0">
                <a:latin typeface="+mn-ea"/>
              </a:rPr>
              <a:t>CU</a:t>
            </a:r>
            <a:r>
              <a:rPr lang="zh-CN" altLang="en-US" sz="1600" b="1" dirty="0">
                <a:latin typeface="+mn-ea"/>
              </a:rPr>
              <a:t>组成</a:t>
            </a:r>
            <a:r>
              <a:rPr lang="en-US" altLang="zh-CN" sz="1400" b="1" dirty="0">
                <a:latin typeface="+mn-ea"/>
              </a:rPr>
              <a:t>(3</a:t>
            </a:r>
            <a:r>
              <a:rPr lang="zh-CN" altLang="en-US" sz="1400" b="1" dirty="0">
                <a:latin typeface="+mn-ea"/>
              </a:rPr>
              <a:t>个部件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有序</a:t>
            </a:r>
            <a:r>
              <a:rPr lang="zh-CN" altLang="en-US" sz="1400" b="1" dirty="0">
                <a:latin typeface="+mn-ea"/>
                <a:sym typeface="+mn-ea"/>
              </a:rPr>
              <a:t>产生所需的</a:t>
            </a:r>
            <a:r>
              <a:rPr lang="en-US" altLang="zh-CN" sz="1400" spc="-80" dirty="0" err="1">
                <a:sym typeface="+mn-ea"/>
              </a:rPr>
              <a:t>μ</a:t>
            </a:r>
            <a:r>
              <a:rPr lang="en-US" altLang="zh-CN" sz="1400" b="1" spc="-8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400" b="1" dirty="0" err="1">
                <a:latin typeface="+mn-ea"/>
                <a:sym typeface="+mn-ea"/>
              </a:rPr>
              <a:t>Cmd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⑤中断机构组成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检测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响应</a:t>
            </a:r>
            <a:r>
              <a:rPr lang="en-US" altLang="zh-CN" sz="1400" b="1" dirty="0">
                <a:latin typeface="+mn-ea"/>
              </a:rPr>
              <a:t>) [</a:t>
            </a:r>
            <a:r>
              <a:rPr lang="zh-CN" altLang="en-US" sz="1400" b="1" dirty="0">
                <a:latin typeface="+mn-ea"/>
              </a:rPr>
              <a:t>异常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中断不同</a:t>
            </a:r>
            <a:r>
              <a:rPr lang="en-US" altLang="zh-CN" sz="1400" b="1" dirty="0">
                <a:latin typeface="+mn-ea"/>
              </a:rPr>
              <a:t>]</a:t>
            </a:r>
          </a:p>
        </p:txBody>
      </p:sp>
      <p:sp>
        <p:nvSpPr>
          <p:cNvPr id="317" name="Text Box 61">
            <a:extLst>
              <a:ext uri="{FF2B5EF4-FFF2-40B4-BE49-F238E27FC236}">
                <a16:creationId xmlns:a16="http://schemas.microsoft.com/office/drawing/2014/main" id="{9C34239F-0265-4F2F-BDAE-CFB758CA80E2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6000" y="756000"/>
            <a:ext cx="3132000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运算器组织：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ISA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指令功能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sz="1600" b="1" dirty="0">
                <a:latin typeface="+mn-ea"/>
              </a:rPr>
              <a:t>运算部件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满足</a:t>
            </a:r>
            <a:r>
              <a:rPr lang="zh-CN" altLang="en-US" sz="1400" b="1" dirty="0">
                <a:cs typeface="Times New Roman" panose="02020603050405020304" pitchFamily="18" charset="0"/>
              </a:rPr>
              <a:t>操作需求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</a:rPr>
              <a:t>~</a:t>
            </a:r>
            <a:r>
              <a:rPr lang="zh-CN" altLang="en-US" sz="1400" b="1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1400" b="1" dirty="0">
                <a:latin typeface="+mn-ea"/>
              </a:rPr>
              <a:t>)</a:t>
            </a:r>
            <a:endParaRPr 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②存放</a:t>
            </a:r>
            <a:r>
              <a:rPr lang="zh-CN" sz="16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en-US" altLang="zh-CN" sz="1400" b="1" dirty="0" err="1">
                <a:latin typeface="+mn-ea"/>
                <a:sym typeface="+mn-ea"/>
              </a:rPr>
              <a:t>GPRs+PSR</a:t>
            </a:r>
            <a:r>
              <a:rPr lang="en-US" altLang="zh-CN" sz="1400" b="1" dirty="0">
                <a:latin typeface="+mn-ea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</a:rPr>
              <a:t>~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OPD</a:t>
            </a:r>
            <a:r>
              <a:rPr lang="zh-CN" altLang="en-US" sz="1400" b="1" dirty="0">
                <a:cs typeface="Times New Roman" panose="02020603050405020304" pitchFamily="18" charset="0"/>
              </a:rPr>
              <a:t>存放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③</a:t>
            </a:r>
            <a:r>
              <a:rPr lang="zh-CN" sz="1600" b="1" dirty="0">
                <a:latin typeface="+mn-ea"/>
                <a:sym typeface="+mn-ea"/>
              </a:rPr>
              <a:t>部件互连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结构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连接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zh-CN" altLang="en-US" sz="1400" b="1" dirty="0">
                <a:latin typeface="+mn-ea"/>
                <a:sym typeface="+mn-ea"/>
              </a:rPr>
              <a:t>数据路径</a:t>
            </a:r>
            <a:r>
              <a:rPr lang="en-US" altLang="zh-CN" sz="1400" b="1" dirty="0">
                <a:latin typeface="+mn-ea"/>
                <a:sym typeface="+mn-ea"/>
              </a:rPr>
              <a:t>])</a:t>
            </a:r>
          </a:p>
        </p:txBody>
      </p:sp>
      <p:grpSp>
        <p:nvGrpSpPr>
          <p:cNvPr id="318" name="组合 317">
            <a:extLst>
              <a:ext uri="{FF2B5EF4-FFF2-40B4-BE49-F238E27FC236}">
                <a16:creationId xmlns:a16="http://schemas.microsoft.com/office/drawing/2014/main" id="{52787CBE-1C16-4597-A73F-BDD9ECE4E6D5}"/>
              </a:ext>
            </a:extLst>
          </p:cNvPr>
          <p:cNvGrpSpPr/>
          <p:nvPr/>
        </p:nvGrpSpPr>
        <p:grpSpPr>
          <a:xfrm>
            <a:off x="324000" y="4320000"/>
            <a:ext cx="4211955" cy="683895"/>
            <a:chOff x="453" y="6804"/>
            <a:chExt cx="6633" cy="1077"/>
          </a:xfrm>
        </p:grpSpPr>
        <p:sp>
          <p:nvSpPr>
            <p:cNvPr id="319" name="Text Box 291">
              <a:extLst>
                <a:ext uri="{FF2B5EF4-FFF2-40B4-BE49-F238E27FC236}">
                  <a16:creationId xmlns:a16="http://schemas.microsoft.com/office/drawing/2014/main" id="{6609ED53-0E1F-4261-9989-2277897D1C14}"/>
                </a:ext>
              </a:extLst>
            </p:cNvPr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020" y="7598"/>
              <a:ext cx="5102" cy="283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</a:t>
              </a: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数据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放在</a:t>
              </a:r>
              <a:r>
                <a:rPr lang="zh-CN" altLang="en-US" sz="14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主存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中，按</a:t>
              </a:r>
              <a:r>
                <a:rPr lang="zh-CN" altLang="en-US" sz="1400" b="1" dirty="0">
                  <a:highlight>
                    <a:srgbClr val="CCECFF"/>
                  </a:highlight>
                  <a:latin typeface="宋体" panose="02010600030101010101" pitchFamily="2" charset="-122"/>
                </a:rPr>
                <a:t>逻辑地址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访问</a:t>
              </a:r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5C73C132-BCEE-4F7D-89CB-A86476A3BCA6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 bwMode="auto">
            <a:xfrm>
              <a:off x="566" y="6804"/>
              <a:ext cx="6406" cy="737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1" name="Text Box 311">
              <a:extLst>
                <a:ext uri="{FF2B5EF4-FFF2-40B4-BE49-F238E27FC236}">
                  <a16:creationId xmlns:a16="http://schemas.microsoft.com/office/drawing/2014/main" id="{EF882763-200D-43F1-B2A1-7F18A88B8F2F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737" y="6861"/>
              <a:ext cx="964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322" name="Text Box 314">
              <a:extLst>
                <a:ext uri="{FF2B5EF4-FFF2-40B4-BE49-F238E27FC236}">
                  <a16:creationId xmlns:a16="http://schemas.microsoft.com/office/drawing/2014/main" id="{426638C8-1393-47FA-957D-226AB2C92792}"/>
                </a:ext>
              </a:extLst>
            </p:cNvPr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984" y="6861"/>
              <a:ext cx="1191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cxnSp>
          <p:nvCxnSpPr>
            <p:cNvPr id="323" name="直接箭头连接符 322">
              <a:extLst>
                <a:ext uri="{FF2B5EF4-FFF2-40B4-BE49-F238E27FC236}">
                  <a16:creationId xmlns:a16="http://schemas.microsoft.com/office/drawing/2014/main" id="{F740217E-24E1-4A5F-94FC-246297758625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>
              <a:off x="1700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0A8A0AD5-4EB7-4A01-A4DA-FAC2387D0EC8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>
              <a:off x="3174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5" name="直接箭头连接符 324">
              <a:extLst>
                <a:ext uri="{FF2B5EF4-FFF2-40B4-BE49-F238E27FC236}">
                  <a16:creationId xmlns:a16="http://schemas.microsoft.com/office/drawing/2014/main" id="{E1A50E51-24D3-4583-B108-06B533BE10DA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>
              <a:off x="6859" y="703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6" name="直接箭头连接符 325">
              <a:extLst>
                <a:ext uri="{FF2B5EF4-FFF2-40B4-BE49-F238E27FC236}">
                  <a16:creationId xmlns:a16="http://schemas.microsoft.com/office/drawing/2014/main" id="{B9B244E5-BA59-4F84-A0BA-4D3B419402DA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7086" y="7031"/>
              <a:ext cx="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7" name="直接箭头连接符 326">
              <a:extLst>
                <a:ext uri="{FF2B5EF4-FFF2-40B4-BE49-F238E27FC236}">
                  <a16:creationId xmlns:a16="http://schemas.microsoft.com/office/drawing/2014/main" id="{830217C4-61BF-403B-AC51-18DF93980560}"/>
                </a:ext>
              </a:extLst>
            </p:cNvPr>
            <p:cNvCxnSpPr/>
            <p:nvPr>
              <p:custDataLst>
                <p:tags r:id="rId89"/>
              </p:custDataLst>
            </p:nvPr>
          </p:nvCxnSpPr>
          <p:spPr bwMode="auto">
            <a:xfrm>
              <a:off x="453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8" name="直接箭头连接符 327">
              <a:extLst>
                <a:ext uri="{FF2B5EF4-FFF2-40B4-BE49-F238E27FC236}">
                  <a16:creationId xmlns:a16="http://schemas.microsoft.com/office/drawing/2014/main" id="{EBBA6A72-F59A-41C2-B782-392CA30C6C04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 flipH="1">
              <a:off x="453" y="7031"/>
              <a:ext cx="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9" name="直接箭头连接符 328">
              <a:extLst>
                <a:ext uri="{FF2B5EF4-FFF2-40B4-BE49-F238E27FC236}">
                  <a16:creationId xmlns:a16="http://schemas.microsoft.com/office/drawing/2014/main" id="{DCBAE5E0-0526-413A-B993-58BB834A2583}"/>
                </a:ext>
              </a:extLst>
            </p:cNvPr>
            <p:cNvCxnSpPr/>
            <p:nvPr>
              <p:custDataLst>
                <p:tags r:id="rId91"/>
              </p:custDataLst>
            </p:nvPr>
          </p:nvCxnSpPr>
          <p:spPr bwMode="auto">
            <a:xfrm>
              <a:off x="453" y="7881"/>
              <a:ext cx="663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0" name="Text Box 316">
              <a:extLst>
                <a:ext uri="{FF2B5EF4-FFF2-40B4-BE49-F238E27FC236}">
                  <a16:creationId xmlns:a16="http://schemas.microsoft.com/office/drawing/2014/main" id="{D7842188-D803-4C90-9463-B4FC07B9C53A}"/>
                </a:ext>
              </a:extLst>
            </p:cNvPr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963" y="7201"/>
              <a:ext cx="1928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331" name="Text Box 316">
              <a:extLst>
                <a:ext uri="{FF2B5EF4-FFF2-40B4-BE49-F238E27FC236}">
                  <a16:creationId xmlns:a16="http://schemas.microsoft.com/office/drawing/2014/main" id="{EC815030-7259-4079-AE85-31DBDC4AD3D2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3458" y="7201"/>
              <a:ext cx="3402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  <p:sp>
          <p:nvSpPr>
            <p:cNvPr id="332" name="Text Box 316">
              <a:extLst>
                <a:ext uri="{FF2B5EF4-FFF2-40B4-BE49-F238E27FC236}">
                  <a16:creationId xmlns:a16="http://schemas.microsoft.com/office/drawing/2014/main" id="{1ED955AA-BF85-448D-BCAA-36BE75F7996E}"/>
                </a:ext>
              </a:extLst>
            </p:cNvPr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3458" y="6861"/>
              <a:ext cx="794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</a:p>
          </p:txBody>
        </p:sp>
        <p:sp>
          <p:nvSpPr>
            <p:cNvPr id="333" name="Text Box 316">
              <a:extLst>
                <a:ext uri="{FF2B5EF4-FFF2-40B4-BE49-F238E27FC236}">
                  <a16:creationId xmlns:a16="http://schemas.microsoft.com/office/drawing/2014/main" id="{3034DCD7-694C-4B58-8134-3D3476FB10CF}"/>
                </a:ext>
              </a:extLst>
            </p:cNvPr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4535" y="6861"/>
              <a:ext cx="1247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sz="1400" b="1" dirty="0">
                  <a:latin typeface="宋体" panose="02010600030101010101" pitchFamily="2" charset="-122"/>
                </a:rPr>
                <a:t>数据操作</a:t>
              </a:r>
            </a:p>
          </p:txBody>
        </p:sp>
        <p:sp>
          <p:nvSpPr>
            <p:cNvPr id="334" name="Text Box 316">
              <a:extLst>
                <a:ext uri="{FF2B5EF4-FFF2-40B4-BE49-F238E27FC236}">
                  <a16:creationId xmlns:a16="http://schemas.microsoft.com/office/drawing/2014/main" id="{479D74D1-A07A-4F06-89CC-2392B606FA7C}"/>
                </a:ext>
              </a:extLst>
            </p:cNvPr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6066" y="6861"/>
              <a:ext cx="794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335" name="直接箭头连接符 334">
              <a:extLst>
                <a:ext uri="{FF2B5EF4-FFF2-40B4-BE49-F238E27FC236}">
                  <a16:creationId xmlns:a16="http://schemas.microsoft.com/office/drawing/2014/main" id="{0864F75E-1D95-4DDD-8C9C-2B72F64DBD31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>
              <a:off x="4252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6" name="直接箭头连接符 335">
              <a:extLst>
                <a:ext uri="{FF2B5EF4-FFF2-40B4-BE49-F238E27FC236}">
                  <a16:creationId xmlns:a16="http://schemas.microsoft.com/office/drawing/2014/main" id="{9DBE3155-148C-4C52-A48A-F76B5CFF4C55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>
              <a:off x="5782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D336A4EE-2BB8-4581-B578-1AAE77815419}"/>
              </a:ext>
            </a:extLst>
          </p:cNvPr>
          <p:cNvGrpSpPr/>
          <p:nvPr/>
        </p:nvGrpSpPr>
        <p:grpSpPr>
          <a:xfrm>
            <a:off x="4064809" y="5040000"/>
            <a:ext cx="219159" cy="873264"/>
            <a:chOff x="3236841" y="4932000"/>
            <a:chExt cx="219159" cy="873264"/>
          </a:xfrm>
        </p:grpSpPr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3BDAB96B-332D-45C7-9F3E-FF15261958B3}"/>
                </a:ext>
              </a:extLst>
            </p:cNvPr>
            <p:cNvCxnSpPr/>
            <p:nvPr/>
          </p:nvCxnSpPr>
          <p:spPr bwMode="auto">
            <a:xfrm flipH="1">
              <a:off x="3236841" y="5805264"/>
              <a:ext cx="216000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339" name="直接连接符 338">
              <a:extLst>
                <a:ext uri="{FF2B5EF4-FFF2-40B4-BE49-F238E27FC236}">
                  <a16:creationId xmlns:a16="http://schemas.microsoft.com/office/drawing/2014/main" id="{01DDD7F7-16C6-49BC-AF7D-674966ECAA0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456000" y="4932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B24656B0-1035-4C34-B89E-86AB9E463AB4}"/>
              </a:ext>
            </a:extLst>
          </p:cNvPr>
          <p:cNvGrpSpPr/>
          <p:nvPr/>
        </p:nvGrpSpPr>
        <p:grpSpPr>
          <a:xfrm>
            <a:off x="5184000" y="2268000"/>
            <a:ext cx="3383700" cy="1440000"/>
            <a:chOff x="5184000" y="2268000"/>
            <a:chExt cx="3383700" cy="1440000"/>
          </a:xfrm>
        </p:grpSpPr>
        <p:cxnSp>
          <p:nvCxnSpPr>
            <p:cNvPr id="352" name="直接箭头连接符 351">
              <a:extLst>
                <a:ext uri="{FF2B5EF4-FFF2-40B4-BE49-F238E27FC236}">
                  <a16:creationId xmlns:a16="http://schemas.microsoft.com/office/drawing/2014/main" id="{9FE69081-4F6E-4F20-9FF6-890B947B3AD0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5723799" y="3024000"/>
              <a:ext cx="432000" cy="61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53" name="Rectangle 274">
              <a:extLst>
                <a:ext uri="{FF2B5EF4-FFF2-40B4-BE49-F238E27FC236}">
                  <a16:creationId xmlns:a16="http://schemas.microsoft.com/office/drawing/2014/main" id="{4388A961-6C0D-49BA-A917-F6C4B82AEC2F}"/>
                </a:ext>
              </a:extLst>
            </p:cNvPr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731800" y="2340000"/>
              <a:ext cx="1548000" cy="75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54" name="Text Box 256">
              <a:extLst>
                <a:ext uri="{FF2B5EF4-FFF2-40B4-BE49-F238E27FC236}">
                  <a16:creationId xmlns:a16="http://schemas.microsoft.com/office/drawing/2014/main" id="{9BC7D704-E52F-4945-A544-2841ADE55702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803800" y="2664000"/>
              <a:ext cx="216000" cy="28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355" name="Text Box 257">
              <a:extLst>
                <a:ext uri="{FF2B5EF4-FFF2-40B4-BE49-F238E27FC236}">
                  <a16:creationId xmlns:a16="http://schemas.microsoft.com/office/drawing/2014/main" id="{152BE985-9385-4D56-813E-9E85C90F15E5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767800" y="2376000"/>
              <a:ext cx="1476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356" name="Text Box 258">
              <a:extLst>
                <a:ext uri="{FF2B5EF4-FFF2-40B4-BE49-F238E27FC236}">
                  <a16:creationId xmlns:a16="http://schemas.microsoft.com/office/drawing/2014/main" id="{D4F72E45-D963-4152-B0AD-D2761921C2DB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163800" y="2663849"/>
              <a:ext cx="9360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/>
                <a:t>μ</a:t>
              </a:r>
              <a:r>
                <a:rPr lang="en-US" altLang="zh-CN" sz="14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357" name="Text Box 271">
              <a:extLst>
                <a:ext uri="{FF2B5EF4-FFF2-40B4-BE49-F238E27FC236}">
                  <a16:creationId xmlns:a16="http://schemas.microsoft.com/office/drawing/2014/main" id="{FBBF726E-EE5C-4DE3-8894-0AF02FE58C8E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7451800" y="3096000"/>
              <a:ext cx="43200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cxnSp>
          <p:nvCxnSpPr>
            <p:cNvPr id="358" name="直接箭头连接符 357">
              <a:extLst>
                <a:ext uri="{FF2B5EF4-FFF2-40B4-BE49-F238E27FC236}">
                  <a16:creationId xmlns:a16="http://schemas.microsoft.com/office/drawing/2014/main" id="{09FAF1F9-0DE7-4B4D-B888-553864AADD5A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7019800" y="2700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9" name="直接箭头连接符 358">
              <a:extLst>
                <a:ext uri="{FF2B5EF4-FFF2-40B4-BE49-F238E27FC236}">
                  <a16:creationId xmlns:a16="http://schemas.microsoft.com/office/drawing/2014/main" id="{0C209730-E9E1-4F1E-AB15-2C3C941FC29B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7019800" y="2916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60" name="直接箭头连接符 359">
              <a:extLst>
                <a:ext uri="{FF2B5EF4-FFF2-40B4-BE49-F238E27FC236}">
                  <a16:creationId xmlns:a16="http://schemas.microsoft.com/office/drawing/2014/main" id="{EA6675CE-C584-4BAB-8DB5-4EDC37F36B1F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>
              <a:off x="7812700" y="255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61" name="直接箭头连接符 360">
              <a:extLst>
                <a:ext uri="{FF2B5EF4-FFF2-40B4-BE49-F238E27FC236}">
                  <a16:creationId xmlns:a16="http://schemas.microsoft.com/office/drawing/2014/main" id="{817B122C-668C-4FFC-A2CC-BCF22C56E04D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>
              <a:off x="7524410" y="255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62" name="Text Box 271">
              <a:extLst>
                <a:ext uri="{FF2B5EF4-FFF2-40B4-BE49-F238E27FC236}">
                  <a16:creationId xmlns:a16="http://schemas.microsoft.com/office/drawing/2014/main" id="{2C6EAADE-52F4-4051-AC2E-D9E504574A71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559800" y="2556000"/>
              <a:ext cx="21600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363" name="直接箭头连接符 362">
              <a:extLst>
                <a:ext uri="{FF2B5EF4-FFF2-40B4-BE49-F238E27FC236}">
                  <a16:creationId xmlns:a16="http://schemas.microsoft.com/office/drawing/2014/main" id="{779C9627-C0CB-4A3F-AB7D-B478E678E7CA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6623800" y="2844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64" name="直接箭头连接符 363">
              <a:extLst>
                <a:ext uri="{FF2B5EF4-FFF2-40B4-BE49-F238E27FC236}">
                  <a16:creationId xmlns:a16="http://schemas.microsoft.com/office/drawing/2014/main" id="{592E0797-0D99-4702-AB2E-20EDD09AA8AB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7919800" y="3060000"/>
              <a:ext cx="635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65" name="直接箭头连接符 364">
              <a:extLst>
                <a:ext uri="{FF2B5EF4-FFF2-40B4-BE49-F238E27FC236}">
                  <a16:creationId xmlns:a16="http://schemas.microsoft.com/office/drawing/2014/main" id="{2AE616BF-31C2-4BFA-ABD4-0E8331A0B872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>
              <a:off x="7415800" y="3060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66" name="Text Box 271">
              <a:extLst>
                <a:ext uri="{FF2B5EF4-FFF2-40B4-BE49-F238E27FC236}">
                  <a16:creationId xmlns:a16="http://schemas.microsoft.com/office/drawing/2014/main" id="{F03044A8-C49C-4E1F-A3F5-ACCBC43871D3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6983800" y="2700000"/>
              <a:ext cx="14414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367" name="直接箭头连接符 366">
              <a:extLst>
                <a:ext uri="{FF2B5EF4-FFF2-40B4-BE49-F238E27FC236}">
                  <a16:creationId xmlns:a16="http://schemas.microsoft.com/office/drawing/2014/main" id="{E0D4F4F8-0140-4DB2-8C8B-CD107BC40265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8099800" y="2916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68" name="直接箭头连接符 367">
              <a:extLst>
                <a:ext uri="{FF2B5EF4-FFF2-40B4-BE49-F238E27FC236}">
                  <a16:creationId xmlns:a16="http://schemas.microsoft.com/office/drawing/2014/main" id="{744880A7-F810-493E-BB2C-DBB42965D4B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6623800" y="2412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69" name="直接箭头连接符 368">
              <a:extLst>
                <a:ext uri="{FF2B5EF4-FFF2-40B4-BE49-F238E27FC236}">
                  <a16:creationId xmlns:a16="http://schemas.microsoft.com/office/drawing/2014/main" id="{D382120B-EC53-4549-B14C-AE44DE33A94C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6623800" y="248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70" name="直接箭头连接符 117">
              <a:extLst>
                <a:ext uri="{FF2B5EF4-FFF2-40B4-BE49-F238E27FC236}">
                  <a16:creationId xmlns:a16="http://schemas.microsoft.com/office/drawing/2014/main" id="{8C70FAF7-46A9-45BE-9832-A083226F5A47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>
              <a:off x="6155800" y="3024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71" name="Text Box 333">
              <a:extLst>
                <a:ext uri="{FF2B5EF4-FFF2-40B4-BE49-F238E27FC236}">
                  <a16:creationId xmlns:a16="http://schemas.microsoft.com/office/drawing/2014/main" id="{1B6F286B-6224-46D2-A0A6-10EDB6A5788C}"/>
                </a:ext>
              </a:extLst>
            </p:cNvPr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832134" y="2520000"/>
              <a:ext cx="216000" cy="11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通路结构</a:t>
              </a:r>
            </a:p>
          </p:txBody>
        </p:sp>
        <p:sp>
          <p:nvSpPr>
            <p:cNvPr id="372" name="Rectangle 274">
              <a:extLst>
                <a:ext uri="{FF2B5EF4-FFF2-40B4-BE49-F238E27FC236}">
                  <a16:creationId xmlns:a16="http://schemas.microsoft.com/office/drawing/2014/main" id="{7912CBEA-44C3-4788-9942-04A51402D304}"/>
                </a:ext>
              </a:extLst>
            </p:cNvPr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155800" y="2520000"/>
              <a:ext cx="468000" cy="46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73" name="Text Box 276">
              <a:extLst>
                <a:ext uri="{FF2B5EF4-FFF2-40B4-BE49-F238E27FC236}">
                  <a16:creationId xmlns:a16="http://schemas.microsoft.com/office/drawing/2014/main" id="{893E191A-C35B-47A2-9715-61DF6E20ACF7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192179" y="2558099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374" name="Text Box 276">
              <a:extLst>
                <a:ext uri="{FF2B5EF4-FFF2-40B4-BE49-F238E27FC236}">
                  <a16:creationId xmlns:a16="http://schemas.microsoft.com/office/drawing/2014/main" id="{9E480343-F5BD-471A-93AF-EF54ABE0C7D0}"/>
                </a:ext>
              </a:extLst>
            </p:cNvPr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192179" y="2773999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375" name="直接箭头连接符 374">
              <a:extLst>
                <a:ext uri="{FF2B5EF4-FFF2-40B4-BE49-F238E27FC236}">
                  <a16:creationId xmlns:a16="http://schemas.microsoft.com/office/drawing/2014/main" id="{582F373D-8FB2-4BA3-86A2-71D258675AF1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>
              <a:off x="6047800" y="2593760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76" name="直接箭头连接符 375">
              <a:extLst>
                <a:ext uri="{FF2B5EF4-FFF2-40B4-BE49-F238E27FC236}">
                  <a16:creationId xmlns:a16="http://schemas.microsoft.com/office/drawing/2014/main" id="{F3E1EDB5-FC7B-4A86-99AA-4C08BA2126F5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H="1" flipV="1">
              <a:off x="6047800" y="27017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77" name="直接箭头连接符 376">
              <a:extLst>
                <a:ext uri="{FF2B5EF4-FFF2-40B4-BE49-F238E27FC236}">
                  <a16:creationId xmlns:a16="http://schemas.microsoft.com/office/drawing/2014/main" id="{3C27798E-FC20-473D-AAC2-4B9F1A3F0E34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>
              <a:off x="6047800" y="28457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78" name="Text Box 227">
              <a:extLst>
                <a:ext uri="{FF2B5EF4-FFF2-40B4-BE49-F238E27FC236}">
                  <a16:creationId xmlns:a16="http://schemas.microsoft.com/office/drawing/2014/main" id="{0EAA4B23-0A86-4A52-8C98-09F0030A6FD7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351800" y="2844000"/>
              <a:ext cx="215900" cy="86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cxnSp>
          <p:nvCxnSpPr>
            <p:cNvPr id="379" name="直接箭头连接符 378">
              <a:extLst>
                <a:ext uri="{FF2B5EF4-FFF2-40B4-BE49-F238E27FC236}">
                  <a16:creationId xmlns:a16="http://schemas.microsoft.com/office/drawing/2014/main" id="{C7BDEE3C-99E8-4EEE-AE01-8EB148884A4A}"/>
                </a:ext>
              </a:extLst>
            </p:cNvPr>
            <p:cNvCxnSpPr>
              <a:cxnSpLocks/>
            </p:cNvCxnSpPr>
            <p:nvPr>
              <p:custDataLst>
                <p:tags r:id="rId59"/>
              </p:custDataLst>
            </p:nvPr>
          </p:nvCxnSpPr>
          <p:spPr bwMode="auto">
            <a:xfrm>
              <a:off x="8495800" y="2304000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380" name="直接箭头连接符 379">
              <a:extLst>
                <a:ext uri="{FF2B5EF4-FFF2-40B4-BE49-F238E27FC236}">
                  <a16:creationId xmlns:a16="http://schemas.microsoft.com/office/drawing/2014/main" id="{5961DCF7-9CB3-40A8-8749-F458150B0B64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>
              <a:off x="6588000" y="2304000"/>
              <a:ext cx="19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81" name="Text Box 392">
              <a:extLst>
                <a:ext uri="{FF2B5EF4-FFF2-40B4-BE49-F238E27FC236}">
                  <a16:creationId xmlns:a16="http://schemas.microsoft.com/office/drawing/2014/main" id="{4267FB3B-8AC1-4BB3-A4D1-F46C1AA4AD30}"/>
                </a:ext>
              </a:extLst>
            </p:cNvPr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831800" y="2268000"/>
              <a:ext cx="39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异常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82" name="Text Box 276">
              <a:extLst>
                <a:ext uri="{FF2B5EF4-FFF2-40B4-BE49-F238E27FC236}">
                  <a16:creationId xmlns:a16="http://schemas.microsoft.com/office/drawing/2014/main" id="{0E73F1CC-76E7-4B28-9644-9FF75FA8FE21}"/>
                </a:ext>
              </a:extLst>
            </p:cNvPr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335800" y="2268000"/>
              <a:ext cx="252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83" name="直接箭头连接符 382">
              <a:extLst>
                <a:ext uri="{FF2B5EF4-FFF2-40B4-BE49-F238E27FC236}">
                  <a16:creationId xmlns:a16="http://schemas.microsoft.com/office/drawing/2014/main" id="{7993C1D4-8AAE-4BAE-A791-B1932FD02DB2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6228079" y="2376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84" name="直接箭头连接符 383">
              <a:extLst>
                <a:ext uri="{FF2B5EF4-FFF2-40B4-BE49-F238E27FC236}">
                  <a16:creationId xmlns:a16="http://schemas.microsoft.com/office/drawing/2014/main" id="{15E79D19-52E8-4EE1-B2EE-829CDFCC8137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>
              <a:off x="6228079" y="2304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85" name="直接箭头连接符 384">
              <a:extLst>
                <a:ext uri="{FF2B5EF4-FFF2-40B4-BE49-F238E27FC236}">
                  <a16:creationId xmlns:a16="http://schemas.microsoft.com/office/drawing/2014/main" id="{86CF3010-F009-4D84-BC6A-0381336C8916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>
              <a:off x="6227800" y="2340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86" name="直接箭头连接符 385">
              <a:extLst>
                <a:ext uri="{FF2B5EF4-FFF2-40B4-BE49-F238E27FC236}">
                  <a16:creationId xmlns:a16="http://schemas.microsoft.com/office/drawing/2014/main" id="{3F8E2FDE-6DF1-4C69-9FB9-411D23A3332A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6047800" y="3240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7" name="直接箭头连接符 386">
              <a:extLst>
                <a:ext uri="{FF2B5EF4-FFF2-40B4-BE49-F238E27FC236}">
                  <a16:creationId xmlns:a16="http://schemas.microsoft.com/office/drawing/2014/main" id="{5AD04410-94F5-44E1-A0F2-AB9749579CF7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>
              <a:off x="6047800" y="3204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88" name="Text Box 291">
              <a:extLst>
                <a:ext uri="{FF2B5EF4-FFF2-40B4-BE49-F238E27FC236}">
                  <a16:creationId xmlns:a16="http://schemas.microsoft.com/office/drawing/2014/main" id="{C539A1A1-C774-47AA-BC4D-65E0B29B558C}"/>
                </a:ext>
              </a:extLst>
            </p:cNvPr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7811800" y="3311181"/>
              <a:ext cx="468000" cy="39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总线逻辑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89" name="直接箭头连接符 388">
              <a:extLst>
                <a:ext uri="{FF2B5EF4-FFF2-40B4-BE49-F238E27FC236}">
                  <a16:creationId xmlns:a16="http://schemas.microsoft.com/office/drawing/2014/main" id="{43DE2BFE-720F-4AFA-B59E-E699F561E47E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>
              <a:off x="6047800" y="3527181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0" name="直接箭头连接符 389">
              <a:extLst>
                <a:ext uri="{FF2B5EF4-FFF2-40B4-BE49-F238E27FC236}">
                  <a16:creationId xmlns:a16="http://schemas.microsoft.com/office/drawing/2014/main" id="{CB7ECEAD-6195-414B-9F38-AAF8F2F70F0E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6047800" y="3599181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1" name="直接箭头连接符 390">
              <a:extLst>
                <a:ext uri="{FF2B5EF4-FFF2-40B4-BE49-F238E27FC236}">
                  <a16:creationId xmlns:a16="http://schemas.microsoft.com/office/drawing/2014/main" id="{E9A5F69B-DB01-42D0-979E-1BC02FC72E5C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>
              <a:off x="6047800" y="3347756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92" name="Text Box 276">
              <a:extLst>
                <a:ext uri="{FF2B5EF4-FFF2-40B4-BE49-F238E27FC236}">
                  <a16:creationId xmlns:a16="http://schemas.microsoft.com/office/drawing/2014/main" id="{35F312B4-FBD3-4C2C-84A5-B196FAFF81A3}"/>
                </a:ext>
              </a:extLst>
            </p:cNvPr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6192179" y="3276000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393" name="Text Box 276">
              <a:extLst>
                <a:ext uri="{FF2B5EF4-FFF2-40B4-BE49-F238E27FC236}">
                  <a16:creationId xmlns:a16="http://schemas.microsoft.com/office/drawing/2014/main" id="{2EC9A3A1-0BF3-4455-B65A-F84C0E2AA9A1}"/>
                </a:ext>
              </a:extLst>
            </p:cNvPr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192179" y="3491181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MDR</a:t>
              </a:r>
            </a:p>
          </p:txBody>
        </p:sp>
        <p:cxnSp>
          <p:nvCxnSpPr>
            <p:cNvPr id="394" name="直接箭头连接符 393">
              <a:extLst>
                <a:ext uri="{FF2B5EF4-FFF2-40B4-BE49-F238E27FC236}">
                  <a16:creationId xmlns:a16="http://schemas.microsoft.com/office/drawing/2014/main" id="{9CCAE3BA-E0AB-432D-80DB-D9754858E13F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>
              <a:off x="6587800" y="3347756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5" name="直接箭头连接符 394">
              <a:extLst>
                <a:ext uri="{FF2B5EF4-FFF2-40B4-BE49-F238E27FC236}">
                  <a16:creationId xmlns:a16="http://schemas.microsoft.com/office/drawing/2014/main" id="{77FFCC2A-4700-4D9A-B108-5FE99FC33DEF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>
              <a:off x="6587800" y="3527181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6" name="直接箭头连接符 395">
              <a:extLst>
                <a:ext uri="{FF2B5EF4-FFF2-40B4-BE49-F238E27FC236}">
                  <a16:creationId xmlns:a16="http://schemas.microsoft.com/office/drawing/2014/main" id="{271B1047-204E-4847-9533-85BBD0F35457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 flipH="1" flipV="1">
              <a:off x="6587800" y="3599181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7" name="直接箭头连接符 396">
              <a:extLst>
                <a:ext uri="{FF2B5EF4-FFF2-40B4-BE49-F238E27FC236}">
                  <a16:creationId xmlns:a16="http://schemas.microsoft.com/office/drawing/2014/main" id="{3F7B1A2D-E3E3-4091-9632-4AEB0FED3E8D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>
              <a:off x="6731799" y="3347756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8" name="直接箭头连接符 397">
              <a:extLst>
                <a:ext uri="{FF2B5EF4-FFF2-40B4-BE49-F238E27FC236}">
                  <a16:creationId xmlns:a16="http://schemas.microsoft.com/office/drawing/2014/main" id="{0005B0C0-2BBD-4779-9F7F-925CFAEE96DB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>
              <a:off x="7199800" y="3527181"/>
              <a:ext cx="612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9" name="直接箭头连接符 398">
              <a:extLst>
                <a:ext uri="{FF2B5EF4-FFF2-40B4-BE49-F238E27FC236}">
                  <a16:creationId xmlns:a16="http://schemas.microsoft.com/office/drawing/2014/main" id="{B8106C27-4CFA-46F5-9828-96C139B357FD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 flipH="1" flipV="1">
              <a:off x="7667800" y="3599181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00" name="Rectangle 274">
              <a:extLst>
                <a:ext uri="{FF2B5EF4-FFF2-40B4-BE49-F238E27FC236}">
                  <a16:creationId xmlns:a16="http://schemas.microsoft.com/office/drawing/2014/main" id="{EED57D00-A288-4F9A-8357-FE2BF24672BE}"/>
                </a:ext>
              </a:extLst>
            </p:cNvPr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5184000" y="2412000"/>
              <a:ext cx="540000" cy="1152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wrap="none" lIns="0" tIns="0" rIns="0" bIns="0" anchor="ctr"/>
            <a:lstStyle/>
            <a:p>
              <a:pPr algn="ctr"/>
              <a:r>
                <a:rPr lang="zh-CN" altLang="en-US" sz="1600" dirty="0"/>
                <a:t>运算器</a:t>
              </a:r>
            </a:p>
          </p:txBody>
        </p:sp>
      </p:grpSp>
      <p:grpSp>
        <p:nvGrpSpPr>
          <p:cNvPr id="401" name="组合 400">
            <a:extLst>
              <a:ext uri="{FF2B5EF4-FFF2-40B4-BE49-F238E27FC236}">
                <a16:creationId xmlns:a16="http://schemas.microsoft.com/office/drawing/2014/main" id="{08C64179-9474-4B24-AB7A-18184C8F7972}"/>
              </a:ext>
            </a:extLst>
          </p:cNvPr>
          <p:cNvGrpSpPr/>
          <p:nvPr/>
        </p:nvGrpSpPr>
        <p:grpSpPr>
          <a:xfrm>
            <a:off x="5184000" y="2412000"/>
            <a:ext cx="648200" cy="1223561"/>
            <a:chOff x="5183800" y="2412000"/>
            <a:chExt cx="648200" cy="1223561"/>
          </a:xfrm>
        </p:grpSpPr>
        <p:cxnSp>
          <p:nvCxnSpPr>
            <p:cNvPr id="402" name="直接箭头连接符 401">
              <a:extLst>
                <a:ext uri="{FF2B5EF4-FFF2-40B4-BE49-F238E27FC236}">
                  <a16:creationId xmlns:a16="http://schemas.microsoft.com/office/drawing/2014/main" id="{EF433574-AA1A-46B4-A674-EF15E7FF45FA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399800" y="3635561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03" name="Rectangle 274">
              <a:extLst>
                <a:ext uri="{FF2B5EF4-FFF2-40B4-BE49-F238E27FC236}">
                  <a16:creationId xmlns:a16="http://schemas.microsoft.com/office/drawing/2014/main" id="{80A86A00-EEF0-4C60-AEA2-3AA8A99D5C8F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183800" y="2412000"/>
              <a:ext cx="540000" cy="1152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F44EC773-7221-41E8-A9D1-6966BE5F38B6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5652000" y="2556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0B94F464-AC43-49A9-80AA-24FDBCD13508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H="1" flipV="1">
              <a:off x="5652000" y="2693941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6" name="直接箭头连接符 405">
              <a:extLst>
                <a:ext uri="{FF2B5EF4-FFF2-40B4-BE49-F238E27FC236}">
                  <a16:creationId xmlns:a16="http://schemas.microsoft.com/office/drawing/2014/main" id="{522C1802-BAC3-4F26-BCDA-126BE70B5E15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5652000" y="2628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07" name="AutoShape 189">
              <a:extLst>
                <a:ext uri="{FF2B5EF4-FFF2-40B4-BE49-F238E27FC236}">
                  <a16:creationId xmlns:a16="http://schemas.microsoft.com/office/drawing/2014/main" id="{53FE3F77-437A-4DA7-BA35-58DCED07B1E8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219800" y="2987561"/>
              <a:ext cx="468000" cy="179705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ALU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408" name="直接箭头连接符 407">
              <a:extLst>
                <a:ext uri="{FF2B5EF4-FFF2-40B4-BE49-F238E27FC236}">
                  <a16:creationId xmlns:a16="http://schemas.microsoft.com/office/drawing/2014/main" id="{BE41A13B-8BC0-4F4D-8E83-2532547A7DE0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5615800" y="349156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079A6880-297A-4807-A3B1-3A6342E6C47E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5615800" y="338356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10" name="直接箭头连接符 409">
              <a:extLst>
                <a:ext uri="{FF2B5EF4-FFF2-40B4-BE49-F238E27FC236}">
                  <a16:creationId xmlns:a16="http://schemas.microsoft.com/office/drawing/2014/main" id="{2D051C87-4600-46F0-AEC7-303C355140E2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5400335" y="3167561"/>
              <a:ext cx="1270" cy="1797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11" name="Text Box 276">
              <a:extLst>
                <a:ext uri="{FF2B5EF4-FFF2-40B4-BE49-F238E27FC236}">
                  <a16:creationId xmlns:a16="http://schemas.microsoft.com/office/drawing/2014/main" id="{F9ADA6BF-2939-41F0-88E9-4410F0DD7F58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219800" y="3347561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PSR</a:t>
              </a:r>
            </a:p>
          </p:txBody>
        </p:sp>
        <p:sp>
          <p:nvSpPr>
            <p:cNvPr id="412" name="Text Box 314">
              <a:extLst>
                <a:ext uri="{FF2B5EF4-FFF2-40B4-BE49-F238E27FC236}">
                  <a16:creationId xmlns:a16="http://schemas.microsoft.com/office/drawing/2014/main" id="{A501BE78-E3CF-4837-9662-F046567F6DCE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219800" y="2448000"/>
              <a:ext cx="432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413" name="直接箭头连接符 412">
              <a:extLst>
                <a:ext uri="{FF2B5EF4-FFF2-40B4-BE49-F238E27FC236}">
                  <a16:creationId xmlns:a16="http://schemas.microsoft.com/office/drawing/2014/main" id="{F03BEBDF-55FA-4B49-8BCE-14C8CE2539F8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>
              <a:off x="5327800" y="2807087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14" name="直接箭头连接符 413">
              <a:extLst>
                <a:ext uri="{FF2B5EF4-FFF2-40B4-BE49-F238E27FC236}">
                  <a16:creationId xmlns:a16="http://schemas.microsoft.com/office/drawing/2014/main" id="{DDAC8BF9-4662-4CBD-BDCB-F20C1CAB535E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5327800" y="2807561"/>
              <a:ext cx="5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15" name="直接箭头连接符 414">
              <a:extLst>
                <a:ext uri="{FF2B5EF4-FFF2-40B4-BE49-F238E27FC236}">
                  <a16:creationId xmlns:a16="http://schemas.microsoft.com/office/drawing/2014/main" id="{FC5486E3-7B52-4439-9700-C9610D255E0A}"/>
                </a:ext>
              </a:extLst>
            </p:cNvPr>
            <p:cNvCxnSpPr>
              <a:cxnSpLocks/>
            </p:cNvCxnSpPr>
            <p:nvPr>
              <p:custDataLst>
                <p:tags r:id="rId27"/>
              </p:custDataLst>
            </p:nvPr>
          </p:nvCxnSpPr>
          <p:spPr bwMode="auto">
            <a:xfrm>
              <a:off x="5579800" y="2879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16" name="直接箭头连接符 415">
              <a:extLst>
                <a:ext uri="{FF2B5EF4-FFF2-40B4-BE49-F238E27FC236}">
                  <a16:creationId xmlns:a16="http://schemas.microsoft.com/office/drawing/2014/main" id="{BAB661DA-0396-445B-89C3-C354B9456889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H="1" flipV="1">
              <a:off x="5579800" y="2879561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17" name="直接箭头连接符 416">
              <a:extLst>
                <a:ext uri="{FF2B5EF4-FFF2-40B4-BE49-F238E27FC236}">
                  <a16:creationId xmlns:a16="http://schemas.microsoft.com/office/drawing/2014/main" id="{AE17DB64-218B-40C9-B841-4E119506D1DF}"/>
                </a:ext>
              </a:extLst>
            </p:cNvPr>
            <p:cNvCxnSpPr>
              <a:cxnSpLocks/>
            </p:cNvCxnSpPr>
            <p:nvPr>
              <p:custDataLst>
                <p:tags r:id="rId29"/>
              </p:custDataLst>
            </p:nvPr>
          </p:nvCxnSpPr>
          <p:spPr bwMode="auto">
            <a:xfrm>
              <a:off x="5471800" y="3167561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3B3C8B9F-A2CA-4B83-90F3-934490FFD6A7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5471800" y="3239561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13EAFE5F-6546-4A27-9337-AA64CDB21BDC}"/>
                </a:ext>
              </a:extLst>
            </p:cNvPr>
            <p:cNvCxnSpPr>
              <a:cxnSpLocks/>
            </p:cNvCxnSpPr>
            <p:nvPr>
              <p:custDataLst>
                <p:tags r:id="rId31"/>
              </p:custDataLst>
            </p:nvPr>
          </p:nvCxnSpPr>
          <p:spPr bwMode="auto">
            <a:xfrm>
              <a:off x="5399800" y="3527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422" name="Text Box 18">
            <a:extLst>
              <a:ext uri="{FF2B5EF4-FFF2-40B4-BE49-F238E27FC236}">
                <a16:creationId xmlns:a16="http://schemas.microsoft.com/office/drawing/2014/main" id="{508B9648-4908-4D30-8D21-FA46BEF3C6A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464000" y="3204000"/>
            <a:ext cx="576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0" tIns="0" rIns="0" bIns="0" anchor="t" anchorCtr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latin typeface="+mn-ea"/>
              </a:rPr>
              <a:t>单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多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en-US" altLang="zh-CN" sz="1200" b="1" baseline="-25000" dirty="0">
                <a:latin typeface="+mn-ea"/>
              </a:rPr>
              <a:t>C</a:t>
            </a:r>
            <a:endParaRPr lang="en-US" altLang="zh-CN" sz="1200" b="1" dirty="0">
              <a:latin typeface="+mn-ea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latin typeface="+mn-ea"/>
              </a:rPr>
              <a:t>DP</a:t>
            </a:r>
            <a:r>
              <a:rPr lang="zh-CN" altLang="en-US" sz="1200" b="1" dirty="0">
                <a:latin typeface="+mn-ea"/>
              </a:rPr>
              <a:t>总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专</a:t>
            </a:r>
            <a:endParaRPr lang="en-US" altLang="zh-CN" sz="1200" b="1" dirty="0">
              <a:latin typeface="+mn-ea"/>
            </a:endParaRPr>
          </a:p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+mn-ea"/>
              </a:rPr>
              <a:t>CU</a:t>
            </a:r>
            <a:r>
              <a:rPr lang="zh-CN" altLang="en-US" sz="1200" b="1" dirty="0">
                <a:latin typeface="+mn-ea"/>
              </a:rPr>
              <a:t>硬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微</a:t>
            </a:r>
          </a:p>
        </p:txBody>
      </p:sp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BEE44703-0A83-4C9E-852A-CC61B2401131}"/>
              </a:ext>
            </a:extLst>
          </p:cNvPr>
          <p:cNvGrpSpPr/>
          <p:nvPr/>
        </p:nvGrpSpPr>
        <p:grpSpPr>
          <a:xfrm>
            <a:off x="8172000" y="3204000"/>
            <a:ext cx="720000" cy="1476000"/>
            <a:chOff x="8172000" y="3204000"/>
            <a:chExt cx="720000" cy="1476000"/>
          </a:xfrm>
        </p:grpSpPr>
        <p:cxnSp>
          <p:nvCxnSpPr>
            <p:cNvPr id="444" name="直接箭头连接符 443">
              <a:extLst>
                <a:ext uri="{FF2B5EF4-FFF2-40B4-BE49-F238E27FC236}">
                  <a16:creationId xmlns:a16="http://schemas.microsoft.com/office/drawing/2014/main" id="{ABCDDD1B-7658-4F25-A2F8-9E592E0A3009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8568000" y="3204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45" name="Text Box 392">
              <a:extLst>
                <a:ext uri="{FF2B5EF4-FFF2-40B4-BE49-F238E27FC236}">
                  <a16:creationId xmlns:a16="http://schemas.microsoft.com/office/drawing/2014/main" id="{C2E85C8D-3B46-4756-AA86-FD3143952489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460000" y="4356000"/>
              <a:ext cx="360000" cy="32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INTR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200" b="1" dirty="0">
                  <a:latin typeface="宋体" panose="02010600030101010101" pitchFamily="2" charset="-122"/>
                </a:rPr>
                <a:t>NMI</a:t>
              </a:r>
            </a:p>
          </p:txBody>
        </p:sp>
        <p:cxnSp>
          <p:nvCxnSpPr>
            <p:cNvPr id="446" name="直接箭头连接符 445">
              <a:extLst>
                <a:ext uri="{FF2B5EF4-FFF2-40B4-BE49-F238E27FC236}">
                  <a16:creationId xmlns:a16="http://schemas.microsoft.com/office/drawing/2014/main" id="{6AEEE32E-F38B-4FDC-B11B-CB7EB9D180A6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8568000" y="3312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47" name="直接箭头连接符 446">
              <a:extLst>
                <a:ext uri="{FF2B5EF4-FFF2-40B4-BE49-F238E27FC236}">
                  <a16:creationId xmlns:a16="http://schemas.microsoft.com/office/drawing/2014/main" id="{3B1F5B23-A613-40A3-84CD-7822F6F82993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 flipH="1" flipV="1">
              <a:off x="8820000" y="3312000"/>
              <a:ext cx="0" cy="1044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48" name="直接箭头连接符 447">
              <a:extLst>
                <a:ext uri="{FF2B5EF4-FFF2-40B4-BE49-F238E27FC236}">
                  <a16:creationId xmlns:a16="http://schemas.microsoft.com/office/drawing/2014/main" id="{5103EE07-FFE3-4D68-890E-946607B61BDB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8388000" y="4356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49" name="直接箭头连接符 448">
              <a:extLst>
                <a:ext uri="{FF2B5EF4-FFF2-40B4-BE49-F238E27FC236}">
                  <a16:creationId xmlns:a16="http://schemas.microsoft.com/office/drawing/2014/main" id="{6D9F1E7A-0F88-4CBB-9B5A-3C93649A5C77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8172000" y="4680000"/>
              <a:ext cx="72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50" name="直接箭头连接符 449">
              <a:extLst>
                <a:ext uri="{FF2B5EF4-FFF2-40B4-BE49-F238E27FC236}">
                  <a16:creationId xmlns:a16="http://schemas.microsoft.com/office/drawing/2014/main" id="{85443B58-F3D9-4726-9305-80C7B2472FAB}"/>
                </a:ext>
              </a:extLst>
            </p:cNvPr>
            <p:cNvCxnSpPr>
              <a:cxnSpLocks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8892000" y="3204000"/>
              <a:ext cx="0" cy="1476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826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" grpId="0" bldLvl="0" animBg="1"/>
      <p:bldP spid="313" grpId="0" bldLvl="0" animBg="1"/>
      <p:bldP spid="4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7</a:t>
            </a:fld>
            <a:endParaRPr lang="en-US" altLang="zh-CN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1" y="332656"/>
            <a:ext cx="6956375" cy="6118021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*存储系统的组成：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信息存储、按逻辑地址访问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层次结构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RAM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主存的组成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优化：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连接：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提高访问速度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虚拟存储器的组成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按逻辑地址访问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99592" y="1844824"/>
            <a:ext cx="8100584" cy="3854389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</a:rPr>
              <a:t>SRAM/DRAM</a:t>
            </a:r>
            <a:r>
              <a:rPr lang="en-US" altLang="zh-CN" sz="1600" b="1" dirty="0">
                <a:latin typeface="宋体" panose="02010600030101010101" pitchFamily="2" charset="-122"/>
              </a:rPr>
              <a:t>(DRAM</a:t>
            </a:r>
            <a:r>
              <a:rPr lang="zh-CN" altLang="en-US" sz="1600" b="1" dirty="0">
                <a:latin typeface="宋体" panose="02010600030101010101" pitchFamily="2" charset="-122"/>
              </a:rPr>
              <a:t>地址线减半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读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写时序不同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单元长度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个数由</a:t>
            </a:r>
            <a:r>
              <a:rPr lang="en-US" altLang="zh-CN" sz="1600" b="1" dirty="0">
                <a:latin typeface="宋体" panose="02010600030101010101" pitchFamily="2" charset="-122"/>
              </a:rPr>
              <a:t>ISA/</a:t>
            </a:r>
            <a:r>
              <a:rPr lang="zh-CN" altLang="en-US" sz="1600" b="1" dirty="0">
                <a:latin typeface="宋体" panose="02010600030101010101" pitchFamily="2" charset="-122"/>
              </a:rPr>
              <a:t>用户指定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ROM+DRAM</a:t>
            </a:r>
            <a:r>
              <a:rPr lang="zh-CN" altLang="en-US" sz="2000" b="1" dirty="0">
                <a:latin typeface="宋体" panose="02010600030101010101" pitchFamily="2" charset="-122"/>
              </a:rPr>
              <a:t>，容量可用芯片扩展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字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字位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SDRAM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可突发传输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、多体交叉</a:t>
            </a:r>
            <a:r>
              <a:rPr lang="en-US" altLang="zh-CN" sz="2000" b="1" dirty="0">
                <a:latin typeface="宋体" panose="02010600030101010101" pitchFamily="2" charset="-122"/>
              </a:rPr>
              <a:t>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交叉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并行访问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、多种</a:t>
            </a:r>
            <a:r>
              <a:rPr lang="en-US" altLang="zh-CN" sz="2000" b="1" dirty="0">
                <a:latin typeface="宋体" panose="02010600030101010101" pitchFamily="2" charset="-122"/>
              </a:rPr>
              <a:t>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如</a:t>
            </a:r>
            <a:r>
              <a:rPr lang="en-US" altLang="zh-CN" sz="1600" b="1" dirty="0">
                <a:latin typeface="宋体" panose="02010600030101010101" pitchFamily="2" charset="-122"/>
              </a:rPr>
              <a:t>Cache)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数据线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</a:rPr>
              <a:t>CPU/</a:t>
            </a:r>
            <a:r>
              <a:rPr lang="zh-CN" altLang="en-US" sz="1600" b="1" dirty="0">
                <a:latin typeface="宋体" panose="02010600030101010101" pitchFamily="2" charset="-122"/>
              </a:rPr>
              <a:t>总线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、地址线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＝地址低位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、控制线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+mn-lt"/>
              </a:rPr>
              <a:t>~</a:t>
            </a:r>
            <a:r>
              <a:rPr lang="zh-CN" altLang="en-US" sz="1600" b="1" dirty="0">
                <a:latin typeface="宋体" panose="02010600030101010101" pitchFamily="2" charset="-122"/>
              </a:rPr>
              <a:t>控制信号逻辑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8E1758A-2D71-40BB-8119-AE3D7693A440}"/>
              </a:ext>
            </a:extLst>
          </p:cNvPr>
          <p:cNvGrpSpPr/>
          <p:nvPr/>
        </p:nvGrpSpPr>
        <p:grpSpPr>
          <a:xfrm>
            <a:off x="3239968" y="1124712"/>
            <a:ext cx="4392000" cy="325512"/>
            <a:chOff x="2663904" y="2566471"/>
            <a:chExt cx="4392000" cy="325512"/>
          </a:xfrm>
        </p:grpSpPr>
        <p:sp>
          <p:nvSpPr>
            <p:cNvPr id="43" name="Text Box 451">
              <a:extLst>
                <a:ext uri="{FF2B5EF4-FFF2-40B4-BE49-F238E27FC236}">
                  <a16:creationId xmlns:a16="http://schemas.microsoft.com/office/drawing/2014/main" id="{284D8C81-3B57-4A43-8E7F-C898D9E57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904" y="2566471"/>
              <a:ext cx="792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451">
              <a:extLst>
                <a:ext uri="{FF2B5EF4-FFF2-40B4-BE49-F238E27FC236}">
                  <a16:creationId xmlns:a16="http://schemas.microsoft.com/office/drawing/2014/main" id="{C272B0B9-28F3-48D5-B12F-6009F624F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904" y="2603983"/>
              <a:ext cx="792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451">
              <a:extLst>
                <a:ext uri="{FF2B5EF4-FFF2-40B4-BE49-F238E27FC236}">
                  <a16:creationId xmlns:a16="http://schemas.microsoft.com/office/drawing/2014/main" id="{DE398DFA-408D-4F57-9687-1C6219BD8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3904" y="2603983"/>
              <a:ext cx="792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A07B71A-C6E5-40CD-9F1C-C0D46093CE19}"/>
              </a:ext>
            </a:extLst>
          </p:cNvPr>
          <p:cNvGrpSpPr/>
          <p:nvPr/>
        </p:nvGrpSpPr>
        <p:grpSpPr>
          <a:xfrm>
            <a:off x="2339752" y="836712"/>
            <a:ext cx="6192200" cy="576064"/>
            <a:chOff x="2627784" y="756000"/>
            <a:chExt cx="6192200" cy="576064"/>
          </a:xfrm>
        </p:grpSpPr>
        <p:sp>
          <p:nvSpPr>
            <p:cNvPr id="48" name="Rectangle 141">
              <a:extLst>
                <a:ext uri="{FF2B5EF4-FFF2-40B4-BE49-F238E27FC236}">
                  <a16:creationId xmlns:a16="http://schemas.microsoft.com/office/drawing/2014/main" id="{0F2520FD-F031-42CD-B198-D5CD39406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984" y="756000"/>
              <a:ext cx="4392000" cy="5760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Text Box 81">
              <a:extLst>
                <a:ext uri="{FF2B5EF4-FFF2-40B4-BE49-F238E27FC236}">
                  <a16:creationId xmlns:a16="http://schemas.microsoft.com/office/drawing/2014/main" id="{648B452C-D6DC-40BF-A420-BF1AD5F3B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9992" y="828000"/>
              <a:ext cx="720000" cy="43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50" name="Text Box 82">
              <a:extLst>
                <a:ext uri="{FF2B5EF4-FFF2-40B4-BE49-F238E27FC236}">
                  <a16:creationId xmlns:a16="http://schemas.microsoft.com/office/drawing/2014/main" id="{C38D4EA1-1C19-4A70-8A39-F9D6F913A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000" y="792000"/>
              <a:ext cx="792088" cy="50447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 主存</a:t>
              </a:r>
            </a:p>
          </p:txBody>
        </p:sp>
        <p:sp>
          <p:nvSpPr>
            <p:cNvPr id="51" name="Text Box 83">
              <a:extLst>
                <a:ext uri="{FF2B5EF4-FFF2-40B4-BE49-F238E27FC236}">
                  <a16:creationId xmlns:a16="http://schemas.microsoft.com/office/drawing/2014/main" id="{975C9984-EF43-4A54-AA0B-DD3830980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784" y="828000"/>
              <a:ext cx="864096" cy="43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644F035-19D6-4969-9731-785BB3C4FE0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91880" y="1044000"/>
              <a:ext cx="1008112" cy="0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7A737185-053E-4026-9C5F-77E10C0BD82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14764" y="1050569"/>
              <a:ext cx="1008000" cy="0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" name="Text Box 82">
              <a:extLst>
                <a:ext uri="{FF2B5EF4-FFF2-40B4-BE49-F238E27FC236}">
                  <a16:creationId xmlns:a16="http://schemas.microsoft.com/office/drawing/2014/main" id="{94154BCB-431D-4CAA-8DB4-054A1D3D0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000" y="792000"/>
              <a:ext cx="792088" cy="50430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 辅存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3BD054F-15E7-4C62-A59E-257E8954E00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20000" y="1044000"/>
              <a:ext cx="936000" cy="0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6" name="Text Box 83">
              <a:extLst>
                <a:ext uri="{FF2B5EF4-FFF2-40B4-BE49-F238E27FC236}">
                  <a16:creationId xmlns:a16="http://schemas.microsoft.com/office/drawing/2014/main" id="{7B0173E8-CE84-4FE2-A59E-84BD20DFF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000" y="792000"/>
              <a:ext cx="180019" cy="499682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>
                  <a:latin typeface="宋体" panose="02010600030101010101" pitchFamily="2" charset="-122"/>
                </a:rPr>
                <a:t>控制器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7" name="Text Box 83">
              <a:extLst>
                <a:ext uri="{FF2B5EF4-FFF2-40B4-BE49-F238E27FC236}">
                  <a16:creationId xmlns:a16="http://schemas.microsoft.com/office/drawing/2014/main" id="{DDAFCD71-A50D-411E-8D61-93545C8D8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000" y="792000"/>
              <a:ext cx="180020" cy="50316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>
                  <a:latin typeface="宋体" panose="02010600030101010101" pitchFamily="2" charset="-122"/>
                </a:rPr>
                <a:t>适配器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8" name="Text Box 451">
              <a:extLst>
                <a:ext uri="{FF2B5EF4-FFF2-40B4-BE49-F238E27FC236}">
                  <a16:creationId xmlns:a16="http://schemas.microsoft.com/office/drawing/2014/main" id="{55E088C4-82F4-4C2C-A286-799DC8008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000" y="792000"/>
              <a:ext cx="864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总线</a:t>
              </a:r>
            </a:p>
          </p:txBody>
        </p:sp>
        <p:sp>
          <p:nvSpPr>
            <p:cNvPr id="59" name="Text Box 451">
              <a:extLst>
                <a:ext uri="{FF2B5EF4-FFF2-40B4-BE49-F238E27FC236}">
                  <a16:creationId xmlns:a16="http://schemas.microsoft.com/office/drawing/2014/main" id="{F53DB211-0563-4758-A4BB-834D6E873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6000" y="792000"/>
              <a:ext cx="936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HOST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总线</a:t>
              </a:r>
            </a:p>
          </p:txBody>
        </p:sp>
        <p:sp>
          <p:nvSpPr>
            <p:cNvPr id="61" name="Text Box 451">
              <a:extLst>
                <a:ext uri="{FF2B5EF4-FFF2-40B4-BE49-F238E27FC236}">
                  <a16:creationId xmlns:a16="http://schemas.microsoft.com/office/drawing/2014/main" id="{A5E3B324-9035-4CCE-AFBD-A5A76CE91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000" y="792000"/>
              <a:ext cx="864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总线</a:t>
              </a:r>
            </a:p>
          </p:txBody>
        </p:sp>
        <p:sp>
          <p:nvSpPr>
            <p:cNvPr id="62" name="Text Box 83">
              <a:extLst>
                <a:ext uri="{FF2B5EF4-FFF2-40B4-BE49-F238E27FC236}">
                  <a16:creationId xmlns:a16="http://schemas.microsoft.com/office/drawing/2014/main" id="{70DD5AC9-184E-4BB5-85D2-8F18957AF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1840" y="936000"/>
              <a:ext cx="360040" cy="2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MMU</a:t>
              </a:r>
            </a:p>
          </p:txBody>
        </p:sp>
      </p:grp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2F32ACB4-8DE1-49A8-9002-47A053A0AB69}"/>
              </a:ext>
            </a:extLst>
          </p:cNvPr>
          <p:cNvGrpSpPr/>
          <p:nvPr/>
        </p:nvGrpSpPr>
        <p:grpSpPr>
          <a:xfrm>
            <a:off x="4248184" y="1556792"/>
            <a:ext cx="1980000" cy="1078024"/>
            <a:chOff x="4771248" y="4501976"/>
            <a:chExt cx="1980000" cy="1078024"/>
          </a:xfrm>
        </p:grpSpPr>
        <p:sp>
          <p:nvSpPr>
            <p:cNvPr id="352" name="Text Box 179">
              <a:extLst>
                <a:ext uri="{FF2B5EF4-FFF2-40B4-BE49-F238E27FC236}">
                  <a16:creationId xmlns:a16="http://schemas.microsoft.com/office/drawing/2014/main" id="{136FAFD6-20FD-4D38-8CCA-C26539F98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248" y="4572000"/>
              <a:ext cx="432000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353" name="Rectangle 180">
              <a:extLst>
                <a:ext uri="{FF2B5EF4-FFF2-40B4-BE49-F238E27FC236}">
                  <a16:creationId xmlns:a16="http://schemas.microsoft.com/office/drawing/2014/main" id="{67A318DB-F280-4E35-912A-803ACCE01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5248" y="4501976"/>
              <a:ext cx="1476000" cy="104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4" name="Line 181">
              <a:extLst>
                <a:ext uri="{FF2B5EF4-FFF2-40B4-BE49-F238E27FC236}">
                  <a16:creationId xmlns:a16="http://schemas.microsoft.com/office/drawing/2014/main" id="{354C849D-A41E-4922-8E08-9AA73D508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9248" y="4572000"/>
              <a:ext cx="180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Text Box 183">
              <a:extLst>
                <a:ext uri="{FF2B5EF4-FFF2-40B4-BE49-F238E27FC236}">
                  <a16:creationId xmlns:a16="http://schemas.microsoft.com/office/drawing/2014/main" id="{FF0C26A7-10DC-493E-8C16-0E4FD2637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9248" y="4536000"/>
              <a:ext cx="720000" cy="360000"/>
            </a:xfrm>
            <a:prstGeom prst="rect">
              <a:avLst/>
            </a:prstGeom>
            <a:solidFill>
              <a:srgbClr val="99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存储矩阵</a:t>
              </a:r>
            </a:p>
          </p:txBody>
        </p:sp>
        <p:sp>
          <p:nvSpPr>
            <p:cNvPr id="356" name="Text Box 185">
              <a:extLst>
                <a:ext uri="{FF2B5EF4-FFF2-40B4-BE49-F238E27FC236}">
                  <a16:creationId xmlns:a16="http://schemas.microsoft.com/office/drawing/2014/main" id="{685BEC48-E922-48B5-93F0-EB9CB3DC3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248" y="4536000"/>
              <a:ext cx="396000" cy="39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 anchorCtr="1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X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357" name="Line 186">
              <a:extLst>
                <a:ext uri="{FF2B5EF4-FFF2-40B4-BE49-F238E27FC236}">
                  <a16:creationId xmlns:a16="http://schemas.microsoft.com/office/drawing/2014/main" id="{0F3620F3-A647-491E-AF95-B217009B7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9248" y="4644000"/>
              <a:ext cx="180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187">
              <a:extLst>
                <a:ext uri="{FF2B5EF4-FFF2-40B4-BE49-F238E27FC236}">
                  <a16:creationId xmlns:a16="http://schemas.microsoft.com/office/drawing/2014/main" id="{BC687281-FC54-4483-A9EE-607332024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9248" y="4860000"/>
              <a:ext cx="180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Text Box 196">
              <a:extLst>
                <a:ext uri="{FF2B5EF4-FFF2-40B4-BE49-F238E27FC236}">
                  <a16:creationId xmlns:a16="http://schemas.microsoft.com/office/drawing/2014/main" id="{C2906EE1-0B9E-4B30-A948-55469CB67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248" y="5004000"/>
              <a:ext cx="432000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360" name="Text Box 192">
              <a:extLst>
                <a:ext uri="{FF2B5EF4-FFF2-40B4-BE49-F238E27FC236}">
                  <a16:creationId xmlns:a16="http://schemas.microsoft.com/office/drawing/2014/main" id="{29CAEBBB-3C34-4F45-9C2D-E92320FC4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9248" y="4644000"/>
              <a:ext cx="180000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61" name="Text Box 184">
              <a:extLst>
                <a:ext uri="{FF2B5EF4-FFF2-40B4-BE49-F238E27FC236}">
                  <a16:creationId xmlns:a16="http://schemas.microsoft.com/office/drawing/2014/main" id="{A9E94B04-8F46-4057-8BFC-67CCFC6E4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1248" y="5004000"/>
              <a:ext cx="57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门</a:t>
              </a:r>
            </a:p>
          </p:txBody>
        </p:sp>
        <p:sp>
          <p:nvSpPr>
            <p:cNvPr id="362" name="Text Box 184">
              <a:extLst>
                <a:ext uri="{FF2B5EF4-FFF2-40B4-BE49-F238E27FC236}">
                  <a16:creationId xmlns:a16="http://schemas.microsoft.com/office/drawing/2014/main" id="{9B516FCF-009D-4093-B77B-B6F89AA5C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248" y="5004000"/>
              <a:ext cx="504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读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写</a:t>
              </a:r>
            </a:p>
          </p:txBody>
        </p:sp>
        <p:sp>
          <p:nvSpPr>
            <p:cNvPr id="363" name="Text Box 192">
              <a:extLst>
                <a:ext uri="{FF2B5EF4-FFF2-40B4-BE49-F238E27FC236}">
                  <a16:creationId xmlns:a16="http://schemas.microsoft.com/office/drawing/2014/main" id="{96094898-FF34-404E-90B0-FEE71914B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7248" y="4896000"/>
              <a:ext cx="216000" cy="144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64" name="Line 189">
              <a:extLst>
                <a:ext uri="{FF2B5EF4-FFF2-40B4-BE49-F238E27FC236}">
                  <a16:creationId xmlns:a16="http://schemas.microsoft.com/office/drawing/2014/main" id="{14F7BE3B-9B29-4FA1-8594-50B9EE6345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03248" y="4904062"/>
              <a:ext cx="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189">
              <a:extLst>
                <a:ext uri="{FF2B5EF4-FFF2-40B4-BE49-F238E27FC236}">
                  <a16:creationId xmlns:a16="http://schemas.microsoft.com/office/drawing/2014/main" id="{EA600F4D-A1EB-4BCC-8AC4-98146E816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11248" y="4896000"/>
              <a:ext cx="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189">
              <a:extLst>
                <a:ext uri="{FF2B5EF4-FFF2-40B4-BE49-F238E27FC236}">
                  <a16:creationId xmlns:a16="http://schemas.microsoft.com/office/drawing/2014/main" id="{76516E01-F45C-478C-A3F0-A39E4B6EE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35248" y="4896000"/>
              <a:ext cx="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189">
              <a:extLst>
                <a:ext uri="{FF2B5EF4-FFF2-40B4-BE49-F238E27FC236}">
                  <a16:creationId xmlns:a16="http://schemas.microsoft.com/office/drawing/2014/main" id="{A780B658-B9C5-4458-8272-05CCF364A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7248" y="5112000"/>
              <a:ext cx="14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194">
              <a:extLst>
                <a:ext uri="{FF2B5EF4-FFF2-40B4-BE49-F238E27FC236}">
                  <a16:creationId xmlns:a16="http://schemas.microsoft.com/office/drawing/2014/main" id="{EF76E1D4-37FF-400A-A7C4-D3FF89F6B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248" y="4680000"/>
              <a:ext cx="180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194">
              <a:extLst>
                <a:ext uri="{FF2B5EF4-FFF2-40B4-BE49-F238E27FC236}">
                  <a16:creationId xmlns:a16="http://schemas.microsoft.com/office/drawing/2014/main" id="{B98D8F21-4E5F-4E61-A67D-CA0B80494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7248" y="5112000"/>
              <a:ext cx="216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Text Box 184">
              <a:extLst>
                <a:ext uri="{FF2B5EF4-FFF2-40B4-BE49-F238E27FC236}">
                  <a16:creationId xmlns:a16="http://schemas.microsoft.com/office/drawing/2014/main" id="{574BA4B0-4F68-4FD6-BD1F-9B00BCC79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9248" y="5292000"/>
              <a:ext cx="720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Y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371" name="Text Box 197">
              <a:extLst>
                <a:ext uri="{FF2B5EF4-FFF2-40B4-BE49-F238E27FC236}">
                  <a16:creationId xmlns:a16="http://schemas.microsoft.com/office/drawing/2014/main" id="{BA572D43-B920-49B7-80D2-EC84E80AD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248" y="5292000"/>
              <a:ext cx="432000" cy="180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命令</a:t>
              </a:r>
            </a:p>
          </p:txBody>
        </p:sp>
        <p:sp>
          <p:nvSpPr>
            <p:cNvPr id="372" name="Line 189">
              <a:extLst>
                <a:ext uri="{FF2B5EF4-FFF2-40B4-BE49-F238E27FC236}">
                  <a16:creationId xmlns:a16="http://schemas.microsoft.com/office/drawing/2014/main" id="{E7D6C36D-9014-4B82-8793-968655AED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03248" y="5184000"/>
              <a:ext cx="0" cy="108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190">
              <a:extLst>
                <a:ext uri="{FF2B5EF4-FFF2-40B4-BE49-F238E27FC236}">
                  <a16:creationId xmlns:a16="http://schemas.microsoft.com/office/drawing/2014/main" id="{B6CCAE2E-F386-4DCA-8037-D9A45FCEB8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11248" y="5184000"/>
              <a:ext cx="0" cy="108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191">
              <a:extLst>
                <a:ext uri="{FF2B5EF4-FFF2-40B4-BE49-F238E27FC236}">
                  <a16:creationId xmlns:a16="http://schemas.microsoft.com/office/drawing/2014/main" id="{831F0FDD-57DD-493F-BBDC-E40135B256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35248" y="5184000"/>
              <a:ext cx="0" cy="108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Text Box 192">
              <a:extLst>
                <a:ext uri="{FF2B5EF4-FFF2-40B4-BE49-F238E27FC236}">
                  <a16:creationId xmlns:a16="http://schemas.microsoft.com/office/drawing/2014/main" id="{92418E25-5841-4423-B4F2-06D144D4A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7248" y="5184000"/>
              <a:ext cx="216000" cy="144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76" name="Text Box 184">
              <a:extLst>
                <a:ext uri="{FF2B5EF4-FFF2-40B4-BE49-F238E27FC236}">
                  <a16:creationId xmlns:a16="http://schemas.microsoft.com/office/drawing/2014/main" id="{5DAB0510-F53A-4553-9C41-2E6507B58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248" y="5292000"/>
              <a:ext cx="432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控制</a:t>
              </a:r>
            </a:p>
          </p:txBody>
        </p:sp>
        <p:sp>
          <p:nvSpPr>
            <p:cNvPr id="377" name="Line 194">
              <a:extLst>
                <a:ext uri="{FF2B5EF4-FFF2-40B4-BE49-F238E27FC236}">
                  <a16:creationId xmlns:a16="http://schemas.microsoft.com/office/drawing/2014/main" id="{6E7FBDC1-2202-484A-9192-171EF23B8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248" y="5328000"/>
              <a:ext cx="18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194">
              <a:extLst>
                <a:ext uri="{FF2B5EF4-FFF2-40B4-BE49-F238E27FC236}">
                  <a16:creationId xmlns:a16="http://schemas.microsoft.com/office/drawing/2014/main" id="{94C594AF-081C-4F0E-8AD8-A211D3B71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248" y="5436000"/>
              <a:ext cx="18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194">
              <a:extLst>
                <a:ext uri="{FF2B5EF4-FFF2-40B4-BE49-F238E27FC236}">
                  <a16:creationId xmlns:a16="http://schemas.microsoft.com/office/drawing/2014/main" id="{BC21C4F1-2CF0-4AE3-AA2B-22C84D78E1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36000" y="5472000"/>
              <a:ext cx="0" cy="108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8" name="组合 577">
            <a:extLst>
              <a:ext uri="{FF2B5EF4-FFF2-40B4-BE49-F238E27FC236}">
                <a16:creationId xmlns:a16="http://schemas.microsoft.com/office/drawing/2014/main" id="{4F0D4924-D79B-452B-A59D-F57EC8C4E1AD}"/>
              </a:ext>
            </a:extLst>
          </p:cNvPr>
          <p:cNvGrpSpPr/>
          <p:nvPr/>
        </p:nvGrpSpPr>
        <p:grpSpPr>
          <a:xfrm>
            <a:off x="395536" y="3861048"/>
            <a:ext cx="3204000" cy="1260000"/>
            <a:chOff x="1512000" y="2196000"/>
            <a:chExt cx="3204000" cy="1260000"/>
          </a:xfrm>
        </p:grpSpPr>
        <p:sp>
          <p:nvSpPr>
            <p:cNvPr id="579" name="Text Box 140">
              <a:extLst>
                <a:ext uri="{FF2B5EF4-FFF2-40B4-BE49-F238E27FC236}">
                  <a16:creationId xmlns:a16="http://schemas.microsoft.com/office/drawing/2014/main" id="{421CEC14-6C66-487B-85B3-3F4052C18829}"/>
                </a:ext>
              </a:extLst>
            </p:cNvPr>
            <p:cNvSpPr txBox="1">
              <a:spLocks noChangeArrowheads="1"/>
            </p:cNvSpPr>
            <p:nvPr>
              <p:custDataLst>
                <p:tags r:id="rId160"/>
              </p:custDataLst>
            </p:nvPr>
          </p:nvSpPr>
          <p:spPr bwMode="auto">
            <a:xfrm>
              <a:off x="2016000" y="2196000"/>
              <a:ext cx="36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400" u="none" baseline="-18000" dirty="0"/>
                <a:t>~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580" name="Rectangle 141">
              <a:extLst>
                <a:ext uri="{FF2B5EF4-FFF2-40B4-BE49-F238E27FC236}">
                  <a16:creationId xmlns:a16="http://schemas.microsoft.com/office/drawing/2014/main" id="{EBD1964B-5C89-4DA2-B2E9-94464E93FA95}"/>
                </a:ext>
              </a:extLst>
            </p:cNvPr>
            <p:cNvSpPr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1548307" y="2412000"/>
              <a:ext cx="3096000" cy="104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1" name="Text Box 162">
              <a:extLst>
                <a:ext uri="{FF2B5EF4-FFF2-40B4-BE49-F238E27FC236}">
                  <a16:creationId xmlns:a16="http://schemas.microsoft.com/office/drawing/2014/main" id="{226D6F0A-6F73-4E34-A62D-6E35319E3831}"/>
                </a:ext>
              </a:extLst>
            </p:cNvPr>
            <p:cNvSpPr txBox="1"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4320000" y="2196000"/>
              <a:ext cx="396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582" name="Text Box 164">
              <a:extLst>
                <a:ext uri="{FF2B5EF4-FFF2-40B4-BE49-F238E27FC236}">
                  <a16:creationId xmlns:a16="http://schemas.microsoft.com/office/drawing/2014/main" id="{FD9A54AA-78A4-42F9-9D99-565FCA3C5BB5}"/>
                </a:ext>
              </a:extLst>
            </p:cNvPr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1692000" y="2448000"/>
              <a:ext cx="2808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存储器控制部件</a:t>
              </a:r>
            </a:p>
          </p:txBody>
        </p:sp>
        <p:sp>
          <p:nvSpPr>
            <p:cNvPr id="583" name="Text Box 140">
              <a:extLst>
                <a:ext uri="{FF2B5EF4-FFF2-40B4-BE49-F238E27FC236}">
                  <a16:creationId xmlns:a16="http://schemas.microsoft.com/office/drawing/2014/main" id="{F68FBA55-E346-43BB-8372-5E5C37353EB3}"/>
                </a:ext>
              </a:extLst>
            </p:cNvPr>
            <p:cNvSpPr txBox="1">
              <a:spLocks noChangeArrowheads="1"/>
            </p:cNvSpPr>
            <p:nvPr>
              <p:custDataLst>
                <p:tags r:id="rId164"/>
              </p:custDataLst>
            </p:nvPr>
          </p:nvSpPr>
          <p:spPr bwMode="auto">
            <a:xfrm>
              <a:off x="1512000" y="2196000"/>
              <a:ext cx="468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11</a:t>
              </a:r>
              <a:r>
                <a:rPr lang="en-US" altLang="zh-CN" sz="1400" u="none" baseline="-18000" dirty="0"/>
                <a:t>~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584" name="Text Box 140">
              <a:extLst>
                <a:ext uri="{FF2B5EF4-FFF2-40B4-BE49-F238E27FC236}">
                  <a16:creationId xmlns:a16="http://schemas.microsoft.com/office/drawing/2014/main" id="{422B6BB9-80A5-4A6B-A4C5-63205A976C86}"/>
                </a:ext>
              </a:extLst>
            </p:cNvPr>
            <p:cNvSpPr txBox="1">
              <a:spLocks noChangeArrowheads="1"/>
            </p:cNvSpPr>
            <p:nvPr>
              <p:custDataLst>
                <p:tags r:id="rId165"/>
              </p:custDataLst>
            </p:nvPr>
          </p:nvSpPr>
          <p:spPr bwMode="auto">
            <a:xfrm>
              <a:off x="2664000" y="2196000"/>
              <a:ext cx="36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u="none" baseline="-18000" dirty="0"/>
                <a:t>~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585" name="Text Box 162">
              <a:extLst>
                <a:ext uri="{FF2B5EF4-FFF2-40B4-BE49-F238E27FC236}">
                  <a16:creationId xmlns:a16="http://schemas.microsoft.com/office/drawing/2014/main" id="{3B9CA7E3-E67A-44B4-B971-EDB36CA9789A}"/>
                </a:ext>
              </a:extLst>
            </p:cNvPr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3780147" y="2196000"/>
              <a:ext cx="396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CS#</a:t>
              </a:r>
            </a:p>
          </p:txBody>
        </p:sp>
        <p:sp>
          <p:nvSpPr>
            <p:cNvPr id="586" name="Text Box 162">
              <a:extLst>
                <a:ext uri="{FF2B5EF4-FFF2-40B4-BE49-F238E27FC236}">
                  <a16:creationId xmlns:a16="http://schemas.microsoft.com/office/drawing/2014/main" id="{5FA3130B-047D-4AD0-B1EC-FEF6DC673AFC}"/>
                </a:ext>
              </a:extLst>
            </p:cNvPr>
            <p:cNvSpPr txBox="1">
              <a:spLocks noChangeArrowheads="1"/>
            </p:cNvSpPr>
            <p:nvPr>
              <p:custDataLst>
                <p:tags r:id="rId167"/>
              </p:custDataLst>
            </p:nvPr>
          </p:nvSpPr>
          <p:spPr bwMode="auto">
            <a:xfrm>
              <a:off x="3240000" y="2196000"/>
              <a:ext cx="360045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587" name="直接箭头连接符 586">
              <a:extLst>
                <a:ext uri="{FF2B5EF4-FFF2-40B4-BE49-F238E27FC236}">
                  <a16:creationId xmlns:a16="http://schemas.microsoft.com/office/drawing/2014/main" id="{5A1EC302-DFFA-47FA-AF21-BD7947D1757F}"/>
                </a:ext>
              </a:extLst>
            </p:cNvPr>
            <p:cNvCxnSpPr/>
            <p:nvPr>
              <p:custDataLst>
                <p:tags r:id="rId168"/>
              </p:custDataLst>
            </p:nvPr>
          </p:nvCxnSpPr>
          <p:spPr bwMode="auto">
            <a:xfrm>
              <a:off x="1620000" y="3420000"/>
              <a:ext cx="2376000" cy="127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8" name="Text Box 146">
              <a:extLst>
                <a:ext uri="{FF2B5EF4-FFF2-40B4-BE49-F238E27FC236}">
                  <a16:creationId xmlns:a16="http://schemas.microsoft.com/office/drawing/2014/main" id="{6846B868-C800-4421-824B-B88446F9A06E}"/>
                </a:ext>
              </a:extLst>
            </p:cNvPr>
            <p:cNvSpPr txBox="1">
              <a:spLocks noChangeArrowheads="1"/>
            </p:cNvSpPr>
            <p:nvPr>
              <p:custDataLst>
                <p:tags r:id="rId169"/>
              </p:custDataLst>
            </p:nvPr>
          </p:nvSpPr>
          <p:spPr bwMode="auto">
            <a:xfrm>
              <a:off x="1692000" y="262802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589" name="直接箭头连接符 588">
              <a:extLst>
                <a:ext uri="{FF2B5EF4-FFF2-40B4-BE49-F238E27FC236}">
                  <a16:creationId xmlns:a16="http://schemas.microsoft.com/office/drawing/2014/main" id="{8A276A37-4F0A-42A6-9858-2F4C80F0A0A7}"/>
                </a:ext>
              </a:extLst>
            </p:cNvPr>
            <p:cNvCxnSpPr/>
            <p:nvPr>
              <p:custDataLst>
                <p:tags r:id="rId170"/>
              </p:custDataLst>
            </p:nvPr>
          </p:nvCxnSpPr>
          <p:spPr bwMode="auto">
            <a:xfrm flipH="1">
              <a:off x="1836000" y="2664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90" name="直接箭头连接符 589">
              <a:extLst>
                <a:ext uri="{FF2B5EF4-FFF2-40B4-BE49-F238E27FC236}">
                  <a16:creationId xmlns:a16="http://schemas.microsoft.com/office/drawing/2014/main" id="{E5E24AED-D48D-4622-9C14-349953E8CF01}"/>
                </a:ext>
              </a:extLst>
            </p:cNvPr>
            <p:cNvCxnSpPr/>
            <p:nvPr>
              <p:custDataLst>
                <p:tags r:id="rId171"/>
              </p:custDataLst>
            </p:nvPr>
          </p:nvCxnSpPr>
          <p:spPr bwMode="auto">
            <a:xfrm>
              <a:off x="1872000" y="262802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1" name="直接箭头连接符 590">
              <a:extLst>
                <a:ext uri="{FF2B5EF4-FFF2-40B4-BE49-F238E27FC236}">
                  <a16:creationId xmlns:a16="http://schemas.microsoft.com/office/drawing/2014/main" id="{EB61A9B6-0687-496D-A100-6C7CEA66767D}"/>
                </a:ext>
              </a:extLst>
            </p:cNvPr>
            <p:cNvCxnSpPr/>
            <p:nvPr>
              <p:custDataLst>
                <p:tags r:id="rId172"/>
              </p:custDataLst>
            </p:nvPr>
          </p:nvCxnSpPr>
          <p:spPr bwMode="auto">
            <a:xfrm>
              <a:off x="2196000" y="262802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2" name="直接箭头连接符 591">
              <a:extLst>
                <a:ext uri="{FF2B5EF4-FFF2-40B4-BE49-F238E27FC236}">
                  <a16:creationId xmlns:a16="http://schemas.microsoft.com/office/drawing/2014/main" id="{35F371D6-9DF0-419C-92DA-4C460B2AE2D5}"/>
                </a:ext>
              </a:extLst>
            </p:cNvPr>
            <p:cNvCxnSpPr/>
            <p:nvPr>
              <p:custDataLst>
                <p:tags r:id="rId173"/>
              </p:custDataLst>
            </p:nvPr>
          </p:nvCxnSpPr>
          <p:spPr bwMode="auto">
            <a:xfrm flipH="1" flipV="1">
              <a:off x="1872000" y="3312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593" name="直接箭头连接符 592">
              <a:extLst>
                <a:ext uri="{FF2B5EF4-FFF2-40B4-BE49-F238E27FC236}">
                  <a16:creationId xmlns:a16="http://schemas.microsoft.com/office/drawing/2014/main" id="{D011248E-F70A-419F-BAFF-B1A7A3008127}"/>
                </a:ext>
              </a:extLst>
            </p:cNvPr>
            <p:cNvCxnSpPr/>
            <p:nvPr>
              <p:custDataLst>
                <p:tags r:id="rId174"/>
              </p:custDataLst>
            </p:nvPr>
          </p:nvCxnSpPr>
          <p:spPr bwMode="auto">
            <a:xfrm>
              <a:off x="2196000" y="3312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4" name="直接箭头连接符 593">
              <a:extLst>
                <a:ext uri="{FF2B5EF4-FFF2-40B4-BE49-F238E27FC236}">
                  <a16:creationId xmlns:a16="http://schemas.microsoft.com/office/drawing/2014/main" id="{C4A20E44-33F5-4EC1-80ED-A146C8918D9F}"/>
                </a:ext>
              </a:extLst>
            </p:cNvPr>
            <p:cNvCxnSpPr/>
            <p:nvPr>
              <p:custDataLst>
                <p:tags r:id="rId175"/>
              </p:custDataLst>
            </p:nvPr>
          </p:nvCxnSpPr>
          <p:spPr bwMode="auto">
            <a:xfrm>
              <a:off x="2196000" y="3384000"/>
              <a:ext cx="2376000" cy="12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5" name="直接箭头连接符 594">
              <a:extLst>
                <a:ext uri="{FF2B5EF4-FFF2-40B4-BE49-F238E27FC236}">
                  <a16:creationId xmlns:a16="http://schemas.microsoft.com/office/drawing/2014/main" id="{24435785-1200-495A-A03F-3E438EB77D7F}"/>
                </a:ext>
              </a:extLst>
            </p:cNvPr>
            <p:cNvCxnSpPr/>
            <p:nvPr>
              <p:custDataLst>
                <p:tags r:id="rId176"/>
              </p:custDataLst>
            </p:nvPr>
          </p:nvCxnSpPr>
          <p:spPr bwMode="auto">
            <a:xfrm>
              <a:off x="1620000" y="2340000"/>
              <a:ext cx="0" cy="10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6" name="Text Box 146">
              <a:extLst>
                <a:ext uri="{FF2B5EF4-FFF2-40B4-BE49-F238E27FC236}">
                  <a16:creationId xmlns:a16="http://schemas.microsoft.com/office/drawing/2014/main" id="{FD40B500-61C0-4DAF-A027-F607B183A454}"/>
                </a:ext>
              </a:extLst>
            </p:cNvPr>
            <p:cNvSpPr txBox="1"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2412000" y="262802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597" name="直接箭头连接符 596">
              <a:extLst>
                <a:ext uri="{FF2B5EF4-FFF2-40B4-BE49-F238E27FC236}">
                  <a16:creationId xmlns:a16="http://schemas.microsoft.com/office/drawing/2014/main" id="{A809C077-54C0-4D6F-BA8A-65FA282FCF25}"/>
                </a:ext>
              </a:extLst>
            </p:cNvPr>
            <p:cNvCxnSpPr/>
            <p:nvPr>
              <p:custDataLst>
                <p:tags r:id="rId178"/>
              </p:custDataLst>
            </p:nvPr>
          </p:nvCxnSpPr>
          <p:spPr bwMode="auto">
            <a:xfrm flipH="1">
              <a:off x="2556000" y="2664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98" name="直接箭头连接符 597">
              <a:extLst>
                <a:ext uri="{FF2B5EF4-FFF2-40B4-BE49-F238E27FC236}">
                  <a16:creationId xmlns:a16="http://schemas.microsoft.com/office/drawing/2014/main" id="{5637ECA4-29ED-468C-8383-1DF610D9E76E}"/>
                </a:ext>
              </a:extLst>
            </p:cNvPr>
            <p:cNvCxnSpPr/>
            <p:nvPr>
              <p:custDataLst>
                <p:tags r:id="rId179"/>
              </p:custDataLst>
            </p:nvPr>
          </p:nvCxnSpPr>
          <p:spPr bwMode="auto">
            <a:xfrm>
              <a:off x="2592000" y="262802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9" name="直接箭头连接符 598">
              <a:extLst>
                <a:ext uri="{FF2B5EF4-FFF2-40B4-BE49-F238E27FC236}">
                  <a16:creationId xmlns:a16="http://schemas.microsoft.com/office/drawing/2014/main" id="{BE7F2DF3-D3D9-4F62-B145-082E3D800C53}"/>
                </a:ext>
              </a:extLst>
            </p:cNvPr>
            <p:cNvCxnSpPr/>
            <p:nvPr>
              <p:custDataLst>
                <p:tags r:id="rId180"/>
              </p:custDataLst>
            </p:nvPr>
          </p:nvCxnSpPr>
          <p:spPr bwMode="auto">
            <a:xfrm>
              <a:off x="2916000" y="262802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0" name="直接箭头连接符 599">
              <a:extLst>
                <a:ext uri="{FF2B5EF4-FFF2-40B4-BE49-F238E27FC236}">
                  <a16:creationId xmlns:a16="http://schemas.microsoft.com/office/drawing/2014/main" id="{22BC00CF-EC45-4466-B6CD-51199720A4F0}"/>
                </a:ext>
              </a:extLst>
            </p:cNvPr>
            <p:cNvCxnSpPr/>
            <p:nvPr>
              <p:custDataLst>
                <p:tags r:id="rId181"/>
              </p:custDataLst>
            </p:nvPr>
          </p:nvCxnSpPr>
          <p:spPr bwMode="auto">
            <a:xfrm flipH="1" flipV="1">
              <a:off x="2592000" y="3312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601" name="直接箭头连接符 600">
              <a:extLst>
                <a:ext uri="{FF2B5EF4-FFF2-40B4-BE49-F238E27FC236}">
                  <a16:creationId xmlns:a16="http://schemas.microsoft.com/office/drawing/2014/main" id="{18FABB20-5DC3-474C-8E23-A259CAAD828A}"/>
                </a:ext>
              </a:extLst>
            </p:cNvPr>
            <p:cNvCxnSpPr/>
            <p:nvPr>
              <p:custDataLst>
                <p:tags r:id="rId182"/>
              </p:custDataLst>
            </p:nvPr>
          </p:nvCxnSpPr>
          <p:spPr bwMode="auto">
            <a:xfrm>
              <a:off x="2916000" y="3312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602" name="Text Box 146">
              <a:extLst>
                <a:ext uri="{FF2B5EF4-FFF2-40B4-BE49-F238E27FC236}">
                  <a16:creationId xmlns:a16="http://schemas.microsoft.com/office/drawing/2014/main" id="{C34F203B-3CCB-4322-A5D9-74A8B87B4C95}"/>
                </a:ext>
              </a:extLst>
            </p:cNvPr>
            <p:cNvSpPr txBox="1">
              <a:spLocks noChangeArrowheads="1"/>
            </p:cNvSpPr>
            <p:nvPr>
              <p:custDataLst>
                <p:tags r:id="rId183"/>
              </p:custDataLst>
            </p:nvPr>
          </p:nvSpPr>
          <p:spPr bwMode="auto">
            <a:xfrm>
              <a:off x="3132000" y="262802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603" name="直接箭头连接符 602">
              <a:extLst>
                <a:ext uri="{FF2B5EF4-FFF2-40B4-BE49-F238E27FC236}">
                  <a16:creationId xmlns:a16="http://schemas.microsoft.com/office/drawing/2014/main" id="{4B9930EB-D90D-403E-A3E0-DA2782BC123E}"/>
                </a:ext>
              </a:extLst>
            </p:cNvPr>
            <p:cNvCxnSpPr/>
            <p:nvPr>
              <p:custDataLst>
                <p:tags r:id="rId184"/>
              </p:custDataLst>
            </p:nvPr>
          </p:nvCxnSpPr>
          <p:spPr bwMode="auto">
            <a:xfrm flipH="1">
              <a:off x="3276000" y="2664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04" name="直接箭头连接符 603">
              <a:extLst>
                <a:ext uri="{FF2B5EF4-FFF2-40B4-BE49-F238E27FC236}">
                  <a16:creationId xmlns:a16="http://schemas.microsoft.com/office/drawing/2014/main" id="{32D8376E-0C7B-47B7-BB2E-7EBEA6534995}"/>
                </a:ext>
              </a:extLst>
            </p:cNvPr>
            <p:cNvCxnSpPr/>
            <p:nvPr>
              <p:custDataLst>
                <p:tags r:id="rId185"/>
              </p:custDataLst>
            </p:nvPr>
          </p:nvCxnSpPr>
          <p:spPr bwMode="auto">
            <a:xfrm>
              <a:off x="3312000" y="262802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5" name="直接箭头连接符 604">
              <a:extLst>
                <a:ext uri="{FF2B5EF4-FFF2-40B4-BE49-F238E27FC236}">
                  <a16:creationId xmlns:a16="http://schemas.microsoft.com/office/drawing/2014/main" id="{2BB15484-9ECB-4790-8A18-7A9EA18032DA}"/>
                </a:ext>
              </a:extLst>
            </p:cNvPr>
            <p:cNvCxnSpPr/>
            <p:nvPr>
              <p:custDataLst>
                <p:tags r:id="rId186"/>
              </p:custDataLst>
            </p:nvPr>
          </p:nvCxnSpPr>
          <p:spPr bwMode="auto">
            <a:xfrm>
              <a:off x="3636000" y="262802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6" name="直接箭头连接符 605">
              <a:extLst>
                <a:ext uri="{FF2B5EF4-FFF2-40B4-BE49-F238E27FC236}">
                  <a16:creationId xmlns:a16="http://schemas.microsoft.com/office/drawing/2014/main" id="{6C8B0F0F-7355-4670-AD3F-8D76499278FF}"/>
                </a:ext>
              </a:extLst>
            </p:cNvPr>
            <p:cNvCxnSpPr/>
            <p:nvPr>
              <p:custDataLst>
                <p:tags r:id="rId187"/>
              </p:custDataLst>
            </p:nvPr>
          </p:nvCxnSpPr>
          <p:spPr bwMode="auto">
            <a:xfrm flipH="1" flipV="1">
              <a:off x="3312000" y="3312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607" name="直接箭头连接符 606">
              <a:extLst>
                <a:ext uri="{FF2B5EF4-FFF2-40B4-BE49-F238E27FC236}">
                  <a16:creationId xmlns:a16="http://schemas.microsoft.com/office/drawing/2014/main" id="{BA0D36AC-E53C-4351-A9A9-86AD68F1F920}"/>
                </a:ext>
              </a:extLst>
            </p:cNvPr>
            <p:cNvCxnSpPr/>
            <p:nvPr>
              <p:custDataLst>
                <p:tags r:id="rId188"/>
              </p:custDataLst>
            </p:nvPr>
          </p:nvCxnSpPr>
          <p:spPr bwMode="auto">
            <a:xfrm>
              <a:off x="3636000" y="3312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608" name="Text Box 146">
              <a:extLst>
                <a:ext uri="{FF2B5EF4-FFF2-40B4-BE49-F238E27FC236}">
                  <a16:creationId xmlns:a16="http://schemas.microsoft.com/office/drawing/2014/main" id="{D7154DC6-37E0-4F18-9B72-0D169FDCA7BC}"/>
                </a:ext>
              </a:extLst>
            </p:cNvPr>
            <p:cNvSpPr txBox="1">
              <a:spLocks noChangeArrowheads="1"/>
            </p:cNvSpPr>
            <p:nvPr>
              <p:custDataLst>
                <p:tags r:id="rId189"/>
              </p:custDataLst>
            </p:nvPr>
          </p:nvSpPr>
          <p:spPr bwMode="auto">
            <a:xfrm>
              <a:off x="3852000" y="262802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609" name="直接箭头连接符 608">
              <a:extLst>
                <a:ext uri="{FF2B5EF4-FFF2-40B4-BE49-F238E27FC236}">
                  <a16:creationId xmlns:a16="http://schemas.microsoft.com/office/drawing/2014/main" id="{DE121750-10A3-4ED0-BB1F-01D7120DFF12}"/>
                </a:ext>
              </a:extLst>
            </p:cNvPr>
            <p:cNvCxnSpPr/>
            <p:nvPr>
              <p:custDataLst>
                <p:tags r:id="rId190"/>
              </p:custDataLst>
            </p:nvPr>
          </p:nvCxnSpPr>
          <p:spPr bwMode="auto">
            <a:xfrm flipH="1">
              <a:off x="3996000" y="2664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10" name="直接箭头连接符 609">
              <a:extLst>
                <a:ext uri="{FF2B5EF4-FFF2-40B4-BE49-F238E27FC236}">
                  <a16:creationId xmlns:a16="http://schemas.microsoft.com/office/drawing/2014/main" id="{26DE9538-5FF5-40FA-B14D-BFA66307F1E9}"/>
                </a:ext>
              </a:extLst>
            </p:cNvPr>
            <p:cNvCxnSpPr/>
            <p:nvPr>
              <p:custDataLst>
                <p:tags r:id="rId191"/>
              </p:custDataLst>
            </p:nvPr>
          </p:nvCxnSpPr>
          <p:spPr bwMode="auto">
            <a:xfrm>
              <a:off x="4032000" y="262802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1" name="直接箭头连接符 610">
              <a:extLst>
                <a:ext uri="{FF2B5EF4-FFF2-40B4-BE49-F238E27FC236}">
                  <a16:creationId xmlns:a16="http://schemas.microsoft.com/office/drawing/2014/main" id="{4C2FB03D-0654-4B66-8705-25C0F2A07456}"/>
                </a:ext>
              </a:extLst>
            </p:cNvPr>
            <p:cNvCxnSpPr/>
            <p:nvPr>
              <p:custDataLst>
                <p:tags r:id="rId192"/>
              </p:custDataLst>
            </p:nvPr>
          </p:nvCxnSpPr>
          <p:spPr bwMode="auto">
            <a:xfrm>
              <a:off x="4356000" y="262802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2" name="直接箭头连接符 611">
              <a:extLst>
                <a:ext uri="{FF2B5EF4-FFF2-40B4-BE49-F238E27FC236}">
                  <a16:creationId xmlns:a16="http://schemas.microsoft.com/office/drawing/2014/main" id="{42B4A0B0-CECA-4734-BA2D-95DBF5DBC6FF}"/>
                </a:ext>
              </a:extLst>
            </p:cNvPr>
            <p:cNvCxnSpPr/>
            <p:nvPr>
              <p:custDataLst>
                <p:tags r:id="rId193"/>
              </p:custDataLst>
            </p:nvPr>
          </p:nvCxnSpPr>
          <p:spPr bwMode="auto">
            <a:xfrm flipH="1" flipV="1">
              <a:off x="3996000" y="3312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613" name="直接箭头连接符 612">
              <a:extLst>
                <a:ext uri="{FF2B5EF4-FFF2-40B4-BE49-F238E27FC236}">
                  <a16:creationId xmlns:a16="http://schemas.microsoft.com/office/drawing/2014/main" id="{A611558C-5D4B-4DE7-A403-36B638596993}"/>
                </a:ext>
              </a:extLst>
            </p:cNvPr>
            <p:cNvCxnSpPr/>
            <p:nvPr>
              <p:custDataLst>
                <p:tags r:id="rId194"/>
              </p:custDataLst>
            </p:nvPr>
          </p:nvCxnSpPr>
          <p:spPr bwMode="auto">
            <a:xfrm>
              <a:off x="4356000" y="3312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614" name="直接箭头连接符 613">
              <a:extLst>
                <a:ext uri="{FF2B5EF4-FFF2-40B4-BE49-F238E27FC236}">
                  <a16:creationId xmlns:a16="http://schemas.microsoft.com/office/drawing/2014/main" id="{2FFE6C49-A30B-41DE-980C-3E82E38A6439}"/>
                </a:ext>
              </a:extLst>
            </p:cNvPr>
            <p:cNvCxnSpPr/>
            <p:nvPr>
              <p:custDataLst>
                <p:tags r:id="rId195"/>
              </p:custDataLst>
            </p:nvPr>
          </p:nvCxnSpPr>
          <p:spPr bwMode="auto">
            <a:xfrm>
              <a:off x="4572000" y="2340000"/>
              <a:ext cx="0" cy="10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5" name="直接箭头连接符 614">
              <a:extLst>
                <a:ext uri="{FF2B5EF4-FFF2-40B4-BE49-F238E27FC236}">
                  <a16:creationId xmlns:a16="http://schemas.microsoft.com/office/drawing/2014/main" id="{C06D453B-6CF4-4E4A-A6D3-A85A917C82D1}"/>
                </a:ext>
              </a:extLst>
            </p:cNvPr>
            <p:cNvCxnSpPr/>
            <p:nvPr>
              <p:custDataLst>
                <p:tags r:id="rId196"/>
              </p:custDataLst>
            </p:nvPr>
          </p:nvCxnSpPr>
          <p:spPr bwMode="auto">
            <a:xfrm>
              <a:off x="2088000" y="2340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6" name="直接箭头连接符 615">
              <a:extLst>
                <a:ext uri="{FF2B5EF4-FFF2-40B4-BE49-F238E27FC236}">
                  <a16:creationId xmlns:a16="http://schemas.microsoft.com/office/drawing/2014/main" id="{568D4E1B-561E-44FF-8E6D-F78A1F162FF7}"/>
                </a:ext>
              </a:extLst>
            </p:cNvPr>
            <p:cNvCxnSpPr/>
            <p:nvPr>
              <p:custDataLst>
                <p:tags r:id="rId197"/>
              </p:custDataLst>
            </p:nvPr>
          </p:nvCxnSpPr>
          <p:spPr bwMode="auto">
            <a:xfrm>
              <a:off x="2736000" y="2340000"/>
              <a:ext cx="0" cy="10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7" name="直接箭头连接符 616">
              <a:extLst>
                <a:ext uri="{FF2B5EF4-FFF2-40B4-BE49-F238E27FC236}">
                  <a16:creationId xmlns:a16="http://schemas.microsoft.com/office/drawing/2014/main" id="{D7745BC5-8925-4577-B7D7-D4A2569741E9}"/>
                </a:ext>
              </a:extLst>
            </p:cNvPr>
            <p:cNvCxnSpPr/>
            <p:nvPr>
              <p:custDataLst>
                <p:tags r:id="rId198"/>
              </p:custDataLst>
            </p:nvPr>
          </p:nvCxnSpPr>
          <p:spPr bwMode="auto">
            <a:xfrm>
              <a:off x="3420000" y="2340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8" name="直接箭头连接符 617">
              <a:extLst>
                <a:ext uri="{FF2B5EF4-FFF2-40B4-BE49-F238E27FC236}">
                  <a16:creationId xmlns:a16="http://schemas.microsoft.com/office/drawing/2014/main" id="{7173C7FB-78A6-4640-98F0-CCE4786EE013}"/>
                </a:ext>
              </a:extLst>
            </p:cNvPr>
            <p:cNvCxnSpPr/>
            <p:nvPr>
              <p:custDataLst>
                <p:tags r:id="rId199"/>
              </p:custDataLst>
            </p:nvPr>
          </p:nvCxnSpPr>
          <p:spPr bwMode="auto">
            <a:xfrm>
              <a:off x="3996000" y="2340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9" name="Text Box 146">
              <a:extLst>
                <a:ext uri="{FF2B5EF4-FFF2-40B4-BE49-F238E27FC236}">
                  <a16:creationId xmlns:a16="http://schemas.microsoft.com/office/drawing/2014/main" id="{8F9A05D5-CFEE-45B2-A7B9-FCDF525851CB}"/>
                </a:ext>
              </a:extLst>
            </p:cNvPr>
            <p:cNvSpPr txBox="1">
              <a:spLocks noChangeArrowheads="1"/>
            </p:cNvSpPr>
            <p:nvPr>
              <p:custDataLst>
                <p:tags r:id="rId200"/>
              </p:custDataLst>
            </p:nvPr>
          </p:nvSpPr>
          <p:spPr bwMode="auto">
            <a:xfrm>
              <a:off x="2556000" y="230400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20" name="直接箭头连接符 619">
              <a:extLst>
                <a:ext uri="{FF2B5EF4-FFF2-40B4-BE49-F238E27FC236}">
                  <a16:creationId xmlns:a16="http://schemas.microsoft.com/office/drawing/2014/main" id="{12583240-8744-4B12-9E36-D71CFBA4BBB7}"/>
                </a:ext>
              </a:extLst>
            </p:cNvPr>
            <p:cNvCxnSpPr/>
            <p:nvPr>
              <p:custDataLst>
                <p:tags r:id="rId201"/>
              </p:custDataLst>
            </p:nvPr>
          </p:nvCxnSpPr>
          <p:spPr bwMode="auto">
            <a:xfrm flipH="1">
              <a:off x="2700000" y="2376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sp>
          <p:nvSpPr>
            <p:cNvPr id="621" name="Text Box 143">
              <a:extLst>
                <a:ext uri="{FF2B5EF4-FFF2-40B4-BE49-F238E27FC236}">
                  <a16:creationId xmlns:a16="http://schemas.microsoft.com/office/drawing/2014/main" id="{46A9628D-3D42-4CE3-BCFA-DAF2F186BA62}"/>
                </a:ext>
              </a:extLst>
            </p:cNvPr>
            <p:cNvSpPr txBox="1">
              <a:spLocks noChangeArrowheads="1"/>
            </p:cNvSpPr>
            <p:nvPr>
              <p:custDataLst>
                <p:tags r:id="rId202"/>
              </p:custDataLst>
            </p:nvPr>
          </p:nvSpPr>
          <p:spPr bwMode="auto">
            <a:xfrm>
              <a:off x="1692000" y="2772000"/>
              <a:ext cx="648000" cy="54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CS#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622" name="Text Box 143">
              <a:extLst>
                <a:ext uri="{FF2B5EF4-FFF2-40B4-BE49-F238E27FC236}">
                  <a16:creationId xmlns:a16="http://schemas.microsoft.com/office/drawing/2014/main" id="{1B2151CA-B541-4E09-95CD-E8A1866C807B}"/>
                </a:ext>
              </a:extLst>
            </p:cNvPr>
            <p:cNvSpPr txBox="1">
              <a:spLocks noChangeArrowheads="1"/>
            </p:cNvSpPr>
            <p:nvPr>
              <p:custDataLst>
                <p:tags r:id="rId203"/>
              </p:custDataLst>
            </p:nvPr>
          </p:nvSpPr>
          <p:spPr bwMode="auto">
            <a:xfrm>
              <a:off x="2412000" y="2772000"/>
              <a:ext cx="648000" cy="54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CS#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623" name="Text Box 143">
              <a:extLst>
                <a:ext uri="{FF2B5EF4-FFF2-40B4-BE49-F238E27FC236}">
                  <a16:creationId xmlns:a16="http://schemas.microsoft.com/office/drawing/2014/main" id="{262A2D81-5198-4A9A-B0BD-E1344D83AFBC}"/>
                </a:ext>
              </a:extLst>
            </p:cNvPr>
            <p:cNvSpPr txBox="1">
              <a:spLocks noChangeArrowheads="1"/>
            </p:cNvSpPr>
            <p:nvPr>
              <p:custDataLst>
                <p:tags r:id="rId204"/>
              </p:custDataLst>
            </p:nvPr>
          </p:nvSpPr>
          <p:spPr bwMode="auto">
            <a:xfrm>
              <a:off x="3132000" y="2772000"/>
              <a:ext cx="648000" cy="54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CS#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624" name="Text Box 143">
              <a:extLst>
                <a:ext uri="{FF2B5EF4-FFF2-40B4-BE49-F238E27FC236}">
                  <a16:creationId xmlns:a16="http://schemas.microsoft.com/office/drawing/2014/main" id="{A15BC045-7A0F-427A-880F-69372B1D732A}"/>
                </a:ext>
              </a:extLst>
            </p:cNvPr>
            <p:cNvSpPr txBox="1">
              <a:spLocks noChangeArrowheads="1"/>
            </p:cNvSpPr>
            <p:nvPr>
              <p:custDataLst>
                <p:tags r:id="rId205"/>
              </p:custDataLst>
            </p:nvPr>
          </p:nvSpPr>
          <p:spPr bwMode="auto">
            <a:xfrm>
              <a:off x="3852000" y="2772000"/>
              <a:ext cx="648000" cy="54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CS#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WE#</a:t>
              </a:r>
            </a:p>
          </p:txBody>
        </p:sp>
      </p:grpSp>
      <p:grpSp>
        <p:nvGrpSpPr>
          <p:cNvPr id="625" name="组合 624">
            <a:extLst>
              <a:ext uri="{FF2B5EF4-FFF2-40B4-BE49-F238E27FC236}">
                <a16:creationId xmlns:a16="http://schemas.microsoft.com/office/drawing/2014/main" id="{6B67A782-A386-45F5-A2F5-66C94E7A9465}"/>
              </a:ext>
            </a:extLst>
          </p:cNvPr>
          <p:cNvGrpSpPr/>
          <p:nvPr/>
        </p:nvGrpSpPr>
        <p:grpSpPr>
          <a:xfrm>
            <a:off x="3635896" y="3933056"/>
            <a:ext cx="2411510" cy="1296000"/>
            <a:chOff x="4824000" y="2232000"/>
            <a:chExt cx="2411510" cy="1296000"/>
          </a:xfrm>
        </p:grpSpPr>
        <p:grpSp>
          <p:nvGrpSpPr>
            <p:cNvPr id="626" name="组合 625">
              <a:extLst>
                <a:ext uri="{FF2B5EF4-FFF2-40B4-BE49-F238E27FC236}">
                  <a16:creationId xmlns:a16="http://schemas.microsoft.com/office/drawing/2014/main" id="{5B9BC42F-CC1D-45DC-A2B6-D9762AC84F02}"/>
                </a:ext>
              </a:extLst>
            </p:cNvPr>
            <p:cNvGrpSpPr/>
            <p:nvPr/>
          </p:nvGrpSpPr>
          <p:grpSpPr>
            <a:xfrm>
              <a:off x="4824000" y="2232000"/>
              <a:ext cx="2411510" cy="1152000"/>
              <a:chOff x="4824000" y="2232000"/>
              <a:chExt cx="2411510" cy="1152000"/>
            </a:xfrm>
          </p:grpSpPr>
          <p:sp>
            <p:nvSpPr>
              <p:cNvPr id="643" name="Rectangle 784">
                <a:extLst>
                  <a:ext uri="{FF2B5EF4-FFF2-40B4-BE49-F238E27FC236}">
                    <a16:creationId xmlns:a16="http://schemas.microsoft.com/office/drawing/2014/main" id="{B95710A2-131F-4C5B-B457-138FA30F138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5257671" y="2592000"/>
                <a:ext cx="864000" cy="144145"/>
              </a:xfrm>
              <a:prstGeom prst="rect">
                <a:avLst/>
              </a:prstGeom>
              <a:solidFill>
                <a:srgbClr val="99CCFF"/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400" u="none" dirty="0"/>
                  <a:t>响应</a:t>
                </a:r>
              </a:p>
            </p:txBody>
          </p:sp>
          <p:sp>
            <p:nvSpPr>
              <p:cNvPr id="644" name="Text Box 108">
                <a:extLst>
                  <a:ext uri="{FF2B5EF4-FFF2-40B4-BE49-F238E27FC236}">
                    <a16:creationId xmlns:a16="http://schemas.microsoft.com/office/drawing/2014/main" id="{AC4B3CEC-0025-4029-B022-B928629FE60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4824000" y="2232195"/>
                <a:ext cx="360000" cy="104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u="none" dirty="0">
                    <a:latin typeface="宋体" panose="02010600030101010101" pitchFamily="2" charset="-122"/>
                  </a:rPr>
                  <a:t>CLK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u="none" dirty="0">
                    <a:latin typeface="宋体" panose="02010600030101010101" pitchFamily="2" charset="-122"/>
                  </a:rPr>
                  <a:t>CS#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400" u="none" dirty="0">
                    <a:latin typeface="宋体" panose="02010600030101010101" pitchFamily="2" charset="-122"/>
                  </a:rPr>
                  <a:t>体</a:t>
                </a:r>
                <a:r>
                  <a:rPr lang="en-US" altLang="zh-CN" sz="1400" u="none" dirty="0">
                    <a:latin typeface="宋体" panose="02010600030101010101" pitchFamily="2" charset="-122"/>
                  </a:rPr>
                  <a:t>M</a:t>
                </a:r>
                <a:r>
                  <a:rPr lang="en-US" altLang="zh-CN" sz="1400" u="none" baseline="-14000" dirty="0">
                    <a:latin typeface="宋体" panose="02010600030101010101" pitchFamily="2" charset="-122"/>
                  </a:rPr>
                  <a:t>0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400" u="none" dirty="0">
                    <a:latin typeface="宋体" panose="02010600030101010101" pitchFamily="2" charset="-122"/>
                  </a:rPr>
                  <a:t>体</a:t>
                </a:r>
                <a:r>
                  <a:rPr lang="en-US" altLang="zh-CN" sz="1400" u="none" dirty="0">
                    <a:latin typeface="宋体" panose="02010600030101010101" pitchFamily="2" charset="-122"/>
                  </a:rPr>
                  <a:t>M</a:t>
                </a:r>
                <a:r>
                  <a:rPr lang="en-US" altLang="zh-CN" sz="1400" u="none" baseline="-14000" dirty="0">
                    <a:latin typeface="宋体" panose="02010600030101010101" pitchFamily="2" charset="-122"/>
                  </a:rPr>
                  <a:t>1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400" u="none" dirty="0">
                    <a:latin typeface="宋体" panose="02010600030101010101" pitchFamily="2" charset="-122"/>
                  </a:rPr>
                  <a:t>体</a:t>
                </a:r>
                <a:r>
                  <a:rPr lang="en-US" altLang="zh-CN" sz="1400" u="none" dirty="0">
                    <a:latin typeface="宋体" panose="02010600030101010101" pitchFamily="2" charset="-122"/>
                  </a:rPr>
                  <a:t>M</a:t>
                </a:r>
                <a:r>
                  <a:rPr lang="en-US" altLang="zh-CN" sz="1400" u="none" baseline="-14000" dirty="0">
                    <a:latin typeface="宋体" panose="02010600030101010101" pitchFamily="2" charset="-122"/>
                  </a:rPr>
                  <a:t>2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400" u="none" dirty="0">
                    <a:latin typeface="宋体" panose="02010600030101010101" pitchFamily="2" charset="-122"/>
                  </a:rPr>
                  <a:t>体</a:t>
                </a:r>
                <a:r>
                  <a:rPr lang="en-US" altLang="zh-CN" sz="1400" u="none" dirty="0">
                    <a:latin typeface="宋体" panose="02010600030101010101" pitchFamily="2" charset="-122"/>
                  </a:rPr>
                  <a:t>M</a:t>
                </a:r>
                <a:r>
                  <a:rPr lang="en-US" altLang="zh-CN" sz="1400" u="none" baseline="-14000" dirty="0">
                    <a:latin typeface="宋体" panose="02010600030101010101" pitchFamily="2" charset="-122"/>
                  </a:rPr>
                  <a:t>3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400" baseline="-14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E82EE5D8-5658-4884-9CB3-9589D40E217D}"/>
                  </a:ext>
                </a:extLst>
              </p:cNvPr>
              <p:cNvCxnSpPr/>
              <p:nvPr>
                <p:custDataLst>
                  <p:tags r:id="rId71"/>
                </p:custDataLst>
              </p:nvPr>
            </p:nvCxnSpPr>
            <p:spPr>
              <a:xfrm>
                <a:off x="6984000" y="2375705"/>
                <a:ext cx="0" cy="97200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D8D98C13-968F-45D5-8AC8-7441931F7474}"/>
                  </a:ext>
                </a:extLst>
              </p:cNvPr>
              <p:cNvCxnSpPr/>
              <p:nvPr>
                <p:custDataLst>
                  <p:tags r:id="rId72"/>
                </p:custDataLst>
              </p:nvPr>
            </p:nvCxnSpPr>
            <p:spPr>
              <a:xfrm>
                <a:off x="5255766" y="2375705"/>
                <a:ext cx="0" cy="97200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直接连接符 646">
                <a:extLst>
                  <a:ext uri="{FF2B5EF4-FFF2-40B4-BE49-F238E27FC236}">
                    <a16:creationId xmlns:a16="http://schemas.microsoft.com/office/drawing/2014/main" id="{D3D34FDD-3E85-4AEE-9349-210450F005A4}"/>
                  </a:ext>
                </a:extLst>
              </p:cNvPr>
              <p:cNvCxnSpPr/>
              <p:nvPr>
                <p:custDataLst>
                  <p:tags r:id="rId73"/>
                </p:custDataLst>
              </p:nvPr>
            </p:nvCxnSpPr>
            <p:spPr>
              <a:xfrm>
                <a:off x="6120000" y="2375705"/>
                <a:ext cx="0" cy="97200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直接连接符 647">
                <a:extLst>
                  <a:ext uri="{FF2B5EF4-FFF2-40B4-BE49-F238E27FC236}">
                    <a16:creationId xmlns:a16="http://schemas.microsoft.com/office/drawing/2014/main" id="{4B170AB0-26B5-431C-8AB8-C29F95202013}"/>
                  </a:ext>
                </a:extLst>
              </p:cNvPr>
              <p:cNvCxnSpPr/>
              <p:nvPr>
                <p:custDataLst>
                  <p:tags r:id="rId74"/>
                </p:custDataLst>
              </p:nvPr>
            </p:nvCxnSpPr>
            <p:spPr>
              <a:xfrm>
                <a:off x="5472000" y="259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9" name="直接连接符 648">
                <a:extLst>
                  <a:ext uri="{FF2B5EF4-FFF2-40B4-BE49-F238E27FC236}">
                    <a16:creationId xmlns:a16="http://schemas.microsoft.com/office/drawing/2014/main" id="{365C77ED-42A1-4AAE-855F-DEE6B7EF6CD1}"/>
                  </a:ext>
                </a:extLst>
              </p:cNvPr>
              <p:cNvCxnSpPr/>
              <p:nvPr>
                <p:custDataLst>
                  <p:tags r:id="rId75"/>
                </p:custDataLst>
              </p:nvPr>
            </p:nvCxnSpPr>
            <p:spPr>
              <a:xfrm>
                <a:off x="5255766" y="273600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0" name="直接连接符 649">
                <a:extLst>
                  <a:ext uri="{FF2B5EF4-FFF2-40B4-BE49-F238E27FC236}">
                    <a16:creationId xmlns:a16="http://schemas.microsoft.com/office/drawing/2014/main" id="{672F48B9-CA83-4F50-AFD4-A48A55DE5B6A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>
              <a:xfrm>
                <a:off x="5255766" y="259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1" name="直接连接符 650">
                <a:extLst>
                  <a:ext uri="{FF2B5EF4-FFF2-40B4-BE49-F238E27FC236}">
                    <a16:creationId xmlns:a16="http://schemas.microsoft.com/office/drawing/2014/main" id="{A7792A2A-841C-4FB0-9E5B-1B482F9E5A60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>
              <a:xfrm>
                <a:off x="5184000" y="2592000"/>
                <a:ext cx="72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2" name="直接连接符 651">
                <a:extLst>
                  <a:ext uri="{FF2B5EF4-FFF2-40B4-BE49-F238E27FC236}">
                    <a16:creationId xmlns:a16="http://schemas.microsoft.com/office/drawing/2014/main" id="{5D6D6CDC-49C7-4281-9611-B87458044055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>
              <a:xfrm>
                <a:off x="5472000" y="2592000"/>
                <a:ext cx="64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直接连接符 652">
                <a:extLst>
                  <a:ext uri="{FF2B5EF4-FFF2-40B4-BE49-F238E27FC236}">
                    <a16:creationId xmlns:a16="http://schemas.microsoft.com/office/drawing/2014/main" id="{5D74572F-0985-4BE2-BD1C-55575AA5C2AF}"/>
                  </a:ext>
                </a:extLst>
              </p:cNvPr>
              <p:cNvCxnSpPr/>
              <p:nvPr>
                <p:custDataLst>
                  <p:tags r:id="rId79"/>
                </p:custDataLst>
              </p:nvPr>
            </p:nvCxnSpPr>
            <p:spPr>
              <a:xfrm>
                <a:off x="6120000" y="259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4" name="直接连接符 653">
                <a:extLst>
                  <a:ext uri="{FF2B5EF4-FFF2-40B4-BE49-F238E27FC236}">
                    <a16:creationId xmlns:a16="http://schemas.microsoft.com/office/drawing/2014/main" id="{83E48D74-F636-49CE-9A0D-43D680E99DEA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>
              <a:xfrm>
                <a:off x="6336000" y="2592000"/>
                <a:ext cx="720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5" name="直接连接符 654">
                <a:extLst>
                  <a:ext uri="{FF2B5EF4-FFF2-40B4-BE49-F238E27FC236}">
                    <a16:creationId xmlns:a16="http://schemas.microsoft.com/office/drawing/2014/main" id="{515BA136-1695-47B2-B24A-796F10331DDA}"/>
                  </a:ext>
                </a:extLst>
              </p:cNvPr>
              <p:cNvCxnSpPr/>
              <p:nvPr>
                <p:custDataLst>
                  <p:tags r:id="rId81"/>
                </p:custDataLst>
              </p:nvPr>
            </p:nvCxnSpPr>
            <p:spPr>
              <a:xfrm>
                <a:off x="6336000" y="259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6" name="直接连接符 655">
                <a:extLst>
                  <a:ext uri="{FF2B5EF4-FFF2-40B4-BE49-F238E27FC236}">
                    <a16:creationId xmlns:a16="http://schemas.microsoft.com/office/drawing/2014/main" id="{6B516DC7-826F-4A12-8666-E0AA9595BEF3}"/>
                  </a:ext>
                </a:extLst>
              </p:cNvPr>
              <p:cNvCxnSpPr/>
              <p:nvPr>
                <p:custDataLst>
                  <p:tags r:id="rId82"/>
                </p:custDataLst>
              </p:nvPr>
            </p:nvCxnSpPr>
            <p:spPr>
              <a:xfrm>
                <a:off x="6120000" y="273600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7" name="直接连接符 656">
                <a:extLst>
                  <a:ext uri="{FF2B5EF4-FFF2-40B4-BE49-F238E27FC236}">
                    <a16:creationId xmlns:a16="http://schemas.microsoft.com/office/drawing/2014/main" id="{B41ECB1E-6952-4C03-B7FB-C7D29EE76C12}"/>
                  </a:ext>
                </a:extLst>
              </p:cNvPr>
              <p:cNvCxnSpPr/>
              <p:nvPr>
                <p:custDataLst>
                  <p:tags r:id="rId83"/>
                </p:custDataLst>
              </p:nvPr>
            </p:nvCxnSpPr>
            <p:spPr>
              <a:xfrm>
                <a:off x="5184000" y="2376340"/>
                <a:ext cx="72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8" name="直接连接符 657">
                <a:extLst>
                  <a:ext uri="{FF2B5EF4-FFF2-40B4-BE49-F238E27FC236}">
                    <a16:creationId xmlns:a16="http://schemas.microsoft.com/office/drawing/2014/main" id="{F804CAD7-6414-42CF-B771-BEF2EF938390}"/>
                  </a:ext>
                </a:extLst>
              </p:cNvPr>
              <p:cNvCxnSpPr/>
              <p:nvPr>
                <p:custDataLst>
                  <p:tags r:id="rId84"/>
                </p:custDataLst>
              </p:nvPr>
            </p:nvCxnSpPr>
            <p:spPr>
              <a:xfrm>
                <a:off x="5364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9" name="直接连接符 658">
                <a:extLst>
                  <a:ext uri="{FF2B5EF4-FFF2-40B4-BE49-F238E27FC236}">
                    <a16:creationId xmlns:a16="http://schemas.microsoft.com/office/drawing/2014/main" id="{91968DF1-7866-483E-AA81-6C78B7D6D30F}"/>
                  </a:ext>
                </a:extLst>
              </p:cNvPr>
              <p:cNvCxnSpPr/>
              <p:nvPr>
                <p:custDataLst>
                  <p:tags r:id="rId85"/>
                </p:custDataLst>
              </p:nvPr>
            </p:nvCxnSpPr>
            <p:spPr>
              <a:xfrm>
                <a:off x="5255766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0" name="直接连接符 659">
                <a:extLst>
                  <a:ext uri="{FF2B5EF4-FFF2-40B4-BE49-F238E27FC236}">
                    <a16:creationId xmlns:a16="http://schemas.microsoft.com/office/drawing/2014/main" id="{0105B5F6-58A4-4645-9C3E-A5993D5C80BB}"/>
                  </a:ext>
                </a:extLst>
              </p:cNvPr>
              <p:cNvCxnSpPr/>
              <p:nvPr>
                <p:custDataLst>
                  <p:tags r:id="rId86"/>
                </p:custDataLst>
              </p:nvPr>
            </p:nvCxnSpPr>
            <p:spPr>
              <a:xfrm>
                <a:off x="5255766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1" name="直接连接符 660">
                <a:extLst>
                  <a:ext uri="{FF2B5EF4-FFF2-40B4-BE49-F238E27FC236}">
                    <a16:creationId xmlns:a16="http://schemas.microsoft.com/office/drawing/2014/main" id="{A0C33099-45ED-4F4C-9F74-985AA0FB36D3}"/>
                  </a:ext>
                </a:extLst>
              </p:cNvPr>
              <p:cNvCxnSpPr/>
              <p:nvPr>
                <p:custDataLst>
                  <p:tags r:id="rId87"/>
                </p:custDataLst>
              </p:nvPr>
            </p:nvCxnSpPr>
            <p:spPr>
              <a:xfrm>
                <a:off x="5364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2" name="直接连接符 661">
                <a:extLst>
                  <a:ext uri="{FF2B5EF4-FFF2-40B4-BE49-F238E27FC236}">
                    <a16:creationId xmlns:a16="http://schemas.microsoft.com/office/drawing/2014/main" id="{3F0126C6-E6D3-4C0D-B52E-979A1DD21425}"/>
                  </a:ext>
                </a:extLst>
              </p:cNvPr>
              <p:cNvCxnSpPr/>
              <p:nvPr>
                <p:custDataLst>
                  <p:tags r:id="rId88"/>
                </p:custDataLst>
              </p:nvPr>
            </p:nvCxnSpPr>
            <p:spPr>
              <a:xfrm>
                <a:off x="5580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3" name="直接连接符 662">
                <a:extLst>
                  <a:ext uri="{FF2B5EF4-FFF2-40B4-BE49-F238E27FC236}">
                    <a16:creationId xmlns:a16="http://schemas.microsoft.com/office/drawing/2014/main" id="{6F44C8E4-0154-494D-89BE-5AEEA884BDB5}"/>
                  </a:ext>
                </a:extLst>
              </p:cNvPr>
              <p:cNvCxnSpPr/>
              <p:nvPr>
                <p:custDataLst>
                  <p:tags r:id="rId89"/>
                </p:custDataLst>
              </p:nvPr>
            </p:nvCxnSpPr>
            <p:spPr>
              <a:xfrm>
                <a:off x="5472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4" name="直接连接符 663">
                <a:extLst>
                  <a:ext uri="{FF2B5EF4-FFF2-40B4-BE49-F238E27FC236}">
                    <a16:creationId xmlns:a16="http://schemas.microsoft.com/office/drawing/2014/main" id="{03AF06D4-F2CD-49B0-85E0-AAF1295E0378}"/>
                  </a:ext>
                </a:extLst>
              </p:cNvPr>
              <p:cNvCxnSpPr/>
              <p:nvPr>
                <p:custDataLst>
                  <p:tags r:id="rId90"/>
                </p:custDataLst>
              </p:nvPr>
            </p:nvCxnSpPr>
            <p:spPr>
              <a:xfrm>
                <a:off x="5472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直接连接符 664">
                <a:extLst>
                  <a:ext uri="{FF2B5EF4-FFF2-40B4-BE49-F238E27FC236}">
                    <a16:creationId xmlns:a16="http://schemas.microsoft.com/office/drawing/2014/main" id="{28AD36CF-071E-46BA-BDAD-25A3C52BAA12}"/>
                  </a:ext>
                </a:extLst>
              </p:cNvPr>
              <p:cNvCxnSpPr/>
              <p:nvPr>
                <p:custDataLst>
                  <p:tags r:id="rId91"/>
                </p:custDataLst>
              </p:nvPr>
            </p:nvCxnSpPr>
            <p:spPr>
              <a:xfrm>
                <a:off x="5580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6" name="直接连接符 665">
                <a:extLst>
                  <a:ext uri="{FF2B5EF4-FFF2-40B4-BE49-F238E27FC236}">
                    <a16:creationId xmlns:a16="http://schemas.microsoft.com/office/drawing/2014/main" id="{C5B07C83-1FBE-491D-8C76-E9A97FDAF72A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>
              <a:xfrm>
                <a:off x="5796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7" name="直接连接符 666">
                <a:extLst>
                  <a:ext uri="{FF2B5EF4-FFF2-40B4-BE49-F238E27FC236}">
                    <a16:creationId xmlns:a16="http://schemas.microsoft.com/office/drawing/2014/main" id="{7A7C1D81-FF42-4246-BA5B-0EEF438CB49F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>
              <a:xfrm>
                <a:off x="5688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8" name="直接连接符 667">
                <a:extLst>
                  <a:ext uri="{FF2B5EF4-FFF2-40B4-BE49-F238E27FC236}">
                    <a16:creationId xmlns:a16="http://schemas.microsoft.com/office/drawing/2014/main" id="{18778143-F9FC-4331-A222-BA1BB01275CB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>
              <a:xfrm>
                <a:off x="5688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9" name="直接连接符 668">
                <a:extLst>
                  <a:ext uri="{FF2B5EF4-FFF2-40B4-BE49-F238E27FC236}">
                    <a16:creationId xmlns:a16="http://schemas.microsoft.com/office/drawing/2014/main" id="{AA00138E-786C-4E01-A0D7-9C1E5362A982}"/>
                  </a:ext>
                </a:extLst>
              </p:cNvPr>
              <p:cNvCxnSpPr/>
              <p:nvPr>
                <p:custDataLst>
                  <p:tags r:id="rId95"/>
                </p:custDataLst>
              </p:nvPr>
            </p:nvCxnSpPr>
            <p:spPr>
              <a:xfrm>
                <a:off x="5796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0" name="直接连接符 669">
                <a:extLst>
                  <a:ext uri="{FF2B5EF4-FFF2-40B4-BE49-F238E27FC236}">
                    <a16:creationId xmlns:a16="http://schemas.microsoft.com/office/drawing/2014/main" id="{9E2F7FB1-E337-4405-A565-C18B3949B28D}"/>
                  </a:ext>
                </a:extLst>
              </p:cNvPr>
              <p:cNvCxnSpPr/>
              <p:nvPr>
                <p:custDataLst>
                  <p:tags r:id="rId96"/>
                </p:custDataLst>
              </p:nvPr>
            </p:nvCxnSpPr>
            <p:spPr>
              <a:xfrm>
                <a:off x="5904000" y="223200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1" name="直接连接符 670">
                <a:extLst>
                  <a:ext uri="{FF2B5EF4-FFF2-40B4-BE49-F238E27FC236}">
                    <a16:creationId xmlns:a16="http://schemas.microsoft.com/office/drawing/2014/main" id="{3DB3D4C1-870D-4D82-8376-4B891E9929D8}"/>
                  </a:ext>
                </a:extLst>
              </p:cNvPr>
              <p:cNvCxnSpPr/>
              <p:nvPr>
                <p:custDataLst>
                  <p:tags r:id="rId97"/>
                </p:custDataLst>
              </p:nvPr>
            </p:nvCxnSpPr>
            <p:spPr>
              <a:xfrm>
                <a:off x="5904000" y="2232000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2" name="直接连接符 671">
                <a:extLst>
                  <a:ext uri="{FF2B5EF4-FFF2-40B4-BE49-F238E27FC236}">
                    <a16:creationId xmlns:a16="http://schemas.microsoft.com/office/drawing/2014/main" id="{45E1631D-C418-413F-8DA9-392ADCE4E2E6}"/>
                  </a:ext>
                </a:extLst>
              </p:cNvPr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6012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3" name="直接连接符 672">
                <a:extLst>
                  <a:ext uri="{FF2B5EF4-FFF2-40B4-BE49-F238E27FC236}">
                    <a16:creationId xmlns:a16="http://schemas.microsoft.com/office/drawing/2014/main" id="{D7D3F55A-04C2-4A15-A7EA-120CA8F8F2A5}"/>
                  </a:ext>
                </a:extLst>
              </p:cNvPr>
              <p:cNvCxnSpPr/>
              <p:nvPr>
                <p:custDataLst>
                  <p:tags r:id="rId99"/>
                </p:custDataLst>
              </p:nvPr>
            </p:nvCxnSpPr>
            <p:spPr>
              <a:xfrm>
                <a:off x="6012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4" name="直接连接符 673">
                <a:extLst>
                  <a:ext uri="{FF2B5EF4-FFF2-40B4-BE49-F238E27FC236}">
                    <a16:creationId xmlns:a16="http://schemas.microsoft.com/office/drawing/2014/main" id="{D283FBED-902C-4A81-AC47-B8420ADD9803}"/>
                  </a:ext>
                </a:extLst>
              </p:cNvPr>
              <p:cNvCxnSpPr/>
              <p:nvPr>
                <p:custDataLst>
                  <p:tags r:id="rId100"/>
                </p:custDataLst>
              </p:nvPr>
            </p:nvCxnSpPr>
            <p:spPr>
              <a:xfrm>
                <a:off x="6228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5" name="直接连接符 674">
                <a:extLst>
                  <a:ext uri="{FF2B5EF4-FFF2-40B4-BE49-F238E27FC236}">
                    <a16:creationId xmlns:a16="http://schemas.microsoft.com/office/drawing/2014/main" id="{F8F6A499-1F81-442C-9BB8-CB2D4F1D145D}"/>
                  </a:ext>
                </a:extLst>
              </p:cNvPr>
              <p:cNvCxnSpPr/>
              <p:nvPr>
                <p:custDataLst>
                  <p:tags r:id="rId101"/>
                </p:custDataLst>
              </p:nvPr>
            </p:nvCxnSpPr>
            <p:spPr>
              <a:xfrm>
                <a:off x="6120291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6" name="直接连接符 675">
                <a:extLst>
                  <a:ext uri="{FF2B5EF4-FFF2-40B4-BE49-F238E27FC236}">
                    <a16:creationId xmlns:a16="http://schemas.microsoft.com/office/drawing/2014/main" id="{81CC1C3F-EFD7-49D7-BEAC-DE01C88AFC9F}"/>
                  </a:ext>
                </a:extLst>
              </p:cNvPr>
              <p:cNvCxnSpPr/>
              <p:nvPr>
                <p:custDataLst>
                  <p:tags r:id="rId102"/>
                </p:custDataLst>
              </p:nvPr>
            </p:nvCxnSpPr>
            <p:spPr>
              <a:xfrm>
                <a:off x="6120291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7" name="直接连接符 676">
                <a:extLst>
                  <a:ext uri="{FF2B5EF4-FFF2-40B4-BE49-F238E27FC236}">
                    <a16:creationId xmlns:a16="http://schemas.microsoft.com/office/drawing/2014/main" id="{E85250ED-65FE-4BBF-AB56-9B8DFE581283}"/>
                  </a:ext>
                </a:extLst>
              </p:cNvPr>
              <p:cNvCxnSpPr/>
              <p:nvPr>
                <p:custDataLst>
                  <p:tags r:id="rId103"/>
                </p:custDataLst>
              </p:nvPr>
            </p:nvCxnSpPr>
            <p:spPr>
              <a:xfrm>
                <a:off x="6228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8" name="直接连接符 677">
                <a:extLst>
                  <a:ext uri="{FF2B5EF4-FFF2-40B4-BE49-F238E27FC236}">
                    <a16:creationId xmlns:a16="http://schemas.microsoft.com/office/drawing/2014/main" id="{88B248F3-018F-4408-AE4F-FD506E10D69B}"/>
                  </a:ext>
                </a:extLst>
              </p:cNvPr>
              <p:cNvCxnSpPr/>
              <p:nvPr>
                <p:custDataLst>
                  <p:tags r:id="rId104"/>
                </p:custDataLst>
              </p:nvPr>
            </p:nvCxnSpPr>
            <p:spPr>
              <a:xfrm>
                <a:off x="6444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直接连接符 678">
                <a:extLst>
                  <a:ext uri="{FF2B5EF4-FFF2-40B4-BE49-F238E27FC236}">
                    <a16:creationId xmlns:a16="http://schemas.microsoft.com/office/drawing/2014/main" id="{56F32220-5D66-4A26-A6EF-BC7771473DE1}"/>
                  </a:ext>
                </a:extLst>
              </p:cNvPr>
              <p:cNvCxnSpPr/>
              <p:nvPr>
                <p:custDataLst>
                  <p:tags r:id="rId105"/>
                </p:custDataLst>
              </p:nvPr>
            </p:nvCxnSpPr>
            <p:spPr>
              <a:xfrm>
                <a:off x="6336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0" name="直接连接符 679">
                <a:extLst>
                  <a:ext uri="{FF2B5EF4-FFF2-40B4-BE49-F238E27FC236}">
                    <a16:creationId xmlns:a16="http://schemas.microsoft.com/office/drawing/2014/main" id="{E8FE3938-7449-42BB-A71B-1FCE9BFC0183}"/>
                  </a:ext>
                </a:extLst>
              </p:cNvPr>
              <p:cNvCxnSpPr/>
              <p:nvPr>
                <p:custDataLst>
                  <p:tags r:id="rId106"/>
                </p:custDataLst>
              </p:nvPr>
            </p:nvCxnSpPr>
            <p:spPr>
              <a:xfrm>
                <a:off x="6336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1" name="直接连接符 680">
                <a:extLst>
                  <a:ext uri="{FF2B5EF4-FFF2-40B4-BE49-F238E27FC236}">
                    <a16:creationId xmlns:a16="http://schemas.microsoft.com/office/drawing/2014/main" id="{4C674CC2-1805-44A5-89A8-DE5277A779C8}"/>
                  </a:ext>
                </a:extLst>
              </p:cNvPr>
              <p:cNvCxnSpPr/>
              <p:nvPr>
                <p:custDataLst>
                  <p:tags r:id="rId107"/>
                </p:custDataLst>
              </p:nvPr>
            </p:nvCxnSpPr>
            <p:spPr>
              <a:xfrm>
                <a:off x="6444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2" name="直接连接符 681">
                <a:extLst>
                  <a:ext uri="{FF2B5EF4-FFF2-40B4-BE49-F238E27FC236}">
                    <a16:creationId xmlns:a16="http://schemas.microsoft.com/office/drawing/2014/main" id="{1D2BC35E-A7D3-4F2B-8BE7-472C4E7E898C}"/>
                  </a:ext>
                </a:extLst>
              </p:cNvPr>
              <p:cNvCxnSpPr/>
              <p:nvPr>
                <p:custDataLst>
                  <p:tags r:id="rId108"/>
                </p:custDataLst>
              </p:nvPr>
            </p:nvCxnSpPr>
            <p:spPr>
              <a:xfrm>
                <a:off x="6660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3" name="直接连接符 682">
                <a:extLst>
                  <a:ext uri="{FF2B5EF4-FFF2-40B4-BE49-F238E27FC236}">
                    <a16:creationId xmlns:a16="http://schemas.microsoft.com/office/drawing/2014/main" id="{364DBA00-872A-44CE-B7AF-5B5DA6E56F70}"/>
                  </a:ext>
                </a:extLst>
              </p:cNvPr>
              <p:cNvCxnSpPr/>
              <p:nvPr>
                <p:custDataLst>
                  <p:tags r:id="rId109"/>
                </p:custDataLst>
              </p:nvPr>
            </p:nvCxnSpPr>
            <p:spPr>
              <a:xfrm>
                <a:off x="6552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直接连接符 683">
                <a:extLst>
                  <a:ext uri="{FF2B5EF4-FFF2-40B4-BE49-F238E27FC236}">
                    <a16:creationId xmlns:a16="http://schemas.microsoft.com/office/drawing/2014/main" id="{8BCD9124-2FC7-43DA-9680-28C5ED1CB929}"/>
                  </a:ext>
                </a:extLst>
              </p:cNvPr>
              <p:cNvCxnSpPr/>
              <p:nvPr>
                <p:custDataLst>
                  <p:tags r:id="rId110"/>
                </p:custDataLst>
              </p:nvPr>
            </p:nvCxnSpPr>
            <p:spPr>
              <a:xfrm>
                <a:off x="6552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5" name="直接连接符 684">
                <a:extLst>
                  <a:ext uri="{FF2B5EF4-FFF2-40B4-BE49-F238E27FC236}">
                    <a16:creationId xmlns:a16="http://schemas.microsoft.com/office/drawing/2014/main" id="{9C5BD5D7-A826-4A96-AA82-9599E7EB18D3}"/>
                  </a:ext>
                </a:extLst>
              </p:cNvPr>
              <p:cNvCxnSpPr/>
              <p:nvPr>
                <p:custDataLst>
                  <p:tags r:id="rId111"/>
                </p:custDataLst>
              </p:nvPr>
            </p:nvCxnSpPr>
            <p:spPr>
              <a:xfrm>
                <a:off x="6660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6" name="直接连接符 685">
                <a:extLst>
                  <a:ext uri="{FF2B5EF4-FFF2-40B4-BE49-F238E27FC236}">
                    <a16:creationId xmlns:a16="http://schemas.microsoft.com/office/drawing/2014/main" id="{FD4499D3-50E2-40F4-9E00-F6441A989F60}"/>
                  </a:ext>
                </a:extLst>
              </p:cNvPr>
              <p:cNvCxnSpPr/>
              <p:nvPr>
                <p:custDataLst>
                  <p:tags r:id="rId112"/>
                </p:custDataLst>
              </p:nvPr>
            </p:nvCxnSpPr>
            <p:spPr>
              <a:xfrm>
                <a:off x="6876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7" name="直接连接符 686">
                <a:extLst>
                  <a:ext uri="{FF2B5EF4-FFF2-40B4-BE49-F238E27FC236}">
                    <a16:creationId xmlns:a16="http://schemas.microsoft.com/office/drawing/2014/main" id="{B8CC92F6-D5D1-457F-92E8-A9EFFAD0E33C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>
              <a:xfrm>
                <a:off x="6768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8" name="直接连接符 687">
                <a:extLst>
                  <a:ext uri="{FF2B5EF4-FFF2-40B4-BE49-F238E27FC236}">
                    <a16:creationId xmlns:a16="http://schemas.microsoft.com/office/drawing/2014/main" id="{87AFF465-A74F-4D89-84DA-E69195C75F92}"/>
                  </a:ext>
                </a:extLst>
              </p:cNvPr>
              <p:cNvCxnSpPr/>
              <p:nvPr>
                <p:custDataLst>
                  <p:tags r:id="rId114"/>
                </p:custDataLst>
              </p:nvPr>
            </p:nvCxnSpPr>
            <p:spPr>
              <a:xfrm>
                <a:off x="6768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9" name="直接连接符 688">
                <a:extLst>
                  <a:ext uri="{FF2B5EF4-FFF2-40B4-BE49-F238E27FC236}">
                    <a16:creationId xmlns:a16="http://schemas.microsoft.com/office/drawing/2014/main" id="{48F27D22-77EF-4396-9AA4-3D4ED96AE101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>
              <a:xfrm>
                <a:off x="6876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0" name="直接连接符 689">
                <a:extLst>
                  <a:ext uri="{FF2B5EF4-FFF2-40B4-BE49-F238E27FC236}">
                    <a16:creationId xmlns:a16="http://schemas.microsoft.com/office/drawing/2014/main" id="{11904934-F4C0-4D3E-96FA-5DD586A68011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>
              <a:xfrm>
                <a:off x="6984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1" name="直接连接符 690">
                <a:extLst>
                  <a:ext uri="{FF2B5EF4-FFF2-40B4-BE49-F238E27FC236}">
                    <a16:creationId xmlns:a16="http://schemas.microsoft.com/office/drawing/2014/main" id="{12771EC8-73BE-45C7-91A3-7491BD396F4B}"/>
                  </a:ext>
                </a:extLst>
              </p:cNvPr>
              <p:cNvCxnSpPr/>
              <p:nvPr>
                <p:custDataLst>
                  <p:tags r:id="rId117"/>
                </p:custDataLst>
              </p:nvPr>
            </p:nvCxnSpPr>
            <p:spPr>
              <a:xfrm>
                <a:off x="6984000" y="2232195"/>
                <a:ext cx="72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2" name="Rectangle 784">
                <a:extLst>
                  <a:ext uri="{FF2B5EF4-FFF2-40B4-BE49-F238E27FC236}">
                    <a16:creationId xmlns:a16="http://schemas.microsoft.com/office/drawing/2014/main" id="{0BE0A054-9741-4C91-BCC9-B24ED859BCA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5472000" y="2772000"/>
                <a:ext cx="864000" cy="144145"/>
              </a:xfrm>
              <a:prstGeom prst="rect">
                <a:avLst/>
              </a:prstGeom>
              <a:solidFill>
                <a:srgbClr val="99CCFF"/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en-US" sz="1400" u="none" dirty="0"/>
              </a:p>
            </p:txBody>
          </p:sp>
          <p:cxnSp>
            <p:nvCxnSpPr>
              <p:cNvPr id="693" name="直接连接符 692">
                <a:extLst>
                  <a:ext uri="{FF2B5EF4-FFF2-40B4-BE49-F238E27FC236}">
                    <a16:creationId xmlns:a16="http://schemas.microsoft.com/office/drawing/2014/main" id="{123D0A1B-4092-4092-9511-0A05CA66D424}"/>
                  </a:ext>
                </a:extLst>
              </p:cNvPr>
              <p:cNvCxnSpPr/>
              <p:nvPr>
                <p:custDataLst>
                  <p:tags r:id="rId119"/>
                </p:custDataLst>
              </p:nvPr>
            </p:nvCxnSpPr>
            <p:spPr>
              <a:xfrm>
                <a:off x="5688000" y="277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直接连接符 693">
                <a:extLst>
                  <a:ext uri="{FF2B5EF4-FFF2-40B4-BE49-F238E27FC236}">
                    <a16:creationId xmlns:a16="http://schemas.microsoft.com/office/drawing/2014/main" id="{AC600DDB-C06D-44DA-A8A2-6344F5C82703}"/>
                  </a:ext>
                </a:extLst>
              </p:cNvPr>
              <p:cNvCxnSpPr/>
              <p:nvPr>
                <p:custDataLst>
                  <p:tags r:id="rId120"/>
                </p:custDataLst>
              </p:nvPr>
            </p:nvCxnSpPr>
            <p:spPr>
              <a:xfrm>
                <a:off x="5472000" y="291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5" name="直接连接符 694">
                <a:extLst>
                  <a:ext uri="{FF2B5EF4-FFF2-40B4-BE49-F238E27FC236}">
                    <a16:creationId xmlns:a16="http://schemas.microsoft.com/office/drawing/2014/main" id="{7D337067-BFDD-4DDC-BE80-D34A61A38532}"/>
                  </a:ext>
                </a:extLst>
              </p:cNvPr>
              <p:cNvCxnSpPr/>
              <p:nvPr>
                <p:custDataLst>
                  <p:tags r:id="rId121"/>
                </p:custDataLst>
              </p:nvPr>
            </p:nvCxnSpPr>
            <p:spPr>
              <a:xfrm>
                <a:off x="5472000" y="277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6" name="直接连接符 695">
                <a:extLst>
                  <a:ext uri="{FF2B5EF4-FFF2-40B4-BE49-F238E27FC236}">
                    <a16:creationId xmlns:a16="http://schemas.microsoft.com/office/drawing/2014/main" id="{712B80F1-65E3-4177-846E-9A443D50CDA1}"/>
                  </a:ext>
                </a:extLst>
              </p:cNvPr>
              <p:cNvCxnSpPr/>
              <p:nvPr>
                <p:custDataLst>
                  <p:tags r:id="rId122"/>
                </p:custDataLst>
              </p:nvPr>
            </p:nvCxnSpPr>
            <p:spPr>
              <a:xfrm>
                <a:off x="5184000" y="2772000"/>
                <a:ext cx="28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7" name="直接连接符 696">
                <a:extLst>
                  <a:ext uri="{FF2B5EF4-FFF2-40B4-BE49-F238E27FC236}">
                    <a16:creationId xmlns:a16="http://schemas.microsoft.com/office/drawing/2014/main" id="{41F0FFA7-9C0B-4CAF-A836-46E6DCDB04EB}"/>
                  </a:ext>
                </a:extLst>
              </p:cNvPr>
              <p:cNvCxnSpPr/>
              <p:nvPr>
                <p:custDataLst>
                  <p:tags r:id="rId123"/>
                </p:custDataLst>
              </p:nvPr>
            </p:nvCxnSpPr>
            <p:spPr>
              <a:xfrm>
                <a:off x="5688000" y="2772000"/>
                <a:ext cx="64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8" name="直接连接符 697">
                <a:extLst>
                  <a:ext uri="{FF2B5EF4-FFF2-40B4-BE49-F238E27FC236}">
                    <a16:creationId xmlns:a16="http://schemas.microsoft.com/office/drawing/2014/main" id="{31DEEE37-128E-411D-ACB0-F722050EE2F9}"/>
                  </a:ext>
                </a:extLst>
              </p:cNvPr>
              <p:cNvCxnSpPr/>
              <p:nvPr>
                <p:custDataLst>
                  <p:tags r:id="rId124"/>
                </p:custDataLst>
              </p:nvPr>
            </p:nvCxnSpPr>
            <p:spPr>
              <a:xfrm>
                <a:off x="6336000" y="277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9" name="直接连接符 698">
                <a:extLst>
                  <a:ext uri="{FF2B5EF4-FFF2-40B4-BE49-F238E27FC236}">
                    <a16:creationId xmlns:a16="http://schemas.microsoft.com/office/drawing/2014/main" id="{E571A1D7-CD78-448A-85DE-662368507ED2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>
              <a:xfrm>
                <a:off x="6552000" y="2772000"/>
                <a:ext cx="504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0" name="直接连接符 699">
                <a:extLst>
                  <a:ext uri="{FF2B5EF4-FFF2-40B4-BE49-F238E27FC236}">
                    <a16:creationId xmlns:a16="http://schemas.microsoft.com/office/drawing/2014/main" id="{F2361A8A-C5C1-4556-9DC5-A97042AC1110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>
              <a:xfrm>
                <a:off x="6552000" y="277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1" name="直接连接符 700">
                <a:extLst>
                  <a:ext uri="{FF2B5EF4-FFF2-40B4-BE49-F238E27FC236}">
                    <a16:creationId xmlns:a16="http://schemas.microsoft.com/office/drawing/2014/main" id="{3A3D2DE7-EA09-4452-B38D-5F41D34D0B70}"/>
                  </a:ext>
                </a:extLst>
              </p:cNvPr>
              <p:cNvCxnSpPr/>
              <p:nvPr>
                <p:custDataLst>
                  <p:tags r:id="rId127"/>
                </p:custDataLst>
              </p:nvPr>
            </p:nvCxnSpPr>
            <p:spPr>
              <a:xfrm>
                <a:off x="6336000" y="291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2" name="Rectangle 784">
                <a:extLst>
                  <a:ext uri="{FF2B5EF4-FFF2-40B4-BE49-F238E27FC236}">
                    <a16:creationId xmlns:a16="http://schemas.microsoft.com/office/drawing/2014/main" id="{D4D38DDE-02F9-4305-BDF8-253ECEE947E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5688000" y="2952000"/>
                <a:ext cx="864000" cy="144145"/>
              </a:xfrm>
              <a:prstGeom prst="rect">
                <a:avLst/>
              </a:prstGeom>
              <a:solidFill>
                <a:srgbClr val="99CCFF"/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en-US" sz="1400" u="none" dirty="0"/>
              </a:p>
            </p:txBody>
          </p:sp>
          <p:cxnSp>
            <p:nvCxnSpPr>
              <p:cNvPr id="703" name="直接连接符 702">
                <a:extLst>
                  <a:ext uri="{FF2B5EF4-FFF2-40B4-BE49-F238E27FC236}">
                    <a16:creationId xmlns:a16="http://schemas.microsoft.com/office/drawing/2014/main" id="{8D5F9419-B34A-422A-B304-2F0A5676801B}"/>
                  </a:ext>
                </a:extLst>
              </p:cNvPr>
              <p:cNvCxnSpPr/>
              <p:nvPr>
                <p:custDataLst>
                  <p:tags r:id="rId129"/>
                </p:custDataLst>
              </p:nvPr>
            </p:nvCxnSpPr>
            <p:spPr>
              <a:xfrm>
                <a:off x="5904000" y="295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直接连接符 703">
                <a:extLst>
                  <a:ext uri="{FF2B5EF4-FFF2-40B4-BE49-F238E27FC236}">
                    <a16:creationId xmlns:a16="http://schemas.microsoft.com/office/drawing/2014/main" id="{828252E2-852F-4A96-A3C5-7CBED2142601}"/>
                  </a:ext>
                </a:extLst>
              </p:cNvPr>
              <p:cNvCxnSpPr/>
              <p:nvPr>
                <p:custDataLst>
                  <p:tags r:id="rId130"/>
                </p:custDataLst>
              </p:nvPr>
            </p:nvCxnSpPr>
            <p:spPr>
              <a:xfrm>
                <a:off x="5688000" y="309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直接连接符 704">
                <a:extLst>
                  <a:ext uri="{FF2B5EF4-FFF2-40B4-BE49-F238E27FC236}">
                    <a16:creationId xmlns:a16="http://schemas.microsoft.com/office/drawing/2014/main" id="{11008516-E574-4406-8288-D99EFE4EA1C0}"/>
                  </a:ext>
                </a:extLst>
              </p:cNvPr>
              <p:cNvCxnSpPr/>
              <p:nvPr>
                <p:custDataLst>
                  <p:tags r:id="rId131"/>
                </p:custDataLst>
              </p:nvPr>
            </p:nvCxnSpPr>
            <p:spPr>
              <a:xfrm>
                <a:off x="5688000" y="295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6" name="直接连接符 705">
                <a:extLst>
                  <a:ext uri="{FF2B5EF4-FFF2-40B4-BE49-F238E27FC236}">
                    <a16:creationId xmlns:a16="http://schemas.microsoft.com/office/drawing/2014/main" id="{5778283B-8071-44B7-A7D9-81EB15F5EFF7}"/>
                  </a:ext>
                </a:extLst>
              </p:cNvPr>
              <p:cNvCxnSpPr/>
              <p:nvPr>
                <p:custDataLst>
                  <p:tags r:id="rId132"/>
                </p:custDataLst>
              </p:nvPr>
            </p:nvCxnSpPr>
            <p:spPr>
              <a:xfrm>
                <a:off x="5184000" y="2952000"/>
                <a:ext cx="504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7" name="直接连接符 706">
                <a:extLst>
                  <a:ext uri="{FF2B5EF4-FFF2-40B4-BE49-F238E27FC236}">
                    <a16:creationId xmlns:a16="http://schemas.microsoft.com/office/drawing/2014/main" id="{5D671C06-FB11-446D-BB3A-BB66A8181ED6}"/>
                  </a:ext>
                </a:extLst>
              </p:cNvPr>
              <p:cNvCxnSpPr/>
              <p:nvPr>
                <p:custDataLst>
                  <p:tags r:id="rId133"/>
                </p:custDataLst>
              </p:nvPr>
            </p:nvCxnSpPr>
            <p:spPr>
              <a:xfrm>
                <a:off x="5904000" y="2952000"/>
                <a:ext cx="64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8" name="直接连接符 707">
                <a:extLst>
                  <a:ext uri="{FF2B5EF4-FFF2-40B4-BE49-F238E27FC236}">
                    <a16:creationId xmlns:a16="http://schemas.microsoft.com/office/drawing/2014/main" id="{978D4D7E-F69E-418D-99DA-DE854DA4B325}"/>
                  </a:ext>
                </a:extLst>
              </p:cNvPr>
              <p:cNvCxnSpPr/>
              <p:nvPr>
                <p:custDataLst>
                  <p:tags r:id="rId134"/>
                </p:custDataLst>
              </p:nvPr>
            </p:nvCxnSpPr>
            <p:spPr>
              <a:xfrm>
                <a:off x="6552000" y="295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9" name="直接连接符 708">
                <a:extLst>
                  <a:ext uri="{FF2B5EF4-FFF2-40B4-BE49-F238E27FC236}">
                    <a16:creationId xmlns:a16="http://schemas.microsoft.com/office/drawing/2014/main" id="{7DB364E9-0BCB-4550-8DAC-779EBE1B979F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>
              <a:xfrm>
                <a:off x="6768000" y="2952000"/>
                <a:ext cx="28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0" name="直接连接符 709">
                <a:extLst>
                  <a:ext uri="{FF2B5EF4-FFF2-40B4-BE49-F238E27FC236}">
                    <a16:creationId xmlns:a16="http://schemas.microsoft.com/office/drawing/2014/main" id="{4DA08029-4CBC-4D30-8987-A0237FF55530}"/>
                  </a:ext>
                </a:extLst>
              </p:cNvPr>
              <p:cNvCxnSpPr/>
              <p:nvPr>
                <p:custDataLst>
                  <p:tags r:id="rId136"/>
                </p:custDataLst>
              </p:nvPr>
            </p:nvCxnSpPr>
            <p:spPr>
              <a:xfrm>
                <a:off x="6768000" y="295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1" name="直接连接符 710">
                <a:extLst>
                  <a:ext uri="{FF2B5EF4-FFF2-40B4-BE49-F238E27FC236}">
                    <a16:creationId xmlns:a16="http://schemas.microsoft.com/office/drawing/2014/main" id="{742EACB1-DC19-472E-AD6A-92A347C2C903}"/>
                  </a:ext>
                </a:extLst>
              </p:cNvPr>
              <p:cNvCxnSpPr/>
              <p:nvPr>
                <p:custDataLst>
                  <p:tags r:id="rId137"/>
                </p:custDataLst>
              </p:nvPr>
            </p:nvCxnSpPr>
            <p:spPr>
              <a:xfrm>
                <a:off x="6552000" y="309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2" name="Rectangle 784">
                <a:extLst>
                  <a:ext uri="{FF2B5EF4-FFF2-40B4-BE49-F238E27FC236}">
                    <a16:creationId xmlns:a16="http://schemas.microsoft.com/office/drawing/2014/main" id="{CBBD90E6-3EA5-47B0-B3AE-D69E1A5B193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38"/>
                </p:custDataLst>
              </p:nvPr>
            </p:nvSpPr>
            <p:spPr bwMode="auto">
              <a:xfrm>
                <a:off x="5904000" y="3132000"/>
                <a:ext cx="864000" cy="144145"/>
              </a:xfrm>
              <a:prstGeom prst="rect">
                <a:avLst/>
              </a:prstGeom>
              <a:solidFill>
                <a:srgbClr val="99CCFF"/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en-US" sz="1400" u="none" dirty="0"/>
              </a:p>
            </p:txBody>
          </p:sp>
          <p:cxnSp>
            <p:nvCxnSpPr>
              <p:cNvPr id="713" name="直接连接符 712">
                <a:extLst>
                  <a:ext uri="{FF2B5EF4-FFF2-40B4-BE49-F238E27FC236}">
                    <a16:creationId xmlns:a16="http://schemas.microsoft.com/office/drawing/2014/main" id="{2FE8F67C-EFB2-4F90-A099-1E9DE18C3430}"/>
                  </a:ext>
                </a:extLst>
              </p:cNvPr>
              <p:cNvCxnSpPr/>
              <p:nvPr>
                <p:custDataLst>
                  <p:tags r:id="rId139"/>
                </p:custDataLst>
              </p:nvPr>
            </p:nvCxnSpPr>
            <p:spPr>
              <a:xfrm>
                <a:off x="6120000" y="313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4" name="直接连接符 713">
                <a:extLst>
                  <a:ext uri="{FF2B5EF4-FFF2-40B4-BE49-F238E27FC236}">
                    <a16:creationId xmlns:a16="http://schemas.microsoft.com/office/drawing/2014/main" id="{B942B16D-746D-44E8-9A32-8B7D9DE07E64}"/>
                  </a:ext>
                </a:extLst>
              </p:cNvPr>
              <p:cNvCxnSpPr/>
              <p:nvPr>
                <p:custDataLst>
                  <p:tags r:id="rId140"/>
                </p:custDataLst>
              </p:nvPr>
            </p:nvCxnSpPr>
            <p:spPr>
              <a:xfrm>
                <a:off x="5904000" y="327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5" name="直接连接符 714">
                <a:extLst>
                  <a:ext uri="{FF2B5EF4-FFF2-40B4-BE49-F238E27FC236}">
                    <a16:creationId xmlns:a16="http://schemas.microsoft.com/office/drawing/2014/main" id="{5DD2E376-5682-4A5D-B987-E938E3BAC5A8}"/>
                  </a:ext>
                </a:extLst>
              </p:cNvPr>
              <p:cNvCxnSpPr/>
              <p:nvPr>
                <p:custDataLst>
                  <p:tags r:id="rId141"/>
                </p:custDataLst>
              </p:nvPr>
            </p:nvCxnSpPr>
            <p:spPr>
              <a:xfrm>
                <a:off x="5904000" y="313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6" name="直接连接符 715">
                <a:extLst>
                  <a:ext uri="{FF2B5EF4-FFF2-40B4-BE49-F238E27FC236}">
                    <a16:creationId xmlns:a16="http://schemas.microsoft.com/office/drawing/2014/main" id="{7D9E4BDB-0D21-4B19-8785-BC395F8AD889}"/>
                  </a:ext>
                </a:extLst>
              </p:cNvPr>
              <p:cNvCxnSpPr/>
              <p:nvPr>
                <p:custDataLst>
                  <p:tags r:id="rId142"/>
                </p:custDataLst>
              </p:nvPr>
            </p:nvCxnSpPr>
            <p:spPr>
              <a:xfrm>
                <a:off x="5184000" y="3132000"/>
                <a:ext cx="720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7" name="直接连接符 716">
                <a:extLst>
                  <a:ext uri="{FF2B5EF4-FFF2-40B4-BE49-F238E27FC236}">
                    <a16:creationId xmlns:a16="http://schemas.microsoft.com/office/drawing/2014/main" id="{544BC87D-B12A-4281-9BAF-C8BAA0FE2C4C}"/>
                  </a:ext>
                </a:extLst>
              </p:cNvPr>
              <p:cNvCxnSpPr/>
              <p:nvPr>
                <p:custDataLst>
                  <p:tags r:id="rId143"/>
                </p:custDataLst>
              </p:nvPr>
            </p:nvCxnSpPr>
            <p:spPr>
              <a:xfrm>
                <a:off x="6120000" y="3132000"/>
                <a:ext cx="64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8" name="直接连接符 717">
                <a:extLst>
                  <a:ext uri="{FF2B5EF4-FFF2-40B4-BE49-F238E27FC236}">
                    <a16:creationId xmlns:a16="http://schemas.microsoft.com/office/drawing/2014/main" id="{815E956E-6DB3-4C71-8542-27C8A36D8A87}"/>
                  </a:ext>
                </a:extLst>
              </p:cNvPr>
              <p:cNvCxnSpPr/>
              <p:nvPr>
                <p:custDataLst>
                  <p:tags r:id="rId144"/>
                </p:custDataLst>
              </p:nvPr>
            </p:nvCxnSpPr>
            <p:spPr>
              <a:xfrm>
                <a:off x="6768000" y="313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9" name="直接连接符 718">
                <a:extLst>
                  <a:ext uri="{FF2B5EF4-FFF2-40B4-BE49-F238E27FC236}">
                    <a16:creationId xmlns:a16="http://schemas.microsoft.com/office/drawing/2014/main" id="{BF4549E4-6377-422D-8ABE-7F2796A5A908}"/>
                  </a:ext>
                </a:extLst>
              </p:cNvPr>
              <p:cNvCxnSpPr/>
              <p:nvPr>
                <p:custDataLst>
                  <p:tags r:id="rId145"/>
                </p:custDataLst>
              </p:nvPr>
            </p:nvCxnSpPr>
            <p:spPr>
              <a:xfrm>
                <a:off x="6984000" y="3132000"/>
                <a:ext cx="72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" name="直接连接符 719">
                <a:extLst>
                  <a:ext uri="{FF2B5EF4-FFF2-40B4-BE49-F238E27FC236}">
                    <a16:creationId xmlns:a16="http://schemas.microsoft.com/office/drawing/2014/main" id="{0F08D16B-D9E3-4099-8D01-39BA416D27BF}"/>
                  </a:ext>
                </a:extLst>
              </p:cNvPr>
              <p:cNvCxnSpPr/>
              <p:nvPr>
                <p:custDataLst>
                  <p:tags r:id="rId146"/>
                </p:custDataLst>
              </p:nvPr>
            </p:nvCxnSpPr>
            <p:spPr>
              <a:xfrm>
                <a:off x="6984000" y="313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" name="直接连接符 720">
                <a:extLst>
                  <a:ext uri="{FF2B5EF4-FFF2-40B4-BE49-F238E27FC236}">
                    <a16:creationId xmlns:a16="http://schemas.microsoft.com/office/drawing/2014/main" id="{EB3393DD-4295-450E-97F3-7A008F9FAA47}"/>
                  </a:ext>
                </a:extLst>
              </p:cNvPr>
              <p:cNvCxnSpPr/>
              <p:nvPr>
                <p:custDataLst>
                  <p:tags r:id="rId147"/>
                </p:custDataLst>
              </p:nvPr>
            </p:nvCxnSpPr>
            <p:spPr>
              <a:xfrm>
                <a:off x="6768000" y="327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" name="直接连接符 721">
                <a:extLst>
                  <a:ext uri="{FF2B5EF4-FFF2-40B4-BE49-F238E27FC236}">
                    <a16:creationId xmlns:a16="http://schemas.microsoft.com/office/drawing/2014/main" id="{7FF07E9D-5D10-4D23-A1FD-ADE55235EAAD}"/>
                  </a:ext>
                </a:extLst>
              </p:cNvPr>
              <p:cNvCxnSpPr/>
              <p:nvPr>
                <p:custDataLst>
                  <p:tags r:id="rId148"/>
                </p:custDataLst>
              </p:nvPr>
            </p:nvCxnSpPr>
            <p:spPr>
              <a:xfrm>
                <a:off x="5184000" y="3312000"/>
                <a:ext cx="1908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3" name="Text Box 213">
                <a:extLst>
                  <a:ext uri="{FF2B5EF4-FFF2-40B4-BE49-F238E27FC236}">
                    <a16:creationId xmlns:a16="http://schemas.microsoft.com/office/drawing/2014/main" id="{B6A88AE9-ABD3-41DE-8D6A-18A02488AD6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5580000" y="2376000"/>
                <a:ext cx="1152000" cy="17970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u="none" dirty="0">
                    <a:latin typeface="+mn-ea"/>
                    <a:ea typeface="+mn-ea"/>
                  </a:rPr>
                  <a:t>T</a:t>
                </a:r>
                <a:r>
                  <a:rPr lang="en-US" altLang="zh-CN" sz="1400" u="none" baseline="-16000" dirty="0">
                    <a:latin typeface="+mn-ea"/>
                    <a:ea typeface="+mn-ea"/>
                  </a:rPr>
                  <a:t>M</a:t>
                </a:r>
                <a:r>
                  <a:rPr lang="en-US" altLang="zh-CN" sz="1400" u="none" dirty="0">
                    <a:latin typeface="+mn-ea"/>
                    <a:ea typeface="+mn-ea"/>
                  </a:rPr>
                  <a:t>       </a:t>
                </a:r>
                <a:r>
                  <a:rPr lang="en-US" altLang="zh-CN" sz="1400" u="none" spc="200" dirty="0">
                    <a:latin typeface="+mn-ea"/>
                    <a:ea typeface="+mn-ea"/>
                  </a:rPr>
                  <a:t> </a:t>
                </a:r>
                <a:r>
                  <a:rPr lang="en-US" altLang="zh-CN" sz="1400" u="none" dirty="0" err="1">
                    <a:latin typeface="+mn-ea"/>
                    <a:ea typeface="+mn-ea"/>
                  </a:rPr>
                  <a:t>T</a:t>
                </a:r>
                <a:r>
                  <a:rPr lang="en-US" altLang="zh-CN" sz="1400" u="none" baseline="-16000" dirty="0" err="1">
                    <a:latin typeface="+mn-ea"/>
                    <a:ea typeface="+mn-ea"/>
                  </a:rPr>
                  <a:t>M</a:t>
                </a:r>
                <a:endParaRPr lang="en-US" altLang="zh-CN" sz="1400" u="none" baseline="-16000" dirty="0">
                  <a:latin typeface="+mn-ea"/>
                  <a:ea typeface="+mn-ea"/>
                </a:endParaRPr>
              </a:p>
            </p:txBody>
          </p:sp>
          <p:cxnSp>
            <p:nvCxnSpPr>
              <p:cNvPr id="724" name="直接连接符 723">
                <a:extLst>
                  <a:ext uri="{FF2B5EF4-FFF2-40B4-BE49-F238E27FC236}">
                    <a16:creationId xmlns:a16="http://schemas.microsoft.com/office/drawing/2014/main" id="{AD47B5C4-9A76-4B69-836B-734A8844A610}"/>
                  </a:ext>
                </a:extLst>
              </p:cNvPr>
              <p:cNvCxnSpPr/>
              <p:nvPr>
                <p:custDataLst>
                  <p:tags r:id="rId150"/>
                </p:custDataLst>
              </p:nvPr>
            </p:nvCxnSpPr>
            <p:spPr>
              <a:xfrm>
                <a:off x="5796000" y="2448000"/>
                <a:ext cx="32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" name="直接连接符 724">
                <a:extLst>
                  <a:ext uri="{FF2B5EF4-FFF2-40B4-BE49-F238E27FC236}">
                    <a16:creationId xmlns:a16="http://schemas.microsoft.com/office/drawing/2014/main" id="{A46924A1-8341-4C0E-87F6-D599BF0047D1}"/>
                  </a:ext>
                </a:extLst>
              </p:cNvPr>
              <p:cNvCxnSpPr/>
              <p:nvPr>
                <p:custDataLst>
                  <p:tags r:id="rId151"/>
                </p:custDataLst>
              </p:nvPr>
            </p:nvCxnSpPr>
            <p:spPr>
              <a:xfrm flipH="1">
                <a:off x="5255766" y="2448000"/>
                <a:ext cx="32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" name="直接连接符 725">
                <a:extLst>
                  <a:ext uri="{FF2B5EF4-FFF2-40B4-BE49-F238E27FC236}">
                    <a16:creationId xmlns:a16="http://schemas.microsoft.com/office/drawing/2014/main" id="{92AC8062-D1B6-43E4-BA01-017672A4E6D9}"/>
                  </a:ext>
                </a:extLst>
              </p:cNvPr>
              <p:cNvCxnSpPr/>
              <p:nvPr>
                <p:custDataLst>
                  <p:tags r:id="rId152"/>
                </p:custDataLst>
              </p:nvPr>
            </p:nvCxnSpPr>
            <p:spPr>
              <a:xfrm>
                <a:off x="6660000" y="2448000"/>
                <a:ext cx="32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7" name="直接连接符 726">
                <a:extLst>
                  <a:ext uri="{FF2B5EF4-FFF2-40B4-BE49-F238E27FC236}">
                    <a16:creationId xmlns:a16="http://schemas.microsoft.com/office/drawing/2014/main" id="{8EE8A226-BA68-48A6-B644-E5A4014BCFB5}"/>
                  </a:ext>
                </a:extLst>
              </p:cNvPr>
              <p:cNvCxnSpPr/>
              <p:nvPr>
                <p:custDataLst>
                  <p:tags r:id="rId153"/>
                </p:custDataLst>
              </p:nvPr>
            </p:nvCxnSpPr>
            <p:spPr>
              <a:xfrm flipH="1">
                <a:off x="6120000" y="2448000"/>
                <a:ext cx="32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8" name="Text Box 231">
                <a:extLst>
                  <a:ext uri="{FF2B5EF4-FFF2-40B4-BE49-F238E27FC236}">
                    <a16:creationId xmlns:a16="http://schemas.microsoft.com/office/drawing/2014/main" id="{C909928D-A1EF-46FF-8F99-C39CAD19D60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7092000" y="3204000"/>
                <a:ext cx="14351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3600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t</a:t>
                </a:r>
              </a:p>
            </p:txBody>
          </p:sp>
          <p:cxnSp>
            <p:nvCxnSpPr>
              <p:cNvPr id="729" name="直接连接符 728">
                <a:extLst>
                  <a:ext uri="{FF2B5EF4-FFF2-40B4-BE49-F238E27FC236}">
                    <a16:creationId xmlns:a16="http://schemas.microsoft.com/office/drawing/2014/main" id="{92B60B4A-2E00-4112-AE25-5DED52801572}"/>
                  </a:ext>
                </a:extLst>
              </p:cNvPr>
              <p:cNvCxnSpPr/>
              <p:nvPr>
                <p:custDataLst>
                  <p:tags r:id="rId155"/>
                </p:custDataLst>
              </p:nvPr>
            </p:nvCxnSpPr>
            <p:spPr>
              <a:xfrm>
                <a:off x="6984000" y="241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0" name="直接连接符 729">
                <a:extLst>
                  <a:ext uri="{FF2B5EF4-FFF2-40B4-BE49-F238E27FC236}">
                    <a16:creationId xmlns:a16="http://schemas.microsoft.com/office/drawing/2014/main" id="{55AAE2AB-E2A9-4F63-835E-AC2BF9C50B56}"/>
                  </a:ext>
                </a:extLst>
              </p:cNvPr>
              <p:cNvCxnSpPr/>
              <p:nvPr>
                <p:custDataLst>
                  <p:tags r:id="rId156"/>
                </p:custDataLst>
              </p:nvPr>
            </p:nvCxnSpPr>
            <p:spPr>
              <a:xfrm>
                <a:off x="5256401" y="2556000"/>
                <a:ext cx="172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1" name="直接连接符 730">
                <a:extLst>
                  <a:ext uri="{FF2B5EF4-FFF2-40B4-BE49-F238E27FC236}">
                    <a16:creationId xmlns:a16="http://schemas.microsoft.com/office/drawing/2014/main" id="{EFB46F79-4FA0-47D4-9BDC-CB390CFE8DA5}"/>
                  </a:ext>
                </a:extLst>
              </p:cNvPr>
              <p:cNvCxnSpPr/>
              <p:nvPr>
                <p:custDataLst>
                  <p:tags r:id="rId157"/>
                </p:custDataLst>
              </p:nvPr>
            </p:nvCxnSpPr>
            <p:spPr>
              <a:xfrm>
                <a:off x="5256401" y="241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2" name="直接连接符 731">
                <a:extLst>
                  <a:ext uri="{FF2B5EF4-FFF2-40B4-BE49-F238E27FC236}">
                    <a16:creationId xmlns:a16="http://schemas.microsoft.com/office/drawing/2014/main" id="{E2146EED-FB3C-4C0D-A3F4-0CC9F490F744}"/>
                  </a:ext>
                </a:extLst>
              </p:cNvPr>
              <p:cNvCxnSpPr/>
              <p:nvPr>
                <p:custDataLst>
                  <p:tags r:id="rId158"/>
                </p:custDataLst>
              </p:nvPr>
            </p:nvCxnSpPr>
            <p:spPr>
              <a:xfrm>
                <a:off x="5184000" y="2412000"/>
                <a:ext cx="72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3" name="直接连接符 732">
                <a:extLst>
                  <a:ext uri="{FF2B5EF4-FFF2-40B4-BE49-F238E27FC236}">
                    <a16:creationId xmlns:a16="http://schemas.microsoft.com/office/drawing/2014/main" id="{E3DBE425-94A1-4FCB-9DEE-AA6E8542D5B2}"/>
                  </a:ext>
                </a:extLst>
              </p:cNvPr>
              <p:cNvCxnSpPr/>
              <p:nvPr>
                <p:custDataLst>
                  <p:tags r:id="rId159"/>
                </p:custDataLst>
              </p:nvPr>
            </p:nvCxnSpPr>
            <p:spPr>
              <a:xfrm>
                <a:off x="6984000" y="2412000"/>
                <a:ext cx="72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7" name="组合 626">
              <a:extLst>
                <a:ext uri="{FF2B5EF4-FFF2-40B4-BE49-F238E27FC236}">
                  <a16:creationId xmlns:a16="http://schemas.microsoft.com/office/drawing/2014/main" id="{8048C624-F26B-4486-B61F-A81DED35EB19}"/>
                </a:ext>
              </a:extLst>
            </p:cNvPr>
            <p:cNvGrpSpPr/>
            <p:nvPr/>
          </p:nvGrpSpPr>
          <p:grpSpPr>
            <a:xfrm>
              <a:off x="4824000" y="2664000"/>
              <a:ext cx="2232000" cy="864000"/>
              <a:chOff x="4824000" y="2664000"/>
              <a:chExt cx="2232000" cy="864000"/>
            </a:xfrm>
          </p:grpSpPr>
          <p:sp>
            <p:nvSpPr>
              <p:cNvPr id="628" name="六边形 627">
                <a:extLst>
                  <a:ext uri="{FF2B5EF4-FFF2-40B4-BE49-F238E27FC236}">
                    <a16:creationId xmlns:a16="http://schemas.microsoft.com/office/drawing/2014/main" id="{4B02136C-ABDA-4D3A-BDFE-CF762FB55BB4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6120000" y="3384000"/>
                <a:ext cx="216000" cy="144000"/>
              </a:xfrm>
              <a:prstGeom prst="hexagon">
                <a:avLst>
                  <a:gd name="adj" fmla="val 23111"/>
                  <a:gd name="vf" fmla="val 115470"/>
                </a:avLst>
              </a:prstGeom>
              <a:solidFill>
                <a:srgbClr val="CCECF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0" tIns="0" rIns="0" bIns="0" numCol="1" rtlCol="0" anchor="ctr" anchorCtr="1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cap="none" spc="-8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D0</a:t>
                </a:r>
              </a:p>
            </p:txBody>
          </p:sp>
          <p:sp>
            <p:nvSpPr>
              <p:cNvPr id="629" name="六边形 628">
                <a:extLst>
                  <a:ext uri="{FF2B5EF4-FFF2-40B4-BE49-F238E27FC236}">
                    <a16:creationId xmlns:a16="http://schemas.microsoft.com/office/drawing/2014/main" id="{B94411CE-7539-41FA-91C0-6B64A9E2AB38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6336000" y="3384000"/>
                <a:ext cx="216000" cy="144000"/>
              </a:xfrm>
              <a:prstGeom prst="hexagon">
                <a:avLst>
                  <a:gd name="adj" fmla="val 23111"/>
                  <a:gd name="vf" fmla="val 115470"/>
                </a:avLst>
              </a:prstGeom>
              <a:solidFill>
                <a:srgbClr val="CCECF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0" tIns="0" rIns="0" bIns="0" numCol="1" rtlCol="0" anchor="ctr" anchorCtr="1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cap="none" spc="-8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D1</a:t>
                </a:r>
              </a:p>
            </p:txBody>
          </p:sp>
          <p:sp>
            <p:nvSpPr>
              <p:cNvPr id="630" name="六边形 629">
                <a:extLst>
                  <a:ext uri="{FF2B5EF4-FFF2-40B4-BE49-F238E27FC236}">
                    <a16:creationId xmlns:a16="http://schemas.microsoft.com/office/drawing/2014/main" id="{9120FB36-66B7-4A41-A059-9E4670105FB3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6552000" y="3384000"/>
                <a:ext cx="216000" cy="144000"/>
              </a:xfrm>
              <a:prstGeom prst="hexagon">
                <a:avLst>
                  <a:gd name="adj" fmla="val 23111"/>
                  <a:gd name="vf" fmla="val 115470"/>
                </a:avLst>
              </a:prstGeom>
              <a:solidFill>
                <a:srgbClr val="CCECF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0" tIns="0" rIns="0" bIns="0" numCol="1" rtlCol="0" anchor="ctr" anchorCtr="1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cap="none" spc="-8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D2</a:t>
                </a:r>
              </a:p>
            </p:txBody>
          </p:sp>
          <p:sp>
            <p:nvSpPr>
              <p:cNvPr id="631" name="六边形 630">
                <a:extLst>
                  <a:ext uri="{FF2B5EF4-FFF2-40B4-BE49-F238E27FC236}">
                    <a16:creationId xmlns:a16="http://schemas.microsoft.com/office/drawing/2014/main" id="{9DB0496B-6994-4830-8F1C-EFEDDA3F5C78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6768000" y="3384000"/>
                <a:ext cx="216000" cy="144000"/>
              </a:xfrm>
              <a:prstGeom prst="hexagon">
                <a:avLst>
                  <a:gd name="adj" fmla="val 23111"/>
                  <a:gd name="vf" fmla="val 115470"/>
                </a:avLst>
              </a:prstGeom>
              <a:solidFill>
                <a:srgbClr val="CCECF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0" tIns="0" rIns="0" bIns="0" numCol="1" rtlCol="0" anchor="ctr" anchorCtr="1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cap="none" spc="-8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D3</a:t>
                </a:r>
              </a:p>
            </p:txBody>
          </p:sp>
          <p:sp>
            <p:nvSpPr>
              <p:cNvPr id="632" name="Text Box 252">
                <a:extLst>
                  <a:ext uri="{FF2B5EF4-FFF2-40B4-BE49-F238E27FC236}">
                    <a16:creationId xmlns:a16="http://schemas.microsoft.com/office/drawing/2014/main" id="{56B9848D-7BD8-4F73-AA4A-4E9A9BDB26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4824000" y="3348000"/>
                <a:ext cx="360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0" rIns="18000" bIns="0" anchor="ctr" anchorCtr="0"/>
              <a:lstStyle/>
              <a:p>
                <a:pPr algn="ctr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400" b="1" u="none" baseline="-18000" dirty="0">
                    <a:latin typeface="宋体" panose="02010600030101010101" pitchFamily="2" charset="-122"/>
                  </a:rPr>
                  <a:t>7</a:t>
                </a:r>
                <a:r>
                  <a:rPr lang="en-US" altLang="zh-CN" sz="1400" b="1" u="none" baseline="-18000" dirty="0">
                    <a:latin typeface="+mn-lt"/>
                  </a:rPr>
                  <a:t>~</a:t>
                </a:r>
                <a:r>
                  <a:rPr lang="en-US" altLang="zh-CN" sz="1400" b="1" u="none" baseline="-18000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cxnSp>
            <p:nvCxnSpPr>
              <p:cNvPr id="633" name="直接连接符 632">
                <a:extLst>
                  <a:ext uri="{FF2B5EF4-FFF2-40B4-BE49-F238E27FC236}">
                    <a16:creationId xmlns:a16="http://schemas.microsoft.com/office/drawing/2014/main" id="{6734A9B2-BB4F-40DE-8D6B-0EA160B60B24}"/>
                  </a:ext>
                </a:extLst>
              </p:cNvPr>
              <p:cNvCxnSpPr/>
              <p:nvPr>
                <p:custDataLst>
                  <p:tags r:id="rId59"/>
                </p:custDataLst>
              </p:nvPr>
            </p:nvCxnSpPr>
            <p:spPr>
              <a:xfrm>
                <a:off x="5184000" y="3456000"/>
                <a:ext cx="936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D7848361-BF80-4D03-BCE9-7E69B2F176A8}"/>
                  </a:ext>
                </a:extLst>
              </p:cNvPr>
              <p:cNvCxnSpPr/>
              <p:nvPr>
                <p:custDataLst>
                  <p:tags r:id="rId60"/>
                </p:custDataLst>
              </p:nvPr>
            </p:nvCxnSpPr>
            <p:spPr>
              <a:xfrm>
                <a:off x="6984000" y="3456000"/>
                <a:ext cx="72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539F4993-056D-473D-868D-BC789246C204}"/>
                  </a:ext>
                </a:extLst>
              </p:cNvPr>
              <p:cNvCxnSpPr/>
              <p:nvPr>
                <p:custDataLst>
                  <p:tags r:id="rId61"/>
                </p:custDataLst>
              </p:nvPr>
            </p:nvCxnSpPr>
            <p:spPr>
              <a:xfrm>
                <a:off x="6120000" y="2664000"/>
                <a:ext cx="108000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6" name="直接连接符 635">
                <a:extLst>
                  <a:ext uri="{FF2B5EF4-FFF2-40B4-BE49-F238E27FC236}">
                    <a16:creationId xmlns:a16="http://schemas.microsoft.com/office/drawing/2014/main" id="{CF6E8C18-AF92-41DE-8D06-9230B1FE1CD4}"/>
                  </a:ext>
                </a:extLst>
              </p:cNvPr>
              <p:cNvCxnSpPr/>
              <p:nvPr>
                <p:custDataLst>
                  <p:tags r:id="rId62"/>
                </p:custDataLst>
              </p:nvPr>
            </p:nvCxnSpPr>
            <p:spPr>
              <a:xfrm>
                <a:off x="6227043" y="2664000"/>
                <a:ext cx="0" cy="72000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7" name="直接连接符 636">
                <a:extLst>
                  <a:ext uri="{FF2B5EF4-FFF2-40B4-BE49-F238E27FC236}">
                    <a16:creationId xmlns:a16="http://schemas.microsoft.com/office/drawing/2014/main" id="{1A1F8B5B-43FB-435D-A8BA-6930929AFFCF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>
              <a:xfrm>
                <a:off x="6336000" y="2844000"/>
                <a:ext cx="108000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8" name="直接连接符 637">
                <a:extLst>
                  <a:ext uri="{FF2B5EF4-FFF2-40B4-BE49-F238E27FC236}">
                    <a16:creationId xmlns:a16="http://schemas.microsoft.com/office/drawing/2014/main" id="{339F6F55-A3A5-4CA8-8CD1-F658A936857A}"/>
                  </a:ext>
                </a:extLst>
              </p:cNvPr>
              <p:cNvCxnSpPr/>
              <p:nvPr>
                <p:custDataLst>
                  <p:tags r:id="rId64"/>
                </p:custDataLst>
              </p:nvPr>
            </p:nvCxnSpPr>
            <p:spPr>
              <a:xfrm>
                <a:off x="6444000" y="2844000"/>
                <a:ext cx="0" cy="54000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C73674FF-39C4-4072-AD94-76D846D58A22}"/>
                  </a:ext>
                </a:extLst>
              </p:cNvPr>
              <p:cNvCxnSpPr/>
              <p:nvPr>
                <p:custDataLst>
                  <p:tags r:id="rId65"/>
                </p:custDataLst>
              </p:nvPr>
            </p:nvCxnSpPr>
            <p:spPr>
              <a:xfrm>
                <a:off x="6552000" y="3024000"/>
                <a:ext cx="108000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D5CCFF26-C473-476B-8072-0A10F941DD17}"/>
                  </a:ext>
                </a:extLst>
              </p:cNvPr>
              <p:cNvCxnSpPr/>
              <p:nvPr>
                <p:custDataLst>
                  <p:tags r:id="rId66"/>
                </p:custDataLst>
              </p:nvPr>
            </p:nvCxnSpPr>
            <p:spPr>
              <a:xfrm>
                <a:off x="6660000" y="3024000"/>
                <a:ext cx="0" cy="36000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直接连接符 640">
                <a:extLst>
                  <a:ext uri="{FF2B5EF4-FFF2-40B4-BE49-F238E27FC236}">
                    <a16:creationId xmlns:a16="http://schemas.microsoft.com/office/drawing/2014/main" id="{960D2C2B-35DE-4D0D-AA93-76825B8D1FA9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>
              <a:xfrm>
                <a:off x="6768000" y="3204000"/>
                <a:ext cx="108000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直接连接符 641">
                <a:extLst>
                  <a:ext uri="{FF2B5EF4-FFF2-40B4-BE49-F238E27FC236}">
                    <a16:creationId xmlns:a16="http://schemas.microsoft.com/office/drawing/2014/main" id="{6E0157B7-6A5E-4A69-8BA0-D01A09715D21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>
              <a:xfrm>
                <a:off x="6876000" y="3204000"/>
                <a:ext cx="0" cy="18000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CC0CA090-1945-4132-9B3F-D0A9EE90594A}"/>
              </a:ext>
            </a:extLst>
          </p:cNvPr>
          <p:cNvGrpSpPr/>
          <p:nvPr/>
        </p:nvGrpSpPr>
        <p:grpSpPr>
          <a:xfrm>
            <a:off x="6372496" y="1556792"/>
            <a:ext cx="2664000" cy="1116000"/>
            <a:chOff x="1907560" y="1872000"/>
            <a:chExt cx="2664000" cy="1116000"/>
          </a:xfrm>
        </p:grpSpPr>
        <p:sp>
          <p:nvSpPr>
            <p:cNvPr id="735" name="Line 660">
              <a:extLst>
                <a:ext uri="{FF2B5EF4-FFF2-40B4-BE49-F238E27FC236}">
                  <a16:creationId xmlns:a16="http://schemas.microsoft.com/office/drawing/2014/main" id="{B946F4B7-B56F-4C5E-98A3-9DC4C6636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560" y="2304000"/>
              <a:ext cx="360000" cy="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6" name="Line 661">
              <a:extLst>
                <a:ext uri="{FF2B5EF4-FFF2-40B4-BE49-F238E27FC236}">
                  <a16:creationId xmlns:a16="http://schemas.microsoft.com/office/drawing/2014/main" id="{81A453A6-82EA-4ADB-9687-2331761FD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1560" y="2898000"/>
              <a:ext cx="14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" name="Line 662">
              <a:extLst>
                <a:ext uri="{FF2B5EF4-FFF2-40B4-BE49-F238E27FC236}">
                  <a16:creationId xmlns:a16="http://schemas.microsoft.com/office/drawing/2014/main" id="{99794CA0-B7E7-4387-9418-0B0BA1B7ED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4675" y="2484000"/>
              <a:ext cx="10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" name="Line 663">
              <a:extLst>
                <a:ext uri="{FF2B5EF4-FFF2-40B4-BE49-F238E27FC236}">
                  <a16:creationId xmlns:a16="http://schemas.microsoft.com/office/drawing/2014/main" id="{40595AA6-2DC5-471E-852B-9BD203ECD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5864" y="2304000"/>
              <a:ext cx="142875" cy="18000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" name="Line 664">
              <a:extLst>
                <a:ext uri="{FF2B5EF4-FFF2-40B4-BE49-F238E27FC236}">
                  <a16:creationId xmlns:a16="http://schemas.microsoft.com/office/drawing/2014/main" id="{05F78A6F-7977-4FC6-B57D-161CD09DF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864" y="2304000"/>
              <a:ext cx="3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40" name="Line 677">
              <a:extLst>
                <a:ext uri="{FF2B5EF4-FFF2-40B4-BE49-F238E27FC236}">
                  <a16:creationId xmlns:a16="http://schemas.microsoft.com/office/drawing/2014/main" id="{468C832E-10BD-44E0-8A36-480A2F3E6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1560" y="2898000"/>
              <a:ext cx="72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41" name="Text Box 681">
              <a:extLst>
                <a:ext uri="{FF2B5EF4-FFF2-40B4-BE49-F238E27FC236}">
                  <a16:creationId xmlns:a16="http://schemas.microsoft.com/office/drawing/2014/main" id="{CCE758E9-85C7-43F0-842B-261F045D7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5864" y="1872000"/>
              <a:ext cx="2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u="none" baseline="-20000" dirty="0" err="1">
                  <a:latin typeface="宋体" panose="02010600030101010101" pitchFamily="2" charset="-122"/>
                </a:rPr>
                <a:t>A</a:t>
              </a:r>
              <a:endParaRPr lang="en-US" altLang="zh-CN" sz="1600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42" name="Line 682">
              <a:extLst>
                <a:ext uri="{FF2B5EF4-FFF2-40B4-BE49-F238E27FC236}">
                  <a16:creationId xmlns:a16="http://schemas.microsoft.com/office/drawing/2014/main" id="{D0263F74-8851-4CCF-8F2A-BE12F4083B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7864" y="1944000"/>
              <a:ext cx="54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3" name="Line 683">
              <a:extLst>
                <a:ext uri="{FF2B5EF4-FFF2-40B4-BE49-F238E27FC236}">
                  <a16:creationId xmlns:a16="http://schemas.microsoft.com/office/drawing/2014/main" id="{CB1794CE-A778-4E5E-9D16-6A6557F043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55776" y="1944000"/>
              <a:ext cx="54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4" name="Text Box 689">
              <a:extLst>
                <a:ext uri="{FF2B5EF4-FFF2-40B4-BE49-F238E27FC236}">
                  <a16:creationId xmlns:a16="http://schemas.microsoft.com/office/drawing/2014/main" id="{CE529A96-62FE-47E8-82B1-C85AD4876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414" y="2283200"/>
              <a:ext cx="360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CS#</a:t>
              </a:r>
              <a:endParaRPr lang="en-US" altLang="zh-CN" sz="1600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45" name="Text Box 691">
              <a:extLst>
                <a:ext uri="{FF2B5EF4-FFF2-40B4-BE49-F238E27FC236}">
                  <a16:creationId xmlns:a16="http://schemas.microsoft.com/office/drawing/2014/main" id="{F39800BC-8744-4326-8787-B913D6A8C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560" y="2808000"/>
              <a:ext cx="50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u="none" dirty="0">
                  <a:latin typeface="+mn-lt"/>
                </a:rPr>
                <a:t>~</a:t>
              </a:r>
              <a:r>
                <a:rPr lang="en-US" altLang="zh-CN" sz="16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746" name="Line 692">
              <a:extLst>
                <a:ext uri="{FF2B5EF4-FFF2-40B4-BE49-F238E27FC236}">
                  <a16:creationId xmlns:a16="http://schemas.microsoft.com/office/drawing/2014/main" id="{15A9CDD6-D9C4-4120-AD9D-186DE80F4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6000" y="2556000"/>
              <a:ext cx="10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" name="Text Box 694">
              <a:extLst>
                <a:ext uri="{FF2B5EF4-FFF2-40B4-BE49-F238E27FC236}">
                  <a16:creationId xmlns:a16="http://schemas.microsoft.com/office/drawing/2014/main" id="{E8C3ADD4-574D-41FB-80AE-7C28D93DE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560" y="2547208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WE#</a:t>
              </a:r>
              <a:endParaRPr lang="en-US" altLang="zh-CN" sz="1600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48" name="Line 706">
              <a:extLst>
                <a:ext uri="{FF2B5EF4-FFF2-40B4-BE49-F238E27FC236}">
                  <a16:creationId xmlns:a16="http://schemas.microsoft.com/office/drawing/2014/main" id="{35798342-CCE7-441A-8BC1-962211C4BC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4882" y="1872000"/>
              <a:ext cx="0" cy="11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9" name="Text Box 707">
              <a:extLst>
                <a:ext uri="{FF2B5EF4-FFF2-40B4-BE49-F238E27FC236}">
                  <a16:creationId xmlns:a16="http://schemas.microsoft.com/office/drawing/2014/main" id="{620CDEE0-DFED-4D27-9240-9DACFAA52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864" y="2304000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u="none" baseline="-18000" dirty="0" err="1">
                  <a:latin typeface="宋体" panose="02010600030101010101" pitchFamily="2" charset="-122"/>
                </a:rPr>
                <a:t>CO</a:t>
              </a:r>
              <a:endParaRPr lang="en-US" altLang="zh-CN" sz="1600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750" name="Line 708">
              <a:extLst>
                <a:ext uri="{FF2B5EF4-FFF2-40B4-BE49-F238E27FC236}">
                  <a16:creationId xmlns:a16="http://schemas.microsoft.com/office/drawing/2014/main" id="{FF493489-4253-47B9-A8B5-E307FF514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864" y="2376000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1" name="Line 709">
              <a:extLst>
                <a:ext uri="{FF2B5EF4-FFF2-40B4-BE49-F238E27FC236}">
                  <a16:creationId xmlns:a16="http://schemas.microsoft.com/office/drawing/2014/main" id="{2C1DFA3C-2AD1-405F-A858-A9F97ECF07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43808" y="2376000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2" name="Line 714">
              <a:extLst>
                <a:ext uri="{FF2B5EF4-FFF2-40B4-BE49-F238E27FC236}">
                  <a16:creationId xmlns:a16="http://schemas.microsoft.com/office/drawing/2014/main" id="{52BEC613-9B39-45EB-A6E1-641FD2F9E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941" y="2304000"/>
              <a:ext cx="142875" cy="18000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3" name="Line 660">
              <a:extLst>
                <a:ext uri="{FF2B5EF4-FFF2-40B4-BE49-F238E27FC236}">
                  <a16:creationId xmlns:a16="http://schemas.microsoft.com/office/drawing/2014/main" id="{B5CF0589-DC1A-4E11-85B0-AB50606EC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1560" y="2736000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4" name="Line 660">
              <a:extLst>
                <a:ext uri="{FF2B5EF4-FFF2-40B4-BE49-F238E27FC236}">
                  <a16:creationId xmlns:a16="http://schemas.microsoft.com/office/drawing/2014/main" id="{698DE0CD-EAED-4C89-BB5B-6B2F7C9A7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864" y="2736000"/>
              <a:ext cx="3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55" name="Line 714">
              <a:extLst>
                <a:ext uri="{FF2B5EF4-FFF2-40B4-BE49-F238E27FC236}">
                  <a16:creationId xmlns:a16="http://schemas.microsoft.com/office/drawing/2014/main" id="{8978ABBF-FA92-4487-ADA1-0773FF181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864" y="2556000"/>
              <a:ext cx="142875" cy="18000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6" name="Line 680">
              <a:extLst>
                <a:ext uri="{FF2B5EF4-FFF2-40B4-BE49-F238E27FC236}">
                  <a16:creationId xmlns:a16="http://schemas.microsoft.com/office/drawing/2014/main" id="{CBBA8DCA-9382-4B05-9673-5028E340E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864" y="1872000"/>
              <a:ext cx="0" cy="93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" name="Line 663">
              <a:extLst>
                <a:ext uri="{FF2B5EF4-FFF2-40B4-BE49-F238E27FC236}">
                  <a16:creationId xmlns:a16="http://schemas.microsoft.com/office/drawing/2014/main" id="{93C0BED4-87AB-4E2A-B320-F234F30FF6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1342" y="2556000"/>
              <a:ext cx="142875" cy="18000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" name="Line 678">
              <a:extLst>
                <a:ext uri="{FF2B5EF4-FFF2-40B4-BE49-F238E27FC236}">
                  <a16:creationId xmlns:a16="http://schemas.microsoft.com/office/drawing/2014/main" id="{8BEC7AA1-8350-494C-AE8A-BF3FC6F41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808" y="2304000"/>
              <a:ext cx="0" cy="6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" name="Line 678">
              <a:extLst>
                <a:ext uri="{FF2B5EF4-FFF2-40B4-BE49-F238E27FC236}">
                  <a16:creationId xmlns:a16="http://schemas.microsoft.com/office/drawing/2014/main" id="{BF2F21C5-5151-40A0-958C-578CCCD0DF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9560" y="2628000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0" name="Line 680">
              <a:extLst>
                <a:ext uri="{FF2B5EF4-FFF2-40B4-BE49-F238E27FC236}">
                  <a16:creationId xmlns:a16="http://schemas.microsoft.com/office/drawing/2014/main" id="{43C53155-A41E-4AEB-B762-64CD18F6A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864" y="2304000"/>
              <a:ext cx="0" cy="50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1" name="Text Box 365">
              <a:extLst>
                <a:ext uri="{FF2B5EF4-FFF2-40B4-BE49-F238E27FC236}">
                  <a16:creationId xmlns:a16="http://schemas.microsoft.com/office/drawing/2014/main" id="{732C8565-BFB7-416D-A6CA-029758E71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808" y="2340000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u="none" baseline="-18000" dirty="0" err="1">
                  <a:latin typeface="宋体" panose="02010600030101010101" pitchFamily="2" charset="-122"/>
                </a:rPr>
                <a:t>AW</a:t>
              </a:r>
              <a:endParaRPr lang="en-US" altLang="zh-CN" sz="1600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762" name="Line 663">
              <a:extLst>
                <a:ext uri="{FF2B5EF4-FFF2-40B4-BE49-F238E27FC236}">
                  <a16:creationId xmlns:a16="http://schemas.microsoft.com/office/drawing/2014/main" id="{BAC282B7-FB67-4939-9393-774ADDC1F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7326" y="2556000"/>
              <a:ext cx="142875" cy="180000"/>
            </a:xfrm>
            <a:prstGeom prst="line">
              <a:avLst/>
            </a:prstGeom>
            <a:noFill/>
            <a:ln w="12700" cap="sq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3" name="AutoShape 215">
              <a:extLst>
                <a:ext uri="{FF2B5EF4-FFF2-40B4-BE49-F238E27FC236}">
                  <a16:creationId xmlns:a16="http://schemas.microsoft.com/office/drawing/2014/main" id="{7AA19C09-1A8C-4936-896F-0741664AC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864" y="2808000"/>
              <a:ext cx="576000" cy="180000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chemeClr val="accent2"/>
              </a:solidFill>
              <a:miter lim="800000"/>
            </a:ln>
            <a:effectLst/>
          </p:spPr>
          <p:txBody>
            <a:bodyPr lIns="0" tIns="0" rIns="0" bIns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u="none" dirty="0">
                  <a:latin typeface="+mn-ea"/>
                  <a:ea typeface="+mn-ea"/>
                </a:rPr>
                <a:t>输出</a:t>
              </a:r>
            </a:p>
          </p:txBody>
        </p:sp>
        <p:sp>
          <p:nvSpPr>
            <p:cNvPr id="764" name="AutoShape 215">
              <a:extLst>
                <a:ext uri="{FF2B5EF4-FFF2-40B4-BE49-F238E27FC236}">
                  <a16:creationId xmlns:a16="http://schemas.microsoft.com/office/drawing/2014/main" id="{DC1FB9F9-8FF9-4F43-82A8-90547AFB4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64" y="2052000"/>
              <a:ext cx="1656000" cy="180000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765" name="AutoShape 215">
              <a:extLst>
                <a:ext uri="{FF2B5EF4-FFF2-40B4-BE49-F238E27FC236}">
                  <a16:creationId xmlns:a16="http://schemas.microsoft.com/office/drawing/2014/main" id="{F1705042-A820-479B-BE00-DA120156A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560" y="2052000"/>
              <a:ext cx="216000" cy="180000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766" name="Text Box 691">
              <a:extLst>
                <a:ext uri="{FF2B5EF4-FFF2-40B4-BE49-F238E27FC236}">
                  <a16:creationId xmlns:a16="http://schemas.microsoft.com/office/drawing/2014/main" id="{086582CB-330A-444C-A194-A4EB8A80F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3560" y="2052000"/>
              <a:ext cx="108000" cy="180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767" name="AutoShape 215">
              <a:extLst>
                <a:ext uri="{FF2B5EF4-FFF2-40B4-BE49-F238E27FC236}">
                  <a16:creationId xmlns:a16="http://schemas.microsoft.com/office/drawing/2014/main" id="{47ED8B16-C865-498F-B1CD-5371DBD73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864" y="2052000"/>
              <a:ext cx="324000" cy="180000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768" name="Text Box 691">
              <a:extLst>
                <a:ext uri="{FF2B5EF4-FFF2-40B4-BE49-F238E27FC236}">
                  <a16:creationId xmlns:a16="http://schemas.microsoft.com/office/drawing/2014/main" id="{D1FDBE6F-6A10-433B-9E39-6F3378E80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560" y="2050072"/>
              <a:ext cx="108000" cy="180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769" name="Text Box 691">
              <a:extLst>
                <a:ext uri="{FF2B5EF4-FFF2-40B4-BE49-F238E27FC236}">
                  <a16:creationId xmlns:a16="http://schemas.microsoft.com/office/drawing/2014/main" id="{B0F3BA8D-F12A-4AB3-AD21-3587069F3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560" y="2052000"/>
              <a:ext cx="50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u="none" dirty="0">
                  <a:latin typeface="+mn-lt"/>
                </a:rPr>
                <a:t>~</a:t>
              </a:r>
              <a:r>
                <a:rPr lang="en-US" altLang="zh-CN" sz="16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770" name="Line 692">
              <a:extLst>
                <a:ext uri="{FF2B5EF4-FFF2-40B4-BE49-F238E27FC236}">
                  <a16:creationId xmlns:a16="http://schemas.microsoft.com/office/drawing/2014/main" id="{0A272884-F9F6-418C-B321-94F9995FBC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1542" y="2556000"/>
              <a:ext cx="144000" cy="0"/>
            </a:xfrm>
            <a:prstGeom prst="line">
              <a:avLst/>
            </a:prstGeom>
            <a:noFill/>
            <a:ln w="12700" cap="sq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85" name="直接箭头连接符 84"/>
          <p:cNvCxnSpPr/>
          <p:nvPr/>
        </p:nvCxnSpPr>
        <p:spPr bwMode="auto">
          <a:xfrm flipH="1" flipV="1">
            <a:off x="3563888" y="1342800"/>
            <a:ext cx="900000" cy="2160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grpSp>
        <p:nvGrpSpPr>
          <p:cNvPr id="771" name="组合 770">
            <a:extLst>
              <a:ext uri="{FF2B5EF4-FFF2-40B4-BE49-F238E27FC236}">
                <a16:creationId xmlns:a16="http://schemas.microsoft.com/office/drawing/2014/main" id="{D78608AF-64A9-46D5-BBC8-753A89A5810F}"/>
              </a:ext>
            </a:extLst>
          </p:cNvPr>
          <p:cNvGrpSpPr/>
          <p:nvPr/>
        </p:nvGrpSpPr>
        <p:grpSpPr>
          <a:xfrm>
            <a:off x="6156176" y="4005064"/>
            <a:ext cx="2880000" cy="1116000"/>
            <a:chOff x="2520000" y="4032000"/>
            <a:chExt cx="2880000" cy="1116000"/>
          </a:xfrm>
        </p:grpSpPr>
        <p:sp>
          <p:nvSpPr>
            <p:cNvPr id="772" name="Rectangle 141">
              <a:extLst>
                <a:ext uri="{FF2B5EF4-FFF2-40B4-BE49-F238E27FC236}">
                  <a16:creationId xmlns:a16="http://schemas.microsoft.com/office/drawing/2014/main" id="{37255D3F-6ED4-4A3C-BD6F-BEB13505982C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520000" y="4248000"/>
              <a:ext cx="2448000" cy="90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3" name="Text Box 162">
              <a:extLst>
                <a:ext uri="{FF2B5EF4-FFF2-40B4-BE49-F238E27FC236}">
                  <a16:creationId xmlns:a16="http://schemas.microsoft.com/office/drawing/2014/main" id="{316AC702-2EAD-4C46-8E7A-BBD893962073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040000" y="4248880"/>
              <a:ext cx="324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774" name="Text Box 140">
              <a:extLst>
                <a:ext uri="{FF2B5EF4-FFF2-40B4-BE49-F238E27FC236}">
                  <a16:creationId xmlns:a16="http://schemas.microsoft.com/office/drawing/2014/main" id="{B6DBA595-F636-4D47-960C-19D6F2E8DA8A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40000" y="4999845"/>
              <a:ext cx="36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11</a:t>
              </a:r>
              <a:r>
                <a:rPr lang="en-US" altLang="zh-CN" sz="1400" u="none" baseline="-18000" dirty="0"/>
                <a:t>~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775" name="Text Box 140">
              <a:extLst>
                <a:ext uri="{FF2B5EF4-FFF2-40B4-BE49-F238E27FC236}">
                  <a16:creationId xmlns:a16="http://schemas.microsoft.com/office/drawing/2014/main" id="{ABB58605-CDB8-418B-937F-76085BD26244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391824" y="4032000"/>
              <a:ext cx="57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D0 </a:t>
              </a:r>
              <a:r>
                <a:rPr lang="en-US" altLang="zh-CN" sz="1400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400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776" name="Text Box 162">
              <a:extLst>
                <a:ext uri="{FF2B5EF4-FFF2-40B4-BE49-F238E27FC236}">
                  <a16:creationId xmlns:a16="http://schemas.microsoft.com/office/drawing/2014/main" id="{8D5AA44C-ADE7-4460-BA0A-8150CEBFCB10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040000" y="4428000"/>
              <a:ext cx="324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CS#</a:t>
              </a:r>
            </a:p>
          </p:txBody>
        </p:sp>
        <p:cxnSp>
          <p:nvCxnSpPr>
            <p:cNvPr id="777" name="直接箭头连接符 776">
              <a:extLst>
                <a:ext uri="{FF2B5EF4-FFF2-40B4-BE49-F238E27FC236}">
                  <a16:creationId xmlns:a16="http://schemas.microsoft.com/office/drawing/2014/main" id="{1343A2AF-B64A-451E-883D-337023280E5E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2736000" y="5076000"/>
              <a:ext cx="2304000" cy="127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8" name="直接箭头连接符 777">
              <a:extLst>
                <a:ext uri="{FF2B5EF4-FFF2-40B4-BE49-F238E27FC236}">
                  <a16:creationId xmlns:a16="http://schemas.microsoft.com/office/drawing/2014/main" id="{BB45A3F0-7AB2-4165-A53E-A96473F61946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2736000" y="4968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779" name="直接箭头连接符 778">
              <a:extLst>
                <a:ext uri="{FF2B5EF4-FFF2-40B4-BE49-F238E27FC236}">
                  <a16:creationId xmlns:a16="http://schemas.microsoft.com/office/drawing/2014/main" id="{D4B7FBEF-0B55-4948-B03D-F1B95CAAADD1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2988000" y="496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0" name="直接箭头连接符 779">
              <a:extLst>
                <a:ext uri="{FF2B5EF4-FFF2-40B4-BE49-F238E27FC236}">
                  <a16:creationId xmlns:a16="http://schemas.microsoft.com/office/drawing/2014/main" id="{190678FE-CBD9-4282-9AFA-BB6913491BF1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2988000" y="5040000"/>
              <a:ext cx="1908000" cy="12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1" name="直接箭头连接符 780">
              <a:extLst>
                <a:ext uri="{FF2B5EF4-FFF2-40B4-BE49-F238E27FC236}">
                  <a16:creationId xmlns:a16="http://schemas.microsoft.com/office/drawing/2014/main" id="{2E1B39B4-3A92-4DDC-8F38-5F76215E3F72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3312000" y="4968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782" name="直接箭头连接符 781">
              <a:extLst>
                <a:ext uri="{FF2B5EF4-FFF2-40B4-BE49-F238E27FC236}">
                  <a16:creationId xmlns:a16="http://schemas.microsoft.com/office/drawing/2014/main" id="{BCF790E0-C6C1-4002-A973-E8BB9CFA7A48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3564000" y="496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783" name="直接箭头连接符 782">
              <a:extLst>
                <a:ext uri="{FF2B5EF4-FFF2-40B4-BE49-F238E27FC236}">
                  <a16:creationId xmlns:a16="http://schemas.microsoft.com/office/drawing/2014/main" id="{4FCFC524-C3C5-4277-9BB8-65089E9FECD2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 flipV="1">
              <a:off x="3888000" y="4968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784" name="直接箭头连接符 783">
              <a:extLst>
                <a:ext uri="{FF2B5EF4-FFF2-40B4-BE49-F238E27FC236}">
                  <a16:creationId xmlns:a16="http://schemas.microsoft.com/office/drawing/2014/main" id="{29F0E08A-7CE0-40ED-A6E5-B2AD8F80D098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4140000" y="496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785" name="直接箭头连接符 784">
              <a:extLst>
                <a:ext uri="{FF2B5EF4-FFF2-40B4-BE49-F238E27FC236}">
                  <a16:creationId xmlns:a16="http://schemas.microsoft.com/office/drawing/2014/main" id="{78C5C472-B004-4E63-9BCE-F0C56D708246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 flipV="1">
              <a:off x="4464000" y="4968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786" name="直接箭头连接符 785">
              <a:extLst>
                <a:ext uri="{FF2B5EF4-FFF2-40B4-BE49-F238E27FC236}">
                  <a16:creationId xmlns:a16="http://schemas.microsoft.com/office/drawing/2014/main" id="{1899045C-6BF0-4640-80AA-D5B95C8E35CE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4716000" y="496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787" name="直接箭头连接符 786">
              <a:extLst>
                <a:ext uri="{FF2B5EF4-FFF2-40B4-BE49-F238E27FC236}">
                  <a16:creationId xmlns:a16="http://schemas.microsoft.com/office/drawing/2014/main" id="{7854F6B6-B893-4BAD-8970-1C70C3B142B8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4896000" y="4500000"/>
              <a:ext cx="0" cy="54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8" name="直接箭头连接符 787">
              <a:extLst>
                <a:ext uri="{FF2B5EF4-FFF2-40B4-BE49-F238E27FC236}">
                  <a16:creationId xmlns:a16="http://schemas.microsoft.com/office/drawing/2014/main" id="{218555A9-9582-4BE0-A911-0366E771524C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2914375" y="4320000"/>
              <a:ext cx="212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789" name="组合 788">
              <a:extLst>
                <a:ext uri="{FF2B5EF4-FFF2-40B4-BE49-F238E27FC236}">
                  <a16:creationId xmlns:a16="http://schemas.microsoft.com/office/drawing/2014/main" id="{CA95E611-97D6-4A89-B59C-14E226386249}"/>
                </a:ext>
              </a:extLst>
            </p:cNvPr>
            <p:cNvGrpSpPr/>
            <p:nvPr/>
          </p:nvGrpSpPr>
          <p:grpSpPr>
            <a:xfrm>
              <a:off x="4320000" y="4176000"/>
              <a:ext cx="504000" cy="792000"/>
              <a:chOff x="5292000" y="3492000"/>
              <a:chExt cx="504000" cy="792000"/>
            </a:xfrm>
          </p:grpSpPr>
          <p:cxnSp>
            <p:nvCxnSpPr>
              <p:cNvPr id="821" name="直接箭头连接符 820">
                <a:extLst>
                  <a:ext uri="{FF2B5EF4-FFF2-40B4-BE49-F238E27FC236}">
                    <a16:creationId xmlns:a16="http://schemas.microsoft.com/office/drawing/2014/main" id="{13A8D0B8-A46A-4E6B-9390-1AE888CBBB71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5436000" y="3492000"/>
                <a:ext cx="0" cy="50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22" name="Text Box 143">
                <a:extLst>
                  <a:ext uri="{FF2B5EF4-FFF2-40B4-BE49-F238E27FC236}">
                    <a16:creationId xmlns:a16="http://schemas.microsoft.com/office/drawing/2014/main" id="{1BD0EEBF-EAF3-426E-92BB-B44BF81AE52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5292000" y="3996000"/>
                <a:ext cx="504000" cy="28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M</a:t>
                </a:r>
                <a:r>
                  <a:rPr lang="en-US" altLang="zh-CN" sz="1600" b="1" u="none" baseline="-18000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823" name="直接箭头连接符 822">
                <a:extLst>
                  <a:ext uri="{FF2B5EF4-FFF2-40B4-BE49-F238E27FC236}">
                    <a16:creationId xmlns:a16="http://schemas.microsoft.com/office/drawing/2014/main" id="{A3483D46-BC55-46A2-B556-228504A3B66C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>
                <a:off x="5686455" y="3888435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4" name="直接箭头连接符 823">
                <a:extLst>
                  <a:ext uri="{FF2B5EF4-FFF2-40B4-BE49-F238E27FC236}">
                    <a16:creationId xmlns:a16="http://schemas.microsoft.com/office/drawing/2014/main" id="{B9D818F1-FDA7-4429-8C78-17C0C5287A4E}"/>
                  </a:ext>
                </a:extLst>
              </p:cNvPr>
              <p:cNvCxnSpPr/>
              <p:nvPr>
                <p:custDataLst>
                  <p:tags r:id="rId49"/>
                </p:custDataLst>
              </p:nvPr>
            </p:nvCxnSpPr>
            <p:spPr bwMode="auto">
              <a:xfrm>
                <a:off x="5614455" y="3636000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sp>
            <p:nvSpPr>
              <p:cNvPr id="825" name="Text Box 381">
                <a:extLst>
                  <a:ext uri="{FF2B5EF4-FFF2-40B4-BE49-F238E27FC236}">
                    <a16:creationId xmlns:a16="http://schemas.microsoft.com/office/drawing/2014/main" id="{FDBD5846-B50F-4883-9DAB-E3C846A0C6B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5580000" y="3744290"/>
                <a:ext cx="216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826" name="Oval 382">
                <a:extLst>
                  <a:ext uri="{FF2B5EF4-FFF2-40B4-BE49-F238E27FC236}">
                    <a16:creationId xmlns:a16="http://schemas.microsoft.com/office/drawing/2014/main" id="{15A7D3A2-DE95-4912-9146-0B237A4D99C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5661255" y="3887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7" name="Oval 382">
                <a:extLst>
                  <a:ext uri="{FF2B5EF4-FFF2-40B4-BE49-F238E27FC236}">
                    <a16:creationId xmlns:a16="http://schemas.microsoft.com/office/drawing/2014/main" id="{BA3AB2CE-AE32-4762-B491-03BCFCAF088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5589255" y="3682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828" name="直接箭头连接符 827">
                <a:extLst>
                  <a:ext uri="{FF2B5EF4-FFF2-40B4-BE49-F238E27FC236}">
                    <a16:creationId xmlns:a16="http://schemas.microsoft.com/office/drawing/2014/main" id="{48BF444F-95C6-4700-A490-289CC6E3B7AB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5758455" y="3492000"/>
                <a:ext cx="0" cy="252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90" name="组合 789">
              <a:extLst>
                <a:ext uri="{FF2B5EF4-FFF2-40B4-BE49-F238E27FC236}">
                  <a16:creationId xmlns:a16="http://schemas.microsoft.com/office/drawing/2014/main" id="{7B2EC316-1DA5-444D-8D94-0B9647834144}"/>
                </a:ext>
              </a:extLst>
            </p:cNvPr>
            <p:cNvGrpSpPr/>
            <p:nvPr/>
          </p:nvGrpSpPr>
          <p:grpSpPr>
            <a:xfrm>
              <a:off x="3744000" y="4176000"/>
              <a:ext cx="504000" cy="792000"/>
              <a:chOff x="5292000" y="3492000"/>
              <a:chExt cx="504000" cy="792000"/>
            </a:xfrm>
          </p:grpSpPr>
          <p:cxnSp>
            <p:nvCxnSpPr>
              <p:cNvPr id="813" name="直接箭头连接符 812">
                <a:extLst>
                  <a:ext uri="{FF2B5EF4-FFF2-40B4-BE49-F238E27FC236}">
                    <a16:creationId xmlns:a16="http://schemas.microsoft.com/office/drawing/2014/main" id="{B44E43BF-A5BB-4E0B-BA1C-1B4D9E0B368B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auto">
              <a:xfrm>
                <a:off x="5436000" y="3492000"/>
                <a:ext cx="0" cy="50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14" name="Text Box 143">
                <a:extLst>
                  <a:ext uri="{FF2B5EF4-FFF2-40B4-BE49-F238E27FC236}">
                    <a16:creationId xmlns:a16="http://schemas.microsoft.com/office/drawing/2014/main" id="{87C205EF-3DD3-44DB-BC95-AAE9A934A43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5292000" y="3996000"/>
                <a:ext cx="504000" cy="28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M</a:t>
                </a:r>
                <a:r>
                  <a:rPr lang="en-US" altLang="zh-CN" sz="1600" b="1" u="none" baseline="-18000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815" name="直接箭头连接符 814">
                <a:extLst>
                  <a:ext uri="{FF2B5EF4-FFF2-40B4-BE49-F238E27FC236}">
                    <a16:creationId xmlns:a16="http://schemas.microsoft.com/office/drawing/2014/main" id="{AA97E5B6-1A21-4418-8301-BA8C3B48F362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auto">
              <a:xfrm>
                <a:off x="5686455" y="3888435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6" name="直接箭头连接符 815">
                <a:extLst>
                  <a:ext uri="{FF2B5EF4-FFF2-40B4-BE49-F238E27FC236}">
                    <a16:creationId xmlns:a16="http://schemas.microsoft.com/office/drawing/2014/main" id="{0E29B44A-AAEE-4532-A846-DC9527438027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5614455" y="3636000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sp>
            <p:nvSpPr>
              <p:cNvPr id="817" name="Text Box 381">
                <a:extLst>
                  <a:ext uri="{FF2B5EF4-FFF2-40B4-BE49-F238E27FC236}">
                    <a16:creationId xmlns:a16="http://schemas.microsoft.com/office/drawing/2014/main" id="{95C111BA-F020-4934-B99D-EFD025C32DB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5580000" y="3744290"/>
                <a:ext cx="216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818" name="Oval 382">
                <a:extLst>
                  <a:ext uri="{FF2B5EF4-FFF2-40B4-BE49-F238E27FC236}">
                    <a16:creationId xmlns:a16="http://schemas.microsoft.com/office/drawing/2014/main" id="{5CF77FE2-E18C-44C6-AAC8-94C79C03F10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5661255" y="3887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" name="Oval 382">
                <a:extLst>
                  <a:ext uri="{FF2B5EF4-FFF2-40B4-BE49-F238E27FC236}">
                    <a16:creationId xmlns:a16="http://schemas.microsoft.com/office/drawing/2014/main" id="{EB917C28-4F13-4A74-BB63-44502BBFDAC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5589255" y="3682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820" name="直接箭头连接符 819">
                <a:extLst>
                  <a:ext uri="{FF2B5EF4-FFF2-40B4-BE49-F238E27FC236}">
                    <a16:creationId xmlns:a16="http://schemas.microsoft.com/office/drawing/2014/main" id="{26D207D9-CE9F-453A-B9B6-F9D4F8DE2A58}"/>
                  </a:ext>
                </a:extLst>
              </p:cNvPr>
              <p:cNvCxnSpPr/>
              <p:nvPr>
                <p:custDataLst>
                  <p:tags r:id="rId45"/>
                </p:custDataLst>
              </p:nvPr>
            </p:nvCxnSpPr>
            <p:spPr bwMode="auto">
              <a:xfrm>
                <a:off x="5758455" y="3492000"/>
                <a:ext cx="0" cy="252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91" name="组合 790">
              <a:extLst>
                <a:ext uri="{FF2B5EF4-FFF2-40B4-BE49-F238E27FC236}">
                  <a16:creationId xmlns:a16="http://schemas.microsoft.com/office/drawing/2014/main" id="{0AC2AF3A-9386-4A24-BACE-153E69EB4E94}"/>
                </a:ext>
              </a:extLst>
            </p:cNvPr>
            <p:cNvGrpSpPr/>
            <p:nvPr/>
          </p:nvGrpSpPr>
          <p:grpSpPr>
            <a:xfrm>
              <a:off x="3168000" y="4176000"/>
              <a:ext cx="504000" cy="792000"/>
              <a:chOff x="5292000" y="3492000"/>
              <a:chExt cx="504000" cy="792000"/>
            </a:xfrm>
          </p:grpSpPr>
          <p:cxnSp>
            <p:nvCxnSpPr>
              <p:cNvPr id="805" name="直接箭头连接符 804">
                <a:extLst>
                  <a:ext uri="{FF2B5EF4-FFF2-40B4-BE49-F238E27FC236}">
                    <a16:creationId xmlns:a16="http://schemas.microsoft.com/office/drawing/2014/main" id="{6A43F3E8-CFBD-453A-8AAA-400202529DCA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5436000" y="3492000"/>
                <a:ext cx="0" cy="50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06" name="Text Box 143">
                <a:extLst>
                  <a:ext uri="{FF2B5EF4-FFF2-40B4-BE49-F238E27FC236}">
                    <a16:creationId xmlns:a16="http://schemas.microsoft.com/office/drawing/2014/main" id="{A61CAAD7-898F-4835-94C2-189DA3821C3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5292000" y="3996000"/>
                <a:ext cx="504000" cy="28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M</a:t>
                </a:r>
                <a:r>
                  <a:rPr lang="en-US" altLang="zh-CN" sz="1600" b="1" u="none" baseline="-18000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807" name="直接箭头连接符 806">
                <a:extLst>
                  <a:ext uri="{FF2B5EF4-FFF2-40B4-BE49-F238E27FC236}">
                    <a16:creationId xmlns:a16="http://schemas.microsoft.com/office/drawing/2014/main" id="{91EF67F5-74E3-475A-83D6-8A6A4C305FC3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auto">
              <a:xfrm>
                <a:off x="5686455" y="3888435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8" name="直接箭头连接符 807">
                <a:extLst>
                  <a:ext uri="{FF2B5EF4-FFF2-40B4-BE49-F238E27FC236}">
                    <a16:creationId xmlns:a16="http://schemas.microsoft.com/office/drawing/2014/main" id="{8E44D890-ACC4-408B-9310-A71BF77DAA8C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5614455" y="3636000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sp>
            <p:nvSpPr>
              <p:cNvPr id="809" name="Text Box 381">
                <a:extLst>
                  <a:ext uri="{FF2B5EF4-FFF2-40B4-BE49-F238E27FC236}">
                    <a16:creationId xmlns:a16="http://schemas.microsoft.com/office/drawing/2014/main" id="{B1FD5624-370A-4A47-BC95-0CA37DE9C97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5580000" y="3744290"/>
                <a:ext cx="216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810" name="Oval 382">
                <a:extLst>
                  <a:ext uri="{FF2B5EF4-FFF2-40B4-BE49-F238E27FC236}">
                    <a16:creationId xmlns:a16="http://schemas.microsoft.com/office/drawing/2014/main" id="{549107B4-85FB-4402-872D-E118510D3D5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5661255" y="3887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1" name="Oval 382">
                <a:extLst>
                  <a:ext uri="{FF2B5EF4-FFF2-40B4-BE49-F238E27FC236}">
                    <a16:creationId xmlns:a16="http://schemas.microsoft.com/office/drawing/2014/main" id="{EF427277-58F1-4C4C-B01F-411A011CD73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5589255" y="3682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812" name="直接箭头连接符 811">
                <a:extLst>
                  <a:ext uri="{FF2B5EF4-FFF2-40B4-BE49-F238E27FC236}">
                    <a16:creationId xmlns:a16="http://schemas.microsoft.com/office/drawing/2014/main" id="{3D467AD8-CBC1-4FA7-99E0-C0C69123CAB8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5758455" y="3492000"/>
                <a:ext cx="0" cy="252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92" name="组合 791">
              <a:extLst>
                <a:ext uri="{FF2B5EF4-FFF2-40B4-BE49-F238E27FC236}">
                  <a16:creationId xmlns:a16="http://schemas.microsoft.com/office/drawing/2014/main" id="{65D47DAD-F253-4CE9-8881-8F14DEBE35C3}"/>
                </a:ext>
              </a:extLst>
            </p:cNvPr>
            <p:cNvGrpSpPr/>
            <p:nvPr/>
          </p:nvGrpSpPr>
          <p:grpSpPr>
            <a:xfrm>
              <a:off x="2592000" y="4176000"/>
              <a:ext cx="504000" cy="792000"/>
              <a:chOff x="5292000" y="3492000"/>
              <a:chExt cx="504000" cy="792000"/>
            </a:xfrm>
          </p:grpSpPr>
          <p:cxnSp>
            <p:nvCxnSpPr>
              <p:cNvPr id="797" name="直接箭头连接符 796">
                <a:extLst>
                  <a:ext uri="{FF2B5EF4-FFF2-40B4-BE49-F238E27FC236}">
                    <a16:creationId xmlns:a16="http://schemas.microsoft.com/office/drawing/2014/main" id="{D213D2DF-AF20-47B3-AE1A-A13D48F14B41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 bwMode="auto">
              <a:xfrm>
                <a:off x="5436000" y="3492000"/>
                <a:ext cx="0" cy="50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98" name="Text Box 143">
                <a:extLst>
                  <a:ext uri="{FF2B5EF4-FFF2-40B4-BE49-F238E27FC236}">
                    <a16:creationId xmlns:a16="http://schemas.microsoft.com/office/drawing/2014/main" id="{54E6DCDF-1956-4879-A795-95E656EDFED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5292000" y="3996000"/>
                <a:ext cx="504000" cy="28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M</a:t>
                </a:r>
                <a:r>
                  <a:rPr lang="en-US" altLang="zh-CN" sz="1600" b="1" u="none" baseline="-18000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799" name="直接箭头连接符 798">
                <a:extLst>
                  <a:ext uri="{FF2B5EF4-FFF2-40B4-BE49-F238E27FC236}">
                    <a16:creationId xmlns:a16="http://schemas.microsoft.com/office/drawing/2014/main" id="{B024F655-F111-4324-B831-8D162B18561E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5686455" y="3888435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0" name="直接箭头连接符 799">
                <a:extLst>
                  <a:ext uri="{FF2B5EF4-FFF2-40B4-BE49-F238E27FC236}">
                    <a16:creationId xmlns:a16="http://schemas.microsoft.com/office/drawing/2014/main" id="{62B592DB-FE6B-4EDE-874C-D5CB75B4ECF9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>
                <a:off x="5614455" y="3636000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</p:cxnSp>
          <p:sp>
            <p:nvSpPr>
              <p:cNvPr id="801" name="Text Box 381">
                <a:extLst>
                  <a:ext uri="{FF2B5EF4-FFF2-40B4-BE49-F238E27FC236}">
                    <a16:creationId xmlns:a16="http://schemas.microsoft.com/office/drawing/2014/main" id="{3EB8E0AA-BEFD-4BA4-9C0D-540ECF52A80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580000" y="3744290"/>
                <a:ext cx="216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802" name="Oval 382">
                <a:extLst>
                  <a:ext uri="{FF2B5EF4-FFF2-40B4-BE49-F238E27FC236}">
                    <a16:creationId xmlns:a16="http://schemas.microsoft.com/office/drawing/2014/main" id="{598F7E98-D44A-421F-BFC9-D8DE12B520E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5661255" y="3887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3" name="Oval 382">
                <a:extLst>
                  <a:ext uri="{FF2B5EF4-FFF2-40B4-BE49-F238E27FC236}">
                    <a16:creationId xmlns:a16="http://schemas.microsoft.com/office/drawing/2014/main" id="{EB5BB69F-60EB-441D-9BC2-019BB544342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5589255" y="3682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804" name="直接箭头连接符 803">
                <a:extLst>
                  <a:ext uri="{FF2B5EF4-FFF2-40B4-BE49-F238E27FC236}">
                    <a16:creationId xmlns:a16="http://schemas.microsoft.com/office/drawing/2014/main" id="{77F01066-88F4-4DC4-AD9D-55FAF9879062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auto">
              <a:xfrm>
                <a:off x="5758455" y="3492000"/>
                <a:ext cx="0" cy="252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793" name="直接箭头连接符 792">
              <a:extLst>
                <a:ext uri="{FF2B5EF4-FFF2-40B4-BE49-F238E27FC236}">
                  <a16:creationId xmlns:a16="http://schemas.microsoft.com/office/drawing/2014/main" id="{BD09926D-B409-4B8A-B1C1-661EF4E11FBB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4895765" y="450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4" name="Text Box 140">
              <a:extLst>
                <a:ext uri="{FF2B5EF4-FFF2-40B4-BE49-F238E27FC236}">
                  <a16:creationId xmlns:a16="http://schemas.microsoft.com/office/drawing/2014/main" id="{54F489B5-B20C-41F6-BE13-39D7AA5D7E1D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779824" y="4032000"/>
              <a:ext cx="57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D1 </a:t>
              </a:r>
              <a:r>
                <a:rPr lang="en-US" altLang="zh-CN" sz="1400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400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95" name="Text Box 140">
              <a:extLst>
                <a:ext uri="{FF2B5EF4-FFF2-40B4-BE49-F238E27FC236}">
                  <a16:creationId xmlns:a16="http://schemas.microsoft.com/office/drawing/2014/main" id="{9D26BA9D-6187-4011-BD43-852D8AE09980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239824" y="4032000"/>
              <a:ext cx="57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D2 </a:t>
              </a:r>
              <a:r>
                <a:rPr lang="en-US" altLang="zh-CN" sz="1400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400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796" name="Text Box 140">
              <a:extLst>
                <a:ext uri="{FF2B5EF4-FFF2-40B4-BE49-F238E27FC236}">
                  <a16:creationId xmlns:a16="http://schemas.microsoft.com/office/drawing/2014/main" id="{E9D99E81-6B85-474D-A085-B84E0835E8F3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664000" y="4032000"/>
              <a:ext cx="57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D3 </a:t>
              </a:r>
              <a:r>
                <a:rPr lang="en-US" altLang="zh-CN" sz="1400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400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</p:grpSp>
      <p:sp>
        <p:nvSpPr>
          <p:cNvPr id="829" name="AutoShape 5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7F46681-6401-4172-AE3F-49E21C54B62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247DB-6613-4575-82B0-DD889705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8</a:t>
            </a:fld>
            <a:endParaRPr lang="en-US" altLang="zh-CN" dirty="0"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1362DE9C-316B-4F20-A255-F19C86782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2656"/>
            <a:ext cx="7091525" cy="6079549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*存储系统的组成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续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信息存储、按逻辑地址访问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提高访存速度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思想：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工作过程：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虚拟存储器的组成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按逻辑地址访问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思想：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工作过程：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8599D979-DF3D-4173-B504-B268ED657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1124744"/>
            <a:ext cx="7128792" cy="554857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1080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用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2000" b="1" dirty="0">
                <a:latin typeface="宋体" panose="02010600030101010101" pitchFamily="2" charset="-122"/>
              </a:rPr>
              <a:t>提速，按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块</a:t>
            </a:r>
            <a:r>
              <a:rPr lang="zh-CN" altLang="en-US" sz="2000" b="1" dirty="0">
                <a:latin typeface="宋体" panose="02010600030101010101" pitchFamily="2" charset="-122"/>
              </a:rPr>
              <a:t>与主存交换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＝行的数组＋控制机构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地址变换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层次管理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变换＋访问</a:t>
            </a:r>
            <a:r>
              <a:rPr lang="en-US" altLang="zh-CN" sz="2000" b="1" dirty="0">
                <a:latin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</a:rPr>
              <a:t>＋写回</a:t>
            </a:r>
            <a:r>
              <a:rPr lang="en-US" altLang="zh-CN" sz="2000" b="1" dirty="0">
                <a:latin typeface="宋体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包括映射方式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含查找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替换算法、写策略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用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辅存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交换区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扩展主存空间，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程序按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段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页</a:t>
            </a:r>
            <a:r>
              <a:rPr lang="zh-CN" altLang="en-US" sz="2000" b="1" dirty="0">
                <a:latin typeface="宋体" panose="02010600030101010101" pitchFamily="2" charset="-122"/>
              </a:rPr>
              <a:t>交换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程序的一部分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＝主存＋辅存＋</a:t>
            </a:r>
            <a:r>
              <a:rPr lang="en-US" altLang="zh-CN" sz="2000" b="1" dirty="0">
                <a:latin typeface="宋体" panose="02010600030101010101" pitchFamily="2" charset="-122"/>
              </a:rPr>
              <a:t>MMU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地址变换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＋软件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主存管理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层次管理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地址变换</a:t>
            </a:r>
            <a:r>
              <a:rPr lang="en-US" altLang="zh-CN" sz="2000" b="1" dirty="0">
                <a:latin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</a:rPr>
              <a:t>＋层次管理</a:t>
            </a:r>
            <a:r>
              <a:rPr lang="en-US" altLang="zh-CN" sz="2000" b="1" dirty="0">
                <a:latin typeface="宋体" panose="02010600030101010101" pitchFamily="2" charset="-122"/>
              </a:rPr>
              <a:t>]</a:t>
            </a:r>
            <a:r>
              <a:rPr lang="zh-CN" altLang="en-US" sz="2000" b="1" dirty="0">
                <a:latin typeface="宋体" panose="02010600030101010101" pitchFamily="2" charset="-122"/>
              </a:rPr>
              <a:t>＋访问主存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变换过程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访问表项</a:t>
            </a:r>
            <a:r>
              <a:rPr lang="en-US" altLang="zh-CN" sz="1600" b="1" dirty="0">
                <a:latin typeface="宋体" panose="02010600030101010101" pitchFamily="2" charset="-122"/>
              </a:rPr>
              <a:t>+…)</a:t>
            </a:r>
            <a:r>
              <a:rPr lang="zh-CN" altLang="en-US" sz="2000" b="1" dirty="0">
                <a:latin typeface="宋体" panose="02010600030101010101" pitchFamily="2" charset="-122"/>
              </a:rPr>
              <a:t>、优化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增加</a:t>
            </a:r>
            <a:r>
              <a:rPr lang="en-US" altLang="zh-CN" sz="1600" b="1" dirty="0">
                <a:latin typeface="宋体" panose="02010600030101010101" pitchFamily="2" charset="-122"/>
              </a:rPr>
              <a:t>TLB)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映射表由软件组织，缺页由软件处理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93E3429-6230-48F4-962E-CD578803984C}"/>
              </a:ext>
            </a:extLst>
          </p:cNvPr>
          <p:cNvGrpSpPr/>
          <p:nvPr/>
        </p:nvGrpSpPr>
        <p:grpSpPr>
          <a:xfrm>
            <a:off x="5868144" y="1268760"/>
            <a:ext cx="3024184" cy="253552"/>
            <a:chOff x="1979870" y="6018616"/>
            <a:chExt cx="3024184" cy="290704"/>
          </a:xfrm>
        </p:grpSpPr>
        <p:sp>
          <p:nvSpPr>
            <p:cNvPr id="6" name="Text Box 1364">
              <a:extLst>
                <a:ext uri="{FF2B5EF4-FFF2-40B4-BE49-F238E27FC236}">
                  <a16:creationId xmlns:a16="http://schemas.microsoft.com/office/drawing/2014/main" id="{0A4F9C15-E47E-4BE0-BC4A-F9E304FE8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870" y="6020395"/>
              <a:ext cx="756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结构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: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1367">
              <a:extLst>
                <a:ext uri="{FF2B5EF4-FFF2-40B4-BE49-F238E27FC236}">
                  <a16:creationId xmlns:a16="http://schemas.microsoft.com/office/drawing/2014/main" id="{A74B26FC-7E6B-4896-B5F8-4193332D8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054" y="6020395"/>
              <a:ext cx="216000" cy="28892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" name="Text Box 1368">
              <a:extLst>
                <a:ext uri="{FF2B5EF4-FFF2-40B4-BE49-F238E27FC236}">
                  <a16:creationId xmlns:a16="http://schemas.microsoft.com/office/drawing/2014/main" id="{3511376C-AAAD-4A4E-A2ED-C18631464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8054" y="6020395"/>
              <a:ext cx="540000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1369">
              <a:extLst>
                <a:ext uri="{FF2B5EF4-FFF2-40B4-BE49-F238E27FC236}">
                  <a16:creationId xmlns:a16="http://schemas.microsoft.com/office/drawing/2014/main" id="{8274C203-3A44-4EB7-B897-8DCE98703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054" y="6020395"/>
              <a:ext cx="864000" cy="28892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1375">
              <a:extLst>
                <a:ext uri="{FF2B5EF4-FFF2-40B4-BE49-F238E27FC236}">
                  <a16:creationId xmlns:a16="http://schemas.microsoft.com/office/drawing/2014/main" id="{E578658A-108A-483E-A67B-81FABEB3B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054" y="6020395"/>
              <a:ext cx="216024" cy="28892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M</a:t>
              </a:r>
            </a:p>
          </p:txBody>
        </p:sp>
        <p:sp>
          <p:nvSpPr>
            <p:cNvPr id="11" name="Text Box 1375">
              <a:extLst>
                <a:ext uri="{FF2B5EF4-FFF2-40B4-BE49-F238E27FC236}">
                  <a16:creationId xmlns:a16="http://schemas.microsoft.com/office/drawing/2014/main" id="{E065B9D1-00F2-4BA4-B7F3-D7D108864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54" y="6018616"/>
              <a:ext cx="396000" cy="28701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LRU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94257765-8439-47A6-96AC-1C1F1781F135}"/>
              </a:ext>
            </a:extLst>
          </p:cNvPr>
          <p:cNvGrpSpPr/>
          <p:nvPr/>
        </p:nvGrpSpPr>
        <p:grpSpPr>
          <a:xfrm>
            <a:off x="1116000" y="4941168"/>
            <a:ext cx="3780000" cy="900000"/>
            <a:chOff x="2232000" y="5437672"/>
            <a:chExt cx="3780000" cy="900000"/>
          </a:xfrm>
        </p:grpSpPr>
        <p:sp>
          <p:nvSpPr>
            <p:cNvPr id="105" name="Text Box 24" descr="宽上对角线">
              <a:extLst>
                <a:ext uri="{FF2B5EF4-FFF2-40B4-BE49-F238E27FC236}">
                  <a16:creationId xmlns:a16="http://schemas.microsoft.com/office/drawing/2014/main" id="{C8F7DFEE-895F-4A50-B2C5-E5640606F36A}"/>
                </a:ext>
              </a:extLst>
            </p:cNvPr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2519999" y="5473672"/>
              <a:ext cx="3384000" cy="86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44000" rIns="18000" bIns="10800" anchor="t" anchorCtr="0"/>
            <a:lstStyle/>
            <a:p>
              <a:endParaRPr lang="en-US" altLang="zh-CN" sz="1800" b="1" u="none" dirty="0">
                <a:latin typeface="+mn-ea"/>
                <a:ea typeface="+mn-ea"/>
              </a:endParaRPr>
            </a:p>
          </p:txBody>
        </p:sp>
        <p:sp>
          <p:nvSpPr>
            <p:cNvPr id="106" name="Text Box 118">
              <a:extLst>
                <a:ext uri="{FF2B5EF4-FFF2-40B4-BE49-F238E27FC236}">
                  <a16:creationId xmlns:a16="http://schemas.microsoft.com/office/drawing/2014/main" id="{5CAC6A2F-12E9-4D58-ACBE-68C453844773}"/>
                </a:ext>
              </a:extLst>
            </p:cNvPr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3312000" y="5976000"/>
              <a:ext cx="504000" cy="28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07" name="Text Box 176">
              <a:extLst>
                <a:ext uri="{FF2B5EF4-FFF2-40B4-BE49-F238E27FC236}">
                  <a16:creationId xmlns:a16="http://schemas.microsoft.com/office/drawing/2014/main" id="{9F48335E-B80B-4111-AB63-AD4A5DD5192F}"/>
                </a:ext>
              </a:extLst>
            </p:cNvPr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2232000" y="5437672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VA</a:t>
              </a:r>
              <a:endParaRPr lang="zh-CN" altLang="en-US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58C1C219-E3D6-4006-B476-F831509CC59E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>
              <a:off x="2412000" y="6120000"/>
              <a:ext cx="900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C19AB41F-38EF-4A1B-AE74-5405357E0B38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>
              <a:off x="2412000" y="6192000"/>
              <a:ext cx="900000" cy="63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sp>
          <p:nvSpPr>
            <p:cNvPr id="110" name="Text Box 212">
              <a:extLst>
                <a:ext uri="{FF2B5EF4-FFF2-40B4-BE49-F238E27FC236}">
                  <a16:creationId xmlns:a16="http://schemas.microsoft.com/office/drawing/2014/main" id="{55689E7B-C2DD-4040-B91D-BC7964D88E15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952000" y="5868000"/>
              <a:ext cx="144000" cy="179705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T</a:t>
              </a:r>
              <a:endParaRPr lang="zh-CN" altLang="en-US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1" name="Text Box 221">
              <a:extLst>
                <a:ext uri="{FF2B5EF4-FFF2-40B4-BE49-F238E27FC236}">
                  <a16:creationId xmlns:a16="http://schemas.microsoft.com/office/drawing/2014/main" id="{830DE328-84CD-4BA2-8864-AEEE51740097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852000" y="5579856"/>
              <a:ext cx="144000" cy="179705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F</a:t>
              </a:r>
              <a:endParaRPr lang="zh-CN" altLang="en-US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12" name="直接箭头连接符 55">
              <a:extLst>
                <a:ext uri="{FF2B5EF4-FFF2-40B4-BE49-F238E27FC236}">
                  <a16:creationId xmlns:a16="http://schemas.microsoft.com/office/drawing/2014/main" id="{BFED2932-DC30-48F9-8B4B-F34866B1F209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2916000" y="586814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113" name="直接箭头连接符 55">
              <a:extLst>
                <a:ext uri="{FF2B5EF4-FFF2-40B4-BE49-F238E27FC236}">
                  <a16:creationId xmlns:a16="http://schemas.microsoft.com/office/drawing/2014/main" id="{6EA3EF7E-841F-4F66-9A1F-8CA02ADFCE80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>
              <a:off x="3276000" y="5544296"/>
              <a:ext cx="0" cy="1079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922E67BE-CB0B-4615-9E06-F356C08E9CA3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>
              <a:off x="3815714" y="5760196"/>
              <a:ext cx="324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5" name="Text Box 230">
              <a:extLst>
                <a:ext uri="{FF2B5EF4-FFF2-40B4-BE49-F238E27FC236}">
                  <a16:creationId xmlns:a16="http://schemas.microsoft.com/office/drawing/2014/main" id="{892250B0-670E-4D0B-BED2-D82AE79EB34A}"/>
                </a:ext>
              </a:extLst>
            </p:cNvPr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4140000" y="5868000"/>
              <a:ext cx="79200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主存管理</a:t>
              </a:r>
            </a:p>
          </p:txBody>
        </p:sp>
        <p:cxnSp>
          <p:nvCxnSpPr>
            <p:cNvPr id="116" name="直接箭头连接符 55">
              <a:extLst>
                <a:ext uri="{FF2B5EF4-FFF2-40B4-BE49-F238E27FC236}">
                  <a16:creationId xmlns:a16="http://schemas.microsoft.com/office/drawing/2014/main" id="{4F2F7EA1-94D3-452F-B789-24396C6C4243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>
              <a:off x="5076000" y="5544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AE266EB5-EEF2-428E-8DBB-0C2F2280A9B8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3816000" y="6048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50D2D0D4-7DE7-4E5A-98F5-A65E04609055}"/>
                </a:ext>
              </a:extLst>
            </p:cNvPr>
            <p:cNvCxnSpPr/>
            <p:nvPr>
              <p:custDataLst>
                <p:tags r:id="rId82"/>
              </p:custDataLst>
            </p:nvPr>
          </p:nvCxnSpPr>
          <p:spPr bwMode="auto">
            <a:xfrm>
              <a:off x="3960000" y="5940000"/>
              <a:ext cx="180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9" name="Text Box 119">
              <a:extLst>
                <a:ext uri="{FF2B5EF4-FFF2-40B4-BE49-F238E27FC236}">
                  <a16:creationId xmlns:a16="http://schemas.microsoft.com/office/drawing/2014/main" id="{D9F29265-1B8B-4D23-81D3-8E355195DCCA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5328000" y="5976000"/>
              <a:ext cx="504000" cy="288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辅存</a:t>
              </a:r>
            </a:p>
          </p:txBody>
        </p:sp>
        <p:sp>
          <p:nvSpPr>
            <p:cNvPr id="120" name="Text Box 212">
              <a:extLst>
                <a:ext uri="{FF2B5EF4-FFF2-40B4-BE49-F238E27FC236}">
                  <a16:creationId xmlns:a16="http://schemas.microsoft.com/office/drawing/2014/main" id="{B1A0EBAB-6C45-480A-AD1E-D0C38A1768DF}"/>
                </a:ext>
              </a:extLst>
            </p:cNvPr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5040000" y="5868000"/>
              <a:ext cx="180000" cy="180000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T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221">
              <a:extLst>
                <a:ext uri="{FF2B5EF4-FFF2-40B4-BE49-F238E27FC236}">
                  <a16:creationId xmlns:a16="http://schemas.microsoft.com/office/drawing/2014/main" id="{0B29D2D5-82F4-49C7-BEBE-45A72B826B0C}"/>
                </a:ext>
              </a:extLst>
            </p:cNvPr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5400000" y="5580000"/>
              <a:ext cx="144000" cy="179705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F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55">
              <a:extLst>
                <a:ext uri="{FF2B5EF4-FFF2-40B4-BE49-F238E27FC236}">
                  <a16:creationId xmlns:a16="http://schemas.microsoft.com/office/drawing/2014/main" id="{7D797096-AE3C-4C9F-B37E-F17A66796996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>
              <a:off x="5004000" y="58679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C4C1531F-07A6-4A9E-A9A3-5180B4E88D79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5004000" y="6048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260703E-C330-4720-B503-24396B103E62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>
              <a:off x="3816000" y="6228000"/>
              <a:ext cx="1512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B7EF982B-9B03-47CB-8A5D-5A15C5E07C7D}"/>
                </a:ext>
              </a:extLst>
            </p:cNvPr>
            <p:cNvCxnSpPr/>
            <p:nvPr>
              <p:custDataLst>
                <p:tags r:id="rId89"/>
              </p:custDataLst>
            </p:nvPr>
          </p:nvCxnSpPr>
          <p:spPr bwMode="auto">
            <a:xfrm>
              <a:off x="2448000" y="5544000"/>
              <a:ext cx="2628000" cy="63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6" name="Text Box 211">
              <a:extLst>
                <a:ext uri="{FF2B5EF4-FFF2-40B4-BE49-F238E27FC236}">
                  <a16:creationId xmlns:a16="http://schemas.microsoft.com/office/drawing/2014/main" id="{5EF16235-4AD9-41EB-AF51-BCFC9923A3F1}"/>
                </a:ext>
              </a:extLst>
            </p:cNvPr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2592069" y="5652246"/>
              <a:ext cx="122428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虚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实地址变换</a:t>
              </a:r>
            </a:p>
          </p:txBody>
        </p:sp>
        <p:sp>
          <p:nvSpPr>
            <p:cNvPr id="127" name="Text Box 211">
              <a:extLst>
                <a:ext uri="{FF2B5EF4-FFF2-40B4-BE49-F238E27FC236}">
                  <a16:creationId xmlns:a16="http://schemas.microsoft.com/office/drawing/2014/main" id="{F1843191-ACAE-46D8-A518-DA1C5AEE81E4}"/>
                </a:ext>
              </a:extLst>
            </p:cNvPr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4140000" y="5652000"/>
              <a:ext cx="122428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虚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辅地址变换</a:t>
              </a:r>
            </a:p>
          </p:txBody>
        </p: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E6FD60DA-7D78-462F-BC07-CA5C87E9F9B2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>
              <a:off x="2916000" y="6048000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9" name="直接箭头连接符 55">
              <a:extLst>
                <a:ext uri="{FF2B5EF4-FFF2-40B4-BE49-F238E27FC236}">
                  <a16:creationId xmlns:a16="http://schemas.microsoft.com/office/drawing/2014/main" id="{073FD870-97BA-4AB4-A2AF-9F7C51418281}"/>
                </a:ext>
              </a:extLst>
            </p:cNvPr>
            <p:cNvCxnSpPr/>
            <p:nvPr>
              <p:custDataLst>
                <p:tags r:id="rId93"/>
              </p:custDataLst>
            </p:nvPr>
          </p:nvCxnSpPr>
          <p:spPr bwMode="auto">
            <a:xfrm>
              <a:off x="3960000" y="57600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939168BC-20EB-4BD1-9838-9D3C06BBFD77}"/>
                </a:ext>
              </a:extLst>
            </p:cNvPr>
            <p:cNvCxnSpPr/>
            <p:nvPr>
              <p:custDataLst>
                <p:tags r:id="rId94"/>
              </p:custDataLst>
            </p:nvPr>
          </p:nvCxnSpPr>
          <p:spPr bwMode="auto">
            <a:xfrm>
              <a:off x="5364000" y="5764402"/>
              <a:ext cx="648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4A86AD90-4D53-4652-BF68-4BCC8453F5B5}"/>
              </a:ext>
            </a:extLst>
          </p:cNvPr>
          <p:cNvGrpSpPr/>
          <p:nvPr/>
        </p:nvGrpSpPr>
        <p:grpSpPr>
          <a:xfrm>
            <a:off x="5292480" y="1916832"/>
            <a:ext cx="3600000" cy="1980000"/>
            <a:chOff x="5148000" y="1548000"/>
            <a:chExt cx="3600000" cy="1980000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4F70DDDC-0666-4514-AA72-03CB3D07EF81}"/>
                </a:ext>
              </a:extLst>
            </p:cNvPr>
            <p:cNvGrpSpPr/>
            <p:nvPr/>
          </p:nvGrpSpPr>
          <p:grpSpPr>
            <a:xfrm>
              <a:off x="5148000" y="1548000"/>
              <a:ext cx="3600000" cy="1980000"/>
              <a:chOff x="3132272" y="1872000"/>
              <a:chExt cx="3600000" cy="1980000"/>
            </a:xfrm>
          </p:grpSpPr>
          <p:sp>
            <p:nvSpPr>
              <p:cNvPr id="161" name="Rectangle 111">
                <a:extLst>
                  <a:ext uri="{FF2B5EF4-FFF2-40B4-BE49-F238E27FC236}">
                    <a16:creationId xmlns:a16="http://schemas.microsoft.com/office/drawing/2014/main" id="{A29D3872-EB40-4450-A34E-6926A282DBC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4500272" y="1872000"/>
                <a:ext cx="2232000" cy="1512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2700">
                <a:solidFill>
                  <a:schemeClr val="tx1"/>
                </a:solidFill>
                <a:prstDash val="sysDash"/>
                <a:miter lim="800000"/>
                <a:tailEnd type="none" w="sm" len="med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 sz="2000"/>
              </a:p>
            </p:txBody>
          </p:sp>
          <p:cxnSp>
            <p:nvCxnSpPr>
              <p:cNvPr id="162" name="直接箭头连接符 161">
                <a:extLst>
                  <a:ext uri="{FF2B5EF4-FFF2-40B4-BE49-F238E27FC236}">
                    <a16:creationId xmlns:a16="http://schemas.microsoft.com/office/drawing/2014/main" id="{272B6438-1CEC-463C-9611-13D65A6CC85C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>
                <a:off x="3708080" y="1872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63" name="Text Box 132">
                <a:extLst>
                  <a:ext uri="{FF2B5EF4-FFF2-40B4-BE49-F238E27FC236}">
                    <a16:creationId xmlns:a16="http://schemas.microsoft.com/office/drawing/2014/main" id="{DBD1D6B6-CC6E-411B-AF23-19D332B1156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4176000" y="2304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4" name="Text Box 133">
                <a:extLst>
                  <a:ext uri="{FF2B5EF4-FFF2-40B4-BE49-F238E27FC236}">
                    <a16:creationId xmlns:a16="http://schemas.microsoft.com/office/drawing/2014/main" id="{CC948D47-2CC2-41D6-910A-55E3A4B77C5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3132272" y="2016000"/>
                <a:ext cx="1152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查找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目标行</a:t>
                </a:r>
                <a:endParaRPr lang="zh-CN" altLang="en-US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5" name="AutoShape 134">
                <a:extLst>
                  <a:ext uri="{FF2B5EF4-FFF2-40B4-BE49-F238E27FC236}">
                    <a16:creationId xmlns:a16="http://schemas.microsoft.com/office/drawing/2014/main" id="{C1EF3B39-518F-4A41-BC07-5CE463272D3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3240000" y="2376000"/>
                <a:ext cx="936000" cy="216000"/>
              </a:xfrm>
              <a:prstGeom prst="flowChartDecision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r>
                  <a:rPr lang="zh-CN" altLang="en-US" sz="1600" b="1" u="none" dirty="0"/>
                  <a:t>命中？</a:t>
                </a:r>
              </a:p>
            </p:txBody>
          </p:sp>
          <p:sp>
            <p:nvSpPr>
              <p:cNvPr id="166" name="Text Box 139">
                <a:extLst>
                  <a:ext uri="{FF2B5EF4-FFF2-40B4-BE49-F238E27FC236}">
                    <a16:creationId xmlns:a16="http://schemas.microsoft.com/office/drawing/2014/main" id="{7707D67F-FFC5-410C-80AF-C15A26144AD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3564208" y="2592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Y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7" name="Text Box 143">
                <a:extLst>
                  <a:ext uri="{FF2B5EF4-FFF2-40B4-BE49-F238E27FC236}">
                    <a16:creationId xmlns:a16="http://schemas.microsoft.com/office/drawing/2014/main" id="{61956F8E-11B9-4DB3-B80F-EEFDE57CDA1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3132272" y="2808000"/>
                <a:ext cx="1152000" cy="216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访问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目标行</a:t>
                </a:r>
                <a:endParaRPr lang="zh-CN" altLang="en-US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1AD7537A-1594-4E32-8294-0D23A4DD04EF}"/>
                  </a:ext>
                </a:extLst>
              </p:cNvPr>
              <p:cNvCxnSpPr>
                <a:cxnSpLocks/>
              </p:cNvCxnSpPr>
              <p:nvPr>
                <p:custDataLst>
                  <p:tags r:id="rId60"/>
                </p:custDataLst>
              </p:nvPr>
            </p:nvCxnSpPr>
            <p:spPr bwMode="auto">
              <a:xfrm>
                <a:off x="3707743" y="2592000"/>
                <a:ext cx="0" cy="216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69" name="直接箭头连接符 168">
                <a:extLst>
                  <a:ext uri="{FF2B5EF4-FFF2-40B4-BE49-F238E27FC236}">
                    <a16:creationId xmlns:a16="http://schemas.microsoft.com/office/drawing/2014/main" id="{0FD99A73-F874-4A14-BF03-8A27F2B40612}"/>
                  </a:ext>
                </a:extLst>
              </p:cNvPr>
              <p:cNvCxnSpPr>
                <a:cxnSpLocks/>
              </p:cNvCxnSpPr>
              <p:nvPr>
                <p:custDataLst>
                  <p:tags r:id="rId61"/>
                </p:custDataLst>
              </p:nvPr>
            </p:nvCxnSpPr>
            <p:spPr bwMode="auto">
              <a:xfrm flipH="1">
                <a:off x="3708000" y="2232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0" name="直接箭头连接符 64">
                <a:extLst>
                  <a:ext uri="{FF2B5EF4-FFF2-40B4-BE49-F238E27FC236}">
                    <a16:creationId xmlns:a16="http://schemas.microsoft.com/office/drawing/2014/main" id="{F8CD4439-3E44-4002-BBBE-4EA2CB7D172F}"/>
                  </a:ext>
                </a:extLst>
              </p:cNvPr>
              <p:cNvCxnSpPr>
                <a:cxnSpLocks/>
              </p:cNvCxnSpPr>
              <p:nvPr>
                <p:custDataLst>
                  <p:tags r:id="rId62"/>
                </p:custDataLst>
              </p:nvPr>
            </p:nvCxnSpPr>
            <p:spPr bwMode="auto">
              <a:xfrm flipV="1">
                <a:off x="4176000" y="2484000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1" name="Line 140">
                <a:extLst>
                  <a:ext uri="{FF2B5EF4-FFF2-40B4-BE49-F238E27FC236}">
                    <a16:creationId xmlns:a16="http://schemas.microsoft.com/office/drawing/2014/main" id="{32494C35-0CAE-4F78-B812-16E221E7772A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3"/>
                </p:custDataLst>
              </p:nvPr>
            </p:nvSpPr>
            <p:spPr bwMode="auto">
              <a:xfrm flipH="1" flipV="1">
                <a:off x="3708208" y="2664000"/>
                <a:ext cx="864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lIns="0" tIns="0" rIns="0" bIns="0"/>
              <a:lstStyle/>
              <a:p>
                <a:endParaRPr lang="zh-CN" altLang="en-US" sz="2000"/>
              </a:p>
            </p:txBody>
          </p:sp>
          <p:sp>
            <p:nvSpPr>
              <p:cNvPr id="172" name="Text Box 128">
                <a:extLst>
                  <a:ext uri="{FF2B5EF4-FFF2-40B4-BE49-F238E27FC236}">
                    <a16:creationId xmlns:a16="http://schemas.microsoft.com/office/drawing/2014/main" id="{272DE308-89A3-49AF-9F02-C54A4A11409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6264272" y="1872000"/>
                <a:ext cx="432000" cy="39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缺失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处理</a:t>
                </a:r>
                <a:endParaRPr lang="zh-CN" altLang="en-US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3" name="Line 118">
                <a:extLst>
                  <a:ext uri="{FF2B5EF4-FFF2-40B4-BE49-F238E27FC236}">
                    <a16:creationId xmlns:a16="http://schemas.microsoft.com/office/drawing/2014/main" id="{9A7384F8-748A-4043-98A4-3006D2A15D9C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5"/>
                </p:custDataLst>
              </p:nvPr>
            </p:nvSpPr>
            <p:spPr bwMode="auto">
              <a:xfrm flipH="1" flipV="1">
                <a:off x="4392272" y="1908000"/>
                <a:ext cx="0" cy="576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cxnSp>
            <p:nvCxnSpPr>
              <p:cNvPr id="174" name="直接箭头连接符 64">
                <a:extLst>
                  <a:ext uri="{FF2B5EF4-FFF2-40B4-BE49-F238E27FC236}">
                    <a16:creationId xmlns:a16="http://schemas.microsoft.com/office/drawing/2014/main" id="{8336D504-DDFB-4FB0-B16D-2B335076E446}"/>
                  </a:ext>
                </a:extLst>
              </p:cNvPr>
              <p:cNvCxnSpPr>
                <a:cxnSpLocks/>
              </p:cNvCxnSpPr>
              <p:nvPr>
                <p:custDataLst>
                  <p:tags r:id="rId66"/>
                </p:custDataLst>
              </p:nvPr>
            </p:nvCxnSpPr>
            <p:spPr bwMode="auto">
              <a:xfrm flipV="1">
                <a:off x="4392272" y="1908000"/>
                <a:ext cx="828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0EBC4F73-A095-4935-9929-FEB19EA9CD77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3708080" y="3024000"/>
                <a:ext cx="1017" cy="828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5FA9297F-4861-481F-A23F-D32E0C6E181C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 bwMode="auto">
              <a:xfrm flipH="1">
                <a:off x="5220272" y="1908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8D8AFDD4-601D-49A6-9D6B-222E64C04DFA}"/>
                </a:ext>
              </a:extLst>
            </p:cNvPr>
            <p:cNvGrpSpPr/>
            <p:nvPr/>
          </p:nvGrpSpPr>
          <p:grpSpPr>
            <a:xfrm>
              <a:off x="6552000" y="1656000"/>
              <a:ext cx="2124000" cy="1368000"/>
              <a:chOff x="5112000" y="2736000"/>
              <a:chExt cx="2124000" cy="1368000"/>
            </a:xfrm>
          </p:grpSpPr>
          <p:sp>
            <p:nvSpPr>
              <p:cNvPr id="144" name="AutoShape 114">
                <a:extLst>
                  <a:ext uri="{FF2B5EF4-FFF2-40B4-BE49-F238E27FC236}">
                    <a16:creationId xmlns:a16="http://schemas.microsoft.com/office/drawing/2014/main" id="{19674240-2A8D-433B-B686-437440E0E31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5184000" y="2808000"/>
                <a:ext cx="1224000" cy="216000"/>
              </a:xfrm>
              <a:prstGeom prst="flowChartDecision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有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空行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?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5" name="Text Box 115">
                <a:extLst>
                  <a:ext uri="{FF2B5EF4-FFF2-40B4-BE49-F238E27FC236}">
                    <a16:creationId xmlns:a16="http://schemas.microsoft.com/office/drawing/2014/main" id="{104437BC-E5F4-4B20-94A3-0E2DF50F156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5256000" y="3816000"/>
                <a:ext cx="1728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调入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目标块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400" b="1" u="none" dirty="0">
                    <a:latin typeface="宋体" panose="02010600030101010101" pitchFamily="2" charset="-122"/>
                  </a:rPr>
                  <a:t>到行</a:t>
                </a:r>
                <a:r>
                  <a:rPr lang="en-US" altLang="zh-CN" sz="1400" b="1" u="none" dirty="0" err="1">
                    <a:latin typeface="宋体" panose="02010600030101010101" pitchFamily="2" charset="-122"/>
                  </a:rPr>
                  <a:t>i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)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6" name="Text Box 117">
                <a:extLst>
                  <a:ext uri="{FF2B5EF4-FFF2-40B4-BE49-F238E27FC236}">
                    <a16:creationId xmlns:a16="http://schemas.microsoft.com/office/drawing/2014/main" id="{693D91D9-91FF-4ED6-B66F-D8668392655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5112000" y="3024000"/>
                <a:ext cx="648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/>
                <a:r>
                  <a:rPr lang="en-US" altLang="zh-CN" sz="14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400" b="1" u="none" dirty="0">
                    <a:latin typeface="宋体" panose="02010600030101010101" pitchFamily="2" charset="-122"/>
                  </a:rPr>
                  <a:t>行</a:t>
                </a:r>
                <a:r>
                  <a:rPr lang="en-US" altLang="zh-CN" sz="1400" b="1" u="none" dirty="0" err="1">
                    <a:latin typeface="宋体" panose="02010600030101010101" pitchFamily="2" charset="-122"/>
                  </a:rPr>
                  <a:t>i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) Y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7" name="Line 118">
                <a:extLst>
                  <a:ext uri="{FF2B5EF4-FFF2-40B4-BE49-F238E27FC236}">
                    <a16:creationId xmlns:a16="http://schemas.microsoft.com/office/drawing/2014/main" id="{90E2401C-AA68-4561-A6D7-D9C96006C8DD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5148000" y="3420000"/>
                <a:ext cx="0" cy="68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148" name="Text Box 121">
                <a:extLst>
                  <a:ext uri="{FF2B5EF4-FFF2-40B4-BE49-F238E27FC236}">
                    <a16:creationId xmlns:a16="http://schemas.microsoft.com/office/drawing/2014/main" id="{8E531F39-0EED-4EFC-92A3-0355DC03465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6480000" y="2736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9" name="Text Box 124">
                <a:extLst>
                  <a:ext uri="{FF2B5EF4-FFF2-40B4-BE49-F238E27FC236}">
                    <a16:creationId xmlns:a16="http://schemas.microsoft.com/office/drawing/2014/main" id="{F87B5638-BC84-4E75-917B-F7E7100C411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5940000" y="3060000"/>
                <a:ext cx="1296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选出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牺牲行</a:t>
                </a:r>
                <a:r>
                  <a:rPr lang="en-US" altLang="zh-CN" sz="1400" b="1" u="none" dirty="0" err="1">
                    <a:latin typeface="宋体" panose="02010600030101010101" pitchFamily="2" charset="-122"/>
                  </a:rPr>
                  <a:t>i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9419879C-B2C5-4F2D-BE05-80789229F64F}"/>
                  </a:ext>
                </a:extLst>
              </p:cNvPr>
              <p:cNvCxnSpPr>
                <a:cxnSpLocks/>
              </p:cNvCxnSpPr>
              <p:nvPr>
                <p:custDataLst>
                  <p:tags r:id="rId42"/>
                </p:custDataLst>
              </p:nvPr>
            </p:nvCxnSpPr>
            <p:spPr bwMode="auto">
              <a:xfrm>
                <a:off x="5796000" y="3024000"/>
                <a:ext cx="0" cy="792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51" name="直接箭头连接符 75">
                <a:extLst>
                  <a:ext uri="{FF2B5EF4-FFF2-40B4-BE49-F238E27FC236}">
                    <a16:creationId xmlns:a16="http://schemas.microsoft.com/office/drawing/2014/main" id="{2F529272-CA85-4B26-8066-69FC2AEED342}"/>
                  </a:ext>
                </a:extLst>
              </p:cNvPr>
              <p:cNvCxnSpPr>
                <a:cxnSpLocks/>
              </p:cNvCxnSpPr>
              <p:nvPr>
                <p:custDataLst>
                  <p:tags r:id="rId43"/>
                </p:custDataLst>
              </p:nvPr>
            </p:nvCxnSpPr>
            <p:spPr bwMode="auto">
              <a:xfrm>
                <a:off x="6408000" y="2916000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2" name="直接箭头连接符 151">
                <a:extLst>
                  <a:ext uri="{FF2B5EF4-FFF2-40B4-BE49-F238E27FC236}">
                    <a16:creationId xmlns:a16="http://schemas.microsoft.com/office/drawing/2014/main" id="{800E12D3-1609-428D-B70E-D03F695DC238}"/>
                  </a:ext>
                </a:extLst>
              </p:cNvPr>
              <p:cNvCxnSpPr>
                <a:cxnSpLocks/>
              </p:cNvCxnSpPr>
              <p:nvPr>
                <p:custDataLst>
                  <p:tags r:id="rId44"/>
                </p:custDataLst>
              </p:nvPr>
            </p:nvCxnSpPr>
            <p:spPr bwMode="auto">
              <a:xfrm>
                <a:off x="6624000" y="3276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53" name="直接箭头连接符 81">
                <a:extLst>
                  <a:ext uri="{FF2B5EF4-FFF2-40B4-BE49-F238E27FC236}">
                    <a16:creationId xmlns:a16="http://schemas.microsoft.com/office/drawing/2014/main" id="{566DF21D-AE52-4CDA-9C8D-865C7A62FE49}"/>
                  </a:ext>
                </a:extLst>
              </p:cNvPr>
              <p:cNvCxnSpPr>
                <a:cxnSpLocks/>
              </p:cNvCxnSpPr>
              <p:nvPr>
                <p:custDataLst>
                  <p:tags r:id="rId45"/>
                </p:custDataLst>
              </p:nvPr>
            </p:nvCxnSpPr>
            <p:spPr bwMode="auto">
              <a:xfrm flipH="1">
                <a:off x="5796160" y="3708000"/>
                <a:ext cx="828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54" name="直接箭头连接符 81">
                <a:extLst>
                  <a:ext uri="{FF2B5EF4-FFF2-40B4-BE49-F238E27FC236}">
                    <a16:creationId xmlns:a16="http://schemas.microsoft.com/office/drawing/2014/main" id="{8671B029-EF65-476A-ABEB-CCB897C9D669}"/>
                  </a:ext>
                </a:extLst>
              </p:cNvPr>
              <p:cNvCxnSpPr>
                <a:cxnSpLocks/>
              </p:cNvCxnSpPr>
              <p:nvPr>
                <p:custDataLst>
                  <p:tags r:id="rId46"/>
                </p:custDataLst>
              </p:nvPr>
            </p:nvCxnSpPr>
            <p:spPr bwMode="auto">
              <a:xfrm flipH="1">
                <a:off x="5148000" y="4104000"/>
                <a:ext cx="648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55" name="Text Box 126">
                <a:extLst>
                  <a:ext uri="{FF2B5EF4-FFF2-40B4-BE49-F238E27FC236}">
                    <a16:creationId xmlns:a16="http://schemas.microsoft.com/office/drawing/2014/main" id="{023DCF50-145D-48FF-9360-48AB12444D3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5940000" y="3420000"/>
                <a:ext cx="648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lang="zh-CN" altLang="en-US" sz="18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6" name="Text Box 126">
                <a:extLst>
                  <a:ext uri="{FF2B5EF4-FFF2-40B4-BE49-F238E27FC236}">
                    <a16:creationId xmlns:a16="http://schemas.microsoft.com/office/drawing/2014/main" id="{B192C8FA-F3D5-479F-93DA-CE2973A1DF9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6588000" y="3420000"/>
                <a:ext cx="648000" cy="216000"/>
              </a:xfrm>
              <a:prstGeom prst="rect">
                <a:avLst/>
              </a:prstGeom>
              <a:solidFill>
                <a:srgbClr val="CCCCFF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lang="zh-CN" altLang="en-US" sz="18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7" name="Text Box 126">
                <a:extLst>
                  <a:ext uri="{FF2B5EF4-FFF2-40B4-BE49-F238E27FC236}">
                    <a16:creationId xmlns:a16="http://schemas.microsoft.com/office/drawing/2014/main" id="{8766FC56-DC17-4A50-B37B-D45EC295E22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5940000" y="3420000"/>
                <a:ext cx="1296000" cy="216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腾空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行中内容</a:t>
                </a:r>
                <a:endParaRPr lang="zh-CN" altLang="en-US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58" name="直接箭头连接符 157">
                <a:extLst>
                  <a:ext uri="{FF2B5EF4-FFF2-40B4-BE49-F238E27FC236}">
                    <a16:creationId xmlns:a16="http://schemas.microsoft.com/office/drawing/2014/main" id="{D80B3C85-0167-43E0-B48F-D905874C60A7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 flipH="1">
                <a:off x="6624000" y="2916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A576F3A6-628A-4AC8-AFAD-0B06B5D878FC}"/>
                  </a:ext>
                </a:extLst>
              </p:cNvPr>
              <p:cNvCxnSpPr>
                <a:cxnSpLocks/>
              </p:cNvCxnSpPr>
              <p:nvPr>
                <p:custDataLst>
                  <p:tags r:id="rId51"/>
                </p:custDataLst>
              </p:nvPr>
            </p:nvCxnSpPr>
            <p:spPr bwMode="auto">
              <a:xfrm>
                <a:off x="6624000" y="3636000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0" name="直接箭头连接符 159">
                <a:extLst>
                  <a:ext uri="{FF2B5EF4-FFF2-40B4-BE49-F238E27FC236}">
                    <a16:creationId xmlns:a16="http://schemas.microsoft.com/office/drawing/2014/main" id="{FFDAB4DB-AFD1-4BF8-83CA-442714422697}"/>
                  </a:ext>
                </a:extLst>
              </p:cNvPr>
              <p:cNvCxnSpPr>
                <a:cxnSpLocks/>
              </p:cNvCxnSpPr>
              <p:nvPr>
                <p:custDataLst>
                  <p:tags r:id="rId52"/>
                </p:custDataLst>
              </p:nvPr>
            </p:nvCxnSpPr>
            <p:spPr bwMode="auto">
              <a:xfrm>
                <a:off x="5796136" y="4032000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89F261CA-BE44-445E-AF15-6BB74A6D1670}"/>
                </a:ext>
              </a:extLst>
            </p:cNvPr>
            <p:cNvGrpSpPr/>
            <p:nvPr/>
          </p:nvGrpSpPr>
          <p:grpSpPr>
            <a:xfrm>
              <a:off x="5255840" y="2700000"/>
              <a:ext cx="1907888" cy="720000"/>
              <a:chOff x="3240112" y="3024000"/>
              <a:chExt cx="1907888" cy="720000"/>
            </a:xfrm>
          </p:grpSpPr>
          <p:sp>
            <p:nvSpPr>
              <p:cNvPr id="135" name="Text Box 105">
                <a:extLst>
                  <a:ext uri="{FF2B5EF4-FFF2-40B4-BE49-F238E27FC236}">
                    <a16:creationId xmlns:a16="http://schemas.microsoft.com/office/drawing/2014/main" id="{602CFAB6-A5C8-48AF-84A7-842C2604EA5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852000" y="3456000"/>
                <a:ext cx="129600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latin typeface="宋体" panose="02010600030101010101" pitchFamily="2" charset="-122"/>
                  </a:rPr>
                  <a:t>数据</a:t>
                </a: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写回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主存</a:t>
                </a:r>
              </a:p>
            </p:txBody>
          </p:sp>
          <p:sp>
            <p:nvSpPr>
              <p:cNvPr id="136" name="Text Box 107">
                <a:extLst>
                  <a:ext uri="{FF2B5EF4-FFF2-40B4-BE49-F238E27FC236}">
                    <a16:creationId xmlns:a16="http://schemas.microsoft.com/office/drawing/2014/main" id="{8789B47A-F680-480A-9909-5046F659F38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4176000" y="3096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Y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37" name="直接箭头连接符 82">
                <a:extLst>
                  <a:ext uri="{FF2B5EF4-FFF2-40B4-BE49-F238E27FC236}">
                    <a16:creationId xmlns:a16="http://schemas.microsoft.com/office/drawing/2014/main" id="{6CBC1936-FB2A-437A-92FC-0A7BDC3A6FCA}"/>
                  </a:ext>
                </a:extLst>
              </p:cNvPr>
              <p:cNvCxnSpPr>
                <a:cxnSpLocks/>
              </p:cNvCxnSpPr>
              <p:nvPr>
                <p:custDataLst>
                  <p:tags r:id="rId29"/>
                </p:custDataLst>
              </p:nvPr>
            </p:nvCxnSpPr>
            <p:spPr bwMode="auto">
              <a:xfrm flipH="1">
                <a:off x="4356272" y="3312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38" name="Text Box 132">
                <a:extLst>
                  <a:ext uri="{FF2B5EF4-FFF2-40B4-BE49-F238E27FC236}">
                    <a16:creationId xmlns:a16="http://schemas.microsoft.com/office/drawing/2014/main" id="{3C358CE4-5053-4654-B6DF-83A3790C80B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3564000" y="3420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39" name="直接箭头连接符 129">
                <a:extLst>
                  <a:ext uri="{FF2B5EF4-FFF2-40B4-BE49-F238E27FC236}">
                    <a16:creationId xmlns:a16="http://schemas.microsoft.com/office/drawing/2014/main" id="{6A17BE92-599F-46FD-AAB8-6FD3EBD0C51A}"/>
                  </a:ext>
                </a:extLst>
              </p:cNvPr>
              <p:cNvCxnSpPr>
                <a:cxnSpLocks/>
              </p:cNvCxnSpPr>
              <p:nvPr>
                <p:custDataLst>
                  <p:tags r:id="rId31"/>
                </p:custDataLst>
              </p:nvPr>
            </p:nvCxnSpPr>
            <p:spPr bwMode="auto">
              <a:xfrm flipH="1" flipV="1">
                <a:off x="3707998" y="3744000"/>
                <a:ext cx="648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A42AB907-5F3C-4795-B4AC-981227ACBD8F}"/>
                  </a:ext>
                </a:extLst>
              </p:cNvPr>
              <p:cNvCxnSpPr>
                <a:cxnSpLocks/>
              </p:cNvCxnSpPr>
              <p:nvPr>
                <p:custDataLst>
                  <p:tags r:id="rId32"/>
                </p:custDataLst>
              </p:nvPr>
            </p:nvCxnSpPr>
            <p:spPr bwMode="auto">
              <a:xfrm flipH="1">
                <a:off x="3708040" y="3024000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1" name="AutoShape 103">
                <a:extLst>
                  <a:ext uri="{FF2B5EF4-FFF2-40B4-BE49-F238E27FC236}">
                    <a16:creationId xmlns:a16="http://schemas.microsoft.com/office/drawing/2014/main" id="{018A00A8-7833-4EC5-8BC4-B8A723BDD20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3240112" y="3204056"/>
                <a:ext cx="936000" cy="216000"/>
              </a:xfrm>
              <a:prstGeom prst="flowChartDecision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</a:rPr>
                  <a:t>是</a:t>
                </a:r>
                <a:r>
                  <a:rPr lang="zh-CN" altLang="en-US" sz="1600" b="1" u="none" dirty="0"/>
                  <a:t>写？</a:t>
                </a:r>
              </a:p>
            </p:txBody>
          </p:sp>
          <p:cxnSp>
            <p:nvCxnSpPr>
              <p:cNvPr id="142" name="直接箭头连接符 82">
                <a:extLst>
                  <a:ext uri="{FF2B5EF4-FFF2-40B4-BE49-F238E27FC236}">
                    <a16:creationId xmlns:a16="http://schemas.microsoft.com/office/drawing/2014/main" id="{4CC26769-A1F6-4251-A722-5076B41CDBF8}"/>
                  </a:ext>
                </a:extLst>
              </p:cNvPr>
              <p:cNvCxnSpPr>
                <a:cxnSpLocks/>
              </p:cNvCxnSpPr>
              <p:nvPr>
                <p:custDataLst>
                  <p:tags r:id="rId34"/>
                </p:custDataLst>
              </p:nvPr>
            </p:nvCxnSpPr>
            <p:spPr bwMode="auto">
              <a:xfrm>
                <a:off x="4140000" y="3312000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3" name="直接箭头连接符 142">
                <a:extLst>
                  <a:ext uri="{FF2B5EF4-FFF2-40B4-BE49-F238E27FC236}">
                    <a16:creationId xmlns:a16="http://schemas.microsoft.com/office/drawing/2014/main" id="{088FC3CB-CC36-44C4-9793-084569877549}"/>
                  </a:ext>
                </a:extLst>
              </p:cNvPr>
              <p:cNvCxnSpPr>
                <a:cxnSpLocks/>
              </p:cNvCxnSpPr>
              <p:nvPr>
                <p:custDataLst>
                  <p:tags r:id="rId35"/>
                </p:custDataLst>
              </p:nvPr>
            </p:nvCxnSpPr>
            <p:spPr bwMode="auto">
              <a:xfrm>
                <a:off x="4356272" y="3672000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899773AD-769E-40AC-AED2-F04DC41FC4EA}"/>
              </a:ext>
            </a:extLst>
          </p:cNvPr>
          <p:cNvGrpSpPr/>
          <p:nvPr/>
        </p:nvGrpSpPr>
        <p:grpSpPr>
          <a:xfrm>
            <a:off x="5004048" y="4869160"/>
            <a:ext cx="3960496" cy="1330730"/>
            <a:chOff x="1727504" y="3781270"/>
            <a:chExt cx="3960496" cy="1330730"/>
          </a:xfrm>
        </p:grpSpPr>
        <p:sp>
          <p:nvSpPr>
            <p:cNvPr id="178" name="Text Box 207">
              <a:extLst>
                <a:ext uri="{FF2B5EF4-FFF2-40B4-BE49-F238E27FC236}">
                  <a16:creationId xmlns:a16="http://schemas.microsoft.com/office/drawing/2014/main" id="{4ABB5F57-A2FC-42EC-891F-D8087EA6CEEC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27504" y="3889672"/>
              <a:ext cx="1512000" cy="97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9" name="Text Box 207">
              <a:extLst>
                <a:ext uri="{FF2B5EF4-FFF2-40B4-BE49-F238E27FC236}">
                  <a16:creationId xmlns:a16="http://schemas.microsoft.com/office/drawing/2014/main" id="{075EB093-8D04-4B7A-96D9-CC358933A6B5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799504" y="3961672"/>
              <a:ext cx="252000" cy="82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核心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0" name="Text Box 207">
              <a:extLst>
                <a:ext uri="{FF2B5EF4-FFF2-40B4-BE49-F238E27FC236}">
                  <a16:creationId xmlns:a16="http://schemas.microsoft.com/office/drawing/2014/main" id="{6AA12817-0B7E-48ED-8B8A-F359BAC52BAF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66540" y="3924000"/>
              <a:ext cx="288290" cy="82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65AEFCA3-C90F-4018-9771-06BD4B127A7D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>
              <a:off x="3024000" y="3996000"/>
              <a:ext cx="104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7BBDE226-4038-48F6-B92B-969B26B6C363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2052000" y="4464000"/>
              <a:ext cx="5759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3" name="Text Box 47">
              <a:extLst>
                <a:ext uri="{FF2B5EF4-FFF2-40B4-BE49-F238E27FC236}">
                  <a16:creationId xmlns:a16="http://schemas.microsoft.com/office/drawing/2014/main" id="{A75F6F87-08B2-4399-AF6F-F23B15E75B3D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088000" y="4248000"/>
              <a:ext cx="467995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①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VA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47">
              <a:extLst>
                <a:ext uri="{FF2B5EF4-FFF2-40B4-BE49-F238E27FC236}">
                  <a16:creationId xmlns:a16="http://schemas.microsoft.com/office/drawing/2014/main" id="{B7937557-E0CB-4586-9EFC-C241C796608A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310255" y="3781270"/>
              <a:ext cx="68389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85" name="直接箭头连接符 184">
              <a:extLst>
                <a:ext uri="{FF2B5EF4-FFF2-40B4-BE49-F238E27FC236}">
                  <a16:creationId xmlns:a16="http://schemas.microsoft.com/office/drawing/2014/main" id="{FB3F29F3-8386-4155-9501-F713714B04DD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rot="10800000" flipV="1">
              <a:off x="3024000" y="4212000"/>
              <a:ext cx="104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86" name="Text Box 47">
              <a:extLst>
                <a:ext uri="{FF2B5EF4-FFF2-40B4-BE49-F238E27FC236}">
                  <a16:creationId xmlns:a16="http://schemas.microsoft.com/office/drawing/2014/main" id="{77B1D90B-5422-4C90-B221-CA6F0AA1340A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10255" y="3996000"/>
              <a:ext cx="57594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③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47">
              <a:extLst>
                <a:ext uri="{FF2B5EF4-FFF2-40B4-BE49-F238E27FC236}">
                  <a16:creationId xmlns:a16="http://schemas.microsoft.com/office/drawing/2014/main" id="{D7C238EB-DD48-4DAE-AC72-9DC7620F28F2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310255" y="4284000"/>
              <a:ext cx="46799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④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47">
              <a:extLst>
                <a:ext uri="{FF2B5EF4-FFF2-40B4-BE49-F238E27FC236}">
                  <a16:creationId xmlns:a16="http://schemas.microsoft.com/office/drawing/2014/main" id="{D4520659-34FF-45E8-A069-741F2DEAB1B8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310255" y="4500000"/>
              <a:ext cx="68389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⑤数据</a:t>
              </a:r>
            </a:p>
          </p:txBody>
        </p:sp>
        <p:sp>
          <p:nvSpPr>
            <p:cNvPr id="189" name="Text Box 47">
              <a:extLst>
                <a:ext uri="{FF2B5EF4-FFF2-40B4-BE49-F238E27FC236}">
                  <a16:creationId xmlns:a16="http://schemas.microsoft.com/office/drawing/2014/main" id="{1EC8C6F8-3A12-42FD-B003-360663C750D1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060000" y="4320000"/>
              <a:ext cx="144000" cy="17970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T</a:t>
              </a:r>
              <a:endParaRPr lang="zh-CN" altLang="en-US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3A2C2458-0F75-4D14-AACE-436B7C7848B8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3024000" y="4500000"/>
              <a:ext cx="104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2" name="Text Box 47">
              <a:extLst>
                <a:ext uri="{FF2B5EF4-FFF2-40B4-BE49-F238E27FC236}">
                  <a16:creationId xmlns:a16="http://schemas.microsoft.com/office/drawing/2014/main" id="{E42C41D4-3A9F-4431-8796-7BDA8A6C52A9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76000" y="4788000"/>
              <a:ext cx="683967" cy="2159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④异常</a:t>
              </a:r>
            </a:p>
          </p:txBody>
        </p: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04817C9A-5DE8-40C0-974D-BE903C1BA10F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2844000" y="5004000"/>
              <a:ext cx="11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4" name="Text Box 47">
              <a:extLst>
                <a:ext uri="{FF2B5EF4-FFF2-40B4-BE49-F238E27FC236}">
                  <a16:creationId xmlns:a16="http://schemas.microsoft.com/office/drawing/2014/main" id="{B6D4EBD4-0566-4150-BF78-1E29B0D72AF6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960000" y="4896000"/>
              <a:ext cx="1728000" cy="2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缺页异常处理程序</a:t>
              </a:r>
            </a:p>
          </p:txBody>
        </p:sp>
        <p:sp>
          <p:nvSpPr>
            <p:cNvPr id="195" name="上箭头 104">
              <a:extLst>
                <a:ext uri="{FF2B5EF4-FFF2-40B4-BE49-F238E27FC236}">
                  <a16:creationId xmlns:a16="http://schemas.microsoft.com/office/drawing/2014/main" id="{943A533C-083A-48D7-8512-3E0FEB79BEC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4752000" y="4644000"/>
              <a:ext cx="108000" cy="216000"/>
            </a:xfrm>
            <a:prstGeom prst="up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6" name="Text Box 47">
              <a:extLst>
                <a:ext uri="{FF2B5EF4-FFF2-40B4-BE49-F238E27FC236}">
                  <a16:creationId xmlns:a16="http://schemas.microsoft.com/office/drawing/2014/main" id="{C835B21A-0A6F-457C-B484-147194BFA321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428000" y="4067350"/>
              <a:ext cx="86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⑤牺牲页</a:t>
              </a:r>
            </a:p>
          </p:txBody>
        </p:sp>
        <p:sp>
          <p:nvSpPr>
            <p:cNvPr id="197" name="Text Box 207">
              <a:extLst>
                <a:ext uri="{FF2B5EF4-FFF2-40B4-BE49-F238E27FC236}">
                  <a16:creationId xmlns:a16="http://schemas.microsoft.com/office/drawing/2014/main" id="{C2E55A12-96C9-4C8E-B958-66336B8F0415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364000" y="3816000"/>
              <a:ext cx="288000" cy="93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A6172B60-59F9-493E-9DA5-6C8E3C2C8EF1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4355977" y="4284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99" name="Text Box 47">
              <a:extLst>
                <a:ext uri="{FF2B5EF4-FFF2-40B4-BE49-F238E27FC236}">
                  <a16:creationId xmlns:a16="http://schemas.microsoft.com/office/drawing/2014/main" id="{C9725F26-14B2-4F50-9D4B-E9488E58E27E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428000" y="4391350"/>
              <a:ext cx="86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⑥目标页</a:t>
              </a: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12E50EBF-CD33-4117-8A8C-368690DD1335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rot="10800000">
              <a:off x="4356000" y="4608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01" name="Text Box 47">
              <a:extLst>
                <a:ext uri="{FF2B5EF4-FFF2-40B4-BE49-F238E27FC236}">
                  <a16:creationId xmlns:a16="http://schemas.microsoft.com/office/drawing/2014/main" id="{3CE76455-7C35-44DF-9C09-5590A4E31E5A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880000" y="4536000"/>
              <a:ext cx="144000" cy="17970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F</a:t>
              </a:r>
              <a:endParaRPr lang="zh-CN" altLang="en-US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94ED45F6-4A40-439A-9999-7E3D32DE04EB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2052000" y="4716000"/>
              <a:ext cx="20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203" name="Text Box 207">
              <a:extLst>
                <a:ext uri="{FF2B5EF4-FFF2-40B4-BE49-F238E27FC236}">
                  <a16:creationId xmlns:a16="http://schemas.microsoft.com/office/drawing/2014/main" id="{C1178CCF-97D8-41F4-8ECB-98B14B4F84A9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628000" y="3961672"/>
              <a:ext cx="396240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MMU</a:t>
              </a:r>
            </a:p>
          </p:txBody>
        </p:sp>
        <p:cxnSp>
          <p:nvCxnSpPr>
            <p:cNvPr id="204" name="直接箭头连接符 203">
              <a:extLst>
                <a:ext uri="{FF2B5EF4-FFF2-40B4-BE49-F238E27FC236}">
                  <a16:creationId xmlns:a16="http://schemas.microsoft.com/office/drawing/2014/main" id="{D52C0C9A-A1E2-416D-8945-8E7883E5CEA1}"/>
                </a:ext>
              </a:extLst>
            </p:cNvPr>
            <p:cNvCxnSpPr>
              <a:cxnSpLocks/>
            </p:cNvCxnSpPr>
            <p:nvPr>
              <p:custDataLst>
                <p:tags r:id="rId26"/>
              </p:custDataLst>
            </p:nvPr>
          </p:nvCxnSpPr>
          <p:spPr bwMode="auto">
            <a:xfrm flipH="1">
              <a:off x="2844000" y="4536000"/>
              <a:ext cx="0" cy="46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05" name="AutoShape 30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85F1E6F-0300-44E6-9C63-28D7037026E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782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" name="AutoShape 5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BAF5912-3B54-463A-9BEE-C06A540563F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06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0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组合 198">
            <a:extLst>
              <a:ext uri="{FF2B5EF4-FFF2-40B4-BE49-F238E27FC236}">
                <a16:creationId xmlns:a16="http://schemas.microsoft.com/office/drawing/2014/main" id="{D673C3A2-D21B-4B09-B53B-AA983844FC82}"/>
              </a:ext>
            </a:extLst>
          </p:cNvPr>
          <p:cNvGrpSpPr/>
          <p:nvPr/>
        </p:nvGrpSpPr>
        <p:grpSpPr>
          <a:xfrm>
            <a:off x="216000" y="756000"/>
            <a:ext cx="8748000" cy="5760000"/>
            <a:chOff x="216000" y="756000"/>
            <a:chExt cx="8748000" cy="5760000"/>
          </a:xfrm>
        </p:grpSpPr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51AB3307-493D-4D1B-B2AA-C611B6F21DED}"/>
                </a:ext>
              </a:extLst>
            </p:cNvPr>
            <p:cNvGrpSpPr/>
            <p:nvPr/>
          </p:nvGrpSpPr>
          <p:grpSpPr>
            <a:xfrm>
              <a:off x="2771800" y="2232000"/>
              <a:ext cx="5976050" cy="3168115"/>
              <a:chOff x="2771800" y="2232000"/>
              <a:chExt cx="5976050" cy="3168115"/>
            </a:xfrm>
          </p:grpSpPr>
          <p:sp>
            <p:nvSpPr>
              <p:cNvPr id="523" name="Text Box 392">
                <a:extLst>
                  <a:ext uri="{FF2B5EF4-FFF2-40B4-BE49-F238E27FC236}">
                    <a16:creationId xmlns:a16="http://schemas.microsoft.com/office/drawing/2014/main" id="{E2EECF24-4C44-43A3-8B6C-34E459316FD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7920000" y="5256000"/>
                <a:ext cx="468000" cy="10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x+2</a:t>
                </a:r>
                <a:r>
                  <a:rPr lang="en-US" altLang="zh-CN" sz="1200" b="1" baseline="30000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k</a:t>
                </a: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524" name="Text Box 392">
                <a:extLst>
                  <a:ext uri="{FF2B5EF4-FFF2-40B4-BE49-F238E27FC236}">
                    <a16:creationId xmlns:a16="http://schemas.microsoft.com/office/drawing/2014/main" id="{2705A62B-F6FA-4202-8EF4-8CF0F3EADEB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8244000" y="4932000"/>
                <a:ext cx="144145" cy="10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525" name="Rectangle 299">
                <a:extLst>
                  <a:ext uri="{FF2B5EF4-FFF2-40B4-BE49-F238E27FC236}">
                    <a16:creationId xmlns:a16="http://schemas.microsoft.com/office/drawing/2014/main" id="{9EB5D2CD-9C6B-4C6A-B29F-F00030867DA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5184015" y="2232000"/>
                <a:ext cx="3383915" cy="14757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sp>
            <p:nvSpPr>
              <p:cNvPr id="526" name="Text Box 61">
                <a:extLst>
                  <a:ext uri="{FF2B5EF4-FFF2-40B4-BE49-F238E27FC236}">
                    <a16:creationId xmlns:a16="http://schemas.microsoft.com/office/drawing/2014/main" id="{9811E9C6-BFFB-42AE-8DED-63DAFCB21B7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5219800" y="3168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CPU</a:t>
                </a:r>
              </a:p>
            </p:txBody>
          </p:sp>
          <p:cxnSp>
            <p:nvCxnSpPr>
              <p:cNvPr id="527" name="直接连接符 526">
                <a:extLst>
                  <a:ext uri="{FF2B5EF4-FFF2-40B4-BE49-F238E27FC236}">
                    <a16:creationId xmlns:a16="http://schemas.microsoft.com/office/drawing/2014/main" id="{76294D0A-0AD4-449A-8041-CDD2E85BE339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 bwMode="auto">
              <a:xfrm>
                <a:off x="3456000" y="3851885"/>
                <a:ext cx="4896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8" name="直接连接符 527">
                <a:extLst>
                  <a:ext uri="{FF2B5EF4-FFF2-40B4-BE49-F238E27FC236}">
                    <a16:creationId xmlns:a16="http://schemas.microsoft.com/office/drawing/2014/main" id="{5018B6F1-F2F3-4FF0-8E1A-319423C78D99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>
                <a:off x="3456000" y="3923640"/>
                <a:ext cx="4896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E2C03163-CA73-4F79-8E35-F16AC26B1EA5}"/>
                  </a:ext>
                </a:extLst>
              </p:cNvPr>
              <p:cNvCxnSpPr/>
              <p:nvPr>
                <p:custDataLst>
                  <p:tags r:id="rId127"/>
                </p:custDataLst>
              </p:nvPr>
            </p:nvCxnSpPr>
            <p:spPr bwMode="auto">
              <a:xfrm>
                <a:off x="3456000" y="3996030"/>
                <a:ext cx="4896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0" name="Text Box 392">
                <a:extLst>
                  <a:ext uri="{FF2B5EF4-FFF2-40B4-BE49-F238E27FC236}">
                    <a16:creationId xmlns:a16="http://schemas.microsoft.com/office/drawing/2014/main" id="{5EFEDD17-EB1C-496F-A44A-B16CFC74768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3059800" y="3816000"/>
                <a:ext cx="396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总线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31" name="Text Box 61">
                <a:extLst>
                  <a:ext uri="{FF2B5EF4-FFF2-40B4-BE49-F238E27FC236}">
                    <a16:creationId xmlns:a16="http://schemas.microsoft.com/office/drawing/2014/main" id="{DE51CED5-A938-4072-9103-0AF5AF46DE1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9"/>
                </p:custDataLst>
              </p:nvPr>
            </p:nvSpPr>
            <p:spPr bwMode="auto">
              <a:xfrm>
                <a:off x="4175635" y="370774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</a:p>
            </p:txBody>
          </p:sp>
          <p:cxnSp>
            <p:nvCxnSpPr>
              <p:cNvPr id="532" name="直接连接符 531">
                <a:extLst>
                  <a:ext uri="{FF2B5EF4-FFF2-40B4-BE49-F238E27FC236}">
                    <a16:creationId xmlns:a16="http://schemas.microsoft.com/office/drawing/2014/main" id="{AD45CE22-4401-4CCD-B4B6-634DB84C1790}"/>
                  </a:ext>
                </a:extLst>
              </p:cNvPr>
              <p:cNvCxnSpPr/>
              <p:nvPr>
                <p:custDataLst>
                  <p:tags r:id="rId130"/>
                </p:custDataLst>
              </p:nvPr>
            </p:nvCxnSpPr>
            <p:spPr bwMode="auto">
              <a:xfrm>
                <a:off x="4140075" y="395983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直接连接符 532">
                <a:extLst>
                  <a:ext uri="{FF2B5EF4-FFF2-40B4-BE49-F238E27FC236}">
                    <a16:creationId xmlns:a16="http://schemas.microsoft.com/office/drawing/2014/main" id="{29C571B9-F05D-4B4C-864C-5D77B7BD923C}"/>
                  </a:ext>
                </a:extLst>
              </p:cNvPr>
              <p:cNvCxnSpPr/>
              <p:nvPr>
                <p:custDataLst>
                  <p:tags r:id="rId131"/>
                </p:custDataLst>
              </p:nvPr>
            </p:nvCxnSpPr>
            <p:spPr bwMode="auto">
              <a:xfrm>
                <a:off x="4140075" y="3815690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34" name="Text Box 61">
                <a:extLst>
                  <a:ext uri="{FF2B5EF4-FFF2-40B4-BE49-F238E27FC236}">
                    <a16:creationId xmlns:a16="http://schemas.microsoft.com/office/drawing/2014/main" id="{ADD688C8-7171-483F-A71D-1E5DA5C856F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4067685" y="399603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</a:p>
            </p:txBody>
          </p:sp>
          <p:cxnSp>
            <p:nvCxnSpPr>
              <p:cNvPr id="535" name="直接箭头连接符 534">
                <a:extLst>
                  <a:ext uri="{FF2B5EF4-FFF2-40B4-BE49-F238E27FC236}">
                    <a16:creationId xmlns:a16="http://schemas.microsoft.com/office/drawing/2014/main" id="{76730CF9-F826-41F9-A5C9-662E629A7DE0}"/>
                  </a:ext>
                </a:extLst>
              </p:cNvPr>
              <p:cNvCxnSpPr/>
              <p:nvPr>
                <p:custDataLst>
                  <p:tags r:id="rId133"/>
                </p:custDataLst>
              </p:nvPr>
            </p:nvCxnSpPr>
            <p:spPr bwMode="auto">
              <a:xfrm>
                <a:off x="792000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36" name="直接箭头连接符 535">
                <a:extLst>
                  <a:ext uri="{FF2B5EF4-FFF2-40B4-BE49-F238E27FC236}">
                    <a16:creationId xmlns:a16="http://schemas.microsoft.com/office/drawing/2014/main" id="{BC975192-8D8D-464D-9049-38C5FE1467FF}"/>
                  </a:ext>
                </a:extLst>
              </p:cNvPr>
              <p:cNvCxnSpPr/>
              <p:nvPr>
                <p:custDataLst>
                  <p:tags r:id="rId134"/>
                </p:custDataLst>
              </p:nvPr>
            </p:nvCxnSpPr>
            <p:spPr bwMode="auto">
              <a:xfrm>
                <a:off x="799200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37" name="直接箭头连接符 536">
                <a:extLst>
                  <a:ext uri="{FF2B5EF4-FFF2-40B4-BE49-F238E27FC236}">
                    <a16:creationId xmlns:a16="http://schemas.microsoft.com/office/drawing/2014/main" id="{3CA4220A-05BD-4B5E-A6C4-5B8D3CDCE88F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 bwMode="auto">
              <a:xfrm>
                <a:off x="8064000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38" name="Text Box 291">
                <a:extLst>
                  <a:ext uri="{FF2B5EF4-FFF2-40B4-BE49-F238E27FC236}">
                    <a16:creationId xmlns:a16="http://schemas.microsoft.com/office/drawing/2014/main" id="{570A9EE6-F9FE-4686-9B71-B26157AEED5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3599800" y="2520000"/>
                <a:ext cx="648000" cy="756000"/>
              </a:xfrm>
              <a:prstGeom prst="rect">
                <a:avLst/>
              </a:prstGeom>
              <a:solidFill>
                <a:srgbClr val="99CCFF">
                  <a:alpha val="78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主存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12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≤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latin typeface="宋体" panose="02010600030101010101" pitchFamily="2" charset="-122"/>
                  </a:rPr>
                  <a:t>n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×w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39" name="直接箭头连接符 538">
                <a:extLst>
                  <a:ext uri="{FF2B5EF4-FFF2-40B4-BE49-F238E27FC236}">
                    <a16:creationId xmlns:a16="http://schemas.microsoft.com/office/drawing/2014/main" id="{CF97ABE9-0B42-4237-B64B-AF17C2E06966}"/>
                  </a:ext>
                </a:extLst>
              </p:cNvPr>
              <p:cNvCxnSpPr/>
              <p:nvPr>
                <p:custDataLst>
                  <p:tags r:id="rId137"/>
                </p:custDataLst>
              </p:nvPr>
            </p:nvCxnSpPr>
            <p:spPr bwMode="auto">
              <a:xfrm flipV="1">
                <a:off x="3743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40" name="直接箭头连接符 539">
                <a:extLst>
                  <a:ext uri="{FF2B5EF4-FFF2-40B4-BE49-F238E27FC236}">
                    <a16:creationId xmlns:a16="http://schemas.microsoft.com/office/drawing/2014/main" id="{ECC1AE94-4D06-4A2E-A4FE-97B133BB1607}"/>
                  </a:ext>
                </a:extLst>
              </p:cNvPr>
              <p:cNvCxnSpPr/>
              <p:nvPr>
                <p:custDataLst>
                  <p:tags r:id="rId138"/>
                </p:custDataLst>
              </p:nvPr>
            </p:nvCxnSpPr>
            <p:spPr bwMode="auto">
              <a:xfrm flipV="1">
                <a:off x="3851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898EE547-0119-4B50-A49F-6D206F9D779A}"/>
                  </a:ext>
                </a:extLst>
              </p:cNvPr>
              <p:cNvCxnSpPr/>
              <p:nvPr>
                <p:custDataLst>
                  <p:tags r:id="rId139"/>
                </p:custDataLst>
              </p:nvPr>
            </p:nvCxnSpPr>
            <p:spPr bwMode="auto">
              <a:xfrm>
                <a:off x="3959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42" name="Rectangle 274">
                <a:extLst>
                  <a:ext uri="{FF2B5EF4-FFF2-40B4-BE49-F238E27FC236}">
                    <a16:creationId xmlns:a16="http://schemas.microsoft.com/office/drawing/2014/main" id="{52DBA8ED-BECC-4340-8F26-87EFAD478A8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3131800" y="2628000"/>
                <a:ext cx="323850" cy="720000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543" name="直接箭头连接符 542">
                <a:extLst>
                  <a:ext uri="{FF2B5EF4-FFF2-40B4-BE49-F238E27FC236}">
                    <a16:creationId xmlns:a16="http://schemas.microsoft.com/office/drawing/2014/main" id="{346A2AC3-C5F5-4E28-A2FC-91B4BC329F50}"/>
                  </a:ext>
                </a:extLst>
              </p:cNvPr>
              <p:cNvCxnSpPr/>
              <p:nvPr>
                <p:custDataLst>
                  <p:tags r:id="rId141"/>
                </p:custDataLst>
              </p:nvPr>
            </p:nvCxnSpPr>
            <p:spPr bwMode="auto">
              <a:xfrm flipV="1">
                <a:off x="3131800" y="3240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44" name="Text Box 392">
                <a:extLst>
                  <a:ext uri="{FF2B5EF4-FFF2-40B4-BE49-F238E27FC236}">
                    <a16:creationId xmlns:a16="http://schemas.microsoft.com/office/drawing/2014/main" id="{1C4BBC92-75EE-4FF7-A042-6D88D5AF46B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131800" y="2448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latin typeface="+mn-ea"/>
                    <a:ea typeface="+mn-ea"/>
                  </a:rPr>
                  <a:t>位</a:t>
                </a:r>
                <a:endParaRPr lang="en-US" altLang="zh-CN" sz="1400" b="1" dirty="0">
                  <a:latin typeface="+mn-ea"/>
                  <a:ea typeface="+mn-ea"/>
                </a:endParaRPr>
              </a:p>
            </p:txBody>
          </p:sp>
          <p:sp>
            <p:nvSpPr>
              <p:cNvPr id="545" name="Text Box 392">
                <a:extLst>
                  <a:ext uri="{FF2B5EF4-FFF2-40B4-BE49-F238E27FC236}">
                    <a16:creationId xmlns:a16="http://schemas.microsoft.com/office/drawing/2014/main" id="{799817A1-4433-46B2-AFBF-726C3F48B1B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2771800" y="3240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宋体" panose="02010600030101010101" pitchFamily="2" charset="-122"/>
                  </a:rPr>
                  <a:t>n</a:t>
                </a:r>
                <a:r>
                  <a:rPr lang="en-US" altLang="zh-CN" sz="12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546" name="Text Box 392">
                <a:extLst>
                  <a:ext uri="{FF2B5EF4-FFF2-40B4-BE49-F238E27FC236}">
                    <a16:creationId xmlns:a16="http://schemas.microsoft.com/office/drawing/2014/main" id="{4EB47099-BE2B-4A05-9D82-5C338E57AE2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2771800" y="2628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47" name="Rectangle 274">
                <a:extLst>
                  <a:ext uri="{FF2B5EF4-FFF2-40B4-BE49-F238E27FC236}">
                    <a16:creationId xmlns:a16="http://schemas.microsoft.com/office/drawing/2014/main" id="{347F1B55-DB63-4CDA-99F7-9F3F4BD1057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132000" y="2628000"/>
                <a:ext cx="323850" cy="432000"/>
              </a:xfrm>
              <a:prstGeom prst="rect">
                <a:avLst/>
              </a:prstGeom>
              <a:solidFill>
                <a:srgbClr val="99CCFF">
                  <a:alpha val="70000"/>
                </a:srgb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548" name="直接箭头连接符 547">
                <a:extLst>
                  <a:ext uri="{FF2B5EF4-FFF2-40B4-BE49-F238E27FC236}">
                    <a16:creationId xmlns:a16="http://schemas.microsoft.com/office/drawing/2014/main" id="{ABCB7F54-2DAD-43BC-932D-5FF5DC5BB12B}"/>
                  </a:ext>
                </a:extLst>
              </p:cNvPr>
              <p:cNvCxnSpPr/>
              <p:nvPr>
                <p:custDataLst>
                  <p:tags r:id="rId146"/>
                </p:custDataLst>
              </p:nvPr>
            </p:nvCxnSpPr>
            <p:spPr bwMode="auto">
              <a:xfrm flipV="1">
                <a:off x="3131800" y="2736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49" name="直接箭头连接符 548">
                <a:extLst>
                  <a:ext uri="{FF2B5EF4-FFF2-40B4-BE49-F238E27FC236}">
                    <a16:creationId xmlns:a16="http://schemas.microsoft.com/office/drawing/2014/main" id="{7CC38422-F3E4-4E1E-840C-9B4B06B2A3DD}"/>
                  </a:ext>
                </a:extLst>
              </p:cNvPr>
              <p:cNvCxnSpPr/>
              <p:nvPr>
                <p:custDataLst>
                  <p:tags r:id="rId147"/>
                </p:custDataLst>
              </p:nvPr>
            </p:nvCxnSpPr>
            <p:spPr bwMode="auto">
              <a:xfrm flipV="1">
                <a:off x="3347800" y="2664000"/>
                <a:ext cx="360000" cy="14414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6600"/>
                </a:solidFill>
                <a:prstDash val="sysDash"/>
                <a:round/>
                <a:headEnd type="triangle" w="med" len="sm"/>
                <a:tailEnd type="triangle" w="med" len="sm"/>
              </a:ln>
              <a:effectLst/>
            </p:spPr>
          </p:cxnSp>
          <p:sp>
            <p:nvSpPr>
              <p:cNvPr id="550" name="Text Box 392">
                <a:extLst>
                  <a:ext uri="{FF2B5EF4-FFF2-40B4-BE49-F238E27FC236}">
                    <a16:creationId xmlns:a16="http://schemas.microsoft.com/office/drawing/2014/main" id="{10C28C1F-4B6A-4405-900C-A7B2E745CAC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2771800" y="2952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m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551" name="Text Box 18">
                <a:extLst>
                  <a:ext uri="{FF2B5EF4-FFF2-40B4-BE49-F238E27FC236}">
                    <a16:creationId xmlns:a16="http://schemas.microsoft.com/office/drawing/2014/main" id="{703B0EEB-13DA-4ABC-AA31-2A455FA72A3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4427800" y="2988285"/>
                <a:ext cx="648000" cy="72009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CPU</a:t>
                </a:r>
              </a:p>
            </p:txBody>
          </p:sp>
          <p:cxnSp>
            <p:nvCxnSpPr>
              <p:cNvPr id="552" name="直接箭头连接符 551">
                <a:extLst>
                  <a:ext uri="{FF2B5EF4-FFF2-40B4-BE49-F238E27FC236}">
                    <a16:creationId xmlns:a16="http://schemas.microsoft.com/office/drawing/2014/main" id="{2F572277-E929-4A02-A44C-DAE03173D7E9}"/>
                  </a:ext>
                </a:extLst>
              </p:cNvPr>
              <p:cNvCxnSpPr/>
              <p:nvPr>
                <p:custDataLst>
                  <p:tags r:id="rId150"/>
                </p:custDataLst>
              </p:nvPr>
            </p:nvCxnSpPr>
            <p:spPr bwMode="auto">
              <a:xfrm>
                <a:off x="464363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53" name="直接箭头连接符 552">
                <a:extLst>
                  <a:ext uri="{FF2B5EF4-FFF2-40B4-BE49-F238E27FC236}">
                    <a16:creationId xmlns:a16="http://schemas.microsoft.com/office/drawing/2014/main" id="{4AA54BDD-CC06-4F58-8CA0-9622B1630981}"/>
                  </a:ext>
                </a:extLst>
              </p:cNvPr>
              <p:cNvCxnSpPr/>
              <p:nvPr>
                <p:custDataLst>
                  <p:tags r:id="rId151"/>
                </p:custDataLst>
              </p:nvPr>
            </p:nvCxnSpPr>
            <p:spPr bwMode="auto">
              <a:xfrm>
                <a:off x="471602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54" name="直接箭头连接符 553">
                <a:extLst>
                  <a:ext uri="{FF2B5EF4-FFF2-40B4-BE49-F238E27FC236}">
                    <a16:creationId xmlns:a16="http://schemas.microsoft.com/office/drawing/2014/main" id="{C62429F5-CC3E-4228-9447-679E1710A055}"/>
                  </a:ext>
                </a:extLst>
              </p:cNvPr>
              <p:cNvCxnSpPr/>
              <p:nvPr>
                <p:custDataLst>
                  <p:tags r:id="rId152"/>
                </p:custDataLst>
              </p:nvPr>
            </p:nvCxnSpPr>
            <p:spPr bwMode="auto">
              <a:xfrm>
                <a:off x="4787775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55" name="Rectangle 299">
                <a:extLst>
                  <a:ext uri="{FF2B5EF4-FFF2-40B4-BE49-F238E27FC236}">
                    <a16:creationId xmlns:a16="http://schemas.microsoft.com/office/drawing/2014/main" id="{503F48A9-7DD3-45D8-ADED-0DDC90D2778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4716000" y="4139540"/>
                <a:ext cx="2016000" cy="75628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sp>
            <p:nvSpPr>
              <p:cNvPr id="556" name="Text Box 81">
                <a:extLst>
                  <a:ext uri="{FF2B5EF4-FFF2-40B4-BE49-F238E27FC236}">
                    <a16:creationId xmlns:a16="http://schemas.microsoft.com/office/drawing/2014/main" id="{CB767875-85D8-4B7D-A7F4-9E88801F26D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4716000" y="5184115"/>
                <a:ext cx="2952000" cy="216000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外设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无条件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条件、字符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块、串行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并行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)</a:t>
                </a:r>
                <a:endParaRPr lang="zh-CN" altLang="en-US" sz="12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57" name="直接连接符 556">
                <a:extLst>
                  <a:ext uri="{FF2B5EF4-FFF2-40B4-BE49-F238E27FC236}">
                    <a16:creationId xmlns:a16="http://schemas.microsoft.com/office/drawing/2014/main" id="{0CBA52C7-FC3C-4B21-A07F-D1A44151F9B4}"/>
                  </a:ext>
                </a:extLst>
              </p:cNvPr>
              <p:cNvCxnSpPr/>
              <p:nvPr>
                <p:custDataLst>
                  <p:tags r:id="rId155"/>
                </p:custDataLst>
              </p:nvPr>
            </p:nvCxnSpPr>
            <p:spPr bwMode="auto">
              <a:xfrm>
                <a:off x="6156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直接连接符 557">
                <a:extLst>
                  <a:ext uri="{FF2B5EF4-FFF2-40B4-BE49-F238E27FC236}">
                    <a16:creationId xmlns:a16="http://schemas.microsoft.com/office/drawing/2014/main" id="{F68746D7-DB6C-494F-A4C1-7BEC0EB7D4D7}"/>
                  </a:ext>
                </a:extLst>
              </p:cNvPr>
              <p:cNvCxnSpPr/>
              <p:nvPr>
                <p:custDataLst>
                  <p:tags r:id="rId156"/>
                </p:custDataLst>
              </p:nvPr>
            </p:nvCxnSpPr>
            <p:spPr bwMode="auto">
              <a:xfrm>
                <a:off x="6264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ysDash"/>
                <a:round/>
                <a:headEnd type="none" w="med" len="med"/>
                <a:tailEnd type="triangle" w="med" len="sm"/>
              </a:ln>
            </p:spPr>
          </p:cxnSp>
          <p:cxnSp>
            <p:nvCxnSpPr>
              <p:cNvPr id="559" name="直接连接符 558">
                <a:extLst>
                  <a:ext uri="{FF2B5EF4-FFF2-40B4-BE49-F238E27FC236}">
                    <a16:creationId xmlns:a16="http://schemas.microsoft.com/office/drawing/2014/main" id="{E3005B2C-F89E-4332-82AA-D6C092D5D298}"/>
                  </a:ext>
                </a:extLst>
              </p:cNvPr>
              <p:cNvCxnSpPr/>
              <p:nvPr>
                <p:custDataLst>
                  <p:tags r:id="rId157"/>
                </p:custDataLst>
              </p:nvPr>
            </p:nvCxnSpPr>
            <p:spPr bwMode="auto">
              <a:xfrm flipV="1">
                <a:off x="6336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ysDash"/>
                <a:round/>
                <a:headEnd type="none" w="med" len="med"/>
                <a:tailEnd type="triangle" w="med" len="sm"/>
              </a:ln>
            </p:spPr>
          </p:cxnSp>
          <p:cxnSp>
            <p:nvCxnSpPr>
              <p:cNvPr id="560" name="直接连接符 559">
                <a:extLst>
                  <a:ext uri="{FF2B5EF4-FFF2-40B4-BE49-F238E27FC236}">
                    <a16:creationId xmlns:a16="http://schemas.microsoft.com/office/drawing/2014/main" id="{0B931E30-961C-4FFD-A8BD-A1087362FADA}"/>
                  </a:ext>
                </a:extLst>
              </p:cNvPr>
              <p:cNvCxnSpPr/>
              <p:nvPr>
                <p:custDataLst>
                  <p:tags r:id="rId158"/>
                </p:custDataLst>
              </p:nvPr>
            </p:nvCxnSpPr>
            <p:spPr bwMode="auto">
              <a:xfrm>
                <a:off x="6120000" y="500377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1" name="Text Box 18">
                <a:extLst>
                  <a:ext uri="{FF2B5EF4-FFF2-40B4-BE49-F238E27FC236}">
                    <a16:creationId xmlns:a16="http://schemas.microsoft.com/office/drawing/2014/main" id="{59E811C0-C804-4586-BE70-D2CEF63AAB7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9"/>
                </p:custDataLst>
              </p:nvPr>
            </p:nvSpPr>
            <p:spPr bwMode="auto">
              <a:xfrm>
                <a:off x="7056000" y="4464000"/>
                <a:ext cx="684000" cy="216000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+mn-ea"/>
                    <a:ea typeface="+mn-ea"/>
                  </a:rPr>
                  <a:t>磁盘</a:t>
                </a:r>
              </a:p>
            </p:txBody>
          </p:sp>
          <p:sp>
            <p:nvSpPr>
              <p:cNvPr id="562" name="Text Box 20">
                <a:extLst>
                  <a:ext uri="{FF2B5EF4-FFF2-40B4-BE49-F238E27FC236}">
                    <a16:creationId xmlns:a16="http://schemas.microsoft.com/office/drawing/2014/main" id="{090EE9DC-9C21-4EB5-BC9A-A3D1DF45D87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0"/>
                </p:custDataLst>
              </p:nvPr>
            </p:nvSpPr>
            <p:spPr bwMode="auto">
              <a:xfrm>
                <a:off x="7056000" y="4139540"/>
                <a:ext cx="684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I/O</a:t>
                </a:r>
                <a:r>
                  <a:rPr lang="zh-CN" altLang="en-US" sz="1400" b="1" dirty="0">
                    <a:latin typeface="+mn-ea"/>
                    <a:ea typeface="+mn-ea"/>
                  </a:rPr>
                  <a:t>接口</a:t>
                </a:r>
              </a:p>
            </p:txBody>
          </p:sp>
          <p:cxnSp>
            <p:nvCxnSpPr>
              <p:cNvPr id="563" name="直接连接符 562">
                <a:extLst>
                  <a:ext uri="{FF2B5EF4-FFF2-40B4-BE49-F238E27FC236}">
                    <a16:creationId xmlns:a16="http://schemas.microsoft.com/office/drawing/2014/main" id="{AF7121C2-5DFA-4838-A3F1-8AB8EA7106DA}"/>
                  </a:ext>
                </a:extLst>
              </p:cNvPr>
              <p:cNvCxnSpPr/>
              <p:nvPr>
                <p:custDataLst>
                  <p:tags r:id="rId161"/>
                </p:custDataLst>
              </p:nvPr>
            </p:nvCxnSpPr>
            <p:spPr bwMode="auto">
              <a:xfrm>
                <a:off x="7488000" y="4356000"/>
                <a:ext cx="0" cy="10795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64" name="Text Box 61">
                <a:extLst>
                  <a:ext uri="{FF2B5EF4-FFF2-40B4-BE49-F238E27FC236}">
                    <a16:creationId xmlns:a16="http://schemas.microsoft.com/office/drawing/2014/main" id="{53BF880A-31EB-4B03-94A3-AA7528ADD1A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2"/>
                </p:custDataLst>
              </p:nvPr>
            </p:nvSpPr>
            <p:spPr bwMode="auto">
              <a:xfrm>
                <a:off x="6768000" y="4175735"/>
                <a:ext cx="2520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cs typeface="Times New Roman" panose="02020603050405020304" pitchFamily="18" charset="0"/>
                  </a:rPr>
                  <a:t>…</a:t>
                </a:r>
              </a:p>
            </p:txBody>
          </p:sp>
          <p:cxnSp>
            <p:nvCxnSpPr>
              <p:cNvPr id="565" name="直接箭头连接符 564">
                <a:extLst>
                  <a:ext uri="{FF2B5EF4-FFF2-40B4-BE49-F238E27FC236}">
                    <a16:creationId xmlns:a16="http://schemas.microsoft.com/office/drawing/2014/main" id="{0A863447-03C3-429D-A9D1-484A65899094}"/>
                  </a:ext>
                </a:extLst>
              </p:cNvPr>
              <p:cNvCxnSpPr/>
              <p:nvPr>
                <p:custDataLst>
                  <p:tags r:id="rId163"/>
                </p:custDataLst>
              </p:nvPr>
            </p:nvCxnSpPr>
            <p:spPr bwMode="auto">
              <a:xfrm>
                <a:off x="4896000" y="3851884"/>
                <a:ext cx="0" cy="82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66" name="直接箭头连接符 565">
                <a:extLst>
                  <a:ext uri="{FF2B5EF4-FFF2-40B4-BE49-F238E27FC236}">
                    <a16:creationId xmlns:a16="http://schemas.microsoft.com/office/drawing/2014/main" id="{1BDF068C-39E8-4401-8CEB-2864BC4667CC}"/>
                  </a:ext>
                </a:extLst>
              </p:cNvPr>
              <p:cNvCxnSpPr/>
              <p:nvPr>
                <p:custDataLst>
                  <p:tags r:id="rId164"/>
                </p:custDataLst>
              </p:nvPr>
            </p:nvCxnSpPr>
            <p:spPr bwMode="auto">
              <a:xfrm>
                <a:off x="5436000" y="39236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67" name="直接箭头连接符 566">
                <a:extLst>
                  <a:ext uri="{FF2B5EF4-FFF2-40B4-BE49-F238E27FC236}">
                    <a16:creationId xmlns:a16="http://schemas.microsoft.com/office/drawing/2014/main" id="{9063E486-4708-4047-B156-AFEE4D622890}"/>
                  </a:ext>
                </a:extLst>
              </p:cNvPr>
              <p:cNvCxnSpPr/>
              <p:nvPr>
                <p:custDataLst>
                  <p:tags r:id="rId165"/>
                </p:custDataLst>
              </p:nvPr>
            </p:nvCxnSpPr>
            <p:spPr bwMode="auto">
              <a:xfrm>
                <a:off x="6156000" y="399603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68" name="直接箭头连接符 567">
                <a:extLst>
                  <a:ext uri="{FF2B5EF4-FFF2-40B4-BE49-F238E27FC236}">
                    <a16:creationId xmlns:a16="http://schemas.microsoft.com/office/drawing/2014/main" id="{16CC9C79-E84F-463E-B9CC-96DAF8050ABF}"/>
                  </a:ext>
                </a:extLst>
              </p:cNvPr>
              <p:cNvCxnSpPr/>
              <p:nvPr>
                <p:custDataLst>
                  <p:tags r:id="rId166"/>
                </p:custDataLst>
              </p:nvPr>
            </p:nvCxnSpPr>
            <p:spPr bwMode="auto">
              <a:xfrm>
                <a:off x="7416000" y="39236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69" name="直接箭头连接符 568">
                <a:extLst>
                  <a:ext uri="{FF2B5EF4-FFF2-40B4-BE49-F238E27FC236}">
                    <a16:creationId xmlns:a16="http://schemas.microsoft.com/office/drawing/2014/main" id="{E6B29274-B40A-4116-BFE1-05CD0363D772}"/>
                  </a:ext>
                </a:extLst>
              </p:cNvPr>
              <p:cNvCxnSpPr/>
              <p:nvPr>
                <p:custDataLst>
                  <p:tags r:id="rId167"/>
                </p:custDataLst>
              </p:nvPr>
            </p:nvCxnSpPr>
            <p:spPr bwMode="auto">
              <a:xfrm>
                <a:off x="7344000" y="3851885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70" name="直接箭头连接符 569">
                <a:extLst>
                  <a:ext uri="{FF2B5EF4-FFF2-40B4-BE49-F238E27FC236}">
                    <a16:creationId xmlns:a16="http://schemas.microsoft.com/office/drawing/2014/main" id="{65ACC1A9-0F40-42B7-8822-1359730C3018}"/>
                  </a:ext>
                </a:extLst>
              </p:cNvPr>
              <p:cNvCxnSpPr/>
              <p:nvPr>
                <p:custDataLst>
                  <p:tags r:id="rId168"/>
                </p:custDataLst>
              </p:nvPr>
            </p:nvCxnSpPr>
            <p:spPr bwMode="auto">
              <a:xfrm>
                <a:off x="7488000" y="399603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71" name="Text Box 291">
                <a:extLst>
                  <a:ext uri="{FF2B5EF4-FFF2-40B4-BE49-F238E27FC236}">
                    <a16:creationId xmlns:a16="http://schemas.microsoft.com/office/drawing/2014/main" id="{FFC14A54-E1D1-4778-BBEE-64B4C4749AB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9"/>
                </p:custDataLst>
              </p:nvPr>
            </p:nvSpPr>
            <p:spPr bwMode="auto">
              <a:xfrm>
                <a:off x="3455800" y="3491840"/>
                <a:ext cx="792000" cy="215900"/>
              </a:xfrm>
              <a:prstGeom prst="rect">
                <a:avLst/>
              </a:prstGeom>
              <a:solidFill>
                <a:srgbClr val="FFFFFF">
                  <a:alpha val="78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连接电路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72" name="直接箭头连接符 571">
                <a:extLst>
                  <a:ext uri="{FF2B5EF4-FFF2-40B4-BE49-F238E27FC236}">
                    <a16:creationId xmlns:a16="http://schemas.microsoft.com/office/drawing/2014/main" id="{45A42291-2CC4-4C58-906D-9D9BD3A36F70}"/>
                  </a:ext>
                </a:extLst>
              </p:cNvPr>
              <p:cNvCxnSpPr/>
              <p:nvPr>
                <p:custDataLst>
                  <p:tags r:id="rId170"/>
                </p:custDataLst>
              </p:nvPr>
            </p:nvCxnSpPr>
            <p:spPr bwMode="auto">
              <a:xfrm flipV="1">
                <a:off x="374380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73" name="直接箭头连接符 572">
                <a:extLst>
                  <a:ext uri="{FF2B5EF4-FFF2-40B4-BE49-F238E27FC236}">
                    <a16:creationId xmlns:a16="http://schemas.microsoft.com/office/drawing/2014/main" id="{54493063-3E27-4367-8450-1BE1F95C4DE1}"/>
                  </a:ext>
                </a:extLst>
              </p:cNvPr>
              <p:cNvCxnSpPr/>
              <p:nvPr>
                <p:custDataLst>
                  <p:tags r:id="rId171"/>
                </p:custDataLst>
              </p:nvPr>
            </p:nvCxnSpPr>
            <p:spPr bwMode="auto">
              <a:xfrm flipV="1">
                <a:off x="385180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74" name="直接箭头连接符 573">
                <a:extLst>
                  <a:ext uri="{FF2B5EF4-FFF2-40B4-BE49-F238E27FC236}">
                    <a16:creationId xmlns:a16="http://schemas.microsoft.com/office/drawing/2014/main" id="{361F4B02-1C97-458B-9802-4B8DAA51F5FC}"/>
                  </a:ext>
                </a:extLst>
              </p:cNvPr>
              <p:cNvCxnSpPr/>
              <p:nvPr>
                <p:custDataLst>
                  <p:tags r:id="rId172"/>
                </p:custDataLst>
              </p:nvPr>
            </p:nvCxnSpPr>
            <p:spPr bwMode="auto">
              <a:xfrm>
                <a:off x="3959800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75" name="Text Box 61">
                <a:extLst>
                  <a:ext uri="{FF2B5EF4-FFF2-40B4-BE49-F238E27FC236}">
                    <a16:creationId xmlns:a16="http://schemas.microsoft.com/office/drawing/2014/main" id="{A057DACE-DA88-41C0-8115-64416D62AC3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3"/>
                </p:custDataLst>
              </p:nvPr>
            </p:nvSpPr>
            <p:spPr bwMode="auto">
              <a:xfrm>
                <a:off x="3959800" y="327600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c</a:t>
                </a:r>
              </a:p>
            </p:txBody>
          </p:sp>
          <p:cxnSp>
            <p:nvCxnSpPr>
              <p:cNvPr id="576" name="直接连接符 575">
                <a:extLst>
                  <a:ext uri="{FF2B5EF4-FFF2-40B4-BE49-F238E27FC236}">
                    <a16:creationId xmlns:a16="http://schemas.microsoft.com/office/drawing/2014/main" id="{8400DA29-A083-4826-9B4B-2DB962D676EC}"/>
                  </a:ext>
                </a:extLst>
              </p:cNvPr>
              <p:cNvCxnSpPr/>
              <p:nvPr>
                <p:custDataLst>
                  <p:tags r:id="rId174"/>
                </p:custDataLst>
              </p:nvPr>
            </p:nvCxnSpPr>
            <p:spPr bwMode="auto">
              <a:xfrm>
                <a:off x="3923800" y="334769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直接连接符 576">
                <a:extLst>
                  <a:ext uri="{FF2B5EF4-FFF2-40B4-BE49-F238E27FC236}">
                    <a16:creationId xmlns:a16="http://schemas.microsoft.com/office/drawing/2014/main" id="{3D2AF5B3-FE69-40D9-8F20-7079429D596B}"/>
                  </a:ext>
                </a:extLst>
              </p:cNvPr>
              <p:cNvCxnSpPr/>
              <p:nvPr>
                <p:custDataLst>
                  <p:tags r:id="rId175"/>
                </p:custDataLst>
              </p:nvPr>
            </p:nvCxnSpPr>
            <p:spPr bwMode="auto">
              <a:xfrm>
                <a:off x="3707800" y="334769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78" name="Text Box 61">
                <a:extLst>
                  <a:ext uri="{FF2B5EF4-FFF2-40B4-BE49-F238E27FC236}">
                    <a16:creationId xmlns:a16="http://schemas.microsoft.com/office/drawing/2014/main" id="{40FF2301-6B0C-4148-B8B0-C3679B82DD5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3599800" y="334800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79" name="Rectangle 274">
                <a:extLst>
                  <a:ext uri="{FF2B5EF4-FFF2-40B4-BE49-F238E27FC236}">
                    <a16:creationId xmlns:a16="http://schemas.microsoft.com/office/drawing/2014/main" id="{B4C5C677-E33F-4C71-90DD-C3480E1DF42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77"/>
                </p:custDataLst>
              </p:nvPr>
            </p:nvSpPr>
            <p:spPr bwMode="auto">
              <a:xfrm>
                <a:off x="8424000" y="4932000"/>
                <a:ext cx="323850" cy="432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580" name="直接箭头连接符 579">
                <a:extLst>
                  <a:ext uri="{FF2B5EF4-FFF2-40B4-BE49-F238E27FC236}">
                    <a16:creationId xmlns:a16="http://schemas.microsoft.com/office/drawing/2014/main" id="{56DA24AC-D0FC-4B35-B337-1FC6D77E1F7B}"/>
                  </a:ext>
                </a:extLst>
              </p:cNvPr>
              <p:cNvCxnSpPr/>
              <p:nvPr>
                <p:custDataLst>
                  <p:tags r:id="rId178"/>
                </p:custDataLst>
              </p:nvPr>
            </p:nvCxnSpPr>
            <p:spPr bwMode="auto">
              <a:xfrm flipV="1">
                <a:off x="8424000" y="5040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81" name="直接箭头连接符 580">
                <a:extLst>
                  <a:ext uri="{FF2B5EF4-FFF2-40B4-BE49-F238E27FC236}">
                    <a16:creationId xmlns:a16="http://schemas.microsoft.com/office/drawing/2014/main" id="{D3045BCC-2562-4568-B0B9-8AD9887D8CC5}"/>
                  </a:ext>
                </a:extLst>
              </p:cNvPr>
              <p:cNvCxnSpPr/>
              <p:nvPr>
                <p:custDataLst>
                  <p:tags r:id="rId179"/>
                </p:custDataLst>
              </p:nvPr>
            </p:nvCxnSpPr>
            <p:spPr bwMode="auto">
              <a:xfrm flipV="1">
                <a:off x="8424000" y="5256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82" name="Text Box 392">
                <a:extLst>
                  <a:ext uri="{FF2B5EF4-FFF2-40B4-BE49-F238E27FC236}">
                    <a16:creationId xmlns:a16="http://schemas.microsoft.com/office/drawing/2014/main" id="{D64F0254-644C-4A47-ACAE-EF5E1A26821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8424000" y="4752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latin typeface="+mn-ea"/>
                    <a:ea typeface="+mn-ea"/>
                  </a:rPr>
                  <a:t>位</a:t>
                </a:r>
                <a:endParaRPr lang="en-US" altLang="zh-CN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583" name="直接箭头连接符 582">
                <a:extLst>
                  <a:ext uri="{FF2B5EF4-FFF2-40B4-BE49-F238E27FC236}">
                    <a16:creationId xmlns:a16="http://schemas.microsoft.com/office/drawing/2014/main" id="{34A909E4-A4C8-438E-B8DC-AE6F5EE9C530}"/>
                  </a:ext>
                </a:extLst>
              </p:cNvPr>
              <p:cNvCxnSpPr/>
              <p:nvPr>
                <p:custDataLst>
                  <p:tags r:id="rId181"/>
                </p:custDataLst>
              </p:nvPr>
            </p:nvCxnSpPr>
            <p:spPr bwMode="auto">
              <a:xfrm flipV="1">
                <a:off x="3131800" y="2952000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84" name="直接箭头连接符 583">
                <a:extLst>
                  <a:ext uri="{FF2B5EF4-FFF2-40B4-BE49-F238E27FC236}">
                    <a16:creationId xmlns:a16="http://schemas.microsoft.com/office/drawing/2014/main" id="{4ED5B622-B254-4010-98E6-7E63E9D7169A}"/>
                  </a:ext>
                </a:extLst>
              </p:cNvPr>
              <p:cNvCxnSpPr>
                <a:cxnSpLocks/>
              </p:cNvCxnSpPr>
              <p:nvPr>
                <p:custDataLst>
                  <p:tags r:id="rId182"/>
                </p:custDataLst>
              </p:nvPr>
            </p:nvCxnSpPr>
            <p:spPr bwMode="auto">
              <a:xfrm flipH="1" flipV="1">
                <a:off x="6552000" y="4500000"/>
                <a:ext cx="1980000" cy="64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6600"/>
                </a:solidFill>
                <a:prstDash val="sysDash"/>
                <a:round/>
                <a:headEnd type="triangle" w="med" len="sm"/>
                <a:tailEnd type="triangle" w="med" len="sm"/>
              </a:ln>
              <a:effectLst/>
            </p:spPr>
          </p:cxnSp>
        </p:grpSp>
        <p:grpSp>
          <p:nvGrpSpPr>
            <p:cNvPr id="201" name="组合 200">
              <a:extLst>
                <a:ext uri="{FF2B5EF4-FFF2-40B4-BE49-F238E27FC236}">
                  <a16:creationId xmlns:a16="http://schemas.microsoft.com/office/drawing/2014/main" id="{5C2D3852-5292-4682-A295-AF1CA184C7FF}"/>
                </a:ext>
              </a:extLst>
            </p:cNvPr>
            <p:cNvGrpSpPr/>
            <p:nvPr/>
          </p:nvGrpSpPr>
          <p:grpSpPr>
            <a:xfrm>
              <a:off x="6444000" y="756000"/>
              <a:ext cx="2520000" cy="1368000"/>
              <a:chOff x="4915192" y="3582766"/>
              <a:chExt cx="2520000" cy="1368000"/>
            </a:xfrm>
          </p:grpSpPr>
          <p:sp>
            <p:nvSpPr>
              <p:cNvPr id="513" name="Text Box 36">
                <a:extLst>
                  <a:ext uri="{FF2B5EF4-FFF2-40B4-BE49-F238E27FC236}">
                    <a16:creationId xmlns:a16="http://schemas.microsoft.com/office/drawing/2014/main" id="{DD711767-1663-4C2E-B1DB-3388BB4B295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5635192" y="3797724"/>
                <a:ext cx="828000" cy="1152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1001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00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01000100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0101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00110011</a:t>
                </a:r>
                <a:endParaRPr lang="en-US" altLang="zh-CN" sz="1400" b="1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</p:txBody>
          </p:sp>
          <p:cxnSp>
            <p:nvCxnSpPr>
              <p:cNvPr id="514" name="直接连接符 513">
                <a:extLst>
                  <a:ext uri="{FF2B5EF4-FFF2-40B4-BE49-F238E27FC236}">
                    <a16:creationId xmlns:a16="http://schemas.microsoft.com/office/drawing/2014/main" id="{E410D170-5891-4903-AB3D-F35E1B1B90C8}"/>
                  </a:ext>
                </a:extLst>
              </p:cNvPr>
              <p:cNvCxnSpPr/>
              <p:nvPr>
                <p:custDataLst>
                  <p:tags r:id="rId112"/>
                </p:custDataLst>
              </p:nvPr>
            </p:nvCxnSpPr>
            <p:spPr bwMode="auto">
              <a:xfrm>
                <a:off x="5635192" y="3960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5" name="直接连接符 514">
                <a:extLst>
                  <a:ext uri="{FF2B5EF4-FFF2-40B4-BE49-F238E27FC236}">
                    <a16:creationId xmlns:a16="http://schemas.microsoft.com/office/drawing/2014/main" id="{1F89C3DF-C93D-4B5E-9733-D4D3BACA5529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 bwMode="auto">
              <a:xfrm>
                <a:off x="5635192" y="4302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6" name="Text Box 36">
                <a:extLst>
                  <a:ext uri="{FF2B5EF4-FFF2-40B4-BE49-F238E27FC236}">
                    <a16:creationId xmlns:a16="http://schemas.microsoft.com/office/drawing/2014/main" id="{B8EE8854-6084-47D6-AF99-4D17BDDF4F9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4"/>
                </p:custDataLst>
              </p:nvPr>
            </p:nvSpPr>
            <p:spPr bwMode="auto">
              <a:xfrm>
                <a:off x="5023192" y="3797724"/>
                <a:ext cx="612000" cy="115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0…000</a:t>
                </a:r>
                <a:endParaRPr lang="en-US" altLang="zh-CN" sz="1400" b="1" dirty="0">
                  <a:latin typeface="+mn-ea"/>
                  <a:ea typeface="+mn-ea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0</a:t>
                </a:r>
                <a:r>
                  <a:rPr lang="en-US" altLang="zh-CN" sz="1400" b="1" dirty="0">
                    <a:latin typeface="+mn-ea"/>
                  </a:rPr>
                  <a:t>…</a:t>
                </a:r>
                <a:r>
                  <a:rPr lang="en-US" altLang="zh-CN" sz="1400" b="1" dirty="0">
                    <a:latin typeface="+mn-ea"/>
                    <a:ea typeface="+mn-ea"/>
                  </a:rPr>
                  <a:t>001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u="none" dirty="0">
                    <a:latin typeface="+mn-ea"/>
                    <a:ea typeface="+mn-ea"/>
                  </a:rPr>
                  <a:t>0…010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altLang="zh-CN" sz="1400" b="1" dirty="0">
                    <a:latin typeface="+mn-ea"/>
                  </a:rPr>
                  <a:t>…</a:t>
                </a:r>
                <a:r>
                  <a:rPr lang="en-US" altLang="zh-CN" sz="1400" b="1" u="none" dirty="0">
                    <a:latin typeface="+mn-ea"/>
                    <a:ea typeface="+mn-ea"/>
                  </a:rPr>
                  <a:t>   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0…044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altLang="zh-CN" sz="1400" b="1" dirty="0">
                    <a:latin typeface="+mn-ea"/>
                  </a:rPr>
                  <a:t>…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+mn-ea"/>
                  </a:rPr>
                  <a:t>2</a:t>
                </a:r>
                <a:r>
                  <a:rPr lang="en-US" altLang="zh-CN" sz="1400" b="1" baseline="30000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+mn-ea"/>
                  </a:rPr>
                  <a:t>N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+mn-ea"/>
                  </a:rPr>
                  <a:t>-1</a:t>
                </a:r>
              </a:p>
            </p:txBody>
          </p:sp>
          <p:cxnSp>
            <p:nvCxnSpPr>
              <p:cNvPr id="517" name="直接连接符 516">
                <a:extLst>
                  <a:ext uri="{FF2B5EF4-FFF2-40B4-BE49-F238E27FC236}">
                    <a16:creationId xmlns:a16="http://schemas.microsoft.com/office/drawing/2014/main" id="{71B86999-2A6A-44B2-9006-23EEDAE28428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 bwMode="auto">
              <a:xfrm>
                <a:off x="5635192" y="4122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8" name="直接连接符 517">
                <a:extLst>
                  <a:ext uri="{FF2B5EF4-FFF2-40B4-BE49-F238E27FC236}">
                    <a16:creationId xmlns:a16="http://schemas.microsoft.com/office/drawing/2014/main" id="{CA676052-4202-4AC4-9F22-DFF013952CBD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 bwMode="auto">
              <a:xfrm>
                <a:off x="5635192" y="4464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9" name="直接连接符 518">
                <a:extLst>
                  <a:ext uri="{FF2B5EF4-FFF2-40B4-BE49-F238E27FC236}">
                    <a16:creationId xmlns:a16="http://schemas.microsoft.com/office/drawing/2014/main" id="{F85AB9D0-F3B6-4381-82A0-9EAD1FAC07EA}"/>
                  </a:ext>
                </a:extLst>
              </p:cNvPr>
              <p:cNvCxnSpPr/>
              <p:nvPr>
                <p:custDataLst>
                  <p:tags r:id="rId117"/>
                </p:custDataLst>
              </p:nvPr>
            </p:nvCxnSpPr>
            <p:spPr bwMode="auto">
              <a:xfrm>
                <a:off x="5635192" y="4806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0" name="直接连接符 519">
                <a:extLst>
                  <a:ext uri="{FF2B5EF4-FFF2-40B4-BE49-F238E27FC236}">
                    <a16:creationId xmlns:a16="http://schemas.microsoft.com/office/drawing/2014/main" id="{C7CB4847-CE0E-44BD-8DC1-7775B2AF59D3}"/>
                  </a:ext>
                </a:extLst>
              </p:cNvPr>
              <p:cNvCxnSpPr/>
              <p:nvPr>
                <p:custDataLst>
                  <p:tags r:id="rId118"/>
                </p:custDataLst>
              </p:nvPr>
            </p:nvCxnSpPr>
            <p:spPr bwMode="auto">
              <a:xfrm>
                <a:off x="5635192" y="4644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21" name="Text Box 36">
                <a:extLst>
                  <a:ext uri="{FF2B5EF4-FFF2-40B4-BE49-F238E27FC236}">
                    <a16:creationId xmlns:a16="http://schemas.microsoft.com/office/drawing/2014/main" id="{7BDB56CB-5BC2-4D1A-A8BB-0A22BE2F780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4915192" y="3582766"/>
                <a:ext cx="2448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highlight>
                      <a:srgbClr val="CCECFF"/>
                    </a:highlight>
                    <a:latin typeface="+mn-ea"/>
                  </a:rPr>
                  <a:t>逻辑地址</a:t>
                </a:r>
                <a:r>
                  <a:rPr lang="zh-CN" altLang="en-US" sz="1400" b="1" baseline="-25000" dirty="0">
                    <a:highlight>
                      <a:srgbClr val="CCECFF"/>
                    </a:highlight>
                    <a:latin typeface="+mn-ea"/>
                  </a:rPr>
                  <a:t> </a:t>
                </a:r>
                <a:r>
                  <a:rPr lang="zh-CN" altLang="en-US" sz="1400" b="1" dirty="0">
                    <a:highlight>
                      <a:srgbClr val="CC99FF"/>
                    </a:highlight>
                    <a:latin typeface="+mn-ea"/>
                  </a:rPr>
                  <a:t>程序内容</a:t>
                </a:r>
                <a:r>
                  <a:rPr lang="zh-CN" altLang="en-US" sz="1400" b="1" dirty="0">
                    <a:latin typeface="+mn-ea"/>
                  </a:rPr>
                  <a:t>  指令功能</a:t>
                </a:r>
                <a:endParaRPr lang="en-US" altLang="zh-CN" sz="1400" b="1" dirty="0">
                  <a:latin typeface="+mn-ea"/>
                </a:endParaRPr>
              </a:p>
            </p:txBody>
          </p:sp>
          <p:sp>
            <p:nvSpPr>
              <p:cNvPr id="522" name="Text Box 36">
                <a:extLst>
                  <a:ext uri="{FF2B5EF4-FFF2-40B4-BE49-F238E27FC236}">
                    <a16:creationId xmlns:a16="http://schemas.microsoft.com/office/drawing/2014/main" id="{A05FE72F-DA2A-47FC-B7D0-CC10D4DDDB1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6499192" y="3798766"/>
                <a:ext cx="936000" cy="115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R1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M[44H]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 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R1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(R1)+2</a:t>
                </a:r>
                <a:r>
                  <a:rPr lang="en-US" altLang="zh-CN" sz="1400" b="1" u="none" dirty="0">
                    <a:latin typeface="+mn-ea"/>
                    <a:ea typeface="+mn-ea"/>
                  </a:rPr>
                  <a:t>   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400" b="1" dirty="0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x=33H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400" b="1" dirty="0">
                  <a:latin typeface="+mn-ea"/>
                </a:endParaRPr>
              </a:p>
            </p:txBody>
          </p:sp>
        </p:grpSp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378B202F-81EF-4EF8-8E19-771C8821D46C}"/>
                </a:ext>
              </a:extLst>
            </p:cNvPr>
            <p:cNvGrpSpPr/>
            <p:nvPr/>
          </p:nvGrpSpPr>
          <p:grpSpPr>
            <a:xfrm>
              <a:off x="3456000" y="756000"/>
              <a:ext cx="2915920" cy="1332230"/>
              <a:chOff x="-1531" y="1813"/>
              <a:chExt cx="4592" cy="2098"/>
            </a:xfrm>
          </p:grpSpPr>
          <p:sp>
            <p:nvSpPr>
              <p:cNvPr id="503" name="Text Box 160">
                <a:extLst>
                  <a:ext uri="{FF2B5EF4-FFF2-40B4-BE49-F238E27FC236}">
                    <a16:creationId xmlns:a16="http://schemas.microsoft.com/office/drawing/2014/main" id="{7F8E7F40-A736-440C-8AC4-B6C4E87BA87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-1531" y="1813"/>
                <a:ext cx="2041" cy="209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ISA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内容</a:t>
                </a:r>
                <a:r>
                  <a:rPr lang="zh-CN" altLang="en-US" sz="16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：</a:t>
                </a:r>
                <a:endPara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数据表示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OPD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存放方式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 寻址方式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指令功能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 指令格式</a:t>
                </a:r>
              </a:p>
            </p:txBody>
          </p:sp>
          <p:grpSp>
            <p:nvGrpSpPr>
              <p:cNvPr id="504" name="组合 503">
                <a:extLst>
                  <a:ext uri="{FF2B5EF4-FFF2-40B4-BE49-F238E27FC236}">
                    <a16:creationId xmlns:a16="http://schemas.microsoft.com/office/drawing/2014/main" id="{54DDC00E-5715-4A8A-97E2-EC3E892EDDCD}"/>
                  </a:ext>
                </a:extLst>
              </p:cNvPr>
              <p:cNvGrpSpPr/>
              <p:nvPr/>
            </p:nvGrpSpPr>
            <p:grpSpPr>
              <a:xfrm>
                <a:off x="623" y="3004"/>
                <a:ext cx="2209" cy="626"/>
                <a:chOff x="5623389" y="1204119"/>
                <a:chExt cx="1402594" cy="396634"/>
              </a:xfrm>
            </p:grpSpPr>
            <p:sp>
              <p:nvSpPr>
                <p:cNvPr id="506" name="Text Box 136">
                  <a:extLst>
                    <a:ext uri="{FF2B5EF4-FFF2-40B4-BE49-F238E27FC236}">
                      <a16:creationId xmlns:a16="http://schemas.microsoft.com/office/drawing/2014/main" id="{4164A9B1-BA05-4B40-85FC-1C4A7D675C91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4"/>
                  </p:custDataLst>
                </p:nvPr>
              </p:nvSpPr>
              <p:spPr bwMode="auto">
                <a:xfrm>
                  <a:off x="6019566" y="1420042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RD</a:t>
                  </a:r>
                </a:p>
              </p:txBody>
            </p:sp>
            <p:sp>
              <p:nvSpPr>
                <p:cNvPr id="507" name="Text Box 137">
                  <a:extLst>
                    <a:ext uri="{FF2B5EF4-FFF2-40B4-BE49-F238E27FC236}">
                      <a16:creationId xmlns:a16="http://schemas.microsoft.com/office/drawing/2014/main" id="{1A16265D-EE5B-46BA-A23B-2F6C01F4DEF6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5"/>
                  </p:custDataLst>
                </p:nvPr>
              </p:nvSpPr>
              <p:spPr bwMode="auto">
                <a:xfrm>
                  <a:off x="5623389" y="1420763"/>
                  <a:ext cx="395966" cy="179990"/>
                </a:xfrm>
                <a:prstGeom prst="rect">
                  <a:avLst/>
                </a:prstGeom>
                <a:solidFill>
                  <a:srgbClr val="FF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op2</a:t>
                  </a:r>
                </a:p>
              </p:txBody>
            </p:sp>
            <p:sp>
              <p:nvSpPr>
                <p:cNvPr id="508" name="Text Box 151">
                  <a:extLst>
                    <a:ext uri="{FF2B5EF4-FFF2-40B4-BE49-F238E27FC236}">
                      <a16:creationId xmlns:a16="http://schemas.microsoft.com/office/drawing/2014/main" id="{B958790C-71B7-482E-B3A2-513B7901EBD3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6"/>
                  </p:custDataLst>
                </p:nvPr>
              </p:nvSpPr>
              <p:spPr bwMode="auto">
                <a:xfrm>
                  <a:off x="6522051" y="1420042"/>
                  <a:ext cx="503932" cy="179897"/>
                </a:xfrm>
                <a:prstGeom prst="rect">
                  <a:avLst/>
                </a:prstGeom>
                <a:solidFill>
                  <a:srgbClr val="99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A</a:t>
                  </a:r>
                </a:p>
              </p:txBody>
            </p:sp>
            <p:sp>
              <p:nvSpPr>
                <p:cNvPr id="509" name="Text Box 136">
                  <a:extLst>
                    <a:ext uri="{FF2B5EF4-FFF2-40B4-BE49-F238E27FC236}">
                      <a16:creationId xmlns:a16="http://schemas.microsoft.com/office/drawing/2014/main" id="{5A240331-BDB7-4A6F-869A-B7477D1BF776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7"/>
                  </p:custDataLst>
                </p:nvPr>
              </p:nvSpPr>
              <p:spPr bwMode="auto">
                <a:xfrm>
                  <a:off x="6271544" y="1420042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RS</a:t>
                  </a:r>
                </a:p>
              </p:txBody>
            </p:sp>
            <p:sp>
              <p:nvSpPr>
                <p:cNvPr id="510" name="Text Box 136">
                  <a:extLst>
                    <a:ext uri="{FF2B5EF4-FFF2-40B4-BE49-F238E27FC236}">
                      <a16:creationId xmlns:a16="http://schemas.microsoft.com/office/drawing/2014/main" id="{6D5041F4-8D1B-4A0B-8EA6-F9BD0FE30D5C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8"/>
                  </p:custDataLst>
                </p:nvPr>
              </p:nvSpPr>
              <p:spPr bwMode="auto">
                <a:xfrm>
                  <a:off x="6019566" y="1204119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RD</a:t>
                  </a:r>
                </a:p>
              </p:txBody>
            </p:sp>
            <p:sp>
              <p:nvSpPr>
                <p:cNvPr id="511" name="Text Box 137">
                  <a:extLst>
                    <a:ext uri="{FF2B5EF4-FFF2-40B4-BE49-F238E27FC236}">
                      <a16:creationId xmlns:a16="http://schemas.microsoft.com/office/drawing/2014/main" id="{B532DAF4-AA9C-40FE-939A-63A245964E65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9"/>
                  </p:custDataLst>
                </p:nvPr>
              </p:nvSpPr>
              <p:spPr bwMode="auto">
                <a:xfrm>
                  <a:off x="5624089" y="1204119"/>
                  <a:ext cx="395966" cy="179990"/>
                </a:xfrm>
                <a:prstGeom prst="rect">
                  <a:avLst/>
                </a:prstGeom>
                <a:solidFill>
                  <a:srgbClr val="FF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op1</a:t>
                  </a:r>
                </a:p>
              </p:txBody>
            </p:sp>
            <p:sp>
              <p:nvSpPr>
                <p:cNvPr id="512" name="Text Box 136">
                  <a:extLst>
                    <a:ext uri="{FF2B5EF4-FFF2-40B4-BE49-F238E27FC236}">
                      <a16:creationId xmlns:a16="http://schemas.microsoft.com/office/drawing/2014/main" id="{B7905E54-9580-4FBD-B1E4-1559E075C120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10"/>
                  </p:custDataLst>
                </p:nvPr>
              </p:nvSpPr>
              <p:spPr bwMode="auto">
                <a:xfrm>
                  <a:off x="6271544" y="1204119"/>
                  <a:ext cx="251951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RS</a:t>
                  </a:r>
                </a:p>
              </p:txBody>
            </p:sp>
          </p:grpSp>
          <p:sp>
            <p:nvSpPr>
              <p:cNvPr id="505" name="Text Box 61">
                <a:extLst>
                  <a:ext uri="{FF2B5EF4-FFF2-40B4-BE49-F238E27FC236}">
                    <a16:creationId xmlns:a16="http://schemas.microsoft.com/office/drawing/2014/main" id="{31B07BE7-B2E6-4ECF-AF17-769D63EE6E1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623" y="2324"/>
                <a:ext cx="2438" cy="62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</a:rPr>
                  <a:t>RD</a:t>
                </a:r>
                <a:r>
                  <a:rPr lang="zh-CN" altLang="en-US" sz="1400" b="1" dirty="0">
                    <a:latin typeface="+mn-ea"/>
                  </a:rPr>
                  <a:t>←</a:t>
                </a:r>
                <a:r>
                  <a:rPr lang="en-US" altLang="zh-CN" sz="1400" b="1" dirty="0">
                    <a:latin typeface="+mn-ea"/>
                  </a:rPr>
                  <a:t>(RD)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op1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(RS)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</a:rPr>
                  <a:t>RD</a:t>
                </a:r>
                <a:r>
                  <a:rPr lang="zh-CN" altLang="en-US" sz="1400" b="1" dirty="0">
                    <a:latin typeface="+mn-ea"/>
                  </a:rPr>
                  <a:t>←</a:t>
                </a:r>
                <a:r>
                  <a:rPr lang="en-US" altLang="zh-CN" sz="1400" b="1" dirty="0">
                    <a:latin typeface="+mn-ea"/>
                  </a:rPr>
                  <a:t>M[(RS)]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op2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A</a:t>
                </a:r>
              </a:p>
            </p:txBody>
          </p:sp>
        </p:grpSp>
        <p:sp>
          <p:nvSpPr>
            <p:cNvPr id="203" name="右箭头 119">
              <a:extLst>
                <a:ext uri="{FF2B5EF4-FFF2-40B4-BE49-F238E27FC236}">
                  <a16:creationId xmlns:a16="http://schemas.microsoft.com/office/drawing/2014/main" id="{7932452C-E811-4FC1-BB8F-A3B9766AEDF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192000" y="1512000"/>
              <a:ext cx="252000" cy="180000"/>
            </a:xfrm>
            <a:prstGeom prst="right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下箭头 137">
              <a:extLst>
                <a:ext uri="{FF2B5EF4-FFF2-40B4-BE49-F238E27FC236}">
                  <a16:creationId xmlns:a16="http://schemas.microsoft.com/office/drawing/2014/main" id="{45F17B91-6C2A-44F8-92E6-4ED6A8913A9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103800" y="2160000"/>
              <a:ext cx="180000" cy="252000"/>
            </a:xfrm>
            <a:prstGeom prst="down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Text Box 61">
              <a:extLst>
                <a:ext uri="{FF2B5EF4-FFF2-40B4-BE49-F238E27FC236}">
                  <a16:creationId xmlns:a16="http://schemas.microsoft.com/office/drawing/2014/main" id="{1420A87A-74D5-432A-BC46-86FD8CA431B9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8000" y="5040000"/>
              <a:ext cx="4104000" cy="14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CPU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程序的执行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①组成</a:t>
              </a:r>
              <a:r>
                <a:rPr lang="en-US" altLang="zh-CN" sz="1400" b="1" dirty="0">
                  <a:latin typeface="+mn-ea"/>
                  <a:sym typeface="+mn-ea"/>
                </a:rPr>
                <a:t>(DP+CU)</a:t>
              </a:r>
              <a:r>
                <a:rPr lang="zh-CN" altLang="en-US" sz="1600" b="1" dirty="0">
                  <a:latin typeface="+mn-ea"/>
                </a:rPr>
                <a:t>，工作流程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执行指令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响应事件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zh-CN" altLang="en-US" sz="1600" b="1" dirty="0">
                  <a:latin typeface="+mn-ea"/>
                </a:rPr>
                <a:t> ②</a:t>
              </a:r>
              <a:r>
                <a:rPr lang="en-US" altLang="zh-CN" sz="1600" b="1" dirty="0">
                  <a:latin typeface="+mn-ea"/>
                  <a:sym typeface="+mn-ea"/>
                </a:rPr>
                <a:t>DP</a:t>
              </a:r>
              <a:r>
                <a:rPr lang="zh-CN" altLang="en-US" sz="1600" b="1" dirty="0">
                  <a:latin typeface="+mn-ea"/>
                  <a:sym typeface="+mn-ea"/>
                </a:rPr>
                <a:t>组成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sym typeface="+mn-ea"/>
                </a:rPr>
                <a:t>+</a:t>
              </a:r>
              <a:r>
                <a:rPr lang="zh-CN" altLang="en-US" sz="1400" b="1" dirty="0">
                  <a:latin typeface="+mn-ea"/>
                  <a:sym typeface="+mn-ea"/>
                </a:rPr>
                <a:t>互连</a:t>
              </a:r>
              <a:r>
                <a:rPr lang="en-US" altLang="zh-CN" sz="1400" b="1" dirty="0">
                  <a:latin typeface="+mn-ea"/>
                  <a:sym typeface="+mn-ea"/>
                </a:rPr>
                <a:t>) [</a:t>
              </a:r>
              <a:r>
                <a:rPr lang="zh-CN" altLang="en-US" sz="14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ea typeface="+mn-ea"/>
                  <a:sym typeface="+mn-ea"/>
                </a:rPr>
                <a:t>=</a:t>
              </a:r>
              <a:r>
                <a:rPr lang="zh-CN" altLang="en-US" sz="1400" b="1" dirty="0">
                  <a:latin typeface="+mn-ea"/>
                  <a:ea typeface="+mn-ea"/>
                  <a:sym typeface="+mn-ea"/>
                </a:rPr>
                <a:t>取指</a:t>
              </a:r>
              <a:r>
                <a:rPr lang="en-US" altLang="zh-CN" sz="1400" b="1" dirty="0">
                  <a:latin typeface="+mn-ea"/>
                  <a:ea typeface="+mn-ea"/>
                  <a:sym typeface="+mn-ea"/>
                </a:rPr>
                <a:t>+</a:t>
              </a:r>
              <a:r>
                <a:rPr lang="zh-CN" altLang="en-US" sz="1400" b="1" dirty="0">
                  <a:latin typeface="+mn-ea"/>
                  <a:sym typeface="+mn-ea"/>
                </a:rPr>
                <a:t>运算器</a:t>
              </a:r>
              <a:r>
                <a:rPr lang="en-US" altLang="zh-CN" sz="1400" b="1" dirty="0">
                  <a:latin typeface="+mn-ea"/>
                  <a:sym typeface="+mn-ea"/>
                </a:rPr>
                <a:t>+…]</a:t>
              </a:r>
              <a:endParaRPr lang="en-US" alt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③</a:t>
              </a:r>
              <a:r>
                <a:rPr lang="zh-CN" altLang="en-US" sz="1600" b="1" dirty="0">
                  <a:latin typeface="+mn-ea"/>
                  <a:sym typeface="+mn-ea"/>
                </a:rPr>
                <a:t>指令执行过程组织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表示为各</a:t>
              </a:r>
              <a:r>
                <a:rPr lang="en-US" altLang="zh-CN" sz="1400" spc="-80" dirty="0" err="1">
                  <a:sym typeface="+mn-ea"/>
                </a:rPr>
                <a:t>μ</a:t>
              </a:r>
              <a:r>
                <a:rPr lang="en-US" altLang="zh-CN" sz="1400" b="1" spc="-80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en-US" altLang="zh-CN" sz="1400" b="1" dirty="0" err="1">
                  <a:latin typeface="+mn-ea"/>
                  <a:sym typeface="+mn-ea"/>
                </a:rPr>
                <a:t>Cmd</a:t>
              </a:r>
              <a:r>
                <a:rPr lang="zh-CN" altLang="en-US" sz="1400" b="1" dirty="0">
                  <a:latin typeface="+mn-ea"/>
                  <a:sym typeface="+mn-ea"/>
                </a:rPr>
                <a:t>序列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en-US" altLang="zh-CN" sz="1400" b="1" dirty="0">
                <a:latin typeface="+mn-ea"/>
              </a:endParaRPr>
            </a:p>
            <a:p>
              <a:r>
                <a:rPr lang="zh-CN" altLang="en-US" sz="1600" b="1" dirty="0">
                  <a:latin typeface="+mn-ea"/>
                </a:rPr>
                <a:t> ④</a:t>
              </a:r>
              <a:r>
                <a:rPr lang="en-US" altLang="zh-CN" sz="1600" b="1" dirty="0">
                  <a:latin typeface="+mn-ea"/>
                </a:rPr>
                <a:t>CU</a:t>
              </a:r>
              <a:r>
                <a:rPr lang="zh-CN" altLang="en-US" sz="1600" b="1" dirty="0">
                  <a:latin typeface="+mn-ea"/>
                </a:rPr>
                <a:t>组成</a:t>
              </a:r>
              <a:r>
                <a:rPr lang="en-US" altLang="zh-CN" sz="1400" b="1" dirty="0">
                  <a:latin typeface="+mn-ea"/>
                </a:rPr>
                <a:t>(3</a:t>
              </a:r>
              <a:r>
                <a:rPr lang="zh-CN" altLang="en-US" sz="1400" b="1" dirty="0">
                  <a:latin typeface="+mn-ea"/>
                </a:rPr>
                <a:t>个</a:t>
              </a:r>
              <a:r>
                <a:rPr lang="en-US" altLang="zh-CN" sz="1400" b="1" dirty="0">
                  <a:latin typeface="+mn-ea"/>
                </a:rPr>
                <a:t>,</a:t>
              </a:r>
              <a:r>
                <a:rPr lang="zh-CN" altLang="en-US" sz="1400" b="1" dirty="0">
                  <a:latin typeface="+mn-ea"/>
                </a:rPr>
                <a:t>有序</a:t>
              </a:r>
              <a:r>
                <a:rPr lang="zh-CN" altLang="en-US" sz="1400" b="1" dirty="0">
                  <a:latin typeface="+mn-ea"/>
                  <a:sym typeface="+mn-ea"/>
                </a:rPr>
                <a:t>产生所需的</a:t>
              </a:r>
              <a:r>
                <a:rPr lang="en-US" altLang="zh-CN" sz="1400" spc="-80" dirty="0" err="1">
                  <a:sym typeface="+mn-ea"/>
                </a:rPr>
                <a:t>μ</a:t>
              </a:r>
              <a:r>
                <a:rPr lang="en-US" altLang="zh-CN" sz="1400" b="1" spc="-80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en-US" altLang="zh-CN" sz="1400" b="1" dirty="0" err="1">
                  <a:latin typeface="+mn-ea"/>
                  <a:sym typeface="+mn-ea"/>
                </a:rPr>
                <a:t>Cmd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en-US" alt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⑤中断机构组成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检测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响应</a:t>
              </a:r>
              <a:r>
                <a:rPr lang="en-US" altLang="zh-CN" sz="1400" b="1" dirty="0">
                  <a:latin typeface="+mn-ea"/>
                </a:rPr>
                <a:t>) [</a:t>
              </a:r>
              <a:r>
                <a:rPr lang="zh-CN" altLang="en-US" sz="1400" b="1" dirty="0">
                  <a:latin typeface="+mn-ea"/>
                </a:rPr>
                <a:t>异常</a:t>
              </a:r>
              <a:r>
                <a:rPr lang="en-US" altLang="zh-CN" sz="1400" b="1" dirty="0">
                  <a:latin typeface="+mn-ea"/>
                </a:rPr>
                <a:t>/</a:t>
              </a:r>
              <a:r>
                <a:rPr lang="zh-CN" altLang="en-US" sz="1400" b="1" dirty="0">
                  <a:latin typeface="+mn-ea"/>
                </a:rPr>
                <a:t>中断不同</a:t>
              </a:r>
              <a:r>
                <a:rPr lang="en-US" altLang="zh-CN" sz="1400" b="1" dirty="0">
                  <a:latin typeface="+mn-ea"/>
                </a:rPr>
                <a:t>]</a:t>
              </a:r>
            </a:p>
          </p:txBody>
        </p:sp>
        <p:sp>
          <p:nvSpPr>
            <p:cNvPr id="206" name="Text Box 61">
              <a:extLst>
                <a:ext uri="{FF2B5EF4-FFF2-40B4-BE49-F238E27FC236}">
                  <a16:creationId xmlns:a16="http://schemas.microsoft.com/office/drawing/2014/main" id="{BE30CA58-3540-4F20-A6BF-A80F9B3558BB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16000" y="756000"/>
              <a:ext cx="3132000" cy="10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运算器组织：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en-US" altLang="zh-CN" sz="1400" b="1" u="sng" dirty="0">
                  <a:highlight>
                    <a:srgbClr val="CCFFFF"/>
                  </a:highlight>
                  <a:latin typeface="+mn-ea"/>
                </a:rPr>
                <a:t>ISA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指令功能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①</a:t>
              </a:r>
              <a:r>
                <a:rPr lang="zh-CN" sz="1600" b="1" dirty="0">
                  <a:latin typeface="+mn-ea"/>
                </a:rPr>
                <a:t>运算部件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满足</a:t>
              </a:r>
              <a:r>
                <a:rPr lang="zh-CN" altLang="en-US" sz="1400" b="1" dirty="0">
                  <a:cs typeface="Times New Roman" panose="02020603050405020304" pitchFamily="18" charset="0"/>
                </a:rPr>
                <a:t>操作需求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~</a:t>
              </a:r>
              <a:r>
                <a:rPr lang="zh-CN" altLang="en-US" sz="1400" b="1" dirty="0">
                  <a:latin typeface="+mn-ea"/>
                  <a:ea typeface="+mn-ea"/>
                  <a:cs typeface="Times New Roman" panose="02020603050405020304" pitchFamily="18" charset="0"/>
                </a:rPr>
                <a:t>表示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]</a:t>
              </a:r>
              <a:r>
                <a:rPr lang="en-US" altLang="zh-CN" sz="1400" b="1" dirty="0">
                  <a:latin typeface="+mn-ea"/>
                </a:rPr>
                <a:t>)</a:t>
              </a:r>
              <a:endParaRPr 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  <a:sym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②存放</a:t>
              </a:r>
              <a:r>
                <a:rPr lang="zh-CN" sz="16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en-US" altLang="zh-CN" sz="1400" b="1" dirty="0" err="1">
                  <a:latin typeface="+mn-ea"/>
                  <a:sym typeface="+mn-ea"/>
                </a:rPr>
                <a:t>GPRs+PSR</a:t>
              </a:r>
              <a:r>
                <a:rPr lang="en-US" altLang="zh-CN" sz="1400" b="1" dirty="0">
                  <a:latin typeface="+mn-ea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~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OPD</a:t>
              </a:r>
              <a:r>
                <a:rPr lang="zh-CN" altLang="en-US" sz="1400" b="1" dirty="0">
                  <a:cs typeface="Times New Roman" panose="02020603050405020304" pitchFamily="18" charset="0"/>
                </a:rPr>
                <a:t>存放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]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zh-CN" altLang="en-US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③</a:t>
              </a:r>
              <a:r>
                <a:rPr lang="zh-CN" sz="1600" b="1" dirty="0">
                  <a:latin typeface="+mn-ea"/>
                  <a:sym typeface="+mn-ea"/>
                </a:rPr>
                <a:t>部件互连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结构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+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连接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zh-CN" altLang="en-US" sz="1400" b="1" dirty="0">
                  <a:latin typeface="+mn-ea"/>
                  <a:sym typeface="+mn-ea"/>
                </a:rPr>
                <a:t>数据路径</a:t>
              </a:r>
              <a:r>
                <a:rPr lang="en-US" altLang="zh-CN" sz="1400" b="1" dirty="0">
                  <a:latin typeface="+mn-ea"/>
                  <a:sym typeface="+mn-ea"/>
                </a:rPr>
                <a:t>])</a:t>
              </a:r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1E91DC4E-14BC-4059-B490-238CE9032971}"/>
                </a:ext>
              </a:extLst>
            </p:cNvPr>
            <p:cNvGrpSpPr/>
            <p:nvPr/>
          </p:nvGrpSpPr>
          <p:grpSpPr>
            <a:xfrm>
              <a:off x="324000" y="4320000"/>
              <a:ext cx="4211955" cy="683895"/>
              <a:chOff x="453" y="6804"/>
              <a:chExt cx="6633" cy="1077"/>
            </a:xfrm>
          </p:grpSpPr>
          <p:sp>
            <p:nvSpPr>
              <p:cNvPr id="485" name="Text Box 291">
                <a:extLst>
                  <a:ext uri="{FF2B5EF4-FFF2-40B4-BE49-F238E27FC236}">
                    <a16:creationId xmlns:a16="http://schemas.microsoft.com/office/drawing/2014/main" id="{0F50044A-B717-408B-92DA-021D3EEF5ED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1020" y="7598"/>
                <a:ext cx="5102" cy="283"/>
              </a:xfrm>
              <a:prstGeom prst="rect">
                <a:avLst/>
              </a:prstGeom>
              <a:solidFill>
                <a:srgbClr val="FFFFFF">
                  <a:alpha val="78000"/>
                </a:srgbClr>
              </a:solidFill>
              <a:ln w="1270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程序</a:t>
                </a:r>
                <a:r>
                  <a:rPr lang="en-US" altLang="zh-CN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&amp;</a:t>
                </a: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数据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放在</a:t>
                </a:r>
                <a:r>
                  <a:rPr lang="zh-CN" altLang="en-US" sz="14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主存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中，按</a:t>
                </a:r>
                <a:r>
                  <a:rPr lang="zh-CN" altLang="en-US" sz="1400" b="1" dirty="0">
                    <a:highlight>
                      <a:srgbClr val="CCECFF"/>
                    </a:highlight>
                    <a:latin typeface="宋体" panose="02010600030101010101" pitchFamily="2" charset="-122"/>
                  </a:rPr>
                  <a:t>逻辑地址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访问</a:t>
                </a:r>
              </a:p>
            </p:txBody>
          </p:sp>
          <p:sp>
            <p:nvSpPr>
              <p:cNvPr id="486" name="矩形 485">
                <a:extLst>
                  <a:ext uri="{FF2B5EF4-FFF2-40B4-BE49-F238E27FC236}">
                    <a16:creationId xmlns:a16="http://schemas.microsoft.com/office/drawing/2014/main" id="{528FE10B-3722-42B7-B948-31D96CD21E49}"/>
                  </a:ext>
                </a:extLst>
              </p:cNvPr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566" y="6804"/>
                <a:ext cx="6406" cy="737"/>
              </a:xfrm>
              <a:prstGeom prst="rect">
                <a:avLst/>
              </a:prstGeom>
              <a:solidFill>
                <a:srgbClr val="CCFFFF"/>
              </a:solidFill>
              <a:ln w="127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7" name="Text Box 311">
                <a:extLst>
                  <a:ext uri="{FF2B5EF4-FFF2-40B4-BE49-F238E27FC236}">
                    <a16:creationId xmlns:a16="http://schemas.microsoft.com/office/drawing/2014/main" id="{3B97A898-A37D-4E5B-9BD4-80CC31B034F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737" y="6861"/>
                <a:ext cx="964" cy="283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取指令</a:t>
                </a:r>
              </a:p>
            </p:txBody>
          </p:sp>
          <p:sp>
            <p:nvSpPr>
              <p:cNvPr id="488" name="Text Box 314">
                <a:extLst>
                  <a:ext uri="{FF2B5EF4-FFF2-40B4-BE49-F238E27FC236}">
                    <a16:creationId xmlns:a16="http://schemas.microsoft.com/office/drawing/2014/main" id="{3BC41411-2CE3-4511-853E-B73BC5310F3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1984" y="6861"/>
                <a:ext cx="1191" cy="28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分析指令</a:t>
                </a:r>
              </a:p>
            </p:txBody>
          </p:sp>
          <p:cxnSp>
            <p:nvCxnSpPr>
              <p:cNvPr id="489" name="直接箭头连接符 488">
                <a:extLst>
                  <a:ext uri="{FF2B5EF4-FFF2-40B4-BE49-F238E27FC236}">
                    <a16:creationId xmlns:a16="http://schemas.microsoft.com/office/drawing/2014/main" id="{9935C0F1-997B-43AC-B24E-ECCFD004DD07}"/>
                  </a:ext>
                </a:extLst>
              </p:cNvPr>
              <p:cNvCxnSpPr/>
              <p:nvPr>
                <p:custDataLst>
                  <p:tags r:id="rId88"/>
                </p:custDataLst>
              </p:nvPr>
            </p:nvCxnSpPr>
            <p:spPr bwMode="auto">
              <a:xfrm>
                <a:off x="1700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90" name="直接箭头连接符 489">
                <a:extLst>
                  <a:ext uri="{FF2B5EF4-FFF2-40B4-BE49-F238E27FC236}">
                    <a16:creationId xmlns:a16="http://schemas.microsoft.com/office/drawing/2014/main" id="{67FA4E39-BDD3-4EE5-BB97-05A83B0E8379}"/>
                  </a:ext>
                </a:extLst>
              </p:cNvPr>
              <p:cNvCxnSpPr/>
              <p:nvPr>
                <p:custDataLst>
                  <p:tags r:id="rId89"/>
                </p:custDataLst>
              </p:nvPr>
            </p:nvCxnSpPr>
            <p:spPr bwMode="auto">
              <a:xfrm>
                <a:off x="3174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91" name="直接箭头连接符 490">
                <a:extLst>
                  <a:ext uri="{FF2B5EF4-FFF2-40B4-BE49-F238E27FC236}">
                    <a16:creationId xmlns:a16="http://schemas.microsoft.com/office/drawing/2014/main" id="{F6F0053D-256E-4170-9BE9-02B0ECA6AC93}"/>
                  </a:ext>
                </a:extLst>
              </p:cNvPr>
              <p:cNvCxnSpPr/>
              <p:nvPr>
                <p:custDataLst>
                  <p:tags r:id="rId90"/>
                </p:custDataLst>
              </p:nvPr>
            </p:nvCxnSpPr>
            <p:spPr bwMode="auto">
              <a:xfrm>
                <a:off x="6859" y="7031"/>
                <a:ext cx="227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2" name="直接箭头连接符 491">
                <a:extLst>
                  <a:ext uri="{FF2B5EF4-FFF2-40B4-BE49-F238E27FC236}">
                    <a16:creationId xmlns:a16="http://schemas.microsoft.com/office/drawing/2014/main" id="{D5BE465F-9F9C-4616-B390-A0FDAE955445}"/>
                  </a:ext>
                </a:extLst>
              </p:cNvPr>
              <p:cNvCxnSpPr/>
              <p:nvPr>
                <p:custDataLst>
                  <p:tags r:id="rId91"/>
                </p:custDataLst>
              </p:nvPr>
            </p:nvCxnSpPr>
            <p:spPr bwMode="auto">
              <a:xfrm flipH="1">
                <a:off x="7086" y="7031"/>
                <a:ext cx="0" cy="85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3" name="直接箭头连接符 492">
                <a:extLst>
                  <a:ext uri="{FF2B5EF4-FFF2-40B4-BE49-F238E27FC236}">
                    <a16:creationId xmlns:a16="http://schemas.microsoft.com/office/drawing/2014/main" id="{B6CC0B98-1A53-47BD-844D-6BE48A075AD9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 bwMode="auto">
              <a:xfrm>
                <a:off x="453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94" name="直接箭头连接符 493">
                <a:extLst>
                  <a:ext uri="{FF2B5EF4-FFF2-40B4-BE49-F238E27FC236}">
                    <a16:creationId xmlns:a16="http://schemas.microsoft.com/office/drawing/2014/main" id="{9C72984C-B672-4431-A6BB-1E20492F53CD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H="1">
                <a:off x="453" y="7031"/>
                <a:ext cx="0" cy="85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5" name="直接箭头连接符 494">
                <a:extLst>
                  <a:ext uri="{FF2B5EF4-FFF2-40B4-BE49-F238E27FC236}">
                    <a16:creationId xmlns:a16="http://schemas.microsoft.com/office/drawing/2014/main" id="{3CEB6F1F-1D44-4E33-8982-AFE3BA356435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>
                <a:off x="453" y="7881"/>
                <a:ext cx="663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96" name="Text Box 316">
                <a:extLst>
                  <a:ext uri="{FF2B5EF4-FFF2-40B4-BE49-F238E27FC236}">
                    <a16:creationId xmlns:a16="http://schemas.microsoft.com/office/drawing/2014/main" id="{D8A2DAFA-405D-4DCF-8708-7B5169EB57F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963" y="7201"/>
                <a:ext cx="1928" cy="28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PC</a:t>
                </a:r>
                <a:r>
                  <a:rPr lang="zh-CN" altLang="en-US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(PC)</a:t>
                </a:r>
                <a:r>
                  <a:rPr lang="zh-CN" altLang="en-US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＋</a:t>
                </a:r>
                <a:r>
                  <a:rPr lang="zh-CN" altLang="en-US" sz="14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en-US" sz="14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</a:p>
            </p:txBody>
          </p:sp>
          <p:sp>
            <p:nvSpPr>
              <p:cNvPr id="497" name="Text Box 316">
                <a:extLst>
                  <a:ext uri="{FF2B5EF4-FFF2-40B4-BE49-F238E27FC236}">
                    <a16:creationId xmlns:a16="http://schemas.microsoft.com/office/drawing/2014/main" id="{F1F2AE8D-B36A-40C0-AF66-03816D7BDE7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3458" y="7201"/>
                <a:ext cx="3402" cy="28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PC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←计算结果</a:t>
                </a:r>
              </a:p>
            </p:txBody>
          </p:sp>
          <p:sp>
            <p:nvSpPr>
              <p:cNvPr id="498" name="Text Box 316">
                <a:extLst>
                  <a:ext uri="{FF2B5EF4-FFF2-40B4-BE49-F238E27FC236}">
                    <a16:creationId xmlns:a16="http://schemas.microsoft.com/office/drawing/2014/main" id="{3606ED9D-7DFD-443C-A28F-B1181102443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3458" y="6861"/>
                <a:ext cx="794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取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OPD</a:t>
                </a:r>
              </a:p>
            </p:txBody>
          </p:sp>
          <p:sp>
            <p:nvSpPr>
              <p:cNvPr id="499" name="Text Box 316">
                <a:extLst>
                  <a:ext uri="{FF2B5EF4-FFF2-40B4-BE49-F238E27FC236}">
                    <a16:creationId xmlns:a16="http://schemas.microsoft.com/office/drawing/2014/main" id="{0CFF4625-9C58-42AE-8456-6E0F9B1AA02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4535" y="6861"/>
                <a:ext cx="1247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sz="1400" b="1" dirty="0">
                    <a:latin typeface="宋体" panose="02010600030101010101" pitchFamily="2" charset="-122"/>
                  </a:rPr>
                  <a:t>数据操作</a:t>
                </a:r>
              </a:p>
            </p:txBody>
          </p:sp>
          <p:sp>
            <p:nvSpPr>
              <p:cNvPr id="500" name="Text Box 316">
                <a:extLst>
                  <a:ext uri="{FF2B5EF4-FFF2-40B4-BE49-F238E27FC236}">
                    <a16:creationId xmlns:a16="http://schemas.microsoft.com/office/drawing/2014/main" id="{809DDE7A-E5C9-4488-98FE-270A338654B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6066" y="6861"/>
                <a:ext cx="794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存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OPD</a:t>
                </a:r>
              </a:p>
            </p:txBody>
          </p:sp>
          <p:cxnSp>
            <p:nvCxnSpPr>
              <p:cNvPr id="501" name="直接箭头连接符 500">
                <a:extLst>
                  <a:ext uri="{FF2B5EF4-FFF2-40B4-BE49-F238E27FC236}">
                    <a16:creationId xmlns:a16="http://schemas.microsoft.com/office/drawing/2014/main" id="{8221CE20-3D51-4750-96A0-60F1F2F545D5}"/>
                  </a:ext>
                </a:extLst>
              </p:cNvPr>
              <p:cNvCxnSpPr/>
              <p:nvPr>
                <p:custDataLst>
                  <p:tags r:id="rId100"/>
                </p:custDataLst>
              </p:nvPr>
            </p:nvCxnSpPr>
            <p:spPr bwMode="auto">
              <a:xfrm>
                <a:off x="4252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02" name="直接箭头连接符 501">
                <a:extLst>
                  <a:ext uri="{FF2B5EF4-FFF2-40B4-BE49-F238E27FC236}">
                    <a16:creationId xmlns:a16="http://schemas.microsoft.com/office/drawing/2014/main" id="{18C80DAB-ED27-4848-B2AB-1AF5B4A2D4BE}"/>
                  </a:ext>
                </a:extLst>
              </p:cNvPr>
              <p:cNvCxnSpPr/>
              <p:nvPr>
                <p:custDataLst>
                  <p:tags r:id="rId101"/>
                </p:custDataLst>
              </p:nvPr>
            </p:nvCxnSpPr>
            <p:spPr bwMode="auto">
              <a:xfrm>
                <a:off x="5782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B8669B90-8739-4FC9-B81F-4F9D97F78FC8}"/>
                </a:ext>
              </a:extLst>
            </p:cNvPr>
            <p:cNvGrpSpPr/>
            <p:nvPr/>
          </p:nvGrpSpPr>
          <p:grpSpPr>
            <a:xfrm>
              <a:off x="4064809" y="5040000"/>
              <a:ext cx="219159" cy="873264"/>
              <a:chOff x="3413650" y="4932000"/>
              <a:chExt cx="219159" cy="873264"/>
            </a:xfrm>
          </p:grpSpPr>
          <p:cxnSp>
            <p:nvCxnSpPr>
              <p:cNvPr id="483" name="直接连接符 482">
                <a:extLst>
                  <a:ext uri="{FF2B5EF4-FFF2-40B4-BE49-F238E27FC236}">
                    <a16:creationId xmlns:a16="http://schemas.microsoft.com/office/drawing/2014/main" id="{D03583FC-43CC-40BA-A711-B71A500C9BBB}"/>
                  </a:ext>
                </a:extLst>
              </p:cNvPr>
              <p:cNvCxnSpPr/>
              <p:nvPr/>
            </p:nvCxnSpPr>
            <p:spPr bwMode="auto">
              <a:xfrm flipH="1">
                <a:off x="3413650" y="5805264"/>
                <a:ext cx="21600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4" name="直接连接符 483">
                <a:extLst>
                  <a:ext uri="{FF2B5EF4-FFF2-40B4-BE49-F238E27FC236}">
                    <a16:creationId xmlns:a16="http://schemas.microsoft.com/office/drawing/2014/main" id="{36F35198-8332-42A7-8141-F8E7DA8C128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632809" y="4932000"/>
                <a:ext cx="0" cy="864000"/>
              </a:xfrm>
              <a:prstGeom prst="line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CDDFB1E3-122F-4DEB-B458-69718F2C3BA2}"/>
                </a:ext>
              </a:extLst>
            </p:cNvPr>
            <p:cNvGrpSpPr/>
            <p:nvPr/>
          </p:nvGrpSpPr>
          <p:grpSpPr>
            <a:xfrm>
              <a:off x="5184000" y="2268000"/>
              <a:ext cx="3383700" cy="1440000"/>
              <a:chOff x="5184000" y="2268000"/>
              <a:chExt cx="3383700" cy="1440000"/>
            </a:xfrm>
          </p:grpSpPr>
          <p:cxnSp>
            <p:nvCxnSpPr>
              <p:cNvPr id="434" name="直接箭头连接符 433">
                <a:extLst>
                  <a:ext uri="{FF2B5EF4-FFF2-40B4-BE49-F238E27FC236}">
                    <a16:creationId xmlns:a16="http://schemas.microsoft.com/office/drawing/2014/main" id="{380F3A37-0933-45C3-AF4F-6936F16C5405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5723799" y="3024000"/>
                <a:ext cx="432000" cy="612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35" name="Rectangle 274">
                <a:extLst>
                  <a:ext uri="{FF2B5EF4-FFF2-40B4-BE49-F238E27FC236}">
                    <a16:creationId xmlns:a16="http://schemas.microsoft.com/office/drawing/2014/main" id="{71B822CD-5447-4A41-B673-DD1CD8055B4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6731800" y="2340000"/>
                <a:ext cx="1548000" cy="756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436" name="Text Box 256">
                <a:extLst>
                  <a:ext uri="{FF2B5EF4-FFF2-40B4-BE49-F238E27FC236}">
                    <a16:creationId xmlns:a16="http://schemas.microsoft.com/office/drawing/2014/main" id="{99B4B556-A3C0-4A1A-A1C4-3FAE40EB908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6803800" y="2664000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437" name="Text Box 257">
                <a:extLst>
                  <a:ext uri="{FF2B5EF4-FFF2-40B4-BE49-F238E27FC236}">
                    <a16:creationId xmlns:a16="http://schemas.microsoft.com/office/drawing/2014/main" id="{2773106B-2BD9-41B9-B0D3-05501960FEE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6767800" y="2376000"/>
                <a:ext cx="1476000" cy="180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时序信号形成电路</a:t>
                </a:r>
              </a:p>
            </p:txBody>
          </p:sp>
          <p:sp>
            <p:nvSpPr>
              <p:cNvPr id="438" name="Text Box 258">
                <a:extLst>
                  <a:ext uri="{FF2B5EF4-FFF2-40B4-BE49-F238E27FC236}">
                    <a16:creationId xmlns:a16="http://schemas.microsoft.com/office/drawing/2014/main" id="{17031036-D842-46D9-8E6A-0C9D6F100A9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7163800" y="2663849"/>
                <a:ext cx="936000" cy="396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 err="1"/>
                  <a:t>μ</a:t>
                </a:r>
                <a:r>
                  <a:rPr lang="en-US" altLang="zh-CN" sz="1400" b="1" dirty="0" err="1">
                    <a:latin typeface="宋体" panose="02010600030101010101" pitchFamily="2" charset="-122"/>
                  </a:rPr>
                  <a:t>OP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控制信号形成电路</a:t>
                </a:r>
              </a:p>
            </p:txBody>
          </p:sp>
          <p:sp>
            <p:nvSpPr>
              <p:cNvPr id="439" name="Text Box 271">
                <a:extLst>
                  <a:ext uri="{FF2B5EF4-FFF2-40B4-BE49-F238E27FC236}">
                    <a16:creationId xmlns:a16="http://schemas.microsoft.com/office/drawing/2014/main" id="{F60CD957-9153-4D4F-B954-D5197E470B6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7451800" y="3096000"/>
                <a:ext cx="43200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3399"/>
                    </a:solidFill>
                    <a:latin typeface="+mn-ea"/>
                    <a:ea typeface="+mn-ea"/>
                  </a:rPr>
                  <a:t>……</a:t>
                </a:r>
              </a:p>
            </p:txBody>
          </p:sp>
          <p:cxnSp>
            <p:nvCxnSpPr>
              <p:cNvPr id="440" name="直接箭头连接符 439">
                <a:extLst>
                  <a:ext uri="{FF2B5EF4-FFF2-40B4-BE49-F238E27FC236}">
                    <a16:creationId xmlns:a16="http://schemas.microsoft.com/office/drawing/2014/main" id="{477AE52C-0FDE-4712-9717-C43C38D3F3AA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7019800" y="2700000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1" name="直接箭头连接符 440">
                <a:extLst>
                  <a:ext uri="{FF2B5EF4-FFF2-40B4-BE49-F238E27FC236}">
                    <a16:creationId xmlns:a16="http://schemas.microsoft.com/office/drawing/2014/main" id="{1D0DE395-05A5-41DA-ACC9-55CE7DE2E220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auto">
              <a:xfrm>
                <a:off x="7019800" y="2916000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2" name="直接箭头连接符 441">
                <a:extLst>
                  <a:ext uri="{FF2B5EF4-FFF2-40B4-BE49-F238E27FC236}">
                    <a16:creationId xmlns:a16="http://schemas.microsoft.com/office/drawing/2014/main" id="{D610D712-3B4D-42C5-91E5-6B1DF8BD122C}"/>
                  </a:ext>
                </a:extLst>
              </p:cNvPr>
              <p:cNvCxnSpPr/>
              <p:nvPr>
                <p:custDataLst>
                  <p:tags r:id="rId43"/>
                </p:custDataLst>
              </p:nvPr>
            </p:nvCxnSpPr>
            <p:spPr bwMode="auto">
              <a:xfrm>
                <a:off x="7812700" y="2556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3" name="直接箭头连接符 442">
                <a:extLst>
                  <a:ext uri="{FF2B5EF4-FFF2-40B4-BE49-F238E27FC236}">
                    <a16:creationId xmlns:a16="http://schemas.microsoft.com/office/drawing/2014/main" id="{1C9DB2BC-5A73-4087-A48C-99F103514567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>
                <a:off x="7524410" y="2556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44" name="Text Box 271">
                <a:extLst>
                  <a:ext uri="{FF2B5EF4-FFF2-40B4-BE49-F238E27FC236}">
                    <a16:creationId xmlns:a16="http://schemas.microsoft.com/office/drawing/2014/main" id="{47EB14FE-958A-4471-9A5A-67157C787F5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7559800" y="2556000"/>
                <a:ext cx="216000" cy="14478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445" name="直接箭头连接符 444">
                <a:extLst>
                  <a:ext uri="{FF2B5EF4-FFF2-40B4-BE49-F238E27FC236}">
                    <a16:creationId xmlns:a16="http://schemas.microsoft.com/office/drawing/2014/main" id="{66F716BF-1BFD-4DBA-901C-31BB4AE51F48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6623800" y="2844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6" name="直接箭头连接符 445">
                <a:extLst>
                  <a:ext uri="{FF2B5EF4-FFF2-40B4-BE49-F238E27FC236}">
                    <a16:creationId xmlns:a16="http://schemas.microsoft.com/office/drawing/2014/main" id="{F9BED36E-59C9-4F55-B46C-0A85A1017F8F}"/>
                  </a:ext>
                </a:extLst>
              </p:cNvPr>
              <p:cNvCxnSpPr/>
              <p:nvPr>
                <p:custDataLst>
                  <p:tags r:id="rId47"/>
                </p:custDataLst>
              </p:nvPr>
            </p:nvCxnSpPr>
            <p:spPr bwMode="auto">
              <a:xfrm flipH="1">
                <a:off x="7919800" y="3060000"/>
                <a:ext cx="635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7" name="直接箭头连接符 446">
                <a:extLst>
                  <a:ext uri="{FF2B5EF4-FFF2-40B4-BE49-F238E27FC236}">
                    <a16:creationId xmlns:a16="http://schemas.microsoft.com/office/drawing/2014/main" id="{B3D7EE51-A82B-4742-9245-F9E99EB9E44D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>
                <a:off x="7415800" y="3060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48" name="Text Box 271">
                <a:extLst>
                  <a:ext uri="{FF2B5EF4-FFF2-40B4-BE49-F238E27FC236}">
                    <a16:creationId xmlns:a16="http://schemas.microsoft.com/office/drawing/2014/main" id="{8AF11A58-D3A2-42D9-AFBF-640D1367F4B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6983800" y="2700000"/>
                <a:ext cx="144145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449" name="直接箭头连接符 448">
                <a:extLst>
                  <a:ext uri="{FF2B5EF4-FFF2-40B4-BE49-F238E27FC236}">
                    <a16:creationId xmlns:a16="http://schemas.microsoft.com/office/drawing/2014/main" id="{6AAB8BEE-0C19-4B26-9F74-347DE7EFDD37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 flipH="1">
                <a:off x="8099800" y="2916000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0" name="直接箭头连接符 449">
                <a:extLst>
                  <a:ext uri="{FF2B5EF4-FFF2-40B4-BE49-F238E27FC236}">
                    <a16:creationId xmlns:a16="http://schemas.microsoft.com/office/drawing/2014/main" id="{E4618B6F-F436-4E9D-8858-F51504CC9CD0}"/>
                  </a:ext>
                </a:extLst>
              </p:cNvPr>
              <p:cNvCxnSpPr/>
              <p:nvPr>
                <p:custDataLst>
                  <p:tags r:id="rId51"/>
                </p:custDataLst>
              </p:nvPr>
            </p:nvCxnSpPr>
            <p:spPr bwMode="auto">
              <a:xfrm flipH="1">
                <a:off x="6623800" y="24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1" name="直接箭头连接符 450">
                <a:extLst>
                  <a:ext uri="{FF2B5EF4-FFF2-40B4-BE49-F238E27FC236}">
                    <a16:creationId xmlns:a16="http://schemas.microsoft.com/office/drawing/2014/main" id="{057A2F28-02F7-4D0B-BC7B-3FA8981F4560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 flipH="1">
                <a:off x="6623800" y="2484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2" name="直接箭头连接符 117">
                <a:extLst>
                  <a:ext uri="{FF2B5EF4-FFF2-40B4-BE49-F238E27FC236}">
                    <a16:creationId xmlns:a16="http://schemas.microsoft.com/office/drawing/2014/main" id="{20A76A50-2E98-480F-82A9-638D4231F3A2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6155800" y="3024000"/>
                <a:ext cx="10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53" name="Text Box 333">
                <a:extLst>
                  <a:ext uri="{FF2B5EF4-FFF2-40B4-BE49-F238E27FC236}">
                    <a16:creationId xmlns:a16="http://schemas.microsoft.com/office/drawing/2014/main" id="{66192275-5287-46A4-A598-24D2D0A82FA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5832134" y="2520000"/>
                <a:ext cx="216000" cy="1116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通路结构</a:t>
                </a:r>
              </a:p>
            </p:txBody>
          </p:sp>
          <p:sp>
            <p:nvSpPr>
              <p:cNvPr id="454" name="Rectangle 274">
                <a:extLst>
                  <a:ext uri="{FF2B5EF4-FFF2-40B4-BE49-F238E27FC236}">
                    <a16:creationId xmlns:a16="http://schemas.microsoft.com/office/drawing/2014/main" id="{9CD74F3F-2212-4D43-A5E7-02ED3C85EF9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6155800" y="2520000"/>
                <a:ext cx="468000" cy="468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455" name="Text Box 276">
                <a:extLst>
                  <a:ext uri="{FF2B5EF4-FFF2-40B4-BE49-F238E27FC236}">
                    <a16:creationId xmlns:a16="http://schemas.microsoft.com/office/drawing/2014/main" id="{9CA6A49E-D056-4F2D-8DC3-EA2FE8738F8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6192179" y="255809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PC</a:t>
                </a:r>
              </a:p>
            </p:txBody>
          </p:sp>
          <p:sp>
            <p:nvSpPr>
              <p:cNvPr id="456" name="Text Box 276">
                <a:extLst>
                  <a:ext uri="{FF2B5EF4-FFF2-40B4-BE49-F238E27FC236}">
                    <a16:creationId xmlns:a16="http://schemas.microsoft.com/office/drawing/2014/main" id="{6A4CF600-904F-4F28-825B-7DC5EB2F086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6192179" y="277399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cxnSp>
            <p:nvCxnSpPr>
              <p:cNvPr id="457" name="直接箭头连接符 456">
                <a:extLst>
                  <a:ext uri="{FF2B5EF4-FFF2-40B4-BE49-F238E27FC236}">
                    <a16:creationId xmlns:a16="http://schemas.microsoft.com/office/drawing/2014/main" id="{3D09ECE1-AC03-413D-B05D-C3AA18434313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6047800" y="2593760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8" name="直接箭头连接符 457">
                <a:extLst>
                  <a:ext uri="{FF2B5EF4-FFF2-40B4-BE49-F238E27FC236}">
                    <a16:creationId xmlns:a16="http://schemas.microsoft.com/office/drawing/2014/main" id="{86251DD6-3F4A-4903-8D6D-60B309DC317C}"/>
                  </a:ext>
                </a:extLst>
              </p:cNvPr>
              <p:cNvCxnSpPr/>
              <p:nvPr>
                <p:custDataLst>
                  <p:tags r:id="rId59"/>
                </p:custDataLst>
              </p:nvPr>
            </p:nvCxnSpPr>
            <p:spPr bwMode="auto">
              <a:xfrm flipH="1" flipV="1">
                <a:off x="6047800" y="270176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9" name="直接箭头连接符 458">
                <a:extLst>
                  <a:ext uri="{FF2B5EF4-FFF2-40B4-BE49-F238E27FC236}">
                    <a16:creationId xmlns:a16="http://schemas.microsoft.com/office/drawing/2014/main" id="{3CA629AD-1836-4D3A-86BF-FECE2DFDA81A}"/>
                  </a:ext>
                </a:extLst>
              </p:cNvPr>
              <p:cNvCxnSpPr/>
              <p:nvPr>
                <p:custDataLst>
                  <p:tags r:id="rId60"/>
                </p:custDataLst>
              </p:nvPr>
            </p:nvCxnSpPr>
            <p:spPr bwMode="auto">
              <a:xfrm>
                <a:off x="6047800" y="284576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60" name="Text Box 227">
                <a:extLst>
                  <a:ext uri="{FF2B5EF4-FFF2-40B4-BE49-F238E27FC236}">
                    <a16:creationId xmlns:a16="http://schemas.microsoft.com/office/drawing/2014/main" id="{A0F5A567-F09D-4EB8-9A2D-FD6561D5603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8351800" y="2844000"/>
                <a:ext cx="215900" cy="86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中断机构</a:t>
                </a:r>
              </a:p>
            </p:txBody>
          </p:sp>
          <p:cxnSp>
            <p:nvCxnSpPr>
              <p:cNvPr id="461" name="直接箭头连接符 460">
                <a:extLst>
                  <a:ext uri="{FF2B5EF4-FFF2-40B4-BE49-F238E27FC236}">
                    <a16:creationId xmlns:a16="http://schemas.microsoft.com/office/drawing/2014/main" id="{C013704C-A324-46B4-93EB-D9E47F00E03F}"/>
                  </a:ext>
                </a:extLst>
              </p:cNvPr>
              <p:cNvCxnSpPr>
                <a:cxnSpLocks/>
              </p:cNvCxnSpPr>
              <p:nvPr>
                <p:custDataLst>
                  <p:tags r:id="rId62"/>
                </p:custDataLst>
              </p:nvPr>
            </p:nvCxnSpPr>
            <p:spPr bwMode="auto">
              <a:xfrm>
                <a:off x="8495800" y="2304000"/>
                <a:ext cx="0" cy="540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462" name="直接箭头连接符 461">
                <a:extLst>
                  <a:ext uri="{FF2B5EF4-FFF2-40B4-BE49-F238E27FC236}">
                    <a16:creationId xmlns:a16="http://schemas.microsoft.com/office/drawing/2014/main" id="{26E2781D-A3C1-4EB2-8D3F-665E8918D9E4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 bwMode="auto">
              <a:xfrm>
                <a:off x="6588000" y="2304000"/>
                <a:ext cx="19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63" name="Text Box 392">
                <a:extLst>
                  <a:ext uri="{FF2B5EF4-FFF2-40B4-BE49-F238E27FC236}">
                    <a16:creationId xmlns:a16="http://schemas.microsoft.com/office/drawing/2014/main" id="{D8E0451C-534D-48CB-AD77-F8DE11535AA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5831800" y="2268000"/>
                <a:ext cx="396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异常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64" name="Text Box 276">
                <a:extLst>
                  <a:ext uri="{FF2B5EF4-FFF2-40B4-BE49-F238E27FC236}">
                    <a16:creationId xmlns:a16="http://schemas.microsoft.com/office/drawing/2014/main" id="{DE141F8B-0F2D-4914-AC71-22D841758EE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6335800" y="2268000"/>
                <a:ext cx="252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465" name="直接箭头连接符 464">
                <a:extLst>
                  <a:ext uri="{FF2B5EF4-FFF2-40B4-BE49-F238E27FC236}">
                    <a16:creationId xmlns:a16="http://schemas.microsoft.com/office/drawing/2014/main" id="{AD978364-815A-4785-94A9-179803CC07AF}"/>
                  </a:ext>
                </a:extLst>
              </p:cNvPr>
              <p:cNvCxnSpPr/>
              <p:nvPr>
                <p:custDataLst>
                  <p:tags r:id="rId66"/>
                </p:custDataLst>
              </p:nvPr>
            </p:nvCxnSpPr>
            <p:spPr bwMode="auto">
              <a:xfrm>
                <a:off x="6228079" y="2376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66" name="直接箭头连接符 465">
                <a:extLst>
                  <a:ext uri="{FF2B5EF4-FFF2-40B4-BE49-F238E27FC236}">
                    <a16:creationId xmlns:a16="http://schemas.microsoft.com/office/drawing/2014/main" id="{80870B33-5C3E-4FDD-B9FE-F6BBA4E8E14D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6228079" y="2304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67" name="直接箭头连接符 466">
                <a:extLst>
                  <a:ext uri="{FF2B5EF4-FFF2-40B4-BE49-F238E27FC236}">
                    <a16:creationId xmlns:a16="http://schemas.microsoft.com/office/drawing/2014/main" id="{862FD2D3-D6D5-4C29-B06F-E8B23D4EAA9D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 bwMode="auto">
              <a:xfrm>
                <a:off x="6227800" y="2340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68" name="直接箭头连接符 467">
                <a:extLst>
                  <a:ext uri="{FF2B5EF4-FFF2-40B4-BE49-F238E27FC236}">
                    <a16:creationId xmlns:a16="http://schemas.microsoft.com/office/drawing/2014/main" id="{FC088E8F-A9A3-4E4D-B96A-B1110506A129}"/>
                  </a:ext>
                </a:extLst>
              </p:cNvPr>
              <p:cNvCxnSpPr/>
              <p:nvPr>
                <p:custDataLst>
                  <p:tags r:id="rId69"/>
                </p:custDataLst>
              </p:nvPr>
            </p:nvCxnSpPr>
            <p:spPr bwMode="auto">
              <a:xfrm flipH="1">
                <a:off x="6047800" y="3240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69" name="直接箭头连接符 468">
                <a:extLst>
                  <a:ext uri="{FF2B5EF4-FFF2-40B4-BE49-F238E27FC236}">
                    <a16:creationId xmlns:a16="http://schemas.microsoft.com/office/drawing/2014/main" id="{99A69DF8-5E4B-4990-A9EF-9C22E6DED2FF}"/>
                  </a:ext>
                </a:extLst>
              </p:cNvPr>
              <p:cNvCxnSpPr/>
              <p:nvPr>
                <p:custDataLst>
                  <p:tags r:id="rId70"/>
                </p:custDataLst>
              </p:nvPr>
            </p:nvCxnSpPr>
            <p:spPr bwMode="auto">
              <a:xfrm>
                <a:off x="6047800" y="3204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70" name="Text Box 291">
                <a:extLst>
                  <a:ext uri="{FF2B5EF4-FFF2-40B4-BE49-F238E27FC236}">
                    <a16:creationId xmlns:a16="http://schemas.microsoft.com/office/drawing/2014/main" id="{D6806A8F-E313-4C16-9A14-F11FACD844A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7811800" y="3311181"/>
                <a:ext cx="468000" cy="396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总线逻辑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71" name="直接箭头连接符 470">
                <a:extLst>
                  <a:ext uri="{FF2B5EF4-FFF2-40B4-BE49-F238E27FC236}">
                    <a16:creationId xmlns:a16="http://schemas.microsoft.com/office/drawing/2014/main" id="{3D67D160-2FC9-4CC5-90EC-858B0FFB4183}"/>
                  </a:ext>
                </a:extLst>
              </p:cNvPr>
              <p:cNvCxnSpPr/>
              <p:nvPr>
                <p:custDataLst>
                  <p:tags r:id="rId72"/>
                </p:custDataLst>
              </p:nvPr>
            </p:nvCxnSpPr>
            <p:spPr bwMode="auto">
              <a:xfrm>
                <a:off x="6047800" y="3527181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2" name="直接箭头连接符 471">
                <a:extLst>
                  <a:ext uri="{FF2B5EF4-FFF2-40B4-BE49-F238E27FC236}">
                    <a16:creationId xmlns:a16="http://schemas.microsoft.com/office/drawing/2014/main" id="{3F1BCA11-0932-4935-B32F-43E0C668B407}"/>
                  </a:ext>
                </a:extLst>
              </p:cNvPr>
              <p:cNvCxnSpPr/>
              <p:nvPr>
                <p:custDataLst>
                  <p:tags r:id="rId73"/>
                </p:custDataLst>
              </p:nvPr>
            </p:nvCxnSpPr>
            <p:spPr bwMode="auto">
              <a:xfrm flipH="1" flipV="1">
                <a:off x="6047800" y="3599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3" name="直接箭头连接符 472">
                <a:extLst>
                  <a:ext uri="{FF2B5EF4-FFF2-40B4-BE49-F238E27FC236}">
                    <a16:creationId xmlns:a16="http://schemas.microsoft.com/office/drawing/2014/main" id="{89630772-62F5-49EE-9A23-701ADBDF1BF5}"/>
                  </a:ext>
                </a:extLst>
              </p:cNvPr>
              <p:cNvCxnSpPr/>
              <p:nvPr>
                <p:custDataLst>
                  <p:tags r:id="rId74"/>
                </p:custDataLst>
              </p:nvPr>
            </p:nvCxnSpPr>
            <p:spPr bwMode="auto">
              <a:xfrm>
                <a:off x="6047800" y="3347756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74" name="Text Box 276">
                <a:extLst>
                  <a:ext uri="{FF2B5EF4-FFF2-40B4-BE49-F238E27FC236}">
                    <a16:creationId xmlns:a16="http://schemas.microsoft.com/office/drawing/2014/main" id="{4CF435F0-1EB8-411E-89FB-38B4AEC01DE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6192179" y="3276000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MAR</a:t>
                </a:r>
              </a:p>
            </p:txBody>
          </p:sp>
          <p:sp>
            <p:nvSpPr>
              <p:cNvPr id="475" name="Text Box 276">
                <a:extLst>
                  <a:ext uri="{FF2B5EF4-FFF2-40B4-BE49-F238E27FC236}">
                    <a16:creationId xmlns:a16="http://schemas.microsoft.com/office/drawing/2014/main" id="{C700B3BA-E45F-4013-945C-6168A67F93B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6192179" y="349118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MDR</a:t>
                </a:r>
              </a:p>
            </p:txBody>
          </p:sp>
          <p:cxnSp>
            <p:nvCxnSpPr>
              <p:cNvPr id="476" name="直接箭头连接符 475">
                <a:extLst>
                  <a:ext uri="{FF2B5EF4-FFF2-40B4-BE49-F238E27FC236}">
                    <a16:creationId xmlns:a16="http://schemas.microsoft.com/office/drawing/2014/main" id="{F1F57CCA-3149-4032-A28A-5F2F5E6E8484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 bwMode="auto">
              <a:xfrm>
                <a:off x="6587800" y="3347756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7" name="直接箭头连接符 476">
                <a:extLst>
                  <a:ext uri="{FF2B5EF4-FFF2-40B4-BE49-F238E27FC236}">
                    <a16:creationId xmlns:a16="http://schemas.microsoft.com/office/drawing/2014/main" id="{B4E3CD6B-C9DF-432A-BF64-48F52B47A003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 bwMode="auto">
              <a:xfrm>
                <a:off x="6587800" y="3527181"/>
                <a:ext cx="61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8" name="直接箭头连接符 477">
                <a:extLst>
                  <a:ext uri="{FF2B5EF4-FFF2-40B4-BE49-F238E27FC236}">
                    <a16:creationId xmlns:a16="http://schemas.microsoft.com/office/drawing/2014/main" id="{9C7B31A7-C1B0-41C3-B73E-00AE64B8B361}"/>
                  </a:ext>
                </a:extLst>
              </p:cNvPr>
              <p:cNvCxnSpPr/>
              <p:nvPr>
                <p:custDataLst>
                  <p:tags r:id="rId79"/>
                </p:custDataLst>
              </p:nvPr>
            </p:nvCxnSpPr>
            <p:spPr bwMode="auto">
              <a:xfrm flipH="1" flipV="1">
                <a:off x="6587800" y="3599181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9" name="直接箭头连接符 478">
                <a:extLst>
                  <a:ext uri="{FF2B5EF4-FFF2-40B4-BE49-F238E27FC236}">
                    <a16:creationId xmlns:a16="http://schemas.microsoft.com/office/drawing/2014/main" id="{4BB2F875-3D43-435B-8849-E2C20889A830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6731799" y="3347756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80" name="直接箭头连接符 479">
                <a:extLst>
                  <a:ext uri="{FF2B5EF4-FFF2-40B4-BE49-F238E27FC236}">
                    <a16:creationId xmlns:a16="http://schemas.microsoft.com/office/drawing/2014/main" id="{7BE17CAE-DD1E-4BE2-9F7C-78A8D0175815}"/>
                  </a:ext>
                </a:extLst>
              </p:cNvPr>
              <p:cNvCxnSpPr/>
              <p:nvPr>
                <p:custDataLst>
                  <p:tags r:id="rId81"/>
                </p:custDataLst>
              </p:nvPr>
            </p:nvCxnSpPr>
            <p:spPr bwMode="auto">
              <a:xfrm>
                <a:off x="7199800" y="3527181"/>
                <a:ext cx="612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81" name="直接箭头连接符 480">
                <a:extLst>
                  <a:ext uri="{FF2B5EF4-FFF2-40B4-BE49-F238E27FC236}">
                    <a16:creationId xmlns:a16="http://schemas.microsoft.com/office/drawing/2014/main" id="{C6A81062-E46A-489E-90C6-F0914D2FDE6F}"/>
                  </a:ext>
                </a:extLst>
              </p:cNvPr>
              <p:cNvCxnSpPr/>
              <p:nvPr>
                <p:custDataLst>
                  <p:tags r:id="rId82"/>
                </p:custDataLst>
              </p:nvPr>
            </p:nvCxnSpPr>
            <p:spPr bwMode="auto">
              <a:xfrm flipH="1" flipV="1">
                <a:off x="7667800" y="3599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82" name="Rectangle 274">
                <a:extLst>
                  <a:ext uri="{FF2B5EF4-FFF2-40B4-BE49-F238E27FC236}">
                    <a16:creationId xmlns:a16="http://schemas.microsoft.com/office/drawing/2014/main" id="{0AA05154-4AC6-464D-A7F7-10931489614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5184000" y="2412000"/>
                <a:ext cx="540000" cy="11520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vert="eaVert" wrap="none" lIns="0" tIns="0" rIns="0" bIns="0" anchor="ctr"/>
              <a:lstStyle/>
              <a:p>
                <a:pPr algn="ctr"/>
                <a:r>
                  <a:rPr lang="zh-CN" altLang="en-US" sz="1600" dirty="0"/>
                  <a:t>运算器</a:t>
                </a:r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3B87893D-CFFA-45E5-ADD9-D04A3E8D26EC}"/>
                </a:ext>
              </a:extLst>
            </p:cNvPr>
            <p:cNvGrpSpPr/>
            <p:nvPr/>
          </p:nvGrpSpPr>
          <p:grpSpPr>
            <a:xfrm>
              <a:off x="5184000" y="2412000"/>
              <a:ext cx="648200" cy="1223561"/>
              <a:chOff x="5183800" y="2412000"/>
              <a:chExt cx="648200" cy="1223561"/>
            </a:xfrm>
          </p:grpSpPr>
          <p:cxnSp>
            <p:nvCxnSpPr>
              <p:cNvPr id="416" name="直接箭头连接符 415">
                <a:extLst>
                  <a:ext uri="{FF2B5EF4-FFF2-40B4-BE49-F238E27FC236}">
                    <a16:creationId xmlns:a16="http://schemas.microsoft.com/office/drawing/2014/main" id="{870095F9-15C7-40D5-A038-D0CE29787F2C}"/>
                  </a:ext>
                </a:extLst>
              </p:cNvPr>
              <p:cNvCxnSpPr>
                <a:cxnSpLocks/>
              </p:cNvCxnSpPr>
              <p:nvPr>
                <p:custDataLst>
                  <p:tags r:id="rId17"/>
                </p:custDataLst>
              </p:nvPr>
            </p:nvCxnSpPr>
            <p:spPr bwMode="auto">
              <a:xfrm flipV="1">
                <a:off x="5399800" y="3635561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17" name="Rectangle 274">
                <a:extLst>
                  <a:ext uri="{FF2B5EF4-FFF2-40B4-BE49-F238E27FC236}">
                    <a16:creationId xmlns:a16="http://schemas.microsoft.com/office/drawing/2014/main" id="{BBBE1A40-7CDE-41A6-B62E-C6A3A193BCD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183800" y="2412000"/>
                <a:ext cx="540000" cy="11520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cxnSp>
            <p:nvCxnSpPr>
              <p:cNvPr id="418" name="直接箭头连接符 417">
                <a:extLst>
                  <a:ext uri="{FF2B5EF4-FFF2-40B4-BE49-F238E27FC236}">
                    <a16:creationId xmlns:a16="http://schemas.microsoft.com/office/drawing/2014/main" id="{9D702DC9-1872-4F78-BB85-C39790378E3F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>
                <a:off x="5652000" y="2556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9" name="直接箭头连接符 418">
                <a:extLst>
                  <a:ext uri="{FF2B5EF4-FFF2-40B4-BE49-F238E27FC236}">
                    <a16:creationId xmlns:a16="http://schemas.microsoft.com/office/drawing/2014/main" id="{29D43753-CA7A-48FA-B997-431C158C2F54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auto">
              <a:xfrm flipH="1" flipV="1">
                <a:off x="5652000" y="2693941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0" name="直接箭头连接符 419">
                <a:extLst>
                  <a:ext uri="{FF2B5EF4-FFF2-40B4-BE49-F238E27FC236}">
                    <a16:creationId xmlns:a16="http://schemas.microsoft.com/office/drawing/2014/main" id="{42F6CD2C-1D9D-46E6-A1C2-30905B0DE7E4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auto">
              <a:xfrm>
                <a:off x="5652000" y="2628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ysDash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21" name="AutoShape 189">
                <a:extLst>
                  <a:ext uri="{FF2B5EF4-FFF2-40B4-BE49-F238E27FC236}">
                    <a16:creationId xmlns:a16="http://schemas.microsoft.com/office/drawing/2014/main" id="{BF7A987F-FE21-465A-9A21-CC81E5C68A2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5219800" y="2987561"/>
                <a:ext cx="468000" cy="179705"/>
              </a:xfrm>
              <a:custGeom>
                <a:avLst/>
                <a:gdLst>
                  <a:gd name="G0" fmla="+- 4060 0 0"/>
                  <a:gd name="G1" fmla="+- 21600 0 4060"/>
                  <a:gd name="G2" fmla="*/ 4060 1 2"/>
                  <a:gd name="G3" fmla="+- 21600 0 G2"/>
                  <a:gd name="G4" fmla="+/ 4060 21600 2"/>
                  <a:gd name="G5" fmla="+/ G1 0 2"/>
                  <a:gd name="G6" fmla="*/ 21600 21600 4060"/>
                  <a:gd name="G7" fmla="*/ G6 1 2"/>
                  <a:gd name="G8" fmla="+- 21600 0 G7"/>
                  <a:gd name="G9" fmla="*/ 21600 1 2"/>
                  <a:gd name="G10" fmla="+- 4060 0 G9"/>
                  <a:gd name="G11" fmla="?: G10 G8 0"/>
                  <a:gd name="G12" fmla="?: G10 G7 21600"/>
                  <a:gd name="T0" fmla="*/ 19570 w 21600"/>
                  <a:gd name="T1" fmla="*/ 10800 h 21600"/>
                  <a:gd name="T2" fmla="*/ 10800 w 21600"/>
                  <a:gd name="T3" fmla="*/ 21600 h 21600"/>
                  <a:gd name="T4" fmla="*/ 2030 w 21600"/>
                  <a:gd name="T5" fmla="*/ 10800 h 21600"/>
                  <a:gd name="T6" fmla="*/ 10800 w 21600"/>
                  <a:gd name="T7" fmla="*/ 0 h 21600"/>
                  <a:gd name="T8" fmla="*/ 3830 w 21600"/>
                  <a:gd name="T9" fmla="*/ 3830 h 21600"/>
                  <a:gd name="T10" fmla="*/ 17770 w 21600"/>
                  <a:gd name="T11" fmla="*/ 177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060" y="21600"/>
                    </a:lnTo>
                    <a:lnTo>
                      <a:pt x="175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ALU</a:t>
                </a:r>
                <a:endParaRPr lang="zh-CN" altLang="en-US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422" name="直接箭头连接符 421">
                <a:extLst>
                  <a:ext uri="{FF2B5EF4-FFF2-40B4-BE49-F238E27FC236}">
                    <a16:creationId xmlns:a16="http://schemas.microsoft.com/office/drawing/2014/main" id="{EEA48C0E-4BA2-434B-83BC-E7A989E06D14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 flipH="1">
                <a:off x="5615800" y="3491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3" name="直接箭头连接符 422">
                <a:extLst>
                  <a:ext uri="{FF2B5EF4-FFF2-40B4-BE49-F238E27FC236}">
                    <a16:creationId xmlns:a16="http://schemas.microsoft.com/office/drawing/2014/main" id="{69B3D963-A8F3-4DD7-B135-E5BB1A596ABD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5615800" y="3383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4" name="直接箭头连接符 423">
                <a:extLst>
                  <a:ext uri="{FF2B5EF4-FFF2-40B4-BE49-F238E27FC236}">
                    <a16:creationId xmlns:a16="http://schemas.microsoft.com/office/drawing/2014/main" id="{124AC925-00AB-463E-B0D1-5E4A2CA47977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>
                <a:off x="5400335" y="3167561"/>
                <a:ext cx="1270" cy="17970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25" name="Text Box 276">
                <a:extLst>
                  <a:ext uri="{FF2B5EF4-FFF2-40B4-BE49-F238E27FC236}">
                    <a16:creationId xmlns:a16="http://schemas.microsoft.com/office/drawing/2014/main" id="{2D15EC1A-8045-47E4-B107-0A6A699677A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219800" y="334756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PSR</a:t>
                </a:r>
              </a:p>
            </p:txBody>
          </p:sp>
          <p:sp>
            <p:nvSpPr>
              <p:cNvPr id="426" name="Text Box 314">
                <a:extLst>
                  <a:ext uri="{FF2B5EF4-FFF2-40B4-BE49-F238E27FC236}">
                    <a16:creationId xmlns:a16="http://schemas.microsoft.com/office/drawing/2014/main" id="{1D6252B1-8C79-4D89-8AA5-AFC8885537E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5219800" y="2448000"/>
                <a:ext cx="432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GPRs</a:t>
                </a:r>
              </a:p>
            </p:txBody>
          </p:sp>
          <p:cxnSp>
            <p:nvCxnSpPr>
              <p:cNvPr id="427" name="直接箭头连接符 426">
                <a:extLst>
                  <a:ext uri="{FF2B5EF4-FFF2-40B4-BE49-F238E27FC236}">
                    <a16:creationId xmlns:a16="http://schemas.microsoft.com/office/drawing/2014/main" id="{99A5A1A3-D84A-4284-9046-CB63ECF3302C}"/>
                  </a:ext>
                </a:extLst>
              </p:cNvPr>
              <p:cNvCxnSpPr>
                <a:cxnSpLocks/>
              </p:cNvCxnSpPr>
              <p:nvPr>
                <p:custDataLst>
                  <p:tags r:id="rId28"/>
                </p:custDataLst>
              </p:nvPr>
            </p:nvCxnSpPr>
            <p:spPr bwMode="auto">
              <a:xfrm>
                <a:off x="5327800" y="2807087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8" name="直接箭头连接符 427">
                <a:extLst>
                  <a:ext uri="{FF2B5EF4-FFF2-40B4-BE49-F238E27FC236}">
                    <a16:creationId xmlns:a16="http://schemas.microsoft.com/office/drawing/2014/main" id="{A75D11C9-D12D-4675-98EA-668FD98A7AA9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auto">
              <a:xfrm flipH="1" flipV="1">
                <a:off x="5327800" y="2807561"/>
                <a:ext cx="5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29" name="直接箭头连接符 428">
                <a:extLst>
                  <a:ext uri="{FF2B5EF4-FFF2-40B4-BE49-F238E27FC236}">
                    <a16:creationId xmlns:a16="http://schemas.microsoft.com/office/drawing/2014/main" id="{8E9B8B64-8BA1-43F2-B249-A948680779E0}"/>
                  </a:ext>
                </a:extLst>
              </p:cNvPr>
              <p:cNvCxnSpPr>
                <a:cxnSpLocks/>
              </p:cNvCxnSpPr>
              <p:nvPr>
                <p:custDataLst>
                  <p:tags r:id="rId30"/>
                </p:custDataLst>
              </p:nvPr>
            </p:nvCxnSpPr>
            <p:spPr bwMode="auto">
              <a:xfrm>
                <a:off x="5579800" y="2879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30" name="直接箭头连接符 429">
                <a:extLst>
                  <a:ext uri="{FF2B5EF4-FFF2-40B4-BE49-F238E27FC236}">
                    <a16:creationId xmlns:a16="http://schemas.microsoft.com/office/drawing/2014/main" id="{87F385E3-54A8-4198-B1B0-097554907E44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auto">
              <a:xfrm flipH="1" flipV="1">
                <a:off x="5579800" y="2879561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31" name="直接箭头连接符 430">
                <a:extLst>
                  <a:ext uri="{FF2B5EF4-FFF2-40B4-BE49-F238E27FC236}">
                    <a16:creationId xmlns:a16="http://schemas.microsoft.com/office/drawing/2014/main" id="{3CC40071-5921-44CA-8288-08952851DB95}"/>
                  </a:ext>
                </a:extLst>
              </p:cNvPr>
              <p:cNvCxnSpPr>
                <a:cxnSpLocks/>
              </p:cNvCxnSpPr>
              <p:nvPr>
                <p:custDataLst>
                  <p:tags r:id="rId32"/>
                </p:custDataLst>
              </p:nvPr>
            </p:nvCxnSpPr>
            <p:spPr bwMode="auto">
              <a:xfrm>
                <a:off x="5471800" y="3167561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32" name="直接箭头连接符 431">
                <a:extLst>
                  <a:ext uri="{FF2B5EF4-FFF2-40B4-BE49-F238E27FC236}">
                    <a16:creationId xmlns:a16="http://schemas.microsoft.com/office/drawing/2014/main" id="{754205BC-0D05-49B9-B339-404A8E4DA8CF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5471800" y="323956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33" name="直接箭头连接符 432">
                <a:extLst>
                  <a:ext uri="{FF2B5EF4-FFF2-40B4-BE49-F238E27FC236}">
                    <a16:creationId xmlns:a16="http://schemas.microsoft.com/office/drawing/2014/main" id="{36AC9782-D26C-461D-9778-2F198F4A579B}"/>
                  </a:ext>
                </a:extLst>
              </p:cNvPr>
              <p:cNvCxnSpPr>
                <a:cxnSpLocks/>
              </p:cNvCxnSpPr>
              <p:nvPr>
                <p:custDataLst>
                  <p:tags r:id="rId34"/>
                </p:custDataLst>
              </p:nvPr>
            </p:nvCxnSpPr>
            <p:spPr bwMode="auto">
              <a:xfrm>
                <a:off x="5399800" y="3527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sp>
          <p:nvSpPr>
            <p:cNvPr id="211" name="Text Box 18">
              <a:extLst>
                <a:ext uri="{FF2B5EF4-FFF2-40B4-BE49-F238E27FC236}">
                  <a16:creationId xmlns:a16="http://schemas.microsoft.com/office/drawing/2014/main" id="{C59FCB88-3486-4455-9BF7-0A58E27041E9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464000" y="3204000"/>
              <a:ext cx="576000" cy="504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+mn-ea"/>
                </a:rPr>
                <a:t>单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多</a:t>
              </a:r>
              <a:r>
                <a:rPr lang="en-US" altLang="zh-CN" sz="1200" b="1" dirty="0">
                  <a:latin typeface="+mn-ea"/>
                </a:rPr>
                <a:t>T</a:t>
              </a:r>
              <a:r>
                <a:rPr lang="en-US" altLang="zh-CN" sz="1200" b="1" baseline="-25000" dirty="0">
                  <a:latin typeface="+mn-ea"/>
                </a:rPr>
                <a:t>C</a:t>
              </a:r>
              <a:endParaRPr lang="en-US" altLang="zh-CN" sz="1200" b="1" dirty="0">
                <a:latin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latin typeface="+mn-ea"/>
                </a:rPr>
                <a:t>DP</a:t>
              </a:r>
              <a:r>
                <a:rPr lang="zh-CN" altLang="en-US" sz="1200" b="1" dirty="0">
                  <a:latin typeface="+mn-ea"/>
                </a:rPr>
                <a:t>总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专</a:t>
              </a:r>
              <a:endParaRPr lang="en-US" altLang="zh-CN" sz="12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+mn-ea"/>
                </a:rPr>
                <a:t>CU</a:t>
              </a:r>
              <a:r>
                <a:rPr lang="zh-CN" altLang="en-US" sz="1200" b="1" dirty="0">
                  <a:latin typeface="+mn-ea"/>
                </a:rPr>
                <a:t>硬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微</a:t>
              </a:r>
            </a:p>
          </p:txBody>
        </p: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7FE8B4CC-A32D-4D29-8A2B-C564769E02D5}"/>
                </a:ext>
              </a:extLst>
            </p:cNvPr>
            <p:cNvGrpSpPr/>
            <p:nvPr/>
          </p:nvGrpSpPr>
          <p:grpSpPr>
            <a:xfrm>
              <a:off x="8172000" y="3204000"/>
              <a:ext cx="720000" cy="1476000"/>
              <a:chOff x="8172000" y="3204000"/>
              <a:chExt cx="720000" cy="1476000"/>
            </a:xfrm>
          </p:grpSpPr>
          <p:cxnSp>
            <p:nvCxnSpPr>
              <p:cNvPr id="213" name="直接箭头连接符 212">
                <a:extLst>
                  <a:ext uri="{FF2B5EF4-FFF2-40B4-BE49-F238E27FC236}">
                    <a16:creationId xmlns:a16="http://schemas.microsoft.com/office/drawing/2014/main" id="{1EB2B208-EFF5-4D51-99A6-89B4A3F58036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 bwMode="auto">
              <a:xfrm flipH="1">
                <a:off x="8568000" y="3204000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14" name="Text Box 392">
                <a:extLst>
                  <a:ext uri="{FF2B5EF4-FFF2-40B4-BE49-F238E27FC236}">
                    <a16:creationId xmlns:a16="http://schemas.microsoft.com/office/drawing/2014/main" id="{1FBC7AD7-7648-4A39-A424-A0862A7D60D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8460000" y="4356000"/>
                <a:ext cx="360000" cy="32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INTR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NMI</a:t>
                </a:r>
              </a:p>
            </p:txBody>
          </p: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879DDA30-6A1A-423A-A037-D3BB37E4C5E1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 bwMode="auto">
              <a:xfrm flipH="1">
                <a:off x="8568000" y="3312000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2" name="直接箭头连接符 411">
                <a:extLst>
                  <a:ext uri="{FF2B5EF4-FFF2-40B4-BE49-F238E27FC236}">
                    <a16:creationId xmlns:a16="http://schemas.microsoft.com/office/drawing/2014/main" id="{D0014BE4-FAC6-479B-B938-006768E408C2}"/>
                  </a:ext>
                </a:extLst>
              </p:cNvPr>
              <p:cNvCxnSpPr>
                <a:cxnSpLocks/>
              </p:cNvCxnSpPr>
              <p:nvPr>
                <p:custDataLst>
                  <p:tags r:id="rId13"/>
                </p:custDataLst>
              </p:nvPr>
            </p:nvCxnSpPr>
            <p:spPr bwMode="auto">
              <a:xfrm flipH="1" flipV="1">
                <a:off x="8820000" y="3312000"/>
                <a:ext cx="0" cy="1044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13" name="直接箭头连接符 412">
                <a:extLst>
                  <a:ext uri="{FF2B5EF4-FFF2-40B4-BE49-F238E27FC236}">
                    <a16:creationId xmlns:a16="http://schemas.microsoft.com/office/drawing/2014/main" id="{79D37DE4-3384-436F-8A3F-D09715B5894A}"/>
                  </a:ext>
                </a:extLst>
              </p:cNvPr>
              <p:cNvCxnSpPr>
                <a:cxnSpLocks/>
              </p:cNvCxnSpPr>
              <p:nvPr>
                <p:custDataLst>
                  <p:tags r:id="rId14"/>
                </p:custDataLst>
              </p:nvPr>
            </p:nvCxnSpPr>
            <p:spPr bwMode="auto">
              <a:xfrm flipV="1">
                <a:off x="8388000" y="4356000"/>
                <a:ext cx="43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14" name="直接箭头连接符 413">
                <a:extLst>
                  <a:ext uri="{FF2B5EF4-FFF2-40B4-BE49-F238E27FC236}">
                    <a16:creationId xmlns:a16="http://schemas.microsoft.com/office/drawing/2014/main" id="{6328C5BE-3B9B-4A4B-A6AA-2FD6D52A814A}"/>
                  </a:ext>
                </a:extLst>
              </p:cNvPr>
              <p:cNvCxnSpPr>
                <a:cxnSpLocks/>
              </p:cNvCxnSpPr>
              <p:nvPr>
                <p:custDataLst>
                  <p:tags r:id="rId15"/>
                </p:custDataLst>
              </p:nvPr>
            </p:nvCxnSpPr>
            <p:spPr bwMode="auto">
              <a:xfrm flipV="1">
                <a:off x="8172000" y="4680000"/>
                <a:ext cx="72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15" name="直接箭头连接符 414">
                <a:extLst>
                  <a:ext uri="{FF2B5EF4-FFF2-40B4-BE49-F238E27FC236}">
                    <a16:creationId xmlns:a16="http://schemas.microsoft.com/office/drawing/2014/main" id="{339D96F3-F616-4FC4-8359-843B9F5C13C0}"/>
                  </a:ext>
                </a:extLst>
              </p:cNvPr>
              <p:cNvCxnSpPr>
                <a:cxnSpLocks/>
              </p:cNvCxnSpPr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8892000" y="3204000"/>
                <a:ext cx="0" cy="1476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C31D89-20E0-4402-87DD-3F93FAB7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9</a:t>
            </a:fld>
            <a:endParaRPr lang="en-US" altLang="zh-CN" dirty="0"/>
          </a:p>
        </p:txBody>
      </p:sp>
      <p:sp>
        <p:nvSpPr>
          <p:cNvPr id="303" name="Text Box 61">
            <a:extLst>
              <a:ext uri="{FF2B5EF4-FFF2-40B4-BE49-F238E27FC236}">
                <a16:creationId xmlns:a16="http://schemas.microsoft.com/office/drawing/2014/main" id="{CFA3ACC1-A2D0-4B84-93A6-81F03C4306A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2" y="288000"/>
            <a:ext cx="8352928" cy="42633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计算机组成总图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-2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＝硬件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＋软件＋工作方式，</a:t>
            </a:r>
            <a:r>
              <a:rPr lang="zh-CN" altLang="en-US" sz="2000" b="1" u="sng" dirty="0">
                <a:solidFill>
                  <a:srgbClr val="990099"/>
                </a:solidFill>
                <a:latin typeface="+mn-ea"/>
                <a:sym typeface="+mn-ea"/>
              </a:rPr>
              <a:t>基于</a:t>
            </a:r>
            <a:r>
              <a:rPr lang="en-US" altLang="zh-CN" sz="2000" b="1" u="sng" dirty="0">
                <a:solidFill>
                  <a:srgbClr val="990099"/>
                </a:solidFill>
                <a:latin typeface="+mn-ea"/>
                <a:sym typeface="+mn-ea"/>
              </a:rPr>
              <a:t>ISA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组织</a:t>
            </a:r>
          </a:p>
        </p:txBody>
      </p:sp>
      <p:sp>
        <p:nvSpPr>
          <p:cNvPr id="407" name="Text Box 61">
            <a:extLst>
              <a:ext uri="{FF2B5EF4-FFF2-40B4-BE49-F238E27FC236}">
                <a16:creationId xmlns:a16="http://schemas.microsoft.com/office/drawing/2014/main" id="{AE1A6CA3-36BE-4B9E-B1ED-FCCDD9D6834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00" y="1764000"/>
            <a:ext cx="2916000" cy="14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MEM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存储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+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按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VA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访问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①</a:t>
            </a:r>
            <a:r>
              <a:rPr lang="zh-CN" altLang="en-US" sz="1600" b="1" dirty="0">
                <a:latin typeface="+mn-ea"/>
              </a:rPr>
              <a:t>参数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en-US" altLang="zh-CN" sz="1400" b="1" dirty="0" err="1">
                <a:latin typeface="+mn-ea"/>
              </a:rPr>
              <a:t>w&amp;N</a:t>
            </a:r>
            <a:r>
              <a:rPr lang="en-US" altLang="zh-CN" sz="1400" b="1" dirty="0" err="1">
                <a:cs typeface="Times New Roman" panose="02020603050405020304" pitchFamily="18" charset="0"/>
              </a:rPr>
              <a:t>~</a:t>
            </a:r>
            <a:r>
              <a:rPr lang="en-US" altLang="zh-CN" sz="1400" b="1" dirty="0" err="1">
                <a:latin typeface="+mn-ea"/>
              </a:rPr>
              <a:t>ISA</a:t>
            </a:r>
            <a:r>
              <a:rPr lang="zh-CN" altLang="en-US" sz="1400" b="1" dirty="0">
                <a:latin typeface="+mn-ea"/>
              </a:rPr>
              <a:t>、</a:t>
            </a:r>
            <a:r>
              <a:rPr lang="en-US" altLang="zh-CN" sz="1400" b="1" dirty="0">
                <a:latin typeface="+mn-ea"/>
              </a:rPr>
              <a:t>n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zh-CN" altLang="en-US" sz="1400" b="1" dirty="0">
                <a:latin typeface="+mn-ea"/>
                <a:sym typeface="+mn-ea"/>
              </a:rPr>
              <a:t>设计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</a:t>
            </a:r>
            <a:r>
              <a:rPr lang="zh-CN" altLang="en-US" sz="1600" b="1" dirty="0">
                <a:latin typeface="+mn-ea"/>
              </a:rPr>
              <a:t>结构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层次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地址变换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层间管理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③主存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设计</a:t>
            </a:r>
            <a:r>
              <a:rPr lang="en-US" altLang="zh-CN" sz="1400" b="1" dirty="0">
                <a:latin typeface="+mn-ea"/>
                <a:sym typeface="+mn-ea"/>
              </a:rPr>
              <a:t>&amp;</a:t>
            </a:r>
            <a:r>
              <a:rPr lang="zh-CN" altLang="en-US" sz="1400" b="1" dirty="0">
                <a:latin typeface="+mn-ea"/>
                <a:sym typeface="+mn-ea"/>
              </a:rPr>
              <a:t>优化</a:t>
            </a:r>
            <a:r>
              <a:rPr lang="en-US" altLang="zh-CN" sz="1400" b="1" dirty="0">
                <a:latin typeface="+mn-ea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c]</a:t>
            </a:r>
            <a:r>
              <a:rPr lang="en-US" altLang="zh-CN" sz="1400" b="1" dirty="0">
                <a:latin typeface="+mn-ea"/>
                <a:sym typeface="+mn-ea"/>
              </a:rPr>
              <a:t>+</a:t>
            </a:r>
            <a:r>
              <a:rPr lang="zh-CN" altLang="en-US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连接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④</a:t>
            </a:r>
            <a:r>
              <a:rPr lang="en-US" altLang="zh-CN" sz="1600" b="1" dirty="0">
                <a:latin typeface="+mn-ea"/>
                <a:sym typeface="+mn-ea"/>
              </a:rPr>
              <a:t>Cache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块交换→</a:t>
            </a:r>
            <a:r>
              <a:rPr lang="en-US" altLang="zh-CN" sz="1400" b="1" dirty="0">
                <a:latin typeface="+mn-ea"/>
                <a:sym typeface="+mn-ea"/>
              </a:rPr>
              <a:t>…</a:t>
            </a:r>
            <a:r>
              <a:rPr lang="zh-CN" altLang="en-US" sz="1400" b="1" dirty="0">
                <a:latin typeface="+mn-ea"/>
                <a:sym typeface="+mn-ea"/>
              </a:rPr>
              <a:t>控制器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⑤</a:t>
            </a:r>
            <a:r>
              <a:rPr lang="zh-CN" altLang="en-US" sz="1600" b="1" dirty="0">
                <a:latin typeface="+mn-ea"/>
                <a:sym typeface="+mn-ea"/>
              </a:rPr>
              <a:t>虚存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页交换→</a:t>
            </a:r>
            <a:r>
              <a:rPr lang="en-US" altLang="zh-CN" sz="1400" b="1" dirty="0">
                <a:latin typeface="+mn-ea"/>
                <a:sym typeface="+mn-ea"/>
              </a:rPr>
              <a:t>…</a:t>
            </a:r>
            <a:r>
              <a:rPr lang="en-US" altLang="zh-CN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MMU+</a:t>
            </a:r>
            <a:r>
              <a:rPr lang="zh-CN" altLang="en-US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软件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</a:p>
        </p:txBody>
      </p: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FC0F854B-AD04-45E1-9CAA-0BBB17520C8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20000" y="3204000"/>
            <a:ext cx="2160000" cy="1620000"/>
          </a:xfrm>
          <a:prstGeom prst="line">
            <a:avLst/>
          </a:prstGeom>
          <a:noFill/>
          <a:ln w="9525" cap="flat" cmpd="sng" algn="ctr">
            <a:solidFill>
              <a:srgbClr val="CC6600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409" name="Text Box 291">
            <a:extLst>
              <a:ext uri="{FF2B5EF4-FFF2-40B4-BE49-F238E27FC236}">
                <a16:creationId xmlns:a16="http://schemas.microsoft.com/office/drawing/2014/main" id="{7FC1279A-79C2-4BA8-825C-11F36913C722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199795" y="3420145"/>
            <a:ext cx="467995" cy="252095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宋体" panose="02010600030101010101" pitchFamily="2" charset="-122"/>
              </a:rPr>
              <a:t>Cache</a:t>
            </a:r>
          </a:p>
        </p:txBody>
      </p:sp>
      <p:sp>
        <p:nvSpPr>
          <p:cNvPr id="410" name="Text Box 276">
            <a:extLst>
              <a:ext uri="{FF2B5EF4-FFF2-40B4-BE49-F238E27FC236}">
                <a16:creationId xmlns:a16="http://schemas.microsoft.com/office/drawing/2014/main" id="{B7D18F6B-3082-43B8-B05B-E46BEE6D08BD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731800" y="3276000"/>
            <a:ext cx="360045" cy="179705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宋体" panose="02010600030101010101" pitchFamily="2" charset="-122"/>
              </a:rPr>
              <a:t>MMU</a:t>
            </a:r>
          </a:p>
        </p:txBody>
      </p:sp>
      <p:sp>
        <p:nvSpPr>
          <p:cNvPr id="411" name="Text Box 291">
            <a:extLst>
              <a:ext uri="{FF2B5EF4-FFF2-40B4-BE49-F238E27FC236}">
                <a16:creationId xmlns:a16="http://schemas.microsoft.com/office/drawing/2014/main" id="{04D6E936-9F8D-4334-87AF-A987D4077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00" y="2880000"/>
            <a:ext cx="576000" cy="360045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</a:ln>
          <a:effectLst/>
        </p:spPr>
        <p:txBody>
          <a:bodyPr lIns="0" tIns="0" rIns="0" bIns="0" anchor="ctr"/>
          <a:lstStyle/>
          <a:p>
            <a:pPr algn="ctr">
              <a:spcBef>
                <a:spcPts val="300"/>
              </a:spcBef>
            </a:pPr>
            <a:r>
              <a:rPr lang="zh-CN" altLang="en-US" sz="1200" b="1" dirty="0">
                <a:latin typeface="宋体" panose="02010600030101010101" pitchFamily="2" charset="-122"/>
              </a:rPr>
              <a:t>同</a:t>
            </a:r>
            <a:r>
              <a:rPr lang="en-US" altLang="zh-CN" sz="1200" b="1" dirty="0">
                <a:latin typeface="宋体" panose="02010600030101010101" pitchFamily="2" charset="-122"/>
              </a:rPr>
              <a:t>/</a:t>
            </a:r>
            <a:r>
              <a:rPr lang="zh-CN" altLang="en-US" sz="1200" b="1" dirty="0">
                <a:latin typeface="宋体" panose="02010600030101010101" pitchFamily="2" charset="-122"/>
              </a:rPr>
              <a:t>异步</a:t>
            </a:r>
            <a:endParaRPr lang="en-US" altLang="zh-CN" sz="12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zh-CN" altLang="en-US" sz="1200" b="1" dirty="0">
                <a:latin typeface="宋体" panose="02010600030101010101" pitchFamily="2" charset="-122"/>
              </a:rPr>
              <a:t>单</a:t>
            </a:r>
            <a:r>
              <a:rPr lang="en-US" altLang="zh-CN" sz="1200" b="1" dirty="0">
                <a:latin typeface="宋体" panose="02010600030101010101" pitchFamily="2" charset="-122"/>
              </a:rPr>
              <a:t>/</a:t>
            </a:r>
            <a:r>
              <a:rPr lang="zh-CN" altLang="en-US" sz="1200" b="1" dirty="0">
                <a:latin typeface="宋体" panose="02010600030101010101" pitchFamily="2" charset="-122"/>
              </a:rPr>
              <a:t>多体</a:t>
            </a:r>
            <a:endParaRPr lang="en-US" altLang="zh-CN" sz="1400" b="1" dirty="0">
              <a:latin typeface="宋体" panose="02010600030101010101" pitchFamily="2" charset="-122"/>
            </a:endParaRPr>
          </a:p>
        </p:txBody>
      </p:sp>
      <p:sp>
        <p:nvSpPr>
          <p:cNvPr id="216" name="AutoShape 30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FC1BBED-C788-43AF-A93A-E9782953938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6800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47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" grpId="0" animBg="1"/>
      <p:bldP spid="410" grpId="0" animBg="1"/>
      <p:bldP spid="4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20F820-96D8-49E8-8DE0-4760E06CE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10</a:t>
            </a:fld>
            <a:endParaRPr lang="en-US" altLang="zh-CN" dirty="0"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6F34407F-85BA-43E5-A01C-DBE976ED2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332740"/>
            <a:ext cx="6491322" cy="6201121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系统的组成：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主机</a:t>
            </a:r>
            <a:r>
              <a:rPr lang="en-US" altLang="zh-CN" sz="1600" b="1" dirty="0">
                <a:latin typeface="宋体" panose="02010600030101010101" pitchFamily="2" charset="-122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</a:rPr>
              <a:t>外设的数据交换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总线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实现部件互连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操作过程：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仲裁方法：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传输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定时：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外设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主机的联系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(I/O</a:t>
            </a:r>
            <a:r>
              <a:rPr lang="zh-CN" altLang="en-US" sz="1600" b="1" dirty="0">
                <a:latin typeface="宋体" panose="02010600030101010101" pitchFamily="2" charset="-122"/>
              </a:rPr>
              <a:t>的软硬件关联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外设连接：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I/O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端口编址：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目标识别：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通信联络：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功能＝暂存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中转，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均通过</a:t>
            </a:r>
            <a:r>
              <a:rPr lang="en-US" altLang="zh-CN" sz="1600" b="1" dirty="0" err="1">
                <a:latin typeface="宋体" panose="02010600030101010101" pitchFamily="2" charset="-122"/>
              </a:rPr>
              <a:t>DBus</a:t>
            </a:r>
            <a:r>
              <a:rPr lang="zh-CN" altLang="en-US" sz="1600" b="1" dirty="0">
                <a:latin typeface="宋体" panose="02010600030101010101" pitchFamily="2" charset="-122"/>
              </a:rPr>
              <a:t>传送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(I/O</a:t>
            </a:r>
            <a:r>
              <a:rPr lang="zh-CN" altLang="en-US" sz="1600" b="1" dirty="0">
                <a:latin typeface="宋体" panose="02010600030101010101" pitchFamily="2" charset="-122"/>
              </a:rPr>
              <a:t>的软件组织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9179D2C-FDF1-433C-A084-69E33FE11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1124744"/>
            <a:ext cx="7272000" cy="384631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108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仲裁＋寻址＋传送＋结束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集中式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链式查询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计数器定时查询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独立请求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，分布式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u="sng" dirty="0">
                <a:latin typeface="宋体" panose="02010600030101010101" pitchFamily="2" charset="-122"/>
              </a:rPr>
              <a:t>传输过程</a:t>
            </a:r>
            <a:r>
              <a:rPr lang="zh-CN" altLang="en-US" sz="2000" b="1" dirty="0">
                <a:latin typeface="宋体" panose="02010600030101010101" pitchFamily="2" charset="-122"/>
              </a:rPr>
              <a:t>用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协议</a:t>
            </a:r>
            <a:r>
              <a:rPr lang="zh-CN" altLang="en-US" sz="2000" b="1" dirty="0">
                <a:latin typeface="宋体" panose="02010600030101010101" pitchFamily="2" charset="-122"/>
              </a:rPr>
              <a:t>约定，</a:t>
            </a:r>
            <a:r>
              <a:rPr lang="zh-CN" altLang="en-US" sz="2000" b="1" u="sng" dirty="0">
                <a:latin typeface="宋体" panose="02010600030101010101" pitchFamily="2" charset="-122"/>
              </a:rPr>
              <a:t>步骤定时</a:t>
            </a: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同步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异步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半同步</a:t>
            </a:r>
            <a:endParaRPr lang="en-US" altLang="zh-CN" sz="20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600" b="1" dirty="0">
                <a:latin typeface="+mn-ea"/>
                <a:ea typeface="+mn-ea"/>
              </a:rPr>
              <a:t>                    </a:t>
            </a:r>
            <a:r>
              <a:rPr lang="en-US" altLang="zh-CN" sz="1600" dirty="0">
                <a:latin typeface="+mn-ea"/>
                <a:ea typeface="+mn-ea"/>
              </a:rPr>
              <a:t>├</a:t>
            </a:r>
            <a:r>
              <a:rPr lang="en-US" altLang="zh-CN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solidFill>
                  <a:srgbClr val="FF3399"/>
                </a:solidFill>
                <a:latin typeface="+mn-ea"/>
                <a:ea typeface="+mn-ea"/>
              </a:rPr>
              <a:t>读＝</a:t>
            </a:r>
            <a:r>
              <a:rPr lang="zh-CN" altLang="en-US" sz="1600" b="1" dirty="0">
                <a:latin typeface="+mn-ea"/>
                <a:ea typeface="+mn-ea"/>
              </a:rPr>
              <a:t>送地址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命令＋等待响应＋</a:t>
            </a:r>
            <a:r>
              <a:rPr lang="zh-CN" altLang="en-US" sz="1600" b="1" dirty="0">
                <a:highlight>
                  <a:srgbClr val="CCFFFF"/>
                </a:highlight>
                <a:latin typeface="+mn-ea"/>
                <a:ea typeface="+mn-ea"/>
              </a:rPr>
              <a:t>传送数据</a:t>
            </a:r>
            <a:r>
              <a:rPr lang="zh-CN" altLang="en-US" sz="1600" b="1" dirty="0">
                <a:latin typeface="+mn-ea"/>
                <a:ea typeface="+mn-ea"/>
              </a:rPr>
              <a:t>＋结束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+mn-ea"/>
                <a:ea typeface="+mn-ea"/>
              </a:rPr>
              <a:t>                    </a:t>
            </a:r>
            <a:r>
              <a:rPr lang="en-US" altLang="zh-CN" sz="1600" dirty="0">
                <a:latin typeface="+mn-ea"/>
                <a:ea typeface="+mn-ea"/>
              </a:rPr>
              <a:t>└</a:t>
            </a:r>
            <a:r>
              <a:rPr lang="en-US" altLang="zh-CN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solidFill>
                  <a:srgbClr val="FF3399"/>
                </a:solidFill>
                <a:latin typeface="+mn-ea"/>
                <a:ea typeface="+mn-ea"/>
              </a:rPr>
              <a:t>写＝</a:t>
            </a:r>
            <a:r>
              <a:rPr lang="zh-CN" altLang="en-US" sz="1600" b="1" dirty="0">
                <a:latin typeface="+mn-ea"/>
                <a:ea typeface="+mn-ea"/>
              </a:rPr>
              <a:t>送地址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命令＋</a:t>
            </a:r>
            <a:r>
              <a:rPr lang="zh-CN" altLang="en-US" sz="1600" b="1" dirty="0">
                <a:highlight>
                  <a:srgbClr val="CCFFFF"/>
                </a:highlight>
                <a:latin typeface="+mn-ea"/>
                <a:ea typeface="+mn-ea"/>
              </a:rPr>
              <a:t>传送数据</a:t>
            </a:r>
            <a:r>
              <a:rPr lang="zh-CN" altLang="en-US" sz="1600" b="1" dirty="0">
                <a:latin typeface="+mn-ea"/>
                <a:ea typeface="+mn-ea"/>
              </a:rPr>
              <a:t>＋等待响应＋结束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接口中含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端口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过程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段式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指令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端口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-GPR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间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 </a:t>
            </a:r>
            <a:r>
              <a:rPr lang="zh-CN" altLang="en-US" sz="2000" b="1" dirty="0">
                <a:latin typeface="宋体" panose="02010600030101010101" pitchFamily="2" charset="-122"/>
              </a:rPr>
              <a:t>独立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统一编址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单元长度同主存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影响</a:t>
            </a:r>
            <a:r>
              <a:rPr lang="en-US" altLang="zh-CN" sz="1600" b="1" dirty="0">
                <a:latin typeface="宋体" panose="02010600030101010101" pitchFamily="2" charset="-122"/>
              </a:rPr>
              <a:t>ISA&amp;</a:t>
            </a:r>
            <a:r>
              <a:rPr lang="zh-CN" altLang="en-US" sz="1600" b="1" dirty="0">
                <a:latin typeface="宋体" panose="02010600030101010101" pitchFamily="2" charset="-122"/>
              </a:rPr>
              <a:t>总线事务的组织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</a:rPr>
              <a:t>    I/O</a:t>
            </a:r>
            <a:r>
              <a:rPr lang="zh-CN" altLang="en-US" sz="2000" b="1" spc="-50" dirty="0">
                <a:latin typeface="宋体" panose="02010600030101010101" pitchFamily="2" charset="-122"/>
              </a:rPr>
              <a:t>端口地址＝</a:t>
            </a:r>
            <a:r>
              <a:rPr lang="en-US" altLang="zh-CN" sz="2000" b="1" spc="-50" dirty="0">
                <a:latin typeface="宋体" panose="02010600030101010101" pitchFamily="2" charset="-122"/>
              </a:rPr>
              <a:t>&lt;</a:t>
            </a:r>
            <a:r>
              <a:rPr lang="zh-CN" altLang="en-US" sz="2000" b="1" spc="-50" dirty="0">
                <a:latin typeface="宋体" panose="02010600030101010101" pitchFamily="2" charset="-122"/>
              </a:rPr>
              <a:t>设备号</a:t>
            </a:r>
            <a:r>
              <a:rPr lang="en-US" altLang="zh-CN" sz="2000" b="1" spc="-50" dirty="0">
                <a:latin typeface="宋体" panose="02010600030101010101" pitchFamily="2" charset="-122"/>
              </a:rPr>
              <a:t>,</a:t>
            </a:r>
            <a:r>
              <a:rPr lang="zh-CN" altLang="en-US" sz="2000" b="1" spc="-50" dirty="0">
                <a:latin typeface="宋体" panose="02010600030101010101" pitchFamily="2" charset="-122"/>
              </a:rPr>
              <a:t>内部序号</a:t>
            </a:r>
            <a:r>
              <a:rPr lang="en-US" altLang="zh-CN" sz="2000" b="1" spc="-50" dirty="0">
                <a:latin typeface="宋体" panose="02010600030101010101" pitchFamily="2" charset="-122"/>
              </a:rPr>
              <a:t>&gt;</a:t>
            </a:r>
            <a:r>
              <a:rPr lang="zh-CN" altLang="en-US" sz="2000" b="1" spc="-50" dirty="0">
                <a:latin typeface="宋体" panose="02010600030101010101" pitchFamily="2" charset="-122"/>
              </a:rPr>
              <a:t>，监视总线、主动判断</a:t>
            </a:r>
            <a:endParaRPr lang="en-US" altLang="zh-CN" sz="2000" b="1" spc="-50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spc="-50" dirty="0">
                <a:latin typeface="宋体" panose="02010600030101010101" pitchFamily="2" charset="-122"/>
              </a:rPr>
              <a:t>                          </a:t>
            </a:r>
            <a:r>
              <a:rPr lang="en-US" altLang="zh-CN" sz="1600" dirty="0">
                <a:latin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每个</a:t>
            </a:r>
            <a:r>
              <a:rPr lang="en-US" altLang="zh-CN" sz="1600" b="1" spc="-50" dirty="0">
                <a:latin typeface="宋体" panose="02010600030101010101" pitchFamily="2" charset="-122"/>
              </a:rPr>
              <a:t>I/O</a:t>
            </a:r>
            <a:r>
              <a:rPr lang="zh-CN" altLang="en-US" sz="1600" b="1" spc="-50" dirty="0">
                <a:latin typeface="宋体" panose="02010600030101010101" pitchFamily="2" charset="-122"/>
              </a:rPr>
              <a:t>接口仅连</a:t>
            </a:r>
            <a:r>
              <a:rPr lang="en-US" altLang="zh-CN" sz="1600" b="1" spc="-50" dirty="0">
                <a:latin typeface="宋体" panose="02010600030101010101" pitchFamily="2" charset="-122"/>
              </a:rPr>
              <a:t>1</a:t>
            </a:r>
            <a:r>
              <a:rPr lang="zh-CN" altLang="en-US" sz="1600" b="1" spc="-50" dirty="0">
                <a:latin typeface="宋体" panose="02010600030101010101" pitchFamily="2" charset="-122"/>
              </a:rPr>
              <a:t>个设备</a:t>
            </a:r>
            <a:endParaRPr lang="en-US" altLang="zh-CN" sz="16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    有直接传送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异步联络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同步联络   </a:t>
            </a:r>
            <a:r>
              <a:rPr lang="zh-CN" altLang="en-US" sz="1600" b="1" dirty="0">
                <a:latin typeface="宋体" panose="02010600030101010101" pitchFamily="2" charset="-122"/>
              </a:rPr>
              <a:t>←基于传送方式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有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无条件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30512A-70A0-443A-BF7F-ECBE18345396}"/>
              </a:ext>
            </a:extLst>
          </p:cNvPr>
          <p:cNvGrpSpPr/>
          <p:nvPr/>
        </p:nvGrpSpPr>
        <p:grpSpPr>
          <a:xfrm>
            <a:off x="6048102" y="980481"/>
            <a:ext cx="2752725" cy="510540"/>
            <a:chOff x="5902970" y="719800"/>
            <a:chExt cx="2752725" cy="51054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B430C52-DE50-4703-BF20-64632071A537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5902970" y="1080480"/>
              <a:ext cx="2736215" cy="127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4CDEEF2D-C5D3-42EA-A267-ACA2D9770023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5902970" y="1152235"/>
              <a:ext cx="2736215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4EA38EF-340E-400F-8117-1633DFF70F13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5902970" y="1223990"/>
              <a:ext cx="2736215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D3F42002-C20D-4F73-B91F-2CF024D0E988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450465" y="719999"/>
              <a:ext cx="50419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从</a:t>
              </a:r>
              <a:r>
                <a:rPr lang="en-US" altLang="zh-CN" sz="1600" b="1" dirty="0">
                  <a:latin typeface="+mn-ea"/>
                  <a:ea typeface="+mn-ea"/>
                </a:rPr>
                <a:t>1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FF9B6B8-4D0D-4C23-9D43-7BB3D499732C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755905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F14D889-7419-4869-B19F-B92AF4CC3D24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766700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9D478AEB-476D-4F4A-9026-1B67C4EF9CB8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7810510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A656F206-F656-4EF9-908C-580E5A88350B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7882900" y="936335"/>
              <a:ext cx="0" cy="29400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9" name="Text Box 13">
              <a:extLst>
                <a:ext uri="{FF2B5EF4-FFF2-40B4-BE49-F238E27FC236}">
                  <a16:creationId xmlns:a16="http://schemas.microsoft.com/office/drawing/2014/main" id="{F6062873-8913-4DD8-8391-27DB788CDCA7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902970" y="719999"/>
              <a:ext cx="50419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主</a:t>
              </a:r>
              <a:r>
                <a:rPr lang="en-US" altLang="zh-CN" sz="1600" b="1" dirty="0">
                  <a:latin typeface="+mn-ea"/>
                  <a:ea typeface="+mn-ea"/>
                </a:rPr>
                <a:t>1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15B17DB-58DE-4378-A3C9-CE008D403D82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601092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6AB80C8-2754-4E99-8E18-62FD46D9596E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615443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FB265450-06F0-4D30-99D1-08BCE6A8F6CA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6263015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994E70E1-C647-4A1C-80B0-507184A781AA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6334770" y="936335"/>
              <a:ext cx="0" cy="2819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A47D8B96-076B-4E9A-8DD1-70954181E11B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659890" y="719999"/>
              <a:ext cx="50419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主</a:t>
              </a:r>
              <a:r>
                <a:rPr lang="en-US" altLang="zh-CN" sz="1600" b="1" dirty="0">
                  <a:latin typeface="+mn-ea"/>
                  <a:ea typeface="+mn-ea"/>
                </a:rPr>
                <a:t>2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B4E5DB1E-0589-47D0-AEDD-5ABCA4DBB1E6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676784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1E9F120-A4F2-49B0-8E05-846954D5278E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691135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FAB8C8FA-01A2-471B-856B-5F717BCB9DBE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7019935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72DB783-45CE-4AEE-BC09-9BF1686522FE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7091690" y="936335"/>
              <a:ext cx="0" cy="2819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292F985-064A-46E6-A2A1-5D29E9BBFF7C}"/>
                </a:ext>
              </a:extLst>
            </p:cNvPr>
            <p:cNvGrpSpPr/>
            <p:nvPr/>
          </p:nvGrpSpPr>
          <p:grpSpPr>
            <a:xfrm>
              <a:off x="8151505" y="719800"/>
              <a:ext cx="504190" cy="510540"/>
              <a:chOff x="5272" y="4138"/>
              <a:chExt cx="794" cy="804"/>
            </a:xfrm>
          </p:grpSpPr>
          <p:sp>
            <p:nvSpPr>
              <p:cNvPr id="35" name="Text Box 13">
                <a:extLst>
                  <a:ext uri="{FF2B5EF4-FFF2-40B4-BE49-F238E27FC236}">
                    <a16:creationId xmlns:a16="http://schemas.microsoft.com/office/drawing/2014/main" id="{9E1B5942-1999-4A70-B8BA-38EB2832CCA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5272" y="4138"/>
                <a:ext cx="794" cy="34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</a:rPr>
                  <a:t>从</a:t>
                </a:r>
                <a:r>
                  <a:rPr lang="en-US" altLang="zh-CN" sz="1600" b="1" dirty="0">
                    <a:latin typeface="+mn-ea"/>
                    <a:ea typeface="+mn-ea"/>
                  </a:rPr>
                  <a:t>2</a:t>
                </a:r>
              </a:p>
            </p:txBody>
          </p: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7902CEB6-6E9B-4ECB-8047-03E605030B51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5443" y="447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7FDDC3C4-3D0F-440A-A994-68A4656BE19A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auto">
              <a:xfrm>
                <a:off x="5613" y="4479"/>
                <a:ext cx="0" cy="341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339FC632-88CD-4C69-AD46-1F81DFA4D478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5839" y="4479"/>
                <a:ext cx="0" cy="45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F7FD88B8-A7F1-4A2C-818C-F16967C701CA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5953" y="4479"/>
                <a:ext cx="0" cy="463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7A452976-6023-419D-8E5B-6EA77BB891DE}"/>
              </a:ext>
            </a:extLst>
          </p:cNvPr>
          <p:cNvGrpSpPr/>
          <p:nvPr/>
        </p:nvGrpSpPr>
        <p:grpSpPr>
          <a:xfrm>
            <a:off x="5940152" y="548680"/>
            <a:ext cx="2771960" cy="431900"/>
            <a:chOff x="6084168" y="476672"/>
            <a:chExt cx="2771960" cy="431900"/>
          </a:xfrm>
        </p:grpSpPr>
        <p:sp>
          <p:nvSpPr>
            <p:cNvPr id="40" name="Text Box 107">
              <a:extLst>
                <a:ext uri="{FF2B5EF4-FFF2-40B4-BE49-F238E27FC236}">
                  <a16:creationId xmlns:a16="http://schemas.microsoft.com/office/drawing/2014/main" id="{2914147E-7F5B-42D7-84ED-4F40C2720643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084168" y="692672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BR1</a:t>
              </a:r>
            </a:p>
          </p:txBody>
        </p:sp>
        <p:sp>
          <p:nvSpPr>
            <p:cNvPr id="41" name="Text Box 107">
              <a:extLst>
                <a:ext uri="{FF2B5EF4-FFF2-40B4-BE49-F238E27FC236}">
                  <a16:creationId xmlns:a16="http://schemas.microsoft.com/office/drawing/2014/main" id="{F212303F-10CA-4CEB-BE6F-BE5B4EF75CFF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479773" y="692672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BG1</a:t>
              </a:r>
            </a:p>
          </p:txBody>
        </p:sp>
        <p:sp>
          <p:nvSpPr>
            <p:cNvPr id="42" name="Text Box 107">
              <a:extLst>
                <a:ext uri="{FF2B5EF4-FFF2-40B4-BE49-F238E27FC236}">
                  <a16:creationId xmlns:a16="http://schemas.microsoft.com/office/drawing/2014/main" id="{97863A79-0753-4E3A-899C-F07A082D4F4B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840128" y="692672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BR2</a:t>
              </a:r>
            </a:p>
          </p:txBody>
        </p:sp>
        <p:sp>
          <p:nvSpPr>
            <p:cNvPr id="43" name="Text Box 107">
              <a:extLst>
                <a:ext uri="{FF2B5EF4-FFF2-40B4-BE49-F238E27FC236}">
                  <a16:creationId xmlns:a16="http://schemas.microsoft.com/office/drawing/2014/main" id="{DE3D4212-A145-44BC-B779-8F44F5FAE26B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36693" y="692672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BG2</a:t>
              </a:r>
            </a:p>
          </p:txBody>
        </p:sp>
        <p:sp>
          <p:nvSpPr>
            <p:cNvPr id="44" name="Text Box 31">
              <a:extLst>
                <a:ext uri="{FF2B5EF4-FFF2-40B4-BE49-F238E27FC236}">
                  <a16:creationId xmlns:a16="http://schemas.microsoft.com/office/drawing/2014/main" id="{2B61AFDE-AF83-449F-A74C-2483B5C6196D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193148" y="476672"/>
              <a:ext cx="1188085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总线仲裁器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4B93CFED-A0FE-459C-AE00-AF4513BA6A3A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6479773" y="692672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18E26716-30F1-43FE-88CF-CCE9619DE5CA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6408018" y="692672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7" name="Text Box 107">
              <a:extLst>
                <a:ext uri="{FF2B5EF4-FFF2-40B4-BE49-F238E27FC236}">
                  <a16:creationId xmlns:a16="http://schemas.microsoft.com/office/drawing/2014/main" id="{84947C44-11F9-426B-A880-19EE4D47AF5B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740128" y="476672"/>
              <a:ext cx="1116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BR—</a:t>
              </a:r>
              <a:r>
                <a:rPr lang="zh-CN" altLang="en-US" sz="1400" b="1" dirty="0">
                  <a:latin typeface="+mn-ea"/>
                  <a:ea typeface="+mn-ea"/>
                </a:rPr>
                <a:t>总线请求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BG—</a:t>
              </a:r>
              <a:r>
                <a:rPr lang="zh-CN" altLang="en-US" sz="1400" b="1" dirty="0">
                  <a:latin typeface="+mn-ea"/>
                  <a:ea typeface="+mn-ea"/>
                </a:rPr>
                <a:t>总线允许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25E7DC01-4C55-4BE1-A899-3557AB2A535F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7236693" y="692672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35191F59-B74C-428D-9982-9F3DE7C996F3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164938" y="692672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634A6EE3-8AD1-42BA-B83F-121D30FED08C}"/>
              </a:ext>
            </a:extLst>
          </p:cNvPr>
          <p:cNvGrpSpPr/>
          <p:nvPr/>
        </p:nvGrpSpPr>
        <p:grpSpPr>
          <a:xfrm>
            <a:off x="3492768" y="5013176"/>
            <a:ext cx="5435232" cy="1297624"/>
            <a:chOff x="972000" y="4608000"/>
            <a:chExt cx="5435232" cy="1297624"/>
          </a:xfrm>
        </p:grpSpPr>
        <p:sp>
          <p:nvSpPr>
            <p:cNvPr id="290" name="Rectangle 130">
              <a:extLst>
                <a:ext uri="{FF2B5EF4-FFF2-40B4-BE49-F238E27FC236}">
                  <a16:creationId xmlns:a16="http://schemas.microsoft.com/office/drawing/2014/main" id="{EB27C176-4FDE-456B-A391-C2C631CE8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000" y="5004000"/>
              <a:ext cx="3384000" cy="90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 sz="1600"/>
            </a:p>
          </p:txBody>
        </p: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29996738-C7B3-4265-B5B1-D5C5C87480AC}"/>
                </a:ext>
              </a:extLst>
            </p:cNvPr>
            <p:cNvCxnSpPr/>
            <p:nvPr/>
          </p:nvCxnSpPr>
          <p:spPr bwMode="auto">
            <a:xfrm>
              <a:off x="972000" y="4752000"/>
              <a:ext cx="4968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2" name="Text Box 61">
              <a:extLst>
                <a:ext uri="{FF2B5EF4-FFF2-40B4-BE49-F238E27FC236}">
                  <a16:creationId xmlns:a16="http://schemas.microsoft.com/office/drawing/2014/main" id="{63FA57D5-3DCA-4175-94D3-D4D88CD29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8000" y="4788000"/>
              <a:ext cx="183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IOR#  IOW# 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独立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293" name="Text Box 49">
              <a:extLst>
                <a:ext uri="{FF2B5EF4-FFF2-40B4-BE49-F238E27FC236}">
                  <a16:creationId xmlns:a16="http://schemas.microsoft.com/office/drawing/2014/main" id="{4985AAA0-F2DE-43E8-8A57-323886341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000" y="5004000"/>
              <a:ext cx="648072" cy="360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FCF19DAC-2A9B-44F2-B097-822ECB57E37F}"/>
                </a:ext>
              </a:extLst>
            </p:cNvPr>
            <p:cNvCxnSpPr/>
            <p:nvPr/>
          </p:nvCxnSpPr>
          <p:spPr bwMode="auto">
            <a:xfrm flipV="1">
              <a:off x="1080000" y="4608000"/>
              <a:ext cx="0" cy="39600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5B2D8CBA-C1FF-4AFB-984D-8E57D6FD0067}"/>
                </a:ext>
              </a:extLst>
            </p:cNvPr>
            <p:cNvCxnSpPr/>
            <p:nvPr/>
          </p:nvCxnSpPr>
          <p:spPr bwMode="auto">
            <a:xfrm>
              <a:off x="1188000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5907EFCA-2BE0-4E9D-B769-903A5966176F}"/>
                </a:ext>
              </a:extLst>
            </p:cNvPr>
            <p:cNvCxnSpPr/>
            <p:nvPr/>
          </p:nvCxnSpPr>
          <p:spPr bwMode="auto">
            <a:xfrm flipV="1">
              <a:off x="1295696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34D6C78E-1311-4CA5-8134-94512BFAC487}"/>
                </a:ext>
              </a:extLst>
            </p:cNvPr>
            <p:cNvCxnSpPr/>
            <p:nvPr/>
          </p:nvCxnSpPr>
          <p:spPr bwMode="auto">
            <a:xfrm flipV="1">
              <a:off x="1367704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297DDADD-54FD-42FC-AF84-346F7611B858}"/>
                </a:ext>
              </a:extLst>
            </p:cNvPr>
            <p:cNvCxnSpPr/>
            <p:nvPr/>
          </p:nvCxnSpPr>
          <p:spPr bwMode="auto">
            <a:xfrm flipV="1">
              <a:off x="1448096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1DFA06C3-0939-452A-9464-01D88D2078D7}"/>
                </a:ext>
              </a:extLst>
            </p:cNvPr>
            <p:cNvCxnSpPr/>
            <p:nvPr/>
          </p:nvCxnSpPr>
          <p:spPr bwMode="auto">
            <a:xfrm flipV="1">
              <a:off x="1520104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A4C4FA36-AC70-4BF7-869F-8FB3F5229CD0}"/>
                </a:ext>
              </a:extLst>
            </p:cNvPr>
            <p:cNvCxnSpPr/>
            <p:nvPr/>
          </p:nvCxnSpPr>
          <p:spPr bwMode="auto">
            <a:xfrm>
              <a:off x="972000" y="4680000"/>
              <a:ext cx="4968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C25131A3-CFEA-4C4D-A895-E9E99CFAA4D6}"/>
                </a:ext>
              </a:extLst>
            </p:cNvPr>
            <p:cNvCxnSpPr/>
            <p:nvPr/>
          </p:nvCxnSpPr>
          <p:spPr bwMode="auto">
            <a:xfrm>
              <a:off x="972000" y="4608000"/>
              <a:ext cx="4968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2" name="Text Box 115">
              <a:extLst>
                <a:ext uri="{FF2B5EF4-FFF2-40B4-BE49-F238E27FC236}">
                  <a16:creationId xmlns:a16="http://schemas.microsoft.com/office/drawing/2014/main" id="{00D6EA8F-CDA2-4932-BF41-F6D354B31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000" y="5004000"/>
              <a:ext cx="684000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地址锁存器</a:t>
              </a:r>
            </a:p>
          </p:txBody>
        </p:sp>
        <p:sp>
          <p:nvSpPr>
            <p:cNvPr id="303" name="Text Box 115">
              <a:extLst>
                <a:ext uri="{FF2B5EF4-FFF2-40B4-BE49-F238E27FC236}">
                  <a16:creationId xmlns:a16="http://schemas.microsoft.com/office/drawing/2014/main" id="{4FD788A8-6061-4FFE-88DE-13A048C38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232" y="5004000"/>
              <a:ext cx="684000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缓冲器</a:t>
              </a:r>
            </a:p>
          </p:txBody>
        </p:sp>
        <p:sp>
          <p:nvSpPr>
            <p:cNvPr id="304" name="Text Box 113">
              <a:extLst>
                <a:ext uri="{FF2B5EF4-FFF2-40B4-BE49-F238E27FC236}">
                  <a16:creationId xmlns:a16="http://schemas.microsoft.com/office/drawing/2014/main" id="{185FAEF2-A585-4E19-A564-520959A85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232" y="5041624"/>
              <a:ext cx="252000" cy="864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 anchorCtr="1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设备硬件</a:t>
              </a:r>
            </a:p>
          </p:txBody>
        </p: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2756AC73-7E60-4AE1-B7E6-FDB15361FCFD}"/>
                </a:ext>
              </a:extLst>
            </p:cNvPr>
            <p:cNvCxnSpPr/>
            <p:nvPr/>
          </p:nvCxnSpPr>
          <p:spPr bwMode="auto">
            <a:xfrm>
              <a:off x="5687232" y="5544000"/>
              <a:ext cx="180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sm"/>
              <a:tailEnd type="triangle" w="med" len="sm"/>
            </a:ln>
          </p:spPr>
        </p:cxn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59F14D93-4012-4D84-886D-C2ECD5EAA0F1}"/>
                </a:ext>
              </a:extLst>
            </p:cNvPr>
            <p:cNvCxnSpPr/>
            <p:nvPr/>
          </p:nvCxnSpPr>
          <p:spPr bwMode="auto">
            <a:xfrm>
              <a:off x="5687232" y="5652000"/>
              <a:ext cx="18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61C1CDA1-5B7E-45AB-B3B0-9B43C139F664}"/>
                </a:ext>
              </a:extLst>
            </p:cNvPr>
            <p:cNvCxnSpPr/>
            <p:nvPr/>
          </p:nvCxnSpPr>
          <p:spPr bwMode="auto">
            <a:xfrm flipH="1">
              <a:off x="5687232" y="5760000"/>
              <a:ext cx="180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triangle" w="med" len="sm"/>
            </a:ln>
          </p:spPr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04CC66CD-8506-45EA-A8D0-8EE11455285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28000" y="4608000"/>
              <a:ext cx="1" cy="396000"/>
            </a:xfrm>
            <a:prstGeom prst="line">
              <a:avLst/>
            </a:prstGeom>
            <a:noFill/>
            <a:ln w="19050" cap="sq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AD03DC3A-17DE-4B04-B867-FE36D6AD439D}"/>
                </a:ext>
              </a:extLst>
            </p:cNvPr>
            <p:cNvCxnSpPr/>
            <p:nvPr/>
          </p:nvCxnSpPr>
          <p:spPr bwMode="auto">
            <a:xfrm>
              <a:off x="5363232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sp>
          <p:nvSpPr>
            <p:cNvPr id="310" name="Text Box 61">
              <a:extLst>
                <a:ext uri="{FF2B5EF4-FFF2-40B4-BE49-F238E27FC236}">
                  <a16:creationId xmlns:a16="http://schemas.microsoft.com/office/drawing/2014/main" id="{27101B0A-8E57-45BE-9DB4-97F87DBD3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9232" y="46080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11" name="立方体 310">
              <a:extLst>
                <a:ext uri="{FF2B5EF4-FFF2-40B4-BE49-F238E27FC236}">
                  <a16:creationId xmlns:a16="http://schemas.microsoft.com/office/drawing/2014/main" id="{A3515FD8-4153-494E-BA88-74E198DEE772}"/>
                </a:ext>
              </a:extLst>
            </p:cNvPr>
            <p:cNvSpPr/>
            <p:nvPr/>
          </p:nvSpPr>
          <p:spPr bwMode="auto">
            <a:xfrm>
              <a:off x="4679232" y="5617624"/>
              <a:ext cx="864000" cy="252000"/>
            </a:xfrm>
            <a:prstGeom prst="cube">
              <a:avLst>
                <a:gd name="adj" fmla="val 1409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t" anchorCtr="0" compatLnSpc="1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端口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1757ABF6-819E-41BF-AB77-6238BAACBAC3}"/>
                </a:ext>
              </a:extLst>
            </p:cNvPr>
            <p:cNvCxnSpPr/>
            <p:nvPr/>
          </p:nvCxnSpPr>
          <p:spPr bwMode="auto">
            <a:xfrm>
              <a:off x="5363232" y="5437624"/>
              <a:ext cx="0" cy="180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33E4B361-ED86-44FB-9D7D-EAC140A513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95232" y="5149624"/>
              <a:ext cx="0" cy="468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D3B6B79B-3BCE-4B22-BFD5-796C72AF953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23232" y="5329624"/>
              <a:ext cx="0" cy="288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315" name="Text Box 271">
              <a:extLst>
                <a:ext uri="{FF2B5EF4-FFF2-40B4-BE49-F238E27FC236}">
                  <a16:creationId xmlns:a16="http://schemas.microsoft.com/office/drawing/2014/main" id="{092CC180-2CF0-44B7-847D-7844073503F3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155232" y="5401624"/>
              <a:ext cx="2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16" name="Text Box 50">
              <a:extLst>
                <a:ext uri="{FF2B5EF4-FFF2-40B4-BE49-F238E27FC236}">
                  <a16:creationId xmlns:a16="http://schemas.microsoft.com/office/drawing/2014/main" id="{67A55A15-1BA7-4852-A2D0-AD2CA6756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000" y="5004000"/>
              <a:ext cx="468000" cy="36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</a:p>
          </p:txBody>
        </p: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C3741E2F-FF5D-4F70-B206-7962FAF65F63}"/>
                </a:ext>
              </a:extLst>
            </p:cNvPr>
            <p:cNvCxnSpPr/>
            <p:nvPr/>
          </p:nvCxnSpPr>
          <p:spPr bwMode="auto">
            <a:xfrm>
              <a:off x="1908000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378BA953-10D1-44B4-9008-A472FBE7D3A8}"/>
                </a:ext>
              </a:extLst>
            </p:cNvPr>
            <p:cNvCxnSpPr/>
            <p:nvPr/>
          </p:nvCxnSpPr>
          <p:spPr bwMode="auto">
            <a:xfrm>
              <a:off x="1800000" y="4608000"/>
              <a:ext cx="0" cy="396000"/>
            </a:xfrm>
            <a:prstGeom prst="line">
              <a:avLst/>
            </a:prstGeom>
            <a:noFill/>
            <a:ln w="19050" cap="sq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C7CBEDAB-4224-41A4-8548-48C416F8593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52000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C48FA6CB-2AE4-4996-9741-DCDD8BE80EF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24000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  <p:cxnSp>
        <p:nvCxnSpPr>
          <p:cNvPr id="323" name="直接箭头连接符 322">
            <a:extLst>
              <a:ext uri="{FF2B5EF4-FFF2-40B4-BE49-F238E27FC236}">
                <a16:creationId xmlns:a16="http://schemas.microsoft.com/office/drawing/2014/main" id="{8269D6E5-2739-4DE2-A178-5536AD3D0954}"/>
              </a:ext>
            </a:extLst>
          </p:cNvPr>
          <p:cNvCxnSpPr>
            <a:cxnSpLocks/>
          </p:cNvCxnSpPr>
          <p:nvPr/>
        </p:nvCxnSpPr>
        <p:spPr bwMode="auto">
          <a:xfrm>
            <a:off x="8244000" y="4906800"/>
            <a:ext cx="72000" cy="97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grpSp>
        <p:nvGrpSpPr>
          <p:cNvPr id="326" name="组合 325">
            <a:extLst>
              <a:ext uri="{FF2B5EF4-FFF2-40B4-BE49-F238E27FC236}">
                <a16:creationId xmlns:a16="http://schemas.microsoft.com/office/drawing/2014/main" id="{15BAB4DD-9F3D-407B-9635-8E93D3426704}"/>
              </a:ext>
            </a:extLst>
          </p:cNvPr>
          <p:cNvGrpSpPr/>
          <p:nvPr/>
        </p:nvGrpSpPr>
        <p:grpSpPr>
          <a:xfrm>
            <a:off x="5617040" y="5409176"/>
            <a:ext cx="1798960" cy="792000"/>
            <a:chOff x="5544272" y="5400000"/>
            <a:chExt cx="1798960" cy="792000"/>
          </a:xfrm>
        </p:grpSpPr>
        <p:sp>
          <p:nvSpPr>
            <p:cNvPr id="327" name="Rectangle 130">
              <a:extLst>
                <a:ext uri="{FF2B5EF4-FFF2-40B4-BE49-F238E27FC236}">
                  <a16:creationId xmlns:a16="http://schemas.microsoft.com/office/drawing/2014/main" id="{8C21298F-CDC5-4FE9-A5E3-1FD4AAE3F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4272" y="5400000"/>
              <a:ext cx="1512000" cy="79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zh-CN" altLang="en-US" sz="1600"/>
            </a:p>
          </p:txBody>
        </p: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2EF19F45-F0D6-4620-B688-17ADE5CF37DE}"/>
                </a:ext>
              </a:extLst>
            </p:cNvPr>
            <p:cNvCxnSpPr/>
            <p:nvPr/>
          </p:nvCxnSpPr>
          <p:spPr bwMode="auto">
            <a:xfrm>
              <a:off x="6264272" y="5472000"/>
              <a:ext cx="54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sp>
          <p:nvSpPr>
            <p:cNvPr id="329" name="Text Box 126">
              <a:extLst>
                <a:ext uri="{FF2B5EF4-FFF2-40B4-BE49-F238E27FC236}">
                  <a16:creationId xmlns:a16="http://schemas.microsoft.com/office/drawing/2014/main" id="{10BEB07F-7096-43C7-B0BC-DF7C8964C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272" y="5652000"/>
              <a:ext cx="288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=1</a:t>
              </a:r>
            </a:p>
          </p:txBody>
        </p:sp>
        <p:sp>
          <p:nvSpPr>
            <p:cNvPr id="330" name="Text Box 114">
              <a:extLst>
                <a:ext uri="{FF2B5EF4-FFF2-40B4-BE49-F238E27FC236}">
                  <a16:creationId xmlns:a16="http://schemas.microsoft.com/office/drawing/2014/main" id="{776BCF86-8AC7-48A1-ACF1-2EA32998A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3232" y="5940000"/>
              <a:ext cx="64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比较器</a:t>
              </a:r>
            </a:p>
          </p:txBody>
        </p: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8F9BEFE2-04CA-4B19-A919-9BD5DD348DA9}"/>
                </a:ext>
              </a:extLst>
            </p:cNvPr>
            <p:cNvCxnSpPr/>
            <p:nvPr/>
          </p:nvCxnSpPr>
          <p:spPr bwMode="auto">
            <a:xfrm>
              <a:off x="6300190" y="5832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55AB7B8D-C675-43DE-B35C-9A2A5509AB05}"/>
                </a:ext>
              </a:extLst>
            </p:cNvPr>
            <p:cNvCxnSpPr/>
            <p:nvPr/>
          </p:nvCxnSpPr>
          <p:spPr bwMode="auto">
            <a:xfrm>
              <a:off x="5759232" y="6012000"/>
              <a:ext cx="1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C9A4BD16-DA2E-47CD-BA12-B02DAB51CA23}"/>
                </a:ext>
              </a:extLst>
            </p:cNvPr>
            <p:cNvCxnSpPr/>
            <p:nvPr/>
          </p:nvCxnSpPr>
          <p:spPr bwMode="auto">
            <a:xfrm>
              <a:off x="6551232" y="6048000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389E03F2-6F40-435B-9D28-023D6E9AABAD}"/>
                </a:ext>
              </a:extLst>
            </p:cNvPr>
            <p:cNvCxnSpPr/>
            <p:nvPr/>
          </p:nvCxnSpPr>
          <p:spPr bwMode="auto">
            <a:xfrm>
              <a:off x="6659232" y="5580000"/>
              <a:ext cx="0" cy="46800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sp>
          <p:nvSpPr>
            <p:cNvPr id="335" name="Text Box 143">
              <a:extLst>
                <a:ext uri="{FF2B5EF4-FFF2-40B4-BE49-F238E27FC236}">
                  <a16:creationId xmlns:a16="http://schemas.microsoft.com/office/drawing/2014/main" id="{60ADFF22-C876-432C-8488-FF17125FE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232" y="5436000"/>
              <a:ext cx="180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C26C85AD-10B4-440C-A204-3B1111593AC9}"/>
                </a:ext>
              </a:extLst>
            </p:cNvPr>
            <p:cNvCxnSpPr/>
            <p:nvPr/>
          </p:nvCxnSpPr>
          <p:spPr bwMode="auto">
            <a:xfrm>
              <a:off x="6659232" y="5580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337" name="Text Box 143">
              <a:extLst>
                <a:ext uri="{FF2B5EF4-FFF2-40B4-BE49-F238E27FC236}">
                  <a16:creationId xmlns:a16="http://schemas.microsoft.com/office/drawing/2014/main" id="{7AE84A71-97C3-4903-BC7B-22D896461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232" y="5652000"/>
              <a:ext cx="180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3CC036DB-6DFA-46DC-B54B-65B237DD065F}"/>
                </a:ext>
              </a:extLst>
            </p:cNvPr>
            <p:cNvCxnSpPr/>
            <p:nvPr/>
          </p:nvCxnSpPr>
          <p:spPr bwMode="auto">
            <a:xfrm>
              <a:off x="6659232" y="5796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cxnSp>
          <p:nvCxnSpPr>
            <p:cNvPr id="339" name="直接连接符 338">
              <a:extLst>
                <a:ext uri="{FF2B5EF4-FFF2-40B4-BE49-F238E27FC236}">
                  <a16:creationId xmlns:a16="http://schemas.microsoft.com/office/drawing/2014/main" id="{7FBFC8D1-1DA3-405D-9EC3-5A1B13729DA4}"/>
                </a:ext>
              </a:extLst>
            </p:cNvPr>
            <p:cNvCxnSpPr/>
            <p:nvPr/>
          </p:nvCxnSpPr>
          <p:spPr bwMode="auto">
            <a:xfrm>
              <a:off x="6983232" y="5545624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5444B7C6-024C-4FFE-A031-A81E56689DE5}"/>
                </a:ext>
              </a:extLst>
            </p:cNvPr>
            <p:cNvCxnSpPr/>
            <p:nvPr/>
          </p:nvCxnSpPr>
          <p:spPr bwMode="auto">
            <a:xfrm>
              <a:off x="6983232" y="5725624"/>
              <a:ext cx="288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341" name="直接连接符 340">
              <a:extLst>
                <a:ext uri="{FF2B5EF4-FFF2-40B4-BE49-F238E27FC236}">
                  <a16:creationId xmlns:a16="http://schemas.microsoft.com/office/drawing/2014/main" id="{E6F1C1AA-09C9-4C86-87CF-1B4629270DB9}"/>
                </a:ext>
              </a:extLst>
            </p:cNvPr>
            <p:cNvCxnSpPr/>
            <p:nvPr/>
          </p:nvCxnSpPr>
          <p:spPr bwMode="auto">
            <a:xfrm>
              <a:off x="6372272" y="5544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</p:spPr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CE460F41-B9B3-4126-90C2-495BECDD83A8}"/>
                </a:ext>
              </a:extLst>
            </p:cNvPr>
            <p:cNvCxnSpPr/>
            <p:nvPr/>
          </p:nvCxnSpPr>
          <p:spPr bwMode="auto">
            <a:xfrm>
              <a:off x="6516272" y="5688000"/>
              <a:ext cx="288000" cy="0"/>
            </a:xfrm>
            <a:prstGeom prst="lin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075F0385-AAA1-4628-98F8-85AE0BE56B1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16272" y="5544000"/>
              <a:ext cx="0" cy="144000"/>
            </a:xfrm>
            <a:prstGeom prst="lin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</p:spPr>
        </p:cxn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DE559899-8DFA-465F-88B8-23893297A3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59232" y="5868000"/>
              <a:ext cx="0" cy="144000"/>
            </a:xfrm>
            <a:prstGeom prst="line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</p:spPr>
        </p:cxnSp>
      </p:grpSp>
      <p:grpSp>
        <p:nvGrpSpPr>
          <p:cNvPr id="345" name="组合 344">
            <a:extLst>
              <a:ext uri="{FF2B5EF4-FFF2-40B4-BE49-F238E27FC236}">
                <a16:creationId xmlns:a16="http://schemas.microsoft.com/office/drawing/2014/main" id="{B5BD18EE-DBC0-468C-BA39-D2F76FC7745A}"/>
              </a:ext>
            </a:extLst>
          </p:cNvPr>
          <p:cNvGrpSpPr/>
          <p:nvPr/>
        </p:nvGrpSpPr>
        <p:grpSpPr>
          <a:xfrm>
            <a:off x="4896496" y="5446800"/>
            <a:ext cx="2304000" cy="792000"/>
            <a:chOff x="4824000" y="5446800"/>
            <a:chExt cx="2304000" cy="792000"/>
          </a:xfrm>
        </p:grpSpPr>
        <p:sp>
          <p:nvSpPr>
            <p:cNvPr id="346" name="Text Box 112">
              <a:extLst>
                <a:ext uri="{FF2B5EF4-FFF2-40B4-BE49-F238E27FC236}">
                  <a16:creationId xmlns:a16="http://schemas.microsoft.com/office/drawing/2014/main" id="{CAF18090-FEB8-4EFA-A907-A500A4FC1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6272" y="5446800"/>
              <a:ext cx="468000" cy="43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 anchorCtr="1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设备号</a:t>
              </a:r>
            </a:p>
          </p:txBody>
        </p:sp>
        <p:sp>
          <p:nvSpPr>
            <p:cNvPr id="347" name="Text Box 61">
              <a:extLst>
                <a:ext uri="{FF2B5EF4-FFF2-40B4-BE49-F238E27FC236}">
                  <a16:creationId xmlns:a16="http://schemas.microsoft.com/office/drawing/2014/main" id="{6D1CE7EA-BD04-488C-8D03-ACE4EAEDE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4000" y="5914800"/>
              <a:ext cx="68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80000"/>
                </a:lnSpc>
              </a:pPr>
              <a:r>
                <a:rPr lang="zh-CN" altLang="en-US" sz="1400" b="1" spc="-100" dirty="0">
                  <a:latin typeface="宋体" panose="02010600030101010101" pitchFamily="2" charset="-122"/>
                </a:rPr>
                <a:t>低  高位</a:t>
              </a:r>
              <a:endParaRPr lang="en-US" altLang="zh-CN" sz="14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DDE2F69C-4947-446E-86F2-851AF05BFDC9}"/>
                </a:ext>
              </a:extLst>
            </p:cNvPr>
            <p:cNvCxnSpPr/>
            <p:nvPr/>
          </p:nvCxnSpPr>
          <p:spPr bwMode="auto">
            <a:xfrm>
              <a:off x="5112000" y="6130800"/>
              <a:ext cx="79200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DBE34CD6-C379-4809-A13A-07551994F206}"/>
                </a:ext>
              </a:extLst>
            </p:cNvPr>
            <p:cNvCxnSpPr/>
            <p:nvPr/>
          </p:nvCxnSpPr>
          <p:spPr bwMode="auto">
            <a:xfrm>
              <a:off x="5040000" y="6238800"/>
              <a:ext cx="208800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0EEAD087-1299-4A69-A3AC-2BFE7793B22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12000" y="5842800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351" name="直接连接符 350">
              <a:extLst>
                <a:ext uri="{FF2B5EF4-FFF2-40B4-BE49-F238E27FC236}">
                  <a16:creationId xmlns:a16="http://schemas.microsoft.com/office/drawing/2014/main" id="{52F6666A-A29D-4FE3-B51C-A82BB4A822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40000" y="5842800"/>
              <a:ext cx="0" cy="39600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</p:spPr>
        </p:cxnSp>
      </p:grp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60E21B91-FC35-4519-B9E8-546AB81F27DA}"/>
              </a:ext>
            </a:extLst>
          </p:cNvPr>
          <p:cNvGrpSpPr/>
          <p:nvPr/>
        </p:nvGrpSpPr>
        <p:grpSpPr>
          <a:xfrm>
            <a:off x="6336768" y="5157176"/>
            <a:ext cx="107926" cy="504000"/>
            <a:chOff x="3816000" y="4752000"/>
            <a:chExt cx="107926" cy="540000"/>
          </a:xfrm>
        </p:grpSpPr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60D9EFBA-65C0-4F85-82C8-24EFA7DC7902}"/>
                </a:ext>
              </a:extLst>
            </p:cNvPr>
            <p:cNvCxnSpPr/>
            <p:nvPr/>
          </p:nvCxnSpPr>
          <p:spPr bwMode="auto">
            <a:xfrm>
              <a:off x="3816000" y="4752000"/>
              <a:ext cx="1" cy="540000"/>
            </a:xfrm>
            <a:prstGeom prst="line">
              <a:avLst/>
            </a:prstGeom>
            <a:noFill/>
            <a:ln w="12700" cap="sq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DE466C7A-DA40-473F-83A1-AD7244DF10E9}"/>
                </a:ext>
              </a:extLst>
            </p:cNvPr>
            <p:cNvCxnSpPr/>
            <p:nvPr/>
          </p:nvCxnSpPr>
          <p:spPr bwMode="auto">
            <a:xfrm>
              <a:off x="3923926" y="4760010"/>
              <a:ext cx="0" cy="531990"/>
            </a:xfrm>
            <a:prstGeom prst="line">
              <a:avLst/>
            </a:prstGeom>
            <a:noFill/>
            <a:ln w="12700" cap="sq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</p:spTree>
    <p:extLst>
      <p:ext uri="{BB962C8B-B14F-4D97-AF65-F5344CB8AC3E}">
        <p14:creationId xmlns:p14="http://schemas.microsoft.com/office/powerpoint/2010/main" val="319041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EA94F3-C5D6-46EA-AAC9-2B8D2934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11</a:t>
            </a:fld>
            <a:endParaRPr lang="en-US" altLang="zh-CN" dirty="0"/>
          </a:p>
        </p:txBody>
      </p:sp>
      <p:sp>
        <p:nvSpPr>
          <p:cNvPr id="77" name="Text Box 5">
            <a:extLst>
              <a:ext uri="{FF2B5EF4-FFF2-40B4-BE49-F238E27FC236}">
                <a16:creationId xmlns:a16="http://schemas.microsoft.com/office/drawing/2014/main" id="{11F4A97E-DBD1-4393-9ABF-16A18A7D2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332740"/>
            <a:ext cx="6491322" cy="6277616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系统的组成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续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主机</a:t>
            </a:r>
            <a:r>
              <a:rPr lang="en-US" altLang="zh-CN" sz="1600" b="1" dirty="0">
                <a:latin typeface="宋体" panose="02010600030101010101" pitchFamily="2" charset="-122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</a:rPr>
              <a:t>外设的数据交换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</a:t>
            </a:r>
            <a:r>
              <a:rPr lang="en-US" altLang="zh-CN" sz="1600" b="1" dirty="0">
                <a:latin typeface="宋体" panose="02010600030101010101" pitchFamily="2" charset="-122"/>
              </a:rPr>
              <a:t>(I/O</a:t>
            </a:r>
            <a:r>
              <a:rPr lang="zh-CN" altLang="en-US" sz="1600" b="1" dirty="0">
                <a:latin typeface="宋体" panose="02010600030101010101" pitchFamily="2" charset="-122"/>
              </a:rPr>
              <a:t>的软件组织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程序直接控制方式：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</a:rPr>
              <a:t>CPU-</a:t>
            </a:r>
            <a:r>
              <a:rPr lang="zh-CN" altLang="en-US" sz="1600" b="1" dirty="0">
                <a:latin typeface="宋体" panose="02010600030101010101" pitchFamily="2" charset="-122"/>
              </a:rPr>
              <a:t>外设间、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次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控制流程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程序查询           直接传送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中断方式：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</a:rPr>
              <a:t>CPU-</a:t>
            </a:r>
            <a:r>
              <a:rPr lang="zh-CN" altLang="en-US" sz="1600" b="1" dirty="0">
                <a:latin typeface="宋体" panose="02010600030101010101" pitchFamily="2" charset="-122"/>
              </a:rPr>
              <a:t>外设间、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次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控制流程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中断类型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DMA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(MEM</a:t>
            </a:r>
            <a:r>
              <a:rPr lang="en-US" altLang="zh-CN" sz="1600" b="1" dirty="0">
                <a:latin typeface="宋体" panose="02010600030101010101" pitchFamily="2" charset="-122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</a:rPr>
              <a:t>外设间、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批数据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次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 控制流程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 I/O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过程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78" name="Text Box 5">
            <a:extLst>
              <a:ext uri="{FF2B5EF4-FFF2-40B4-BE49-F238E27FC236}">
                <a16:creationId xmlns:a16="http://schemas.microsoft.com/office/drawing/2014/main" id="{6B9DB712-7FE8-4744-80FE-70232CBA3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1484784"/>
            <a:ext cx="7056581" cy="5078378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4680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仅软件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访问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直接传送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仅含交换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种端口，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仅有数据口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查询接口＋中断请求产生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撤销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＋提供类型号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向量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非向量、单重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多重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～优先级管理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～请求连接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判优 →中断控制器←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</a:rPr>
              <a:t>┘</a:t>
            </a:r>
            <a:endParaRPr lang="en-US" altLang="zh-CN" sz="16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类似中断方式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传送由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DMA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接口实现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中断接口＋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请求产生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撤销＋总线控制＋批量管理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总线申请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～传送方式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个计数器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预处理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传送准备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传送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(CPU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让出总线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＋后处理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结束处理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574B77C3-2CDA-4C3B-9DD3-667570B96696}"/>
              </a:ext>
            </a:extLst>
          </p:cNvPr>
          <p:cNvGrpSpPr/>
          <p:nvPr/>
        </p:nvGrpSpPr>
        <p:grpSpPr>
          <a:xfrm>
            <a:off x="2627784" y="2564904"/>
            <a:ext cx="4463560" cy="1153896"/>
            <a:chOff x="2268128" y="4005192"/>
            <a:chExt cx="4463560" cy="1153896"/>
          </a:xfrm>
        </p:grpSpPr>
        <p:sp>
          <p:nvSpPr>
            <p:cNvPr id="136" name="Text Box 12">
              <a:extLst>
                <a:ext uri="{FF2B5EF4-FFF2-40B4-BE49-F238E27FC236}">
                  <a16:creationId xmlns:a16="http://schemas.microsoft.com/office/drawing/2014/main" id="{C6000B50-CE11-43DF-A41F-EF7E28EAC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128" y="4112266"/>
              <a:ext cx="864000" cy="54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</a:p>
            <a:p>
              <a:pPr algn="r">
                <a:lnSpc>
                  <a:spcPct val="80000"/>
                </a:lnSpc>
                <a:spcBef>
                  <a:spcPts val="5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</a:p>
          </p:txBody>
        </p:sp>
        <p:sp>
          <p:nvSpPr>
            <p:cNvPr id="137" name="Text Box 19">
              <a:extLst>
                <a:ext uri="{FF2B5EF4-FFF2-40B4-BE49-F238E27FC236}">
                  <a16:creationId xmlns:a16="http://schemas.microsoft.com/office/drawing/2014/main" id="{8EB1B42D-49C4-416C-AFFA-AA6D5D8EE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128" y="4257192"/>
              <a:ext cx="395288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38" name="Rectangle 64">
              <a:extLst>
                <a:ext uri="{FF2B5EF4-FFF2-40B4-BE49-F238E27FC236}">
                  <a16:creationId xmlns:a16="http://schemas.microsoft.com/office/drawing/2014/main" id="{EAB3CC38-17E1-460A-ACEE-B17B83E47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96" y="4185291"/>
              <a:ext cx="1260000" cy="1444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" name="Rectangle 66">
              <a:extLst>
                <a:ext uri="{FF2B5EF4-FFF2-40B4-BE49-F238E27FC236}">
                  <a16:creationId xmlns:a16="http://schemas.microsoft.com/office/drawing/2014/main" id="{37309E13-B88C-4502-8B54-3037680D4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688" y="4185291"/>
              <a:ext cx="144463" cy="1444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71">
              <a:extLst>
                <a:ext uri="{FF2B5EF4-FFF2-40B4-BE49-F238E27FC236}">
                  <a16:creationId xmlns:a16="http://schemas.microsoft.com/office/drawing/2014/main" id="{FBE46697-41E5-419F-9D22-A79E21446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896" y="4256728"/>
              <a:ext cx="126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Text Box 85">
              <a:extLst>
                <a:ext uri="{FF2B5EF4-FFF2-40B4-BE49-F238E27FC236}">
                  <a16:creationId xmlns:a16="http://schemas.microsoft.com/office/drawing/2014/main" id="{5D9774E0-DFAC-4060-9924-2F6E27707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128" y="4907088"/>
              <a:ext cx="1548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42" name="Line 87">
              <a:extLst>
                <a:ext uri="{FF2B5EF4-FFF2-40B4-BE49-F238E27FC236}">
                  <a16:creationId xmlns:a16="http://schemas.microsoft.com/office/drawing/2014/main" id="{43D1C604-C82A-4834-B7D2-734C3C0CFF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7688" y="4329754"/>
              <a:ext cx="0" cy="648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Rectangle 90">
              <a:extLst>
                <a:ext uri="{FF2B5EF4-FFF2-40B4-BE49-F238E27FC236}">
                  <a16:creationId xmlns:a16="http://schemas.microsoft.com/office/drawing/2014/main" id="{268278CF-BD58-47D3-BB29-D09602720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688" y="4977192"/>
              <a:ext cx="1080000" cy="144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左大括号 143">
              <a:extLst>
                <a:ext uri="{FF2B5EF4-FFF2-40B4-BE49-F238E27FC236}">
                  <a16:creationId xmlns:a16="http://schemas.microsoft.com/office/drawing/2014/main" id="{5F6DF020-9703-497D-ADC5-DAB01DFA8E96}"/>
                </a:ext>
              </a:extLst>
            </p:cNvPr>
            <p:cNvSpPr/>
            <p:nvPr/>
          </p:nvSpPr>
          <p:spPr bwMode="auto">
            <a:xfrm>
              <a:off x="2664128" y="4221192"/>
              <a:ext cx="72000" cy="324000"/>
            </a:xfrm>
            <a:prstGeom prst="leftBrace">
              <a:avLst>
                <a:gd name="adj1" fmla="val 2317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5" name="Line 71">
              <a:extLst>
                <a:ext uri="{FF2B5EF4-FFF2-40B4-BE49-F238E27FC236}">
                  <a16:creationId xmlns:a16="http://schemas.microsoft.com/office/drawing/2014/main" id="{DDD699A1-72BF-4B03-A29D-96AAB583D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688" y="5049192"/>
              <a:ext cx="10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Rectangle 65">
              <a:extLst>
                <a:ext uri="{FF2B5EF4-FFF2-40B4-BE49-F238E27FC236}">
                  <a16:creationId xmlns:a16="http://schemas.microsoft.com/office/drawing/2014/main" id="{7C610D0E-2329-4348-A88E-C9F50AFB7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3688" y="4473192"/>
              <a:ext cx="648000" cy="1428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Rectangle 67">
              <a:extLst>
                <a:ext uri="{FF2B5EF4-FFF2-40B4-BE49-F238E27FC236}">
                  <a16:creationId xmlns:a16="http://schemas.microsoft.com/office/drawing/2014/main" id="{1C9CB5B2-8458-498C-85A0-011D0FC23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7688" y="4183704"/>
              <a:ext cx="684000" cy="1428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Rectangle 69">
              <a:extLst>
                <a:ext uri="{FF2B5EF4-FFF2-40B4-BE49-F238E27FC236}">
                  <a16:creationId xmlns:a16="http://schemas.microsoft.com/office/drawing/2014/main" id="{01D23D07-1679-44D2-A8DE-E4CF4A04F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9688" y="4473192"/>
              <a:ext cx="146050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72">
              <a:extLst>
                <a:ext uri="{FF2B5EF4-FFF2-40B4-BE49-F238E27FC236}">
                  <a16:creationId xmlns:a16="http://schemas.microsoft.com/office/drawing/2014/main" id="{E5B1F106-E55E-44AB-B72E-AD2535F11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1688" y="4257192"/>
              <a:ext cx="216000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75">
              <a:extLst>
                <a:ext uri="{FF2B5EF4-FFF2-40B4-BE49-F238E27FC236}">
                  <a16:creationId xmlns:a16="http://schemas.microsoft.com/office/drawing/2014/main" id="{60519ED2-2257-45E2-82D3-1C3E14C9A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7688" y="4256728"/>
              <a:ext cx="68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92">
              <a:extLst>
                <a:ext uri="{FF2B5EF4-FFF2-40B4-BE49-F238E27FC236}">
                  <a16:creationId xmlns:a16="http://schemas.microsoft.com/office/drawing/2014/main" id="{3481BD90-495A-4703-9D65-90EA05653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5336" y="4328165"/>
              <a:ext cx="0" cy="648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Text Box 100">
              <a:extLst>
                <a:ext uri="{FF2B5EF4-FFF2-40B4-BE49-F238E27FC236}">
                  <a16:creationId xmlns:a16="http://schemas.microsoft.com/office/drawing/2014/main" id="{F67EEDD1-38FD-48F7-B782-47568C66A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688" y="4005192"/>
              <a:ext cx="252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t" anchorCtr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FFCC99"/>
                  </a:highlight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154" name="Text Box 101">
              <a:extLst>
                <a:ext uri="{FF2B5EF4-FFF2-40B4-BE49-F238E27FC236}">
                  <a16:creationId xmlns:a16="http://schemas.microsoft.com/office/drawing/2014/main" id="{4FD79D51-71F6-41E5-BBA5-CD12B3CC8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9688" y="4005192"/>
              <a:ext cx="252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</a:p>
          </p:txBody>
        </p:sp>
        <p:sp>
          <p:nvSpPr>
            <p:cNvPr id="155" name="Text Box 96">
              <a:extLst>
                <a:ext uri="{FF2B5EF4-FFF2-40B4-BE49-F238E27FC236}">
                  <a16:creationId xmlns:a16="http://schemas.microsoft.com/office/drawing/2014/main" id="{2A39B9B7-2D0D-4042-8F3B-BEEE44B32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336" y="4473192"/>
              <a:ext cx="468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</a:p>
          </p:txBody>
        </p:sp>
        <p:sp>
          <p:nvSpPr>
            <p:cNvPr id="160" name="Line 95">
              <a:extLst>
                <a:ext uri="{FF2B5EF4-FFF2-40B4-BE49-F238E27FC236}">
                  <a16:creationId xmlns:a16="http://schemas.microsoft.com/office/drawing/2014/main" id="{677D516C-E2A4-415F-9955-355EB45381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659688" y="4328165"/>
              <a:ext cx="0" cy="648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Rectangle 86">
              <a:extLst>
                <a:ext uri="{FF2B5EF4-FFF2-40B4-BE49-F238E27FC236}">
                  <a16:creationId xmlns:a16="http://schemas.microsoft.com/office/drawing/2014/main" id="{6A77A1F9-AFB7-4770-9455-EF3E5AE4F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9336" y="4977192"/>
              <a:ext cx="1296000" cy="144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Text Box 88">
              <a:extLst>
                <a:ext uri="{FF2B5EF4-FFF2-40B4-BE49-F238E27FC236}">
                  <a16:creationId xmlns:a16="http://schemas.microsoft.com/office/drawing/2014/main" id="{E3F37373-B894-4E90-A726-F704F67F2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688" y="4689192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8" name="Line 89">
              <a:extLst>
                <a:ext uri="{FF2B5EF4-FFF2-40B4-BE49-F238E27FC236}">
                  <a16:creationId xmlns:a16="http://schemas.microsoft.com/office/drawing/2014/main" id="{26186451-8E3C-4FC3-9178-6F5AEFA43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688" y="4617192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71">
              <a:extLst>
                <a:ext uri="{FF2B5EF4-FFF2-40B4-BE49-F238E27FC236}">
                  <a16:creationId xmlns:a16="http://schemas.microsoft.com/office/drawing/2014/main" id="{C63288A2-F676-456D-82E3-88A1C7D2AA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43688" y="5049192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Text Box 96">
              <a:extLst>
                <a:ext uri="{FF2B5EF4-FFF2-40B4-BE49-F238E27FC236}">
                  <a16:creationId xmlns:a16="http://schemas.microsoft.com/office/drawing/2014/main" id="{A412E27D-4D1F-4F54-B69D-931EFDBE9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688" y="4689192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</a:p>
          </p:txBody>
        </p:sp>
        <p:sp>
          <p:nvSpPr>
            <p:cNvPr id="174" name="Line 89">
              <a:extLst>
                <a:ext uri="{FF2B5EF4-FFF2-40B4-BE49-F238E27FC236}">
                  <a16:creationId xmlns:a16="http://schemas.microsoft.com/office/drawing/2014/main" id="{D209E203-FFF1-48FD-B7FE-3BC8B2737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88" y="4617192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Text Box 91">
              <a:extLst>
                <a:ext uri="{FF2B5EF4-FFF2-40B4-BE49-F238E27FC236}">
                  <a16:creationId xmlns:a16="http://schemas.microsoft.com/office/drawing/2014/main" id="{083B0D9A-1853-46BE-B9EB-63FC05E8F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5688" y="4689192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76" name="Rectangle 69">
              <a:extLst>
                <a:ext uri="{FF2B5EF4-FFF2-40B4-BE49-F238E27FC236}">
                  <a16:creationId xmlns:a16="http://schemas.microsoft.com/office/drawing/2014/main" id="{402C48D9-070B-4205-808D-5A309DC82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688" y="4473192"/>
              <a:ext cx="146050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" name="Line 73">
              <a:extLst>
                <a:ext uri="{FF2B5EF4-FFF2-40B4-BE49-F238E27FC236}">
                  <a16:creationId xmlns:a16="http://schemas.microsoft.com/office/drawing/2014/main" id="{DB0492D2-16AF-4461-BA30-9B94FB7EFD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3688" y="4545192"/>
              <a:ext cx="648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87">
              <a:extLst>
                <a:ext uri="{FF2B5EF4-FFF2-40B4-BE49-F238E27FC236}">
                  <a16:creationId xmlns:a16="http://schemas.microsoft.com/office/drawing/2014/main" id="{B299AFCB-495F-4616-BDF7-F9D5CAA8F6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3688" y="497719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Text Box 96">
              <a:extLst>
                <a:ext uri="{FF2B5EF4-FFF2-40B4-BE49-F238E27FC236}">
                  <a16:creationId xmlns:a16="http://schemas.microsoft.com/office/drawing/2014/main" id="{36F87B57-21CF-4554-93D1-124337DA2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7896" y="4473192"/>
              <a:ext cx="468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启动设备</a:t>
              </a:r>
            </a:p>
          </p:txBody>
        </p:sp>
        <p:sp>
          <p:nvSpPr>
            <p:cNvPr id="149" name="Line 70">
              <a:extLst>
                <a:ext uri="{FF2B5EF4-FFF2-40B4-BE49-F238E27FC236}">
                  <a16:creationId xmlns:a16="http://schemas.microsoft.com/office/drawing/2014/main" id="{B730DB35-1EF1-4C1A-A128-C6EF6F8B9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336" y="4256729"/>
              <a:ext cx="288000" cy="28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5EFA4F44-C43A-4AFD-8414-7646E4F95451}"/>
              </a:ext>
            </a:extLst>
          </p:cNvPr>
          <p:cNvGrpSpPr/>
          <p:nvPr/>
        </p:nvGrpSpPr>
        <p:grpSpPr>
          <a:xfrm>
            <a:off x="7236296" y="548680"/>
            <a:ext cx="1728000" cy="2124000"/>
            <a:chOff x="7235512" y="1944000"/>
            <a:chExt cx="1728000" cy="2124000"/>
          </a:xfrm>
        </p:grpSpPr>
        <p:sp>
          <p:nvSpPr>
            <p:cNvPr id="198" name="Text Box 202">
              <a:extLst>
                <a:ext uri="{FF2B5EF4-FFF2-40B4-BE49-F238E27FC236}">
                  <a16:creationId xmlns:a16="http://schemas.microsoft.com/office/drawing/2014/main" id="{AFCF49DB-9247-4740-ADB2-B9559C877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7512" y="2376000"/>
              <a:ext cx="1656000" cy="1188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9" name="AutoShape 175">
              <a:extLst>
                <a:ext uri="{FF2B5EF4-FFF2-40B4-BE49-F238E27FC236}">
                  <a16:creationId xmlns:a16="http://schemas.microsoft.com/office/drawing/2014/main" id="{C77A8169-3302-441A-B7F1-E8D02FF32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9512" y="2880000"/>
              <a:ext cx="1080000" cy="216000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就绪？</a:t>
              </a:r>
            </a:p>
          </p:txBody>
        </p:sp>
        <p:sp>
          <p:nvSpPr>
            <p:cNvPr id="200" name="Text Box 177">
              <a:extLst>
                <a:ext uri="{FF2B5EF4-FFF2-40B4-BE49-F238E27FC236}">
                  <a16:creationId xmlns:a16="http://schemas.microsoft.com/office/drawing/2014/main" id="{7F2DCE15-503D-497B-AAA7-32D39403D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5512" y="2808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201" name="Text Box 182">
              <a:extLst>
                <a:ext uri="{FF2B5EF4-FFF2-40B4-BE49-F238E27FC236}">
                  <a16:creationId xmlns:a16="http://schemas.microsoft.com/office/drawing/2014/main" id="{3B3D0D94-E80C-4DE1-88F2-9823544A8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9512" y="3312000"/>
              <a:ext cx="151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与外设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交换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202" name="Text Box 184">
              <a:extLst>
                <a:ext uri="{FF2B5EF4-FFF2-40B4-BE49-F238E27FC236}">
                  <a16:creationId xmlns:a16="http://schemas.microsoft.com/office/drawing/2014/main" id="{7961F842-5D89-4893-ADCA-A343DE5D8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4328" y="2520000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外设状态</a:t>
              </a:r>
            </a:p>
          </p:txBody>
        </p:sp>
        <p:sp>
          <p:nvSpPr>
            <p:cNvPr id="203" name="Text Box 185">
              <a:extLst>
                <a:ext uri="{FF2B5EF4-FFF2-40B4-BE49-F238E27FC236}">
                  <a16:creationId xmlns:a16="http://schemas.microsoft.com/office/drawing/2014/main" id="{FFA08E66-782E-4443-8840-27B2A1E8D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3096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204" name="AutoShape 187">
              <a:extLst>
                <a:ext uri="{FF2B5EF4-FFF2-40B4-BE49-F238E27FC236}">
                  <a16:creationId xmlns:a16="http://schemas.microsoft.com/office/drawing/2014/main" id="{C50E0870-D717-47DA-9089-778562628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9512" y="3672000"/>
              <a:ext cx="1080000" cy="216000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传完？</a:t>
              </a:r>
            </a:p>
          </p:txBody>
        </p:sp>
        <p:sp>
          <p:nvSpPr>
            <p:cNvPr id="205" name="Text Box 193">
              <a:extLst>
                <a:ext uri="{FF2B5EF4-FFF2-40B4-BE49-F238E27FC236}">
                  <a16:creationId xmlns:a16="http://schemas.microsoft.com/office/drawing/2014/main" id="{FD183CA7-C379-4E54-859D-D18BEA83E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4456" y="2088000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启动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外设</a:t>
              </a:r>
            </a:p>
          </p:txBody>
        </p: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B4698786-E732-4432-A78A-A4BD96C1B88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00178" y="1944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B826A1BF-DC9A-4598-A96E-D10ECB32595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100264" y="2304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228AD99D-5389-4407-AEBB-FBAB3144A45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00256" y="2736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889ED564-8B10-4799-A40A-89885908F76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100232" y="3096000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D25F786C-654B-4B02-BA9A-736D86782E2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00232" y="3528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0B4BCD3E-DFC9-430C-ADA7-94D4F2651A6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100170" y="3888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2" name="Text Box 177">
              <a:extLst>
                <a:ext uri="{FF2B5EF4-FFF2-40B4-BE49-F238E27FC236}">
                  <a16:creationId xmlns:a16="http://schemas.microsoft.com/office/drawing/2014/main" id="{91887ACB-C192-4B5B-9FED-021CA6EF6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9512" y="3600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213" name="Text Box 185">
              <a:extLst>
                <a:ext uri="{FF2B5EF4-FFF2-40B4-BE49-F238E27FC236}">
                  <a16:creationId xmlns:a16="http://schemas.microsoft.com/office/drawing/2014/main" id="{50DC9D78-7DE5-436A-8B69-DB1C45F6C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3888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BCA28C43-1893-4E76-B617-3CE12D78A7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35512" y="1980000"/>
              <a:ext cx="86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DFB2F8A8-F29A-439E-84B3-7C42A551EBD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235512" y="1980000"/>
              <a:ext cx="0" cy="180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A527AB5B-EB61-4868-8597-E9A7B4C7C13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235512" y="3780000"/>
              <a:ext cx="32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CD869701-1EBC-4D13-AAAD-727D20AF7B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79512" y="2430000"/>
              <a:ext cx="72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B51007EA-46F7-4567-9A17-885B6278222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379512" y="2430000"/>
              <a:ext cx="0" cy="55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2EB79EB8-B2DE-4A78-A446-6849478A3A2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379512" y="2988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83BC27A0-8568-4A7E-8AA9-93B796760264}"/>
              </a:ext>
            </a:extLst>
          </p:cNvPr>
          <p:cNvGrpSpPr/>
          <p:nvPr/>
        </p:nvGrpSpPr>
        <p:grpSpPr>
          <a:xfrm>
            <a:off x="7271992" y="2782800"/>
            <a:ext cx="1656239" cy="2663936"/>
            <a:chOff x="9353" y="4252"/>
            <a:chExt cx="2608" cy="4195"/>
          </a:xfrm>
        </p:grpSpPr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C83A061A-D4C6-40CA-B271-D90DB8B618E1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10658" y="4252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237" name="Text Box 382">
              <a:extLst>
                <a:ext uri="{FF2B5EF4-FFF2-40B4-BE49-F238E27FC236}">
                  <a16:creationId xmlns:a16="http://schemas.microsoft.com/office/drawing/2014/main" id="{F18F292B-1A69-45F4-9D8A-F93EEB2A5EEC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353" y="4479"/>
              <a:ext cx="2608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保存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现场</a:t>
              </a:r>
            </a:p>
          </p:txBody>
        </p:sp>
        <p:sp>
          <p:nvSpPr>
            <p:cNvPr id="238" name="Text Box 383">
              <a:extLst>
                <a:ext uri="{FF2B5EF4-FFF2-40B4-BE49-F238E27FC236}">
                  <a16:creationId xmlns:a16="http://schemas.microsoft.com/office/drawing/2014/main" id="{94DD7D15-E94A-4555-B7A7-A8FDA7B06CF2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865" y="6179"/>
              <a:ext cx="1587" cy="56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服务</a:t>
              </a:r>
            </a:p>
          </p:txBody>
        </p:sp>
        <p:sp>
          <p:nvSpPr>
            <p:cNvPr id="239" name="Text Box 385">
              <a:extLst>
                <a:ext uri="{FF2B5EF4-FFF2-40B4-BE49-F238E27FC236}">
                  <a16:creationId xmlns:a16="http://schemas.microsoft.com/office/drawing/2014/main" id="{AF338891-5B9B-4D71-A279-76BDB0594063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921" y="8107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中断返回</a:t>
              </a:r>
            </a:p>
          </p:txBody>
        </p:sp>
        <p:cxnSp>
          <p:nvCxnSpPr>
            <p:cNvPr id="240" name="直接箭头连接符 239">
              <a:extLst>
                <a:ext uri="{FF2B5EF4-FFF2-40B4-BE49-F238E27FC236}">
                  <a16:creationId xmlns:a16="http://schemas.microsoft.com/office/drawing/2014/main" id="{E5CCBA42-B0BB-48E9-9EF3-1B614BB944C8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10658" y="4819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A5D6537B-8DF8-4353-AFCF-DFB8CBCF7A15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10658" y="5613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42" name="直接箭头连接符 241">
              <a:extLst>
                <a:ext uri="{FF2B5EF4-FFF2-40B4-BE49-F238E27FC236}">
                  <a16:creationId xmlns:a16="http://schemas.microsoft.com/office/drawing/2014/main" id="{F0715DD4-40B1-4593-AE48-93C244C3BCAB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10658" y="6746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0DF9878A-0AD9-4B64-925E-04414DA3A585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10658" y="6973"/>
              <a:ext cx="2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785D0AC7-FC02-4352-9EF7-6B185782AFA6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10658" y="5046"/>
              <a:ext cx="1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BD2EB106-F391-46E7-B0DB-152578F63E83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10658" y="7880"/>
              <a:ext cx="2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246" name="Text Box 382">
              <a:extLst>
                <a:ext uri="{FF2B5EF4-FFF2-40B4-BE49-F238E27FC236}">
                  <a16:creationId xmlns:a16="http://schemas.microsoft.com/office/drawing/2014/main" id="{64FD3EAC-7302-4AF5-A6A9-21110BAD20C4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353" y="7540"/>
              <a:ext cx="2608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恢复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现场</a:t>
              </a:r>
            </a:p>
          </p:txBody>
        </p:sp>
      </p:grpSp>
      <p:grpSp>
        <p:nvGrpSpPr>
          <p:cNvPr id="247" name="组合 246">
            <a:extLst>
              <a:ext uri="{FF2B5EF4-FFF2-40B4-BE49-F238E27FC236}">
                <a16:creationId xmlns:a16="http://schemas.microsoft.com/office/drawing/2014/main" id="{8913D657-497D-466B-8272-8CCF4C0965D6}"/>
              </a:ext>
            </a:extLst>
          </p:cNvPr>
          <p:cNvGrpSpPr/>
          <p:nvPr/>
        </p:nvGrpSpPr>
        <p:grpSpPr>
          <a:xfrm>
            <a:off x="7523992" y="2782800"/>
            <a:ext cx="1368000" cy="2286000"/>
            <a:chOff x="7596000" y="2772000"/>
            <a:chExt cx="1368000" cy="2286000"/>
          </a:xfrm>
        </p:grpSpPr>
        <p:sp>
          <p:nvSpPr>
            <p:cNvPr id="248" name="Text Box 380">
              <a:extLst>
                <a:ext uri="{FF2B5EF4-FFF2-40B4-BE49-F238E27FC236}">
                  <a16:creationId xmlns:a16="http://schemas.microsoft.com/office/drawing/2014/main" id="{825A3741-98BC-4C41-B7F7-4AB316165B98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7811921" y="3635485"/>
              <a:ext cx="720159" cy="215909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开中断</a:t>
              </a:r>
            </a:p>
          </p:txBody>
        </p:sp>
        <p:sp>
          <p:nvSpPr>
            <p:cNvPr id="249" name="Text Box 382">
              <a:extLst>
                <a:ext uri="{FF2B5EF4-FFF2-40B4-BE49-F238E27FC236}">
                  <a16:creationId xmlns:a16="http://schemas.microsoft.com/office/drawing/2014/main" id="{ACFCE728-7A86-48C4-A841-48C308C4AEB0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208000" y="2934000"/>
              <a:ext cx="756000" cy="18000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屏蔽字</a:t>
              </a:r>
            </a:p>
          </p:txBody>
        </p:sp>
        <p:sp>
          <p:nvSpPr>
            <p:cNvPr id="250" name="Text Box 380">
              <a:extLst>
                <a:ext uri="{FF2B5EF4-FFF2-40B4-BE49-F238E27FC236}">
                  <a16:creationId xmlns:a16="http://schemas.microsoft.com/office/drawing/2014/main" id="{B6B9EC98-8752-43BF-AF3B-03EFF64AE8D5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811921" y="4499756"/>
              <a:ext cx="720159" cy="215909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关中断</a:t>
              </a:r>
            </a:p>
          </p:txBody>
        </p:sp>
        <p:sp>
          <p:nvSpPr>
            <p:cNvPr id="251" name="Text Box 380">
              <a:extLst>
                <a:ext uri="{FF2B5EF4-FFF2-40B4-BE49-F238E27FC236}">
                  <a16:creationId xmlns:a16="http://schemas.microsoft.com/office/drawing/2014/main" id="{99191DD5-413D-46D0-BEEE-1DE000B1E0EC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596000" y="3276060"/>
              <a:ext cx="1152001" cy="215909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修改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屏蔽字</a:t>
              </a:r>
            </a:p>
          </p:txBody>
        </p:sp>
        <p:sp>
          <p:nvSpPr>
            <p:cNvPr id="252" name="Text Box 382">
              <a:extLst>
                <a:ext uri="{FF2B5EF4-FFF2-40B4-BE49-F238E27FC236}">
                  <a16:creationId xmlns:a16="http://schemas.microsoft.com/office/drawing/2014/main" id="{CCB7B9DD-E47F-44D8-9E7A-ABA8704E4AA8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208000" y="4878000"/>
              <a:ext cx="756000" cy="18000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屏蔽字</a:t>
              </a:r>
            </a:p>
          </p:txBody>
        </p: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C3D70E68-A84D-4653-9707-C50C3F771E6E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8172000" y="2772000"/>
              <a:ext cx="0" cy="14415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</p:spTree>
    <p:extLst>
      <p:ext uri="{BB962C8B-B14F-4D97-AF65-F5344CB8AC3E}">
        <p14:creationId xmlns:p14="http://schemas.microsoft.com/office/powerpoint/2010/main" val="156445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DBABE9BC-1484-4584-9CB3-94B8C81DBE94}"/>
              </a:ext>
            </a:extLst>
          </p:cNvPr>
          <p:cNvGrpSpPr/>
          <p:nvPr/>
        </p:nvGrpSpPr>
        <p:grpSpPr>
          <a:xfrm>
            <a:off x="216000" y="756000"/>
            <a:ext cx="8748000" cy="5760000"/>
            <a:chOff x="216000" y="756000"/>
            <a:chExt cx="8748000" cy="5760000"/>
          </a:xfrm>
        </p:grpSpPr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703E00FF-C0FC-4151-9A4E-A62628D434BB}"/>
                </a:ext>
              </a:extLst>
            </p:cNvPr>
            <p:cNvGrpSpPr/>
            <p:nvPr/>
          </p:nvGrpSpPr>
          <p:grpSpPr>
            <a:xfrm>
              <a:off x="2771800" y="2232000"/>
              <a:ext cx="5976050" cy="3168115"/>
              <a:chOff x="2771800" y="2232000"/>
              <a:chExt cx="5976050" cy="3168115"/>
            </a:xfrm>
          </p:grpSpPr>
          <p:sp>
            <p:nvSpPr>
              <p:cNvPr id="367" name="Text Box 392">
                <a:extLst>
                  <a:ext uri="{FF2B5EF4-FFF2-40B4-BE49-F238E27FC236}">
                    <a16:creationId xmlns:a16="http://schemas.microsoft.com/office/drawing/2014/main" id="{8DF24FCB-7A84-4E1C-8A4A-3B6D8B60F53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7920000" y="5256000"/>
                <a:ext cx="468000" cy="10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x+2</a:t>
                </a:r>
                <a:r>
                  <a:rPr lang="en-US" altLang="zh-CN" sz="1200" b="1" baseline="30000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k</a:t>
                </a: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68" name="Text Box 392">
                <a:extLst>
                  <a:ext uri="{FF2B5EF4-FFF2-40B4-BE49-F238E27FC236}">
                    <a16:creationId xmlns:a16="http://schemas.microsoft.com/office/drawing/2014/main" id="{58BC82EF-15B3-4804-9219-2217B605220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8244000" y="4932000"/>
                <a:ext cx="144145" cy="10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369" name="Rectangle 299">
                <a:extLst>
                  <a:ext uri="{FF2B5EF4-FFF2-40B4-BE49-F238E27FC236}">
                    <a16:creationId xmlns:a16="http://schemas.microsoft.com/office/drawing/2014/main" id="{3CA5C699-AA9A-4601-ADFF-C245DDC8385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7"/>
                </p:custDataLst>
              </p:nvPr>
            </p:nvSpPr>
            <p:spPr bwMode="auto">
              <a:xfrm>
                <a:off x="5184015" y="2232000"/>
                <a:ext cx="3383915" cy="14757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sp>
            <p:nvSpPr>
              <p:cNvPr id="370" name="Text Box 61">
                <a:extLst>
                  <a:ext uri="{FF2B5EF4-FFF2-40B4-BE49-F238E27FC236}">
                    <a16:creationId xmlns:a16="http://schemas.microsoft.com/office/drawing/2014/main" id="{5F6F507F-32B7-4023-9149-F1DE1865E71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5219800" y="3168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CPU</a:t>
                </a:r>
              </a:p>
            </p:txBody>
          </p:sp>
          <p:cxnSp>
            <p:nvCxnSpPr>
              <p:cNvPr id="371" name="直接连接符 370">
                <a:extLst>
                  <a:ext uri="{FF2B5EF4-FFF2-40B4-BE49-F238E27FC236}">
                    <a16:creationId xmlns:a16="http://schemas.microsoft.com/office/drawing/2014/main" id="{FD2B9931-30D6-45E7-BF6C-CE79EBAB4770}"/>
                  </a:ext>
                </a:extLst>
              </p:cNvPr>
              <p:cNvCxnSpPr/>
              <p:nvPr>
                <p:custDataLst>
                  <p:tags r:id="rId159"/>
                </p:custDataLst>
              </p:nvPr>
            </p:nvCxnSpPr>
            <p:spPr bwMode="auto">
              <a:xfrm>
                <a:off x="3456000" y="3851885"/>
                <a:ext cx="4896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2" name="直接连接符 371">
                <a:extLst>
                  <a:ext uri="{FF2B5EF4-FFF2-40B4-BE49-F238E27FC236}">
                    <a16:creationId xmlns:a16="http://schemas.microsoft.com/office/drawing/2014/main" id="{40FFDF8E-BD6B-4C73-B4AE-DF72B111FBF8}"/>
                  </a:ext>
                </a:extLst>
              </p:cNvPr>
              <p:cNvCxnSpPr/>
              <p:nvPr>
                <p:custDataLst>
                  <p:tags r:id="rId160"/>
                </p:custDataLst>
              </p:nvPr>
            </p:nvCxnSpPr>
            <p:spPr bwMode="auto">
              <a:xfrm>
                <a:off x="3456000" y="3923640"/>
                <a:ext cx="4896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6627EEC6-0D83-4E62-A2FE-3171870A83EC}"/>
                  </a:ext>
                </a:extLst>
              </p:cNvPr>
              <p:cNvCxnSpPr/>
              <p:nvPr>
                <p:custDataLst>
                  <p:tags r:id="rId161"/>
                </p:custDataLst>
              </p:nvPr>
            </p:nvCxnSpPr>
            <p:spPr bwMode="auto">
              <a:xfrm>
                <a:off x="3456000" y="3996030"/>
                <a:ext cx="4896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4" name="Text Box 392">
                <a:extLst>
                  <a:ext uri="{FF2B5EF4-FFF2-40B4-BE49-F238E27FC236}">
                    <a16:creationId xmlns:a16="http://schemas.microsoft.com/office/drawing/2014/main" id="{64A64068-C08A-4892-8952-5ED18A72ADB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2"/>
                </p:custDataLst>
              </p:nvPr>
            </p:nvSpPr>
            <p:spPr bwMode="auto">
              <a:xfrm>
                <a:off x="3059800" y="3816000"/>
                <a:ext cx="396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总线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5" name="Text Box 61">
                <a:extLst>
                  <a:ext uri="{FF2B5EF4-FFF2-40B4-BE49-F238E27FC236}">
                    <a16:creationId xmlns:a16="http://schemas.microsoft.com/office/drawing/2014/main" id="{AC0CA382-7098-4FD6-8D71-F898FF69C78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3"/>
                </p:custDataLst>
              </p:nvPr>
            </p:nvSpPr>
            <p:spPr bwMode="auto">
              <a:xfrm>
                <a:off x="4175635" y="370774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</a:p>
            </p:txBody>
          </p: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B68ECE49-7D14-4168-A108-0DA4E683485B}"/>
                  </a:ext>
                </a:extLst>
              </p:cNvPr>
              <p:cNvCxnSpPr/>
              <p:nvPr>
                <p:custDataLst>
                  <p:tags r:id="rId164"/>
                </p:custDataLst>
              </p:nvPr>
            </p:nvCxnSpPr>
            <p:spPr bwMode="auto">
              <a:xfrm>
                <a:off x="4140075" y="395983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39FD3CDA-F424-4D60-8A6F-A9157CF51AE8}"/>
                  </a:ext>
                </a:extLst>
              </p:cNvPr>
              <p:cNvCxnSpPr/>
              <p:nvPr>
                <p:custDataLst>
                  <p:tags r:id="rId165"/>
                </p:custDataLst>
              </p:nvPr>
            </p:nvCxnSpPr>
            <p:spPr bwMode="auto">
              <a:xfrm>
                <a:off x="4140075" y="3815690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8" name="Text Box 61">
                <a:extLst>
                  <a:ext uri="{FF2B5EF4-FFF2-40B4-BE49-F238E27FC236}">
                    <a16:creationId xmlns:a16="http://schemas.microsoft.com/office/drawing/2014/main" id="{EEC3BED1-75DE-4729-8E2D-D7A7F11E4A9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6"/>
                </p:custDataLst>
              </p:nvPr>
            </p:nvSpPr>
            <p:spPr bwMode="auto">
              <a:xfrm>
                <a:off x="4067685" y="399603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</a:p>
            </p:txBody>
          </p:sp>
          <p:cxnSp>
            <p:nvCxnSpPr>
              <p:cNvPr id="379" name="直接箭头连接符 378">
                <a:extLst>
                  <a:ext uri="{FF2B5EF4-FFF2-40B4-BE49-F238E27FC236}">
                    <a16:creationId xmlns:a16="http://schemas.microsoft.com/office/drawing/2014/main" id="{F65A21E0-4725-470A-BFD2-A4B51B19EF05}"/>
                  </a:ext>
                </a:extLst>
              </p:cNvPr>
              <p:cNvCxnSpPr/>
              <p:nvPr>
                <p:custDataLst>
                  <p:tags r:id="rId167"/>
                </p:custDataLst>
              </p:nvPr>
            </p:nvCxnSpPr>
            <p:spPr bwMode="auto">
              <a:xfrm>
                <a:off x="792000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0" name="直接箭头连接符 379">
                <a:extLst>
                  <a:ext uri="{FF2B5EF4-FFF2-40B4-BE49-F238E27FC236}">
                    <a16:creationId xmlns:a16="http://schemas.microsoft.com/office/drawing/2014/main" id="{67F0A647-A8F6-4E5B-B63A-B2F511093F8F}"/>
                  </a:ext>
                </a:extLst>
              </p:cNvPr>
              <p:cNvCxnSpPr/>
              <p:nvPr>
                <p:custDataLst>
                  <p:tags r:id="rId168"/>
                </p:custDataLst>
              </p:nvPr>
            </p:nvCxnSpPr>
            <p:spPr bwMode="auto">
              <a:xfrm>
                <a:off x="799200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1" name="直接箭头连接符 380">
                <a:extLst>
                  <a:ext uri="{FF2B5EF4-FFF2-40B4-BE49-F238E27FC236}">
                    <a16:creationId xmlns:a16="http://schemas.microsoft.com/office/drawing/2014/main" id="{61EA9518-DD00-4A85-9E5E-178A426D78D5}"/>
                  </a:ext>
                </a:extLst>
              </p:cNvPr>
              <p:cNvCxnSpPr/>
              <p:nvPr>
                <p:custDataLst>
                  <p:tags r:id="rId169"/>
                </p:custDataLst>
              </p:nvPr>
            </p:nvCxnSpPr>
            <p:spPr bwMode="auto">
              <a:xfrm>
                <a:off x="8064000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82" name="Text Box 291">
                <a:extLst>
                  <a:ext uri="{FF2B5EF4-FFF2-40B4-BE49-F238E27FC236}">
                    <a16:creationId xmlns:a16="http://schemas.microsoft.com/office/drawing/2014/main" id="{6C3B05BD-7A21-4B56-8729-04A3C1CEA58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0"/>
                </p:custDataLst>
              </p:nvPr>
            </p:nvSpPr>
            <p:spPr bwMode="auto">
              <a:xfrm>
                <a:off x="3599800" y="2520000"/>
                <a:ext cx="648000" cy="756000"/>
              </a:xfrm>
              <a:prstGeom prst="rect">
                <a:avLst/>
              </a:prstGeom>
              <a:solidFill>
                <a:srgbClr val="99CCFF">
                  <a:alpha val="78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主存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12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≤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latin typeface="宋体" panose="02010600030101010101" pitchFamily="2" charset="-122"/>
                  </a:rPr>
                  <a:t>n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×w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383" name="直接箭头连接符 382">
                <a:extLst>
                  <a:ext uri="{FF2B5EF4-FFF2-40B4-BE49-F238E27FC236}">
                    <a16:creationId xmlns:a16="http://schemas.microsoft.com/office/drawing/2014/main" id="{C7FC7549-BC37-4220-8191-D6A76320F3BB}"/>
                  </a:ext>
                </a:extLst>
              </p:cNvPr>
              <p:cNvCxnSpPr/>
              <p:nvPr>
                <p:custDataLst>
                  <p:tags r:id="rId171"/>
                </p:custDataLst>
              </p:nvPr>
            </p:nvCxnSpPr>
            <p:spPr bwMode="auto">
              <a:xfrm flipV="1">
                <a:off x="3743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4" name="直接箭头连接符 383">
                <a:extLst>
                  <a:ext uri="{FF2B5EF4-FFF2-40B4-BE49-F238E27FC236}">
                    <a16:creationId xmlns:a16="http://schemas.microsoft.com/office/drawing/2014/main" id="{547DD98E-36C5-401B-8F10-E3DB2BB81780}"/>
                  </a:ext>
                </a:extLst>
              </p:cNvPr>
              <p:cNvCxnSpPr/>
              <p:nvPr>
                <p:custDataLst>
                  <p:tags r:id="rId172"/>
                </p:custDataLst>
              </p:nvPr>
            </p:nvCxnSpPr>
            <p:spPr bwMode="auto">
              <a:xfrm flipV="1">
                <a:off x="3851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5" name="直接箭头连接符 384">
                <a:extLst>
                  <a:ext uri="{FF2B5EF4-FFF2-40B4-BE49-F238E27FC236}">
                    <a16:creationId xmlns:a16="http://schemas.microsoft.com/office/drawing/2014/main" id="{08E4C061-4D2D-43BD-BED8-EBD7756DB6A4}"/>
                  </a:ext>
                </a:extLst>
              </p:cNvPr>
              <p:cNvCxnSpPr/>
              <p:nvPr>
                <p:custDataLst>
                  <p:tags r:id="rId173"/>
                </p:custDataLst>
              </p:nvPr>
            </p:nvCxnSpPr>
            <p:spPr bwMode="auto">
              <a:xfrm>
                <a:off x="3959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86" name="Rectangle 274">
                <a:extLst>
                  <a:ext uri="{FF2B5EF4-FFF2-40B4-BE49-F238E27FC236}">
                    <a16:creationId xmlns:a16="http://schemas.microsoft.com/office/drawing/2014/main" id="{3446FB26-9F87-4108-B012-04C43F2722D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74"/>
                </p:custDataLst>
              </p:nvPr>
            </p:nvSpPr>
            <p:spPr bwMode="auto">
              <a:xfrm>
                <a:off x="3131800" y="2628000"/>
                <a:ext cx="323850" cy="720000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387" name="直接箭头连接符 386">
                <a:extLst>
                  <a:ext uri="{FF2B5EF4-FFF2-40B4-BE49-F238E27FC236}">
                    <a16:creationId xmlns:a16="http://schemas.microsoft.com/office/drawing/2014/main" id="{6FCB8C37-7897-4458-B4EE-60EA2F6A19EC}"/>
                  </a:ext>
                </a:extLst>
              </p:cNvPr>
              <p:cNvCxnSpPr/>
              <p:nvPr>
                <p:custDataLst>
                  <p:tags r:id="rId175"/>
                </p:custDataLst>
              </p:nvPr>
            </p:nvCxnSpPr>
            <p:spPr bwMode="auto">
              <a:xfrm flipV="1">
                <a:off x="3131800" y="3240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88" name="Text Box 392">
                <a:extLst>
                  <a:ext uri="{FF2B5EF4-FFF2-40B4-BE49-F238E27FC236}">
                    <a16:creationId xmlns:a16="http://schemas.microsoft.com/office/drawing/2014/main" id="{7701BED8-03C7-4D5C-94A7-3707951A52F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3131800" y="2448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latin typeface="+mn-ea"/>
                    <a:ea typeface="+mn-ea"/>
                  </a:rPr>
                  <a:t>位</a:t>
                </a:r>
                <a:endParaRPr lang="en-US" altLang="zh-CN" sz="1400" b="1" dirty="0">
                  <a:latin typeface="+mn-ea"/>
                  <a:ea typeface="+mn-ea"/>
                </a:endParaRPr>
              </a:p>
            </p:txBody>
          </p:sp>
          <p:sp>
            <p:nvSpPr>
              <p:cNvPr id="389" name="Text Box 392">
                <a:extLst>
                  <a:ext uri="{FF2B5EF4-FFF2-40B4-BE49-F238E27FC236}">
                    <a16:creationId xmlns:a16="http://schemas.microsoft.com/office/drawing/2014/main" id="{96E50E68-3A22-44CD-B82C-31EF1CCC298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7"/>
                </p:custDataLst>
              </p:nvPr>
            </p:nvSpPr>
            <p:spPr bwMode="auto">
              <a:xfrm>
                <a:off x="2771800" y="3240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宋体" panose="02010600030101010101" pitchFamily="2" charset="-122"/>
                  </a:rPr>
                  <a:t>n</a:t>
                </a:r>
                <a:r>
                  <a:rPr lang="en-US" altLang="zh-CN" sz="12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90" name="Text Box 392">
                <a:extLst>
                  <a:ext uri="{FF2B5EF4-FFF2-40B4-BE49-F238E27FC236}">
                    <a16:creationId xmlns:a16="http://schemas.microsoft.com/office/drawing/2014/main" id="{2C2473CE-6FE2-4183-8B3D-790B4F34E5E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8"/>
                </p:custDataLst>
              </p:nvPr>
            </p:nvSpPr>
            <p:spPr bwMode="auto">
              <a:xfrm>
                <a:off x="2771800" y="2628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91" name="Rectangle 274">
                <a:extLst>
                  <a:ext uri="{FF2B5EF4-FFF2-40B4-BE49-F238E27FC236}">
                    <a16:creationId xmlns:a16="http://schemas.microsoft.com/office/drawing/2014/main" id="{6A80ED69-79CB-41B7-AD84-6C6B7C685ED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79"/>
                </p:custDataLst>
              </p:nvPr>
            </p:nvSpPr>
            <p:spPr bwMode="auto">
              <a:xfrm>
                <a:off x="3132000" y="2628000"/>
                <a:ext cx="323850" cy="432000"/>
              </a:xfrm>
              <a:prstGeom prst="rect">
                <a:avLst/>
              </a:prstGeom>
              <a:solidFill>
                <a:srgbClr val="99CCFF">
                  <a:alpha val="70000"/>
                </a:srgb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392" name="直接箭头连接符 391">
                <a:extLst>
                  <a:ext uri="{FF2B5EF4-FFF2-40B4-BE49-F238E27FC236}">
                    <a16:creationId xmlns:a16="http://schemas.microsoft.com/office/drawing/2014/main" id="{68902AFB-6B81-4DDA-89F3-E878E862DFAA}"/>
                  </a:ext>
                </a:extLst>
              </p:cNvPr>
              <p:cNvCxnSpPr/>
              <p:nvPr>
                <p:custDataLst>
                  <p:tags r:id="rId180"/>
                </p:custDataLst>
              </p:nvPr>
            </p:nvCxnSpPr>
            <p:spPr bwMode="auto">
              <a:xfrm flipV="1">
                <a:off x="3131800" y="2736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393" name="直接箭头连接符 392">
                <a:extLst>
                  <a:ext uri="{FF2B5EF4-FFF2-40B4-BE49-F238E27FC236}">
                    <a16:creationId xmlns:a16="http://schemas.microsoft.com/office/drawing/2014/main" id="{212C132F-7578-4F9C-BE3F-14770FA141DD}"/>
                  </a:ext>
                </a:extLst>
              </p:cNvPr>
              <p:cNvCxnSpPr/>
              <p:nvPr>
                <p:custDataLst>
                  <p:tags r:id="rId181"/>
                </p:custDataLst>
              </p:nvPr>
            </p:nvCxnSpPr>
            <p:spPr bwMode="auto">
              <a:xfrm flipV="1">
                <a:off x="3347800" y="2664000"/>
                <a:ext cx="360000" cy="14414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6600"/>
                </a:solidFill>
                <a:prstDash val="sysDash"/>
                <a:round/>
                <a:headEnd type="triangle" w="med" len="sm"/>
                <a:tailEnd type="triangle" w="med" len="sm"/>
              </a:ln>
              <a:effectLst/>
            </p:spPr>
          </p:cxnSp>
          <p:sp>
            <p:nvSpPr>
              <p:cNvPr id="394" name="Text Box 392">
                <a:extLst>
                  <a:ext uri="{FF2B5EF4-FFF2-40B4-BE49-F238E27FC236}">
                    <a16:creationId xmlns:a16="http://schemas.microsoft.com/office/drawing/2014/main" id="{D2CC3B18-512C-407E-BA8C-2A6DE9E7203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2771800" y="2952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m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95" name="Text Box 18">
                <a:extLst>
                  <a:ext uri="{FF2B5EF4-FFF2-40B4-BE49-F238E27FC236}">
                    <a16:creationId xmlns:a16="http://schemas.microsoft.com/office/drawing/2014/main" id="{ECBDD5CE-8970-4972-936D-D0CC5F6550C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3"/>
                </p:custDataLst>
              </p:nvPr>
            </p:nvSpPr>
            <p:spPr bwMode="auto">
              <a:xfrm>
                <a:off x="4427800" y="2988285"/>
                <a:ext cx="648000" cy="72009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CPU</a:t>
                </a:r>
              </a:p>
            </p:txBody>
          </p:sp>
          <p:cxnSp>
            <p:nvCxnSpPr>
              <p:cNvPr id="396" name="直接箭头连接符 395">
                <a:extLst>
                  <a:ext uri="{FF2B5EF4-FFF2-40B4-BE49-F238E27FC236}">
                    <a16:creationId xmlns:a16="http://schemas.microsoft.com/office/drawing/2014/main" id="{C42A7B9A-BCB6-41C3-8D0F-CEA7C9E74A3E}"/>
                  </a:ext>
                </a:extLst>
              </p:cNvPr>
              <p:cNvCxnSpPr/>
              <p:nvPr>
                <p:custDataLst>
                  <p:tags r:id="rId184"/>
                </p:custDataLst>
              </p:nvPr>
            </p:nvCxnSpPr>
            <p:spPr bwMode="auto">
              <a:xfrm>
                <a:off x="464363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97" name="直接箭头连接符 396">
                <a:extLst>
                  <a:ext uri="{FF2B5EF4-FFF2-40B4-BE49-F238E27FC236}">
                    <a16:creationId xmlns:a16="http://schemas.microsoft.com/office/drawing/2014/main" id="{43E4427E-8502-42A6-9319-363B836A193C}"/>
                  </a:ext>
                </a:extLst>
              </p:cNvPr>
              <p:cNvCxnSpPr/>
              <p:nvPr>
                <p:custDataLst>
                  <p:tags r:id="rId185"/>
                </p:custDataLst>
              </p:nvPr>
            </p:nvCxnSpPr>
            <p:spPr bwMode="auto">
              <a:xfrm>
                <a:off x="471602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98" name="直接箭头连接符 397">
                <a:extLst>
                  <a:ext uri="{FF2B5EF4-FFF2-40B4-BE49-F238E27FC236}">
                    <a16:creationId xmlns:a16="http://schemas.microsoft.com/office/drawing/2014/main" id="{4C49AD0B-232F-4CE0-938D-54063C2570BB}"/>
                  </a:ext>
                </a:extLst>
              </p:cNvPr>
              <p:cNvCxnSpPr/>
              <p:nvPr>
                <p:custDataLst>
                  <p:tags r:id="rId186"/>
                </p:custDataLst>
              </p:nvPr>
            </p:nvCxnSpPr>
            <p:spPr bwMode="auto">
              <a:xfrm>
                <a:off x="4787775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99" name="Rectangle 299">
                <a:extLst>
                  <a:ext uri="{FF2B5EF4-FFF2-40B4-BE49-F238E27FC236}">
                    <a16:creationId xmlns:a16="http://schemas.microsoft.com/office/drawing/2014/main" id="{F0024F80-169B-4FAC-AECA-EEA578EA6E8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87"/>
                </p:custDataLst>
              </p:nvPr>
            </p:nvSpPr>
            <p:spPr bwMode="auto">
              <a:xfrm>
                <a:off x="4716000" y="4139540"/>
                <a:ext cx="2016000" cy="75628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sp>
            <p:nvSpPr>
              <p:cNvPr id="400" name="Text Box 81">
                <a:extLst>
                  <a:ext uri="{FF2B5EF4-FFF2-40B4-BE49-F238E27FC236}">
                    <a16:creationId xmlns:a16="http://schemas.microsoft.com/office/drawing/2014/main" id="{0D2BEE00-5CC4-43FC-B1E6-436B35866BD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4716000" y="5184115"/>
                <a:ext cx="2952000" cy="216000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外设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无条件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条件、字符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块、串行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并行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)</a:t>
                </a:r>
                <a:endParaRPr lang="zh-CN" altLang="en-US" sz="12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55432B46-37B8-4F7B-BFF8-465CE3BD8B74}"/>
                  </a:ext>
                </a:extLst>
              </p:cNvPr>
              <p:cNvCxnSpPr/>
              <p:nvPr>
                <p:custDataLst>
                  <p:tags r:id="rId189"/>
                </p:custDataLst>
              </p:nvPr>
            </p:nvCxnSpPr>
            <p:spPr bwMode="auto">
              <a:xfrm>
                <a:off x="6156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直接连接符 401">
                <a:extLst>
                  <a:ext uri="{FF2B5EF4-FFF2-40B4-BE49-F238E27FC236}">
                    <a16:creationId xmlns:a16="http://schemas.microsoft.com/office/drawing/2014/main" id="{A639FDB6-5585-4327-BA54-D8031A3373DE}"/>
                  </a:ext>
                </a:extLst>
              </p:cNvPr>
              <p:cNvCxnSpPr/>
              <p:nvPr>
                <p:custDataLst>
                  <p:tags r:id="rId190"/>
                </p:custDataLst>
              </p:nvPr>
            </p:nvCxnSpPr>
            <p:spPr bwMode="auto">
              <a:xfrm>
                <a:off x="6264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ysDash"/>
                <a:round/>
                <a:headEnd type="none" w="med" len="med"/>
                <a:tailEnd type="triangle" w="med" len="sm"/>
              </a:ln>
            </p:spPr>
          </p:cxnSp>
          <p:cxnSp>
            <p:nvCxnSpPr>
              <p:cNvPr id="403" name="直接连接符 402">
                <a:extLst>
                  <a:ext uri="{FF2B5EF4-FFF2-40B4-BE49-F238E27FC236}">
                    <a16:creationId xmlns:a16="http://schemas.microsoft.com/office/drawing/2014/main" id="{B0B61357-B542-46EA-A1A9-2B785B1271E7}"/>
                  </a:ext>
                </a:extLst>
              </p:cNvPr>
              <p:cNvCxnSpPr/>
              <p:nvPr>
                <p:custDataLst>
                  <p:tags r:id="rId191"/>
                </p:custDataLst>
              </p:nvPr>
            </p:nvCxnSpPr>
            <p:spPr bwMode="auto">
              <a:xfrm flipV="1">
                <a:off x="6336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ysDash"/>
                <a:round/>
                <a:headEnd type="none" w="med" len="med"/>
                <a:tailEnd type="triangle" w="med" len="sm"/>
              </a:ln>
            </p:spPr>
          </p:cxnSp>
          <p:cxnSp>
            <p:nvCxnSpPr>
              <p:cNvPr id="404" name="直接连接符 403">
                <a:extLst>
                  <a:ext uri="{FF2B5EF4-FFF2-40B4-BE49-F238E27FC236}">
                    <a16:creationId xmlns:a16="http://schemas.microsoft.com/office/drawing/2014/main" id="{351F60BA-6E20-46AE-BAE6-CC5EF05ECC02}"/>
                  </a:ext>
                </a:extLst>
              </p:cNvPr>
              <p:cNvCxnSpPr/>
              <p:nvPr>
                <p:custDataLst>
                  <p:tags r:id="rId192"/>
                </p:custDataLst>
              </p:nvPr>
            </p:nvCxnSpPr>
            <p:spPr bwMode="auto">
              <a:xfrm>
                <a:off x="6120000" y="500377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5" name="Text Box 18">
                <a:extLst>
                  <a:ext uri="{FF2B5EF4-FFF2-40B4-BE49-F238E27FC236}">
                    <a16:creationId xmlns:a16="http://schemas.microsoft.com/office/drawing/2014/main" id="{ACFB8EF7-B695-4CEE-AA86-131826C49C7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3"/>
                </p:custDataLst>
              </p:nvPr>
            </p:nvSpPr>
            <p:spPr bwMode="auto">
              <a:xfrm>
                <a:off x="7056000" y="4464000"/>
                <a:ext cx="684000" cy="216000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+mn-ea"/>
                    <a:ea typeface="+mn-ea"/>
                  </a:rPr>
                  <a:t>磁盘</a:t>
                </a:r>
              </a:p>
            </p:txBody>
          </p:sp>
          <p:sp>
            <p:nvSpPr>
              <p:cNvPr id="406" name="Text Box 20">
                <a:extLst>
                  <a:ext uri="{FF2B5EF4-FFF2-40B4-BE49-F238E27FC236}">
                    <a16:creationId xmlns:a16="http://schemas.microsoft.com/office/drawing/2014/main" id="{6E805B27-16C7-4319-9118-1A49D5BDC47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4"/>
                </p:custDataLst>
              </p:nvPr>
            </p:nvSpPr>
            <p:spPr bwMode="auto">
              <a:xfrm>
                <a:off x="7056000" y="4139540"/>
                <a:ext cx="684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I/O</a:t>
                </a:r>
                <a:r>
                  <a:rPr lang="zh-CN" altLang="en-US" sz="1400" b="1" dirty="0">
                    <a:latin typeface="+mn-ea"/>
                    <a:ea typeface="+mn-ea"/>
                  </a:rPr>
                  <a:t>接口</a:t>
                </a:r>
              </a:p>
            </p:txBody>
          </p:sp>
          <p:cxnSp>
            <p:nvCxnSpPr>
              <p:cNvPr id="407" name="直接连接符 406">
                <a:extLst>
                  <a:ext uri="{FF2B5EF4-FFF2-40B4-BE49-F238E27FC236}">
                    <a16:creationId xmlns:a16="http://schemas.microsoft.com/office/drawing/2014/main" id="{F4788F1F-2522-4029-9872-01E2CCDB2216}"/>
                  </a:ext>
                </a:extLst>
              </p:cNvPr>
              <p:cNvCxnSpPr/>
              <p:nvPr>
                <p:custDataLst>
                  <p:tags r:id="rId195"/>
                </p:custDataLst>
              </p:nvPr>
            </p:nvCxnSpPr>
            <p:spPr bwMode="auto">
              <a:xfrm>
                <a:off x="7488000" y="4356000"/>
                <a:ext cx="0" cy="10795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8" name="Text Box 61">
                <a:extLst>
                  <a:ext uri="{FF2B5EF4-FFF2-40B4-BE49-F238E27FC236}">
                    <a16:creationId xmlns:a16="http://schemas.microsoft.com/office/drawing/2014/main" id="{D544AFC2-5542-4F87-93F8-99B94C353CE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6"/>
                </p:custDataLst>
              </p:nvPr>
            </p:nvSpPr>
            <p:spPr bwMode="auto">
              <a:xfrm>
                <a:off x="6768000" y="4175735"/>
                <a:ext cx="2520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cs typeface="Times New Roman" panose="02020603050405020304" pitchFamily="18" charset="0"/>
                  </a:rPr>
                  <a:t>…</a:t>
                </a:r>
              </a:p>
            </p:txBody>
          </p:sp>
          <p:cxnSp>
            <p:nvCxnSpPr>
              <p:cNvPr id="409" name="直接箭头连接符 408">
                <a:extLst>
                  <a:ext uri="{FF2B5EF4-FFF2-40B4-BE49-F238E27FC236}">
                    <a16:creationId xmlns:a16="http://schemas.microsoft.com/office/drawing/2014/main" id="{019674CE-8E85-426B-8E0F-DAB1C785251A}"/>
                  </a:ext>
                </a:extLst>
              </p:cNvPr>
              <p:cNvCxnSpPr/>
              <p:nvPr>
                <p:custDataLst>
                  <p:tags r:id="rId197"/>
                </p:custDataLst>
              </p:nvPr>
            </p:nvCxnSpPr>
            <p:spPr bwMode="auto">
              <a:xfrm>
                <a:off x="4896000" y="3851884"/>
                <a:ext cx="0" cy="82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0" name="直接箭头连接符 409">
                <a:extLst>
                  <a:ext uri="{FF2B5EF4-FFF2-40B4-BE49-F238E27FC236}">
                    <a16:creationId xmlns:a16="http://schemas.microsoft.com/office/drawing/2014/main" id="{50223ED2-09AD-43EC-A272-B85B8174534F}"/>
                  </a:ext>
                </a:extLst>
              </p:cNvPr>
              <p:cNvCxnSpPr/>
              <p:nvPr>
                <p:custDataLst>
                  <p:tags r:id="rId198"/>
                </p:custDataLst>
              </p:nvPr>
            </p:nvCxnSpPr>
            <p:spPr bwMode="auto">
              <a:xfrm>
                <a:off x="5436000" y="39236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1" name="直接箭头连接符 410">
                <a:extLst>
                  <a:ext uri="{FF2B5EF4-FFF2-40B4-BE49-F238E27FC236}">
                    <a16:creationId xmlns:a16="http://schemas.microsoft.com/office/drawing/2014/main" id="{1DD55DE0-1C0B-4E3B-8FB3-884A6B540072}"/>
                  </a:ext>
                </a:extLst>
              </p:cNvPr>
              <p:cNvCxnSpPr/>
              <p:nvPr>
                <p:custDataLst>
                  <p:tags r:id="rId199"/>
                </p:custDataLst>
              </p:nvPr>
            </p:nvCxnSpPr>
            <p:spPr bwMode="auto">
              <a:xfrm>
                <a:off x="6156000" y="399603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12" name="直接箭头连接符 411">
                <a:extLst>
                  <a:ext uri="{FF2B5EF4-FFF2-40B4-BE49-F238E27FC236}">
                    <a16:creationId xmlns:a16="http://schemas.microsoft.com/office/drawing/2014/main" id="{18FFA27D-6237-444A-B5BF-F2E747DEB1C5}"/>
                  </a:ext>
                </a:extLst>
              </p:cNvPr>
              <p:cNvCxnSpPr/>
              <p:nvPr>
                <p:custDataLst>
                  <p:tags r:id="rId200"/>
                </p:custDataLst>
              </p:nvPr>
            </p:nvCxnSpPr>
            <p:spPr bwMode="auto">
              <a:xfrm>
                <a:off x="7416000" y="39236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3" name="直接箭头连接符 412">
                <a:extLst>
                  <a:ext uri="{FF2B5EF4-FFF2-40B4-BE49-F238E27FC236}">
                    <a16:creationId xmlns:a16="http://schemas.microsoft.com/office/drawing/2014/main" id="{F1B98941-D134-4736-B7AD-CB93DC33F782}"/>
                  </a:ext>
                </a:extLst>
              </p:cNvPr>
              <p:cNvCxnSpPr/>
              <p:nvPr>
                <p:custDataLst>
                  <p:tags r:id="rId201"/>
                </p:custDataLst>
              </p:nvPr>
            </p:nvCxnSpPr>
            <p:spPr bwMode="auto">
              <a:xfrm>
                <a:off x="7344000" y="3851885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4" name="直接箭头连接符 413">
                <a:extLst>
                  <a:ext uri="{FF2B5EF4-FFF2-40B4-BE49-F238E27FC236}">
                    <a16:creationId xmlns:a16="http://schemas.microsoft.com/office/drawing/2014/main" id="{92D64157-113C-4457-A118-D1CB0CAD165A}"/>
                  </a:ext>
                </a:extLst>
              </p:cNvPr>
              <p:cNvCxnSpPr/>
              <p:nvPr>
                <p:custDataLst>
                  <p:tags r:id="rId202"/>
                </p:custDataLst>
              </p:nvPr>
            </p:nvCxnSpPr>
            <p:spPr bwMode="auto">
              <a:xfrm>
                <a:off x="7488000" y="399603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15" name="Text Box 291">
                <a:extLst>
                  <a:ext uri="{FF2B5EF4-FFF2-40B4-BE49-F238E27FC236}">
                    <a16:creationId xmlns:a16="http://schemas.microsoft.com/office/drawing/2014/main" id="{72E57C54-72D0-4479-A948-46A422DAF48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3"/>
                </p:custDataLst>
              </p:nvPr>
            </p:nvSpPr>
            <p:spPr bwMode="auto">
              <a:xfrm>
                <a:off x="3455800" y="3491840"/>
                <a:ext cx="792000" cy="215900"/>
              </a:xfrm>
              <a:prstGeom prst="rect">
                <a:avLst/>
              </a:prstGeom>
              <a:solidFill>
                <a:srgbClr val="FFFFFF">
                  <a:alpha val="78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连接电路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16" name="直接箭头连接符 415">
                <a:extLst>
                  <a:ext uri="{FF2B5EF4-FFF2-40B4-BE49-F238E27FC236}">
                    <a16:creationId xmlns:a16="http://schemas.microsoft.com/office/drawing/2014/main" id="{663984AE-74FB-4F3D-BD43-0E0CCA042555}"/>
                  </a:ext>
                </a:extLst>
              </p:cNvPr>
              <p:cNvCxnSpPr/>
              <p:nvPr>
                <p:custDataLst>
                  <p:tags r:id="rId204"/>
                </p:custDataLst>
              </p:nvPr>
            </p:nvCxnSpPr>
            <p:spPr bwMode="auto">
              <a:xfrm flipV="1">
                <a:off x="374380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7" name="直接箭头连接符 416">
                <a:extLst>
                  <a:ext uri="{FF2B5EF4-FFF2-40B4-BE49-F238E27FC236}">
                    <a16:creationId xmlns:a16="http://schemas.microsoft.com/office/drawing/2014/main" id="{C8D2EE5B-D079-486C-9BF1-C24249B0FBA9}"/>
                  </a:ext>
                </a:extLst>
              </p:cNvPr>
              <p:cNvCxnSpPr/>
              <p:nvPr>
                <p:custDataLst>
                  <p:tags r:id="rId205"/>
                </p:custDataLst>
              </p:nvPr>
            </p:nvCxnSpPr>
            <p:spPr bwMode="auto">
              <a:xfrm flipV="1">
                <a:off x="385180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8" name="直接箭头连接符 417">
                <a:extLst>
                  <a:ext uri="{FF2B5EF4-FFF2-40B4-BE49-F238E27FC236}">
                    <a16:creationId xmlns:a16="http://schemas.microsoft.com/office/drawing/2014/main" id="{27B0E2E6-743A-47A2-AA27-8150D72C5B14}"/>
                  </a:ext>
                </a:extLst>
              </p:cNvPr>
              <p:cNvCxnSpPr/>
              <p:nvPr>
                <p:custDataLst>
                  <p:tags r:id="rId206"/>
                </p:custDataLst>
              </p:nvPr>
            </p:nvCxnSpPr>
            <p:spPr bwMode="auto">
              <a:xfrm>
                <a:off x="3959800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19" name="Text Box 61">
                <a:extLst>
                  <a:ext uri="{FF2B5EF4-FFF2-40B4-BE49-F238E27FC236}">
                    <a16:creationId xmlns:a16="http://schemas.microsoft.com/office/drawing/2014/main" id="{1CBC26C4-8B8D-4D40-8C0F-A8F654011A0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7"/>
                </p:custDataLst>
              </p:nvPr>
            </p:nvSpPr>
            <p:spPr bwMode="auto">
              <a:xfrm>
                <a:off x="3959800" y="327600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c</a:t>
                </a:r>
              </a:p>
            </p:txBody>
          </p:sp>
          <p:cxnSp>
            <p:nvCxnSpPr>
              <p:cNvPr id="420" name="直接连接符 419">
                <a:extLst>
                  <a:ext uri="{FF2B5EF4-FFF2-40B4-BE49-F238E27FC236}">
                    <a16:creationId xmlns:a16="http://schemas.microsoft.com/office/drawing/2014/main" id="{683061E2-2638-4EBE-8AEF-8919DE67732B}"/>
                  </a:ext>
                </a:extLst>
              </p:cNvPr>
              <p:cNvCxnSpPr/>
              <p:nvPr>
                <p:custDataLst>
                  <p:tags r:id="rId208"/>
                </p:custDataLst>
              </p:nvPr>
            </p:nvCxnSpPr>
            <p:spPr bwMode="auto">
              <a:xfrm>
                <a:off x="3923800" y="334769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直接连接符 420">
                <a:extLst>
                  <a:ext uri="{FF2B5EF4-FFF2-40B4-BE49-F238E27FC236}">
                    <a16:creationId xmlns:a16="http://schemas.microsoft.com/office/drawing/2014/main" id="{A293764A-4200-4A6A-8357-67A60D57F1E7}"/>
                  </a:ext>
                </a:extLst>
              </p:cNvPr>
              <p:cNvCxnSpPr/>
              <p:nvPr>
                <p:custDataLst>
                  <p:tags r:id="rId209"/>
                </p:custDataLst>
              </p:nvPr>
            </p:nvCxnSpPr>
            <p:spPr bwMode="auto">
              <a:xfrm>
                <a:off x="3707800" y="334769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2" name="Text Box 61">
                <a:extLst>
                  <a:ext uri="{FF2B5EF4-FFF2-40B4-BE49-F238E27FC236}">
                    <a16:creationId xmlns:a16="http://schemas.microsoft.com/office/drawing/2014/main" id="{3DA2AC0C-A37E-4F0C-8AA8-272F2EFB757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0"/>
                </p:custDataLst>
              </p:nvPr>
            </p:nvSpPr>
            <p:spPr bwMode="auto">
              <a:xfrm>
                <a:off x="3599800" y="334800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23" name="Rectangle 274">
                <a:extLst>
                  <a:ext uri="{FF2B5EF4-FFF2-40B4-BE49-F238E27FC236}">
                    <a16:creationId xmlns:a16="http://schemas.microsoft.com/office/drawing/2014/main" id="{F7B23715-1778-4F55-A8C4-AB630145E37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11"/>
                </p:custDataLst>
              </p:nvPr>
            </p:nvSpPr>
            <p:spPr bwMode="auto">
              <a:xfrm>
                <a:off x="8424000" y="4932000"/>
                <a:ext cx="323850" cy="432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424" name="直接箭头连接符 423">
                <a:extLst>
                  <a:ext uri="{FF2B5EF4-FFF2-40B4-BE49-F238E27FC236}">
                    <a16:creationId xmlns:a16="http://schemas.microsoft.com/office/drawing/2014/main" id="{67C39DFD-A172-44E6-A534-0EE31489ECD0}"/>
                  </a:ext>
                </a:extLst>
              </p:cNvPr>
              <p:cNvCxnSpPr/>
              <p:nvPr>
                <p:custDataLst>
                  <p:tags r:id="rId212"/>
                </p:custDataLst>
              </p:nvPr>
            </p:nvCxnSpPr>
            <p:spPr bwMode="auto">
              <a:xfrm flipV="1">
                <a:off x="8424000" y="5040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25" name="直接箭头连接符 424">
                <a:extLst>
                  <a:ext uri="{FF2B5EF4-FFF2-40B4-BE49-F238E27FC236}">
                    <a16:creationId xmlns:a16="http://schemas.microsoft.com/office/drawing/2014/main" id="{B80AB47A-0F88-4848-92BA-286DF8DFED13}"/>
                  </a:ext>
                </a:extLst>
              </p:cNvPr>
              <p:cNvCxnSpPr/>
              <p:nvPr>
                <p:custDataLst>
                  <p:tags r:id="rId213"/>
                </p:custDataLst>
              </p:nvPr>
            </p:nvCxnSpPr>
            <p:spPr bwMode="auto">
              <a:xfrm flipV="1">
                <a:off x="8424000" y="5256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26" name="Text Box 392">
                <a:extLst>
                  <a:ext uri="{FF2B5EF4-FFF2-40B4-BE49-F238E27FC236}">
                    <a16:creationId xmlns:a16="http://schemas.microsoft.com/office/drawing/2014/main" id="{D220151F-4C9B-4E0E-85D4-797F3E30BBB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8424000" y="4752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latin typeface="+mn-ea"/>
                    <a:ea typeface="+mn-ea"/>
                  </a:rPr>
                  <a:t>位</a:t>
                </a:r>
                <a:endParaRPr lang="en-US" altLang="zh-CN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427" name="直接箭头连接符 426">
                <a:extLst>
                  <a:ext uri="{FF2B5EF4-FFF2-40B4-BE49-F238E27FC236}">
                    <a16:creationId xmlns:a16="http://schemas.microsoft.com/office/drawing/2014/main" id="{494D89EB-E811-480D-8F27-B37E017F8270}"/>
                  </a:ext>
                </a:extLst>
              </p:cNvPr>
              <p:cNvCxnSpPr/>
              <p:nvPr>
                <p:custDataLst>
                  <p:tags r:id="rId215"/>
                </p:custDataLst>
              </p:nvPr>
            </p:nvCxnSpPr>
            <p:spPr bwMode="auto">
              <a:xfrm flipV="1">
                <a:off x="3131800" y="2952000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28" name="直接箭头连接符 427">
                <a:extLst>
                  <a:ext uri="{FF2B5EF4-FFF2-40B4-BE49-F238E27FC236}">
                    <a16:creationId xmlns:a16="http://schemas.microsoft.com/office/drawing/2014/main" id="{431D53E9-6FE0-4D6E-A3E9-509DC3ED6A30}"/>
                  </a:ext>
                </a:extLst>
              </p:cNvPr>
              <p:cNvCxnSpPr>
                <a:cxnSpLocks/>
              </p:cNvCxnSpPr>
              <p:nvPr>
                <p:custDataLst>
                  <p:tags r:id="rId216"/>
                </p:custDataLst>
              </p:nvPr>
            </p:nvCxnSpPr>
            <p:spPr bwMode="auto">
              <a:xfrm flipH="1" flipV="1">
                <a:off x="6552000" y="4500000"/>
                <a:ext cx="1980000" cy="64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6600"/>
                </a:solidFill>
                <a:prstDash val="sysDash"/>
                <a:round/>
                <a:headEnd type="triangle" w="med" len="sm"/>
                <a:tailEnd type="triangle" w="med" len="sm"/>
              </a:ln>
              <a:effectLst/>
            </p:spPr>
          </p:cxnSp>
        </p:grp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1DE15827-9D0D-42BE-AAAE-6D4E928C04C1}"/>
                </a:ext>
              </a:extLst>
            </p:cNvPr>
            <p:cNvGrpSpPr/>
            <p:nvPr/>
          </p:nvGrpSpPr>
          <p:grpSpPr>
            <a:xfrm>
              <a:off x="6444000" y="756000"/>
              <a:ext cx="2520000" cy="1368000"/>
              <a:chOff x="4915192" y="3582766"/>
              <a:chExt cx="2520000" cy="1368000"/>
            </a:xfrm>
          </p:grpSpPr>
          <p:sp>
            <p:nvSpPr>
              <p:cNvPr id="357" name="Text Box 36">
                <a:extLst>
                  <a:ext uri="{FF2B5EF4-FFF2-40B4-BE49-F238E27FC236}">
                    <a16:creationId xmlns:a16="http://schemas.microsoft.com/office/drawing/2014/main" id="{15B250CB-0331-4052-8FE2-FF9B26D7185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5635192" y="3797724"/>
                <a:ext cx="828000" cy="1152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1001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00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01000100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0101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00110011</a:t>
                </a:r>
                <a:endParaRPr lang="en-US" altLang="zh-CN" sz="1400" b="1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</p:txBody>
          </p:sp>
          <p:cxnSp>
            <p:nvCxnSpPr>
              <p:cNvPr id="358" name="直接连接符 357">
                <a:extLst>
                  <a:ext uri="{FF2B5EF4-FFF2-40B4-BE49-F238E27FC236}">
                    <a16:creationId xmlns:a16="http://schemas.microsoft.com/office/drawing/2014/main" id="{5CB75E57-3557-4224-9D87-8DC15987009D}"/>
                  </a:ext>
                </a:extLst>
              </p:cNvPr>
              <p:cNvCxnSpPr/>
              <p:nvPr>
                <p:custDataLst>
                  <p:tags r:id="rId146"/>
                </p:custDataLst>
              </p:nvPr>
            </p:nvCxnSpPr>
            <p:spPr bwMode="auto">
              <a:xfrm>
                <a:off x="5635192" y="3960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4285419E-CBD8-43BD-B273-B849FF630CBD}"/>
                  </a:ext>
                </a:extLst>
              </p:cNvPr>
              <p:cNvCxnSpPr/>
              <p:nvPr>
                <p:custDataLst>
                  <p:tags r:id="rId147"/>
                </p:custDataLst>
              </p:nvPr>
            </p:nvCxnSpPr>
            <p:spPr bwMode="auto">
              <a:xfrm>
                <a:off x="5635192" y="4302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60" name="Text Box 36">
                <a:extLst>
                  <a:ext uri="{FF2B5EF4-FFF2-40B4-BE49-F238E27FC236}">
                    <a16:creationId xmlns:a16="http://schemas.microsoft.com/office/drawing/2014/main" id="{03144C80-4F58-473D-A512-7A1259B4D83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5023192" y="3797724"/>
                <a:ext cx="612000" cy="115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0…000</a:t>
                </a:r>
                <a:endParaRPr lang="en-US" altLang="zh-CN" sz="1400" b="1" dirty="0">
                  <a:latin typeface="+mn-ea"/>
                  <a:ea typeface="+mn-ea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0</a:t>
                </a:r>
                <a:r>
                  <a:rPr lang="en-US" altLang="zh-CN" sz="1400" b="1" dirty="0">
                    <a:latin typeface="+mn-ea"/>
                  </a:rPr>
                  <a:t>…</a:t>
                </a:r>
                <a:r>
                  <a:rPr lang="en-US" altLang="zh-CN" sz="1400" b="1" dirty="0">
                    <a:latin typeface="+mn-ea"/>
                    <a:ea typeface="+mn-ea"/>
                  </a:rPr>
                  <a:t>001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u="none" dirty="0">
                    <a:latin typeface="+mn-ea"/>
                    <a:ea typeface="+mn-ea"/>
                  </a:rPr>
                  <a:t>0…010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altLang="zh-CN" sz="1400" b="1" dirty="0">
                    <a:latin typeface="+mn-ea"/>
                  </a:rPr>
                  <a:t>…</a:t>
                </a:r>
                <a:r>
                  <a:rPr lang="en-US" altLang="zh-CN" sz="1400" b="1" u="none" dirty="0">
                    <a:latin typeface="+mn-ea"/>
                    <a:ea typeface="+mn-ea"/>
                  </a:rPr>
                  <a:t>   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0…044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altLang="zh-CN" sz="1400" b="1" dirty="0">
                    <a:latin typeface="+mn-ea"/>
                  </a:rPr>
                  <a:t>…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+mn-ea"/>
                  </a:rPr>
                  <a:t>2</a:t>
                </a:r>
                <a:r>
                  <a:rPr lang="en-US" altLang="zh-CN" sz="1400" b="1" baseline="30000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+mn-ea"/>
                  </a:rPr>
                  <a:t>N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+mn-ea"/>
                  </a:rPr>
                  <a:t>-1</a:t>
                </a:r>
              </a:p>
            </p:txBody>
          </p:sp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AC13EF88-74F9-4594-81CB-E2F3B68C7F01}"/>
                  </a:ext>
                </a:extLst>
              </p:cNvPr>
              <p:cNvCxnSpPr/>
              <p:nvPr>
                <p:custDataLst>
                  <p:tags r:id="rId149"/>
                </p:custDataLst>
              </p:nvPr>
            </p:nvCxnSpPr>
            <p:spPr bwMode="auto">
              <a:xfrm>
                <a:off x="5635192" y="4122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2" name="直接连接符 361">
                <a:extLst>
                  <a:ext uri="{FF2B5EF4-FFF2-40B4-BE49-F238E27FC236}">
                    <a16:creationId xmlns:a16="http://schemas.microsoft.com/office/drawing/2014/main" id="{395ED5B2-3BFC-4E22-ADB0-8DD234865631}"/>
                  </a:ext>
                </a:extLst>
              </p:cNvPr>
              <p:cNvCxnSpPr/>
              <p:nvPr>
                <p:custDataLst>
                  <p:tags r:id="rId150"/>
                </p:custDataLst>
              </p:nvPr>
            </p:nvCxnSpPr>
            <p:spPr bwMode="auto">
              <a:xfrm>
                <a:off x="5635192" y="4464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3" name="直接连接符 362">
                <a:extLst>
                  <a:ext uri="{FF2B5EF4-FFF2-40B4-BE49-F238E27FC236}">
                    <a16:creationId xmlns:a16="http://schemas.microsoft.com/office/drawing/2014/main" id="{0AAE41E5-5832-46E9-9CD2-29C4F6BEA832}"/>
                  </a:ext>
                </a:extLst>
              </p:cNvPr>
              <p:cNvCxnSpPr/>
              <p:nvPr>
                <p:custDataLst>
                  <p:tags r:id="rId151"/>
                </p:custDataLst>
              </p:nvPr>
            </p:nvCxnSpPr>
            <p:spPr bwMode="auto">
              <a:xfrm>
                <a:off x="5635192" y="4806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4" name="直接连接符 363">
                <a:extLst>
                  <a:ext uri="{FF2B5EF4-FFF2-40B4-BE49-F238E27FC236}">
                    <a16:creationId xmlns:a16="http://schemas.microsoft.com/office/drawing/2014/main" id="{2BC0DAC1-033D-4326-99F1-A1702F9800F4}"/>
                  </a:ext>
                </a:extLst>
              </p:cNvPr>
              <p:cNvCxnSpPr/>
              <p:nvPr>
                <p:custDataLst>
                  <p:tags r:id="rId152"/>
                </p:custDataLst>
              </p:nvPr>
            </p:nvCxnSpPr>
            <p:spPr bwMode="auto">
              <a:xfrm>
                <a:off x="5635192" y="4644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65" name="Text Box 36">
                <a:extLst>
                  <a:ext uri="{FF2B5EF4-FFF2-40B4-BE49-F238E27FC236}">
                    <a16:creationId xmlns:a16="http://schemas.microsoft.com/office/drawing/2014/main" id="{C7D5DAC5-C0F5-4BC7-8AB1-E595979371F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4915192" y="3582766"/>
                <a:ext cx="2448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highlight>
                      <a:srgbClr val="CCECFF"/>
                    </a:highlight>
                    <a:latin typeface="+mn-ea"/>
                  </a:rPr>
                  <a:t>逻辑地址</a:t>
                </a:r>
                <a:r>
                  <a:rPr lang="zh-CN" altLang="en-US" sz="1400" b="1" baseline="-25000" dirty="0">
                    <a:highlight>
                      <a:srgbClr val="CCECFF"/>
                    </a:highlight>
                    <a:latin typeface="+mn-ea"/>
                  </a:rPr>
                  <a:t> </a:t>
                </a:r>
                <a:r>
                  <a:rPr lang="zh-CN" altLang="en-US" sz="1400" b="1" dirty="0">
                    <a:highlight>
                      <a:srgbClr val="CC99FF"/>
                    </a:highlight>
                    <a:latin typeface="+mn-ea"/>
                  </a:rPr>
                  <a:t>程序内容</a:t>
                </a:r>
                <a:r>
                  <a:rPr lang="zh-CN" altLang="en-US" sz="1400" b="1" dirty="0">
                    <a:latin typeface="+mn-ea"/>
                  </a:rPr>
                  <a:t>  指令功能</a:t>
                </a:r>
                <a:endParaRPr lang="en-US" altLang="zh-CN" sz="1400" b="1" dirty="0">
                  <a:latin typeface="+mn-ea"/>
                </a:endParaRPr>
              </a:p>
            </p:txBody>
          </p:sp>
          <p:sp>
            <p:nvSpPr>
              <p:cNvPr id="366" name="Text Box 36">
                <a:extLst>
                  <a:ext uri="{FF2B5EF4-FFF2-40B4-BE49-F238E27FC236}">
                    <a16:creationId xmlns:a16="http://schemas.microsoft.com/office/drawing/2014/main" id="{F3560A31-FEBB-410E-B7CF-6AC0783CC60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6499192" y="3798766"/>
                <a:ext cx="936000" cy="115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R1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M[44H]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 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R1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(R1)+2</a:t>
                </a:r>
                <a:r>
                  <a:rPr lang="en-US" altLang="zh-CN" sz="1400" b="1" u="none" dirty="0">
                    <a:latin typeface="+mn-ea"/>
                    <a:ea typeface="+mn-ea"/>
                  </a:rPr>
                  <a:t>   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400" b="1" dirty="0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x=33H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400" b="1" dirty="0">
                  <a:latin typeface="+mn-ea"/>
                </a:endParaRPr>
              </a:p>
            </p:txBody>
          </p:sp>
        </p:grpSp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5EAAF91A-268D-4C28-8904-D39290681D92}"/>
                </a:ext>
              </a:extLst>
            </p:cNvPr>
            <p:cNvGrpSpPr/>
            <p:nvPr/>
          </p:nvGrpSpPr>
          <p:grpSpPr>
            <a:xfrm>
              <a:off x="3456000" y="756000"/>
              <a:ext cx="2915920" cy="1332230"/>
              <a:chOff x="-1531" y="1813"/>
              <a:chExt cx="4592" cy="2098"/>
            </a:xfrm>
          </p:grpSpPr>
          <p:sp>
            <p:nvSpPr>
              <p:cNvPr id="347" name="Text Box 160">
                <a:extLst>
                  <a:ext uri="{FF2B5EF4-FFF2-40B4-BE49-F238E27FC236}">
                    <a16:creationId xmlns:a16="http://schemas.microsoft.com/office/drawing/2014/main" id="{66C73109-A75D-4989-9A55-F76FD745200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-1531" y="1813"/>
                <a:ext cx="2041" cy="209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ISA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内容</a:t>
                </a:r>
                <a:r>
                  <a:rPr lang="zh-CN" altLang="en-US" sz="16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：</a:t>
                </a:r>
                <a:endPara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数据表示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OPD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存放方式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 寻址方式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指令功能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 指令格式</a:t>
                </a:r>
              </a:p>
            </p:txBody>
          </p:sp>
          <p:grpSp>
            <p:nvGrpSpPr>
              <p:cNvPr id="348" name="组合 347">
                <a:extLst>
                  <a:ext uri="{FF2B5EF4-FFF2-40B4-BE49-F238E27FC236}">
                    <a16:creationId xmlns:a16="http://schemas.microsoft.com/office/drawing/2014/main" id="{A177DC9B-4E24-4476-8E4B-8FFE1C505D05}"/>
                  </a:ext>
                </a:extLst>
              </p:cNvPr>
              <p:cNvGrpSpPr/>
              <p:nvPr/>
            </p:nvGrpSpPr>
            <p:grpSpPr>
              <a:xfrm>
                <a:off x="623" y="3004"/>
                <a:ext cx="2209" cy="626"/>
                <a:chOff x="5623389" y="1204119"/>
                <a:chExt cx="1402594" cy="396634"/>
              </a:xfrm>
            </p:grpSpPr>
            <p:sp>
              <p:nvSpPr>
                <p:cNvPr id="350" name="Text Box 136">
                  <a:extLst>
                    <a:ext uri="{FF2B5EF4-FFF2-40B4-BE49-F238E27FC236}">
                      <a16:creationId xmlns:a16="http://schemas.microsoft.com/office/drawing/2014/main" id="{8B2BBE98-64D3-44E4-925D-1FA2CB5A5890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38"/>
                  </p:custDataLst>
                </p:nvPr>
              </p:nvSpPr>
              <p:spPr bwMode="auto">
                <a:xfrm>
                  <a:off x="6019566" y="1420042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RD</a:t>
                  </a:r>
                </a:p>
              </p:txBody>
            </p:sp>
            <p:sp>
              <p:nvSpPr>
                <p:cNvPr id="351" name="Text Box 137">
                  <a:extLst>
                    <a:ext uri="{FF2B5EF4-FFF2-40B4-BE49-F238E27FC236}">
                      <a16:creationId xmlns:a16="http://schemas.microsoft.com/office/drawing/2014/main" id="{35BF119D-0B53-47F0-A5DD-BB1B5D464B87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39"/>
                  </p:custDataLst>
                </p:nvPr>
              </p:nvSpPr>
              <p:spPr bwMode="auto">
                <a:xfrm>
                  <a:off x="5623389" y="1420763"/>
                  <a:ext cx="395966" cy="179990"/>
                </a:xfrm>
                <a:prstGeom prst="rect">
                  <a:avLst/>
                </a:prstGeom>
                <a:solidFill>
                  <a:srgbClr val="FF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op2</a:t>
                  </a:r>
                </a:p>
              </p:txBody>
            </p:sp>
            <p:sp>
              <p:nvSpPr>
                <p:cNvPr id="352" name="Text Box 151">
                  <a:extLst>
                    <a:ext uri="{FF2B5EF4-FFF2-40B4-BE49-F238E27FC236}">
                      <a16:creationId xmlns:a16="http://schemas.microsoft.com/office/drawing/2014/main" id="{78028588-97E2-4969-9254-C29DF885C0B7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0"/>
                  </p:custDataLst>
                </p:nvPr>
              </p:nvSpPr>
              <p:spPr bwMode="auto">
                <a:xfrm>
                  <a:off x="6522051" y="1420042"/>
                  <a:ext cx="503932" cy="179897"/>
                </a:xfrm>
                <a:prstGeom prst="rect">
                  <a:avLst/>
                </a:prstGeom>
                <a:solidFill>
                  <a:srgbClr val="99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A</a:t>
                  </a:r>
                </a:p>
              </p:txBody>
            </p:sp>
            <p:sp>
              <p:nvSpPr>
                <p:cNvPr id="353" name="Text Box 136">
                  <a:extLst>
                    <a:ext uri="{FF2B5EF4-FFF2-40B4-BE49-F238E27FC236}">
                      <a16:creationId xmlns:a16="http://schemas.microsoft.com/office/drawing/2014/main" id="{94258A70-A477-4E04-B614-7848C1583741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1"/>
                  </p:custDataLst>
                </p:nvPr>
              </p:nvSpPr>
              <p:spPr bwMode="auto">
                <a:xfrm>
                  <a:off x="6271544" y="1420042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RS</a:t>
                  </a:r>
                </a:p>
              </p:txBody>
            </p:sp>
            <p:sp>
              <p:nvSpPr>
                <p:cNvPr id="354" name="Text Box 136">
                  <a:extLst>
                    <a:ext uri="{FF2B5EF4-FFF2-40B4-BE49-F238E27FC236}">
                      <a16:creationId xmlns:a16="http://schemas.microsoft.com/office/drawing/2014/main" id="{85E70908-BBA5-49D5-8D96-975D02E544DC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2"/>
                  </p:custDataLst>
                </p:nvPr>
              </p:nvSpPr>
              <p:spPr bwMode="auto">
                <a:xfrm>
                  <a:off x="6019566" y="1204119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RD</a:t>
                  </a:r>
                </a:p>
              </p:txBody>
            </p:sp>
            <p:sp>
              <p:nvSpPr>
                <p:cNvPr id="355" name="Text Box 137">
                  <a:extLst>
                    <a:ext uri="{FF2B5EF4-FFF2-40B4-BE49-F238E27FC236}">
                      <a16:creationId xmlns:a16="http://schemas.microsoft.com/office/drawing/2014/main" id="{7B8F4287-19CF-47E8-9DDB-1F4290D96267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3"/>
                  </p:custDataLst>
                </p:nvPr>
              </p:nvSpPr>
              <p:spPr bwMode="auto">
                <a:xfrm>
                  <a:off x="5624089" y="1204119"/>
                  <a:ext cx="395966" cy="179990"/>
                </a:xfrm>
                <a:prstGeom prst="rect">
                  <a:avLst/>
                </a:prstGeom>
                <a:solidFill>
                  <a:srgbClr val="FF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op1</a:t>
                  </a:r>
                </a:p>
              </p:txBody>
            </p:sp>
            <p:sp>
              <p:nvSpPr>
                <p:cNvPr id="356" name="Text Box 136">
                  <a:extLst>
                    <a:ext uri="{FF2B5EF4-FFF2-40B4-BE49-F238E27FC236}">
                      <a16:creationId xmlns:a16="http://schemas.microsoft.com/office/drawing/2014/main" id="{475D5873-5CFE-4D3B-8ACC-6AF04281C93A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4"/>
                  </p:custDataLst>
                </p:nvPr>
              </p:nvSpPr>
              <p:spPr bwMode="auto">
                <a:xfrm>
                  <a:off x="6271544" y="1204119"/>
                  <a:ext cx="251951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RS</a:t>
                  </a:r>
                </a:p>
              </p:txBody>
            </p:sp>
          </p:grpSp>
          <p:sp>
            <p:nvSpPr>
              <p:cNvPr id="349" name="Text Box 61">
                <a:extLst>
                  <a:ext uri="{FF2B5EF4-FFF2-40B4-BE49-F238E27FC236}">
                    <a16:creationId xmlns:a16="http://schemas.microsoft.com/office/drawing/2014/main" id="{60315412-4583-47FF-8675-AD9479354DC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623" y="2324"/>
                <a:ext cx="2438" cy="62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</a:rPr>
                  <a:t>RD</a:t>
                </a:r>
                <a:r>
                  <a:rPr lang="zh-CN" altLang="en-US" sz="1400" b="1" dirty="0">
                    <a:latin typeface="+mn-ea"/>
                  </a:rPr>
                  <a:t>←</a:t>
                </a:r>
                <a:r>
                  <a:rPr lang="en-US" altLang="zh-CN" sz="1400" b="1" dirty="0">
                    <a:latin typeface="+mn-ea"/>
                  </a:rPr>
                  <a:t>(RD)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op1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(RS)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</a:rPr>
                  <a:t>RD</a:t>
                </a:r>
                <a:r>
                  <a:rPr lang="zh-CN" altLang="en-US" sz="1400" b="1" dirty="0">
                    <a:latin typeface="+mn-ea"/>
                  </a:rPr>
                  <a:t>←</a:t>
                </a:r>
                <a:r>
                  <a:rPr lang="en-US" altLang="zh-CN" sz="1400" b="1" dirty="0">
                    <a:latin typeface="+mn-ea"/>
                  </a:rPr>
                  <a:t>M[(RS)]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op2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A</a:t>
                </a:r>
              </a:p>
            </p:txBody>
          </p:sp>
        </p:grpSp>
        <p:sp>
          <p:nvSpPr>
            <p:cNvPr id="238" name="右箭头 119">
              <a:extLst>
                <a:ext uri="{FF2B5EF4-FFF2-40B4-BE49-F238E27FC236}">
                  <a16:creationId xmlns:a16="http://schemas.microsoft.com/office/drawing/2014/main" id="{759E1A5A-C31D-48BE-8DCB-E05B3A9AF1F5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192000" y="1512000"/>
              <a:ext cx="252000" cy="180000"/>
            </a:xfrm>
            <a:prstGeom prst="right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下箭头 137">
              <a:extLst>
                <a:ext uri="{FF2B5EF4-FFF2-40B4-BE49-F238E27FC236}">
                  <a16:creationId xmlns:a16="http://schemas.microsoft.com/office/drawing/2014/main" id="{4D993942-2329-4C5A-B7D1-88D016FC9E5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4103800" y="2160000"/>
              <a:ext cx="180000" cy="252000"/>
            </a:xfrm>
            <a:prstGeom prst="down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Text Box 61">
              <a:extLst>
                <a:ext uri="{FF2B5EF4-FFF2-40B4-BE49-F238E27FC236}">
                  <a16:creationId xmlns:a16="http://schemas.microsoft.com/office/drawing/2014/main" id="{D212C96C-0872-431B-A889-453CD1D2BCAF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88000" y="5040000"/>
              <a:ext cx="4104000" cy="14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CPU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程序的执行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①组成</a:t>
              </a:r>
              <a:r>
                <a:rPr lang="en-US" altLang="zh-CN" sz="1400" b="1" dirty="0">
                  <a:latin typeface="+mn-ea"/>
                  <a:sym typeface="+mn-ea"/>
                </a:rPr>
                <a:t>(DP+CU)</a:t>
              </a:r>
              <a:r>
                <a:rPr lang="zh-CN" altLang="en-US" sz="1600" b="1" dirty="0">
                  <a:latin typeface="+mn-ea"/>
                </a:rPr>
                <a:t>，工作流程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执行指令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响应事件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zh-CN" altLang="en-US" sz="1600" b="1" dirty="0">
                  <a:latin typeface="+mn-ea"/>
                </a:rPr>
                <a:t> ②</a:t>
              </a:r>
              <a:r>
                <a:rPr lang="en-US" altLang="zh-CN" sz="1600" b="1" dirty="0">
                  <a:latin typeface="+mn-ea"/>
                  <a:sym typeface="+mn-ea"/>
                </a:rPr>
                <a:t>DP</a:t>
              </a:r>
              <a:r>
                <a:rPr lang="zh-CN" altLang="en-US" sz="1600" b="1" dirty="0">
                  <a:latin typeface="+mn-ea"/>
                  <a:sym typeface="+mn-ea"/>
                </a:rPr>
                <a:t>组成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sym typeface="+mn-ea"/>
                </a:rPr>
                <a:t>+</a:t>
              </a:r>
              <a:r>
                <a:rPr lang="zh-CN" altLang="en-US" sz="1400" b="1" dirty="0">
                  <a:latin typeface="+mn-ea"/>
                  <a:sym typeface="+mn-ea"/>
                </a:rPr>
                <a:t>互连</a:t>
              </a:r>
              <a:r>
                <a:rPr lang="en-US" altLang="zh-CN" sz="1400" b="1" dirty="0">
                  <a:latin typeface="+mn-ea"/>
                  <a:sym typeface="+mn-ea"/>
                </a:rPr>
                <a:t>) [</a:t>
              </a:r>
              <a:r>
                <a:rPr lang="zh-CN" altLang="en-US" sz="14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ea typeface="+mn-ea"/>
                  <a:sym typeface="+mn-ea"/>
                </a:rPr>
                <a:t>=</a:t>
              </a:r>
              <a:r>
                <a:rPr lang="zh-CN" altLang="en-US" sz="1400" b="1" dirty="0">
                  <a:latin typeface="+mn-ea"/>
                  <a:ea typeface="+mn-ea"/>
                  <a:sym typeface="+mn-ea"/>
                </a:rPr>
                <a:t>取指</a:t>
              </a:r>
              <a:r>
                <a:rPr lang="en-US" altLang="zh-CN" sz="1400" b="1" dirty="0">
                  <a:latin typeface="+mn-ea"/>
                  <a:ea typeface="+mn-ea"/>
                  <a:sym typeface="+mn-ea"/>
                </a:rPr>
                <a:t>+</a:t>
              </a:r>
              <a:r>
                <a:rPr lang="zh-CN" altLang="en-US" sz="1400" b="1" dirty="0">
                  <a:latin typeface="+mn-ea"/>
                  <a:sym typeface="+mn-ea"/>
                </a:rPr>
                <a:t>运算器</a:t>
              </a:r>
              <a:r>
                <a:rPr lang="en-US" altLang="zh-CN" sz="1400" b="1" dirty="0">
                  <a:latin typeface="+mn-ea"/>
                  <a:sym typeface="+mn-ea"/>
                </a:rPr>
                <a:t>+…]</a:t>
              </a:r>
              <a:endParaRPr lang="en-US" alt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③</a:t>
              </a:r>
              <a:r>
                <a:rPr lang="zh-CN" altLang="en-US" sz="1600" b="1" dirty="0">
                  <a:latin typeface="+mn-ea"/>
                  <a:sym typeface="+mn-ea"/>
                </a:rPr>
                <a:t>指令执行过程组织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表示为各</a:t>
              </a:r>
              <a:r>
                <a:rPr lang="en-US" altLang="zh-CN" sz="1400" spc="-80" dirty="0" err="1">
                  <a:sym typeface="+mn-ea"/>
                </a:rPr>
                <a:t>μ</a:t>
              </a:r>
              <a:r>
                <a:rPr lang="en-US" altLang="zh-CN" sz="1400" b="1" spc="-80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en-US" altLang="zh-CN" sz="1400" b="1" dirty="0" err="1">
                  <a:latin typeface="+mn-ea"/>
                  <a:sym typeface="+mn-ea"/>
                </a:rPr>
                <a:t>Cmd</a:t>
              </a:r>
              <a:r>
                <a:rPr lang="zh-CN" altLang="en-US" sz="1400" b="1" dirty="0">
                  <a:latin typeface="+mn-ea"/>
                  <a:sym typeface="+mn-ea"/>
                </a:rPr>
                <a:t>序列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en-US" altLang="zh-CN" sz="1400" b="1" dirty="0">
                <a:latin typeface="+mn-ea"/>
              </a:endParaRPr>
            </a:p>
            <a:p>
              <a:r>
                <a:rPr lang="zh-CN" altLang="en-US" sz="1600" b="1" dirty="0">
                  <a:latin typeface="+mn-ea"/>
                </a:rPr>
                <a:t> ④</a:t>
              </a:r>
              <a:r>
                <a:rPr lang="en-US" altLang="zh-CN" sz="1600" b="1" dirty="0">
                  <a:latin typeface="+mn-ea"/>
                </a:rPr>
                <a:t>CU</a:t>
              </a:r>
              <a:r>
                <a:rPr lang="zh-CN" altLang="en-US" sz="1600" b="1" dirty="0">
                  <a:latin typeface="+mn-ea"/>
                </a:rPr>
                <a:t>组成</a:t>
              </a:r>
              <a:r>
                <a:rPr lang="en-US" altLang="zh-CN" sz="1400" b="1" dirty="0">
                  <a:latin typeface="+mn-ea"/>
                </a:rPr>
                <a:t>(3</a:t>
              </a:r>
              <a:r>
                <a:rPr lang="zh-CN" altLang="en-US" sz="1400" b="1" dirty="0">
                  <a:latin typeface="+mn-ea"/>
                </a:rPr>
                <a:t>个部件</a:t>
              </a:r>
              <a:r>
                <a:rPr lang="en-US" altLang="zh-CN" sz="1400" b="1" dirty="0">
                  <a:latin typeface="+mn-ea"/>
                </a:rPr>
                <a:t>,</a:t>
              </a:r>
              <a:r>
                <a:rPr lang="zh-CN" altLang="en-US" sz="1400" b="1" dirty="0">
                  <a:latin typeface="+mn-ea"/>
                </a:rPr>
                <a:t>有序</a:t>
              </a:r>
              <a:r>
                <a:rPr lang="zh-CN" altLang="en-US" sz="1400" b="1" dirty="0">
                  <a:latin typeface="+mn-ea"/>
                  <a:sym typeface="+mn-ea"/>
                </a:rPr>
                <a:t>产生所需的</a:t>
              </a:r>
              <a:r>
                <a:rPr lang="en-US" altLang="zh-CN" sz="1400" spc="-80" dirty="0" err="1">
                  <a:sym typeface="+mn-ea"/>
                </a:rPr>
                <a:t>μ</a:t>
              </a:r>
              <a:r>
                <a:rPr lang="en-US" altLang="zh-CN" sz="1400" b="1" spc="-80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en-US" altLang="zh-CN" sz="1400" b="1" dirty="0" err="1">
                  <a:latin typeface="+mn-ea"/>
                  <a:sym typeface="+mn-ea"/>
                </a:rPr>
                <a:t>Cmd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en-US" alt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⑤中断机构组成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检测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响应</a:t>
              </a:r>
              <a:r>
                <a:rPr lang="en-US" altLang="zh-CN" sz="1400" b="1" dirty="0">
                  <a:latin typeface="+mn-ea"/>
                </a:rPr>
                <a:t>) [</a:t>
              </a:r>
              <a:r>
                <a:rPr lang="zh-CN" altLang="en-US" sz="1400" b="1" dirty="0">
                  <a:latin typeface="+mn-ea"/>
                </a:rPr>
                <a:t>异常</a:t>
              </a:r>
              <a:r>
                <a:rPr lang="en-US" altLang="zh-CN" sz="1400" b="1" dirty="0">
                  <a:latin typeface="+mn-ea"/>
                </a:rPr>
                <a:t>/</a:t>
              </a:r>
              <a:r>
                <a:rPr lang="zh-CN" altLang="en-US" sz="1400" b="1" dirty="0">
                  <a:latin typeface="+mn-ea"/>
                </a:rPr>
                <a:t>中断不同</a:t>
              </a:r>
              <a:r>
                <a:rPr lang="en-US" altLang="zh-CN" sz="1400" b="1" dirty="0">
                  <a:latin typeface="+mn-ea"/>
                </a:rPr>
                <a:t>]</a:t>
              </a:r>
            </a:p>
          </p:txBody>
        </p:sp>
        <p:sp>
          <p:nvSpPr>
            <p:cNvPr id="241" name="Text Box 61">
              <a:extLst>
                <a:ext uri="{FF2B5EF4-FFF2-40B4-BE49-F238E27FC236}">
                  <a16:creationId xmlns:a16="http://schemas.microsoft.com/office/drawing/2014/main" id="{3C1427BC-16EA-44F7-84D5-A8BCE21166E7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16000" y="756000"/>
              <a:ext cx="3132000" cy="10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运算器组织：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en-US" altLang="zh-CN" sz="1400" b="1" u="sng" dirty="0">
                  <a:highlight>
                    <a:srgbClr val="CCFFFF"/>
                  </a:highlight>
                  <a:latin typeface="+mn-ea"/>
                </a:rPr>
                <a:t>ISA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指令功能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①</a:t>
              </a:r>
              <a:r>
                <a:rPr lang="zh-CN" sz="1600" b="1" dirty="0">
                  <a:latin typeface="+mn-ea"/>
                </a:rPr>
                <a:t>运算部件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满足</a:t>
              </a:r>
              <a:r>
                <a:rPr lang="zh-CN" altLang="en-US" sz="1400" b="1" dirty="0">
                  <a:cs typeface="Times New Roman" panose="02020603050405020304" pitchFamily="18" charset="0"/>
                </a:rPr>
                <a:t>操作需求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~</a:t>
              </a:r>
              <a:r>
                <a:rPr lang="zh-CN" altLang="en-US" sz="1400" b="1" dirty="0">
                  <a:latin typeface="+mn-ea"/>
                  <a:ea typeface="+mn-ea"/>
                  <a:cs typeface="Times New Roman" panose="02020603050405020304" pitchFamily="18" charset="0"/>
                </a:rPr>
                <a:t>表示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]</a:t>
              </a:r>
              <a:r>
                <a:rPr lang="en-US" altLang="zh-CN" sz="1400" b="1" dirty="0">
                  <a:latin typeface="+mn-ea"/>
                </a:rPr>
                <a:t>)</a:t>
              </a:r>
              <a:endParaRPr 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  <a:sym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②存放</a:t>
              </a:r>
              <a:r>
                <a:rPr lang="zh-CN" sz="16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en-US" altLang="zh-CN" sz="1400" b="1" dirty="0" err="1">
                  <a:latin typeface="+mn-ea"/>
                  <a:sym typeface="+mn-ea"/>
                </a:rPr>
                <a:t>GPRs+PSR</a:t>
              </a:r>
              <a:r>
                <a:rPr lang="en-US" altLang="zh-CN" sz="1400" b="1" dirty="0">
                  <a:latin typeface="+mn-ea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~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OPD</a:t>
              </a:r>
              <a:r>
                <a:rPr lang="zh-CN" altLang="en-US" sz="1400" b="1" dirty="0">
                  <a:cs typeface="Times New Roman" panose="02020603050405020304" pitchFamily="18" charset="0"/>
                </a:rPr>
                <a:t>存放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]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zh-CN" altLang="en-US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③</a:t>
              </a:r>
              <a:r>
                <a:rPr lang="zh-CN" sz="1600" b="1" dirty="0">
                  <a:latin typeface="+mn-ea"/>
                  <a:sym typeface="+mn-ea"/>
                </a:rPr>
                <a:t>部件互连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结构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+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连接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zh-CN" altLang="en-US" sz="1400" b="1" dirty="0">
                  <a:latin typeface="+mn-ea"/>
                  <a:sym typeface="+mn-ea"/>
                </a:rPr>
                <a:t>数据路径</a:t>
              </a:r>
              <a:r>
                <a:rPr lang="en-US" altLang="zh-CN" sz="1400" b="1" dirty="0">
                  <a:latin typeface="+mn-ea"/>
                  <a:sym typeface="+mn-ea"/>
                </a:rPr>
                <a:t>])</a:t>
              </a:r>
            </a:p>
          </p:txBody>
        </p:sp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7FC17E79-7E09-41BA-8663-AA68F0B105C2}"/>
                </a:ext>
              </a:extLst>
            </p:cNvPr>
            <p:cNvGrpSpPr/>
            <p:nvPr/>
          </p:nvGrpSpPr>
          <p:grpSpPr>
            <a:xfrm>
              <a:off x="324000" y="4320000"/>
              <a:ext cx="4211955" cy="683895"/>
              <a:chOff x="453" y="6804"/>
              <a:chExt cx="6633" cy="1077"/>
            </a:xfrm>
          </p:grpSpPr>
          <p:sp>
            <p:nvSpPr>
              <p:cNvPr id="329" name="Text Box 291">
                <a:extLst>
                  <a:ext uri="{FF2B5EF4-FFF2-40B4-BE49-F238E27FC236}">
                    <a16:creationId xmlns:a16="http://schemas.microsoft.com/office/drawing/2014/main" id="{7622D79A-2B91-49E8-AC45-2B9ABD15AD1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1020" y="7598"/>
                <a:ext cx="5102" cy="283"/>
              </a:xfrm>
              <a:prstGeom prst="rect">
                <a:avLst/>
              </a:prstGeom>
              <a:solidFill>
                <a:srgbClr val="FFFFFF">
                  <a:alpha val="78000"/>
                </a:srgbClr>
              </a:solidFill>
              <a:ln w="1270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程序</a:t>
                </a:r>
                <a:r>
                  <a:rPr lang="en-US" altLang="zh-CN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&amp;</a:t>
                </a: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数据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放在</a:t>
                </a:r>
                <a:r>
                  <a:rPr lang="zh-CN" altLang="en-US" sz="14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主存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中，按</a:t>
                </a:r>
                <a:r>
                  <a:rPr lang="zh-CN" altLang="en-US" sz="1400" b="1" dirty="0">
                    <a:highlight>
                      <a:srgbClr val="CCECFF"/>
                    </a:highlight>
                    <a:latin typeface="宋体" panose="02010600030101010101" pitchFamily="2" charset="-122"/>
                  </a:rPr>
                  <a:t>逻辑地址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访问</a:t>
                </a:r>
              </a:p>
            </p:txBody>
          </p:sp>
          <p:sp>
            <p:nvSpPr>
              <p:cNvPr id="330" name="矩形 329">
                <a:extLst>
                  <a:ext uri="{FF2B5EF4-FFF2-40B4-BE49-F238E27FC236}">
                    <a16:creationId xmlns:a16="http://schemas.microsoft.com/office/drawing/2014/main" id="{A00931CE-4120-4588-833D-876FE35BAA56}"/>
                  </a:ext>
                </a:extLst>
              </p:cNvPr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566" y="6804"/>
                <a:ext cx="6406" cy="737"/>
              </a:xfrm>
              <a:prstGeom prst="rect">
                <a:avLst/>
              </a:prstGeom>
              <a:solidFill>
                <a:srgbClr val="CCFFFF"/>
              </a:solidFill>
              <a:ln w="127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1" name="Text Box 311">
                <a:extLst>
                  <a:ext uri="{FF2B5EF4-FFF2-40B4-BE49-F238E27FC236}">
                    <a16:creationId xmlns:a16="http://schemas.microsoft.com/office/drawing/2014/main" id="{0677B48B-A89F-4A15-B4E4-DA773FB5D2D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737" y="6861"/>
                <a:ext cx="964" cy="283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取指令</a:t>
                </a:r>
              </a:p>
            </p:txBody>
          </p:sp>
          <p:sp>
            <p:nvSpPr>
              <p:cNvPr id="332" name="Text Box 314">
                <a:extLst>
                  <a:ext uri="{FF2B5EF4-FFF2-40B4-BE49-F238E27FC236}">
                    <a16:creationId xmlns:a16="http://schemas.microsoft.com/office/drawing/2014/main" id="{2F58C31C-CC62-4A57-9BC7-D07E3EF6BCB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1984" y="6861"/>
                <a:ext cx="1191" cy="28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分析指令</a:t>
                </a:r>
              </a:p>
            </p:txBody>
          </p:sp>
          <p:cxnSp>
            <p:nvCxnSpPr>
              <p:cNvPr id="333" name="直接箭头连接符 332">
                <a:extLst>
                  <a:ext uri="{FF2B5EF4-FFF2-40B4-BE49-F238E27FC236}">
                    <a16:creationId xmlns:a16="http://schemas.microsoft.com/office/drawing/2014/main" id="{7D4DB638-8644-4FCD-A928-E7C3F0E0442E}"/>
                  </a:ext>
                </a:extLst>
              </p:cNvPr>
              <p:cNvCxnSpPr/>
              <p:nvPr>
                <p:custDataLst>
                  <p:tags r:id="rId122"/>
                </p:custDataLst>
              </p:nvPr>
            </p:nvCxnSpPr>
            <p:spPr bwMode="auto">
              <a:xfrm>
                <a:off x="1700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34" name="直接箭头连接符 333">
                <a:extLst>
                  <a:ext uri="{FF2B5EF4-FFF2-40B4-BE49-F238E27FC236}">
                    <a16:creationId xmlns:a16="http://schemas.microsoft.com/office/drawing/2014/main" id="{95DAC579-A1CA-4D79-B27B-FF2E56E6EC3C}"/>
                  </a:ext>
                </a:extLst>
              </p:cNvPr>
              <p:cNvCxnSpPr/>
              <p:nvPr>
                <p:custDataLst>
                  <p:tags r:id="rId123"/>
                </p:custDataLst>
              </p:nvPr>
            </p:nvCxnSpPr>
            <p:spPr bwMode="auto">
              <a:xfrm>
                <a:off x="3174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35" name="直接箭头连接符 334">
                <a:extLst>
                  <a:ext uri="{FF2B5EF4-FFF2-40B4-BE49-F238E27FC236}">
                    <a16:creationId xmlns:a16="http://schemas.microsoft.com/office/drawing/2014/main" id="{91E71BEA-6772-41CC-B2BD-7F83AEE79DD1}"/>
                  </a:ext>
                </a:extLst>
              </p:cNvPr>
              <p:cNvCxnSpPr/>
              <p:nvPr>
                <p:custDataLst>
                  <p:tags r:id="rId124"/>
                </p:custDataLst>
              </p:nvPr>
            </p:nvCxnSpPr>
            <p:spPr bwMode="auto">
              <a:xfrm>
                <a:off x="6859" y="7031"/>
                <a:ext cx="227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6" name="直接箭头连接符 335">
                <a:extLst>
                  <a:ext uri="{FF2B5EF4-FFF2-40B4-BE49-F238E27FC236}">
                    <a16:creationId xmlns:a16="http://schemas.microsoft.com/office/drawing/2014/main" id="{CCAFAFFA-F0F7-484F-B9E2-159AD764E103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 bwMode="auto">
              <a:xfrm flipH="1">
                <a:off x="7086" y="7031"/>
                <a:ext cx="0" cy="85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7" name="直接箭头连接符 336">
                <a:extLst>
                  <a:ext uri="{FF2B5EF4-FFF2-40B4-BE49-F238E27FC236}">
                    <a16:creationId xmlns:a16="http://schemas.microsoft.com/office/drawing/2014/main" id="{B579E93C-2847-4FA7-92F7-3EFBDBE0D40E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>
                <a:off x="453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38" name="直接箭头连接符 337">
                <a:extLst>
                  <a:ext uri="{FF2B5EF4-FFF2-40B4-BE49-F238E27FC236}">
                    <a16:creationId xmlns:a16="http://schemas.microsoft.com/office/drawing/2014/main" id="{819706F2-0BC6-45E6-AB79-9E009752AFF7}"/>
                  </a:ext>
                </a:extLst>
              </p:cNvPr>
              <p:cNvCxnSpPr/>
              <p:nvPr>
                <p:custDataLst>
                  <p:tags r:id="rId127"/>
                </p:custDataLst>
              </p:nvPr>
            </p:nvCxnSpPr>
            <p:spPr bwMode="auto">
              <a:xfrm flipH="1">
                <a:off x="453" y="7031"/>
                <a:ext cx="0" cy="85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9" name="直接箭头连接符 338">
                <a:extLst>
                  <a:ext uri="{FF2B5EF4-FFF2-40B4-BE49-F238E27FC236}">
                    <a16:creationId xmlns:a16="http://schemas.microsoft.com/office/drawing/2014/main" id="{08ECF407-A316-4043-AFFA-B0058B21907C}"/>
                  </a:ext>
                </a:extLst>
              </p:cNvPr>
              <p:cNvCxnSpPr/>
              <p:nvPr>
                <p:custDataLst>
                  <p:tags r:id="rId128"/>
                </p:custDataLst>
              </p:nvPr>
            </p:nvCxnSpPr>
            <p:spPr bwMode="auto">
              <a:xfrm>
                <a:off x="453" y="7881"/>
                <a:ext cx="663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40" name="Text Box 316">
                <a:extLst>
                  <a:ext uri="{FF2B5EF4-FFF2-40B4-BE49-F238E27FC236}">
                    <a16:creationId xmlns:a16="http://schemas.microsoft.com/office/drawing/2014/main" id="{00C96195-D658-4424-A5CC-B50AF3C7491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9"/>
                </p:custDataLst>
              </p:nvPr>
            </p:nvSpPr>
            <p:spPr bwMode="auto">
              <a:xfrm>
                <a:off x="963" y="7201"/>
                <a:ext cx="1928" cy="28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PC</a:t>
                </a:r>
                <a:r>
                  <a:rPr lang="zh-CN" altLang="en-US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(PC)</a:t>
                </a:r>
                <a:r>
                  <a:rPr lang="zh-CN" altLang="en-US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＋</a:t>
                </a:r>
                <a:r>
                  <a:rPr lang="zh-CN" altLang="en-US" sz="14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en-US" sz="14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</a:p>
            </p:txBody>
          </p:sp>
          <p:sp>
            <p:nvSpPr>
              <p:cNvPr id="341" name="Text Box 316">
                <a:extLst>
                  <a:ext uri="{FF2B5EF4-FFF2-40B4-BE49-F238E27FC236}">
                    <a16:creationId xmlns:a16="http://schemas.microsoft.com/office/drawing/2014/main" id="{6C36A528-B4D9-406F-814E-485046A2FD9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3458" y="7201"/>
                <a:ext cx="3402" cy="28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PC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←计算结果</a:t>
                </a:r>
              </a:p>
            </p:txBody>
          </p:sp>
          <p:sp>
            <p:nvSpPr>
              <p:cNvPr id="342" name="Text Box 316">
                <a:extLst>
                  <a:ext uri="{FF2B5EF4-FFF2-40B4-BE49-F238E27FC236}">
                    <a16:creationId xmlns:a16="http://schemas.microsoft.com/office/drawing/2014/main" id="{250A29F9-F887-41D8-83BC-14C5CD33313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458" y="6861"/>
                <a:ext cx="794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取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OPD</a:t>
                </a:r>
              </a:p>
            </p:txBody>
          </p:sp>
          <p:sp>
            <p:nvSpPr>
              <p:cNvPr id="343" name="Text Box 316">
                <a:extLst>
                  <a:ext uri="{FF2B5EF4-FFF2-40B4-BE49-F238E27FC236}">
                    <a16:creationId xmlns:a16="http://schemas.microsoft.com/office/drawing/2014/main" id="{39816CC9-BB90-4567-82A9-AB87614C2CC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4535" y="6861"/>
                <a:ext cx="1247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sz="1400" b="1" dirty="0">
                    <a:latin typeface="宋体" panose="02010600030101010101" pitchFamily="2" charset="-122"/>
                  </a:rPr>
                  <a:t>数据操作</a:t>
                </a:r>
              </a:p>
            </p:txBody>
          </p:sp>
          <p:sp>
            <p:nvSpPr>
              <p:cNvPr id="344" name="Text Box 316">
                <a:extLst>
                  <a:ext uri="{FF2B5EF4-FFF2-40B4-BE49-F238E27FC236}">
                    <a16:creationId xmlns:a16="http://schemas.microsoft.com/office/drawing/2014/main" id="{29FA0A64-2320-4192-A81F-60EF0A75C7D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6066" y="6861"/>
                <a:ext cx="794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存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OPD</a:t>
                </a:r>
              </a:p>
            </p:txBody>
          </p:sp>
          <p:cxnSp>
            <p:nvCxnSpPr>
              <p:cNvPr id="345" name="直接箭头连接符 344">
                <a:extLst>
                  <a:ext uri="{FF2B5EF4-FFF2-40B4-BE49-F238E27FC236}">
                    <a16:creationId xmlns:a16="http://schemas.microsoft.com/office/drawing/2014/main" id="{C681FB03-252D-4A1E-99E3-B391FF3B5A9E}"/>
                  </a:ext>
                </a:extLst>
              </p:cNvPr>
              <p:cNvCxnSpPr/>
              <p:nvPr>
                <p:custDataLst>
                  <p:tags r:id="rId134"/>
                </p:custDataLst>
              </p:nvPr>
            </p:nvCxnSpPr>
            <p:spPr bwMode="auto">
              <a:xfrm>
                <a:off x="4252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46" name="直接箭头连接符 345">
                <a:extLst>
                  <a:ext uri="{FF2B5EF4-FFF2-40B4-BE49-F238E27FC236}">
                    <a16:creationId xmlns:a16="http://schemas.microsoft.com/office/drawing/2014/main" id="{AE183C02-3787-4C8A-88F5-B89F863CD43C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 bwMode="auto">
              <a:xfrm>
                <a:off x="5782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7E6BE075-06E1-4DB1-81F4-69E1FEE2A486}"/>
                </a:ext>
              </a:extLst>
            </p:cNvPr>
            <p:cNvGrpSpPr/>
            <p:nvPr/>
          </p:nvGrpSpPr>
          <p:grpSpPr>
            <a:xfrm>
              <a:off x="4064809" y="5040000"/>
              <a:ext cx="219159" cy="873264"/>
              <a:chOff x="3413650" y="4932000"/>
              <a:chExt cx="219159" cy="873264"/>
            </a:xfrm>
          </p:grpSpPr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7BC84BC2-0691-4D66-8814-A78B639F590D}"/>
                  </a:ext>
                </a:extLst>
              </p:cNvPr>
              <p:cNvCxnSpPr/>
              <p:nvPr/>
            </p:nvCxnSpPr>
            <p:spPr bwMode="auto">
              <a:xfrm flipH="1">
                <a:off x="3413650" y="5805264"/>
                <a:ext cx="21600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D9084DCB-FF8B-412B-8040-E4F5FA90A1D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632809" y="4932000"/>
                <a:ext cx="0" cy="864000"/>
              </a:xfrm>
              <a:prstGeom prst="line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9A7ACA97-A8E4-4DA1-8D66-89A189791DFF}"/>
                </a:ext>
              </a:extLst>
            </p:cNvPr>
            <p:cNvGrpSpPr/>
            <p:nvPr/>
          </p:nvGrpSpPr>
          <p:grpSpPr>
            <a:xfrm>
              <a:off x="5184000" y="2268000"/>
              <a:ext cx="3383700" cy="1440000"/>
              <a:chOff x="5184000" y="2268000"/>
              <a:chExt cx="3383700" cy="1440000"/>
            </a:xfrm>
          </p:grpSpPr>
          <p:cxnSp>
            <p:nvCxnSpPr>
              <p:cNvPr id="278" name="直接箭头连接符 277">
                <a:extLst>
                  <a:ext uri="{FF2B5EF4-FFF2-40B4-BE49-F238E27FC236}">
                    <a16:creationId xmlns:a16="http://schemas.microsoft.com/office/drawing/2014/main" id="{91C02D6A-5274-4277-BEC9-FFEDD645FD67}"/>
                  </a:ext>
                </a:extLst>
              </p:cNvPr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5723799" y="3024000"/>
                <a:ext cx="432000" cy="612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279" name="Rectangle 274">
                <a:extLst>
                  <a:ext uri="{FF2B5EF4-FFF2-40B4-BE49-F238E27FC236}">
                    <a16:creationId xmlns:a16="http://schemas.microsoft.com/office/drawing/2014/main" id="{E3B65417-EED2-4496-923E-404634320D9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6731800" y="2340000"/>
                <a:ext cx="1548000" cy="756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80" name="Text Box 256">
                <a:extLst>
                  <a:ext uri="{FF2B5EF4-FFF2-40B4-BE49-F238E27FC236}">
                    <a16:creationId xmlns:a16="http://schemas.microsoft.com/office/drawing/2014/main" id="{FA8653D9-3785-4C3E-95EB-1796CCDCF81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6803800" y="2664000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281" name="Text Box 257">
                <a:extLst>
                  <a:ext uri="{FF2B5EF4-FFF2-40B4-BE49-F238E27FC236}">
                    <a16:creationId xmlns:a16="http://schemas.microsoft.com/office/drawing/2014/main" id="{3A6A28FC-3D7F-419F-A97F-E608BA74032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6767800" y="2376000"/>
                <a:ext cx="1476000" cy="180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时序信号形成电路</a:t>
                </a:r>
              </a:p>
            </p:txBody>
          </p:sp>
          <p:sp>
            <p:nvSpPr>
              <p:cNvPr id="282" name="Text Box 258">
                <a:extLst>
                  <a:ext uri="{FF2B5EF4-FFF2-40B4-BE49-F238E27FC236}">
                    <a16:creationId xmlns:a16="http://schemas.microsoft.com/office/drawing/2014/main" id="{C3D08CBF-BC15-49E1-8A7A-75AB86F0C13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7163800" y="2663849"/>
                <a:ext cx="936000" cy="396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 err="1"/>
                  <a:t>μ</a:t>
                </a:r>
                <a:r>
                  <a:rPr lang="en-US" altLang="zh-CN" sz="1400" b="1" dirty="0" err="1">
                    <a:latin typeface="宋体" panose="02010600030101010101" pitchFamily="2" charset="-122"/>
                  </a:rPr>
                  <a:t>OP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控制信号形成电路</a:t>
                </a:r>
              </a:p>
            </p:txBody>
          </p:sp>
          <p:sp>
            <p:nvSpPr>
              <p:cNvPr id="283" name="Text Box 271">
                <a:extLst>
                  <a:ext uri="{FF2B5EF4-FFF2-40B4-BE49-F238E27FC236}">
                    <a16:creationId xmlns:a16="http://schemas.microsoft.com/office/drawing/2014/main" id="{897509A6-108D-492F-ACED-AA0F5F777FB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7451800" y="3096000"/>
                <a:ext cx="43200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3399"/>
                    </a:solidFill>
                    <a:latin typeface="+mn-ea"/>
                    <a:ea typeface="+mn-ea"/>
                  </a:rPr>
                  <a:t>……</a:t>
                </a:r>
              </a:p>
            </p:txBody>
          </p:sp>
          <p:cxnSp>
            <p:nvCxnSpPr>
              <p:cNvPr id="284" name="直接箭头连接符 283">
                <a:extLst>
                  <a:ext uri="{FF2B5EF4-FFF2-40B4-BE49-F238E27FC236}">
                    <a16:creationId xmlns:a16="http://schemas.microsoft.com/office/drawing/2014/main" id="{1CBDE67A-9BE4-4216-A35D-BBC4D05A178D}"/>
                  </a:ext>
                </a:extLst>
              </p:cNvPr>
              <p:cNvCxnSpPr/>
              <p:nvPr>
                <p:custDataLst>
                  <p:tags r:id="rId75"/>
                </p:custDataLst>
              </p:nvPr>
            </p:nvCxnSpPr>
            <p:spPr bwMode="auto">
              <a:xfrm>
                <a:off x="7019800" y="2700000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85" name="直接箭头连接符 284">
                <a:extLst>
                  <a:ext uri="{FF2B5EF4-FFF2-40B4-BE49-F238E27FC236}">
                    <a16:creationId xmlns:a16="http://schemas.microsoft.com/office/drawing/2014/main" id="{50154D7A-6F4A-426D-A85E-BCC3454DC93E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7019800" y="2916000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86" name="直接箭头连接符 285">
                <a:extLst>
                  <a:ext uri="{FF2B5EF4-FFF2-40B4-BE49-F238E27FC236}">
                    <a16:creationId xmlns:a16="http://schemas.microsoft.com/office/drawing/2014/main" id="{1D05C7DF-4398-45FB-8233-018F12867914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 bwMode="auto">
              <a:xfrm>
                <a:off x="7812700" y="2556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87" name="直接箭头连接符 286">
                <a:extLst>
                  <a:ext uri="{FF2B5EF4-FFF2-40B4-BE49-F238E27FC236}">
                    <a16:creationId xmlns:a16="http://schemas.microsoft.com/office/drawing/2014/main" id="{AA8583A7-EF00-40A7-8CE5-78774C87AF9C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 bwMode="auto">
              <a:xfrm>
                <a:off x="7524410" y="2556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88" name="Text Box 271">
                <a:extLst>
                  <a:ext uri="{FF2B5EF4-FFF2-40B4-BE49-F238E27FC236}">
                    <a16:creationId xmlns:a16="http://schemas.microsoft.com/office/drawing/2014/main" id="{B2E89A3F-DF0B-42D3-9635-3C18BA797B8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7559800" y="2556000"/>
                <a:ext cx="216000" cy="14478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289" name="直接箭头连接符 288">
                <a:extLst>
                  <a:ext uri="{FF2B5EF4-FFF2-40B4-BE49-F238E27FC236}">
                    <a16:creationId xmlns:a16="http://schemas.microsoft.com/office/drawing/2014/main" id="{7B2C0D01-282C-4EFA-9DC3-028825822B0C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6623800" y="2844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0" name="直接箭头连接符 289">
                <a:extLst>
                  <a:ext uri="{FF2B5EF4-FFF2-40B4-BE49-F238E27FC236}">
                    <a16:creationId xmlns:a16="http://schemas.microsoft.com/office/drawing/2014/main" id="{E95FA953-056B-465A-B686-DA19A9A090E2}"/>
                  </a:ext>
                </a:extLst>
              </p:cNvPr>
              <p:cNvCxnSpPr/>
              <p:nvPr>
                <p:custDataLst>
                  <p:tags r:id="rId81"/>
                </p:custDataLst>
              </p:nvPr>
            </p:nvCxnSpPr>
            <p:spPr bwMode="auto">
              <a:xfrm flipH="1">
                <a:off x="7919800" y="3060000"/>
                <a:ext cx="635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1" name="直接箭头连接符 290">
                <a:extLst>
                  <a:ext uri="{FF2B5EF4-FFF2-40B4-BE49-F238E27FC236}">
                    <a16:creationId xmlns:a16="http://schemas.microsoft.com/office/drawing/2014/main" id="{33CB8D17-C76E-484E-ABB7-A244E8C6044B}"/>
                  </a:ext>
                </a:extLst>
              </p:cNvPr>
              <p:cNvCxnSpPr/>
              <p:nvPr>
                <p:custDataLst>
                  <p:tags r:id="rId82"/>
                </p:custDataLst>
              </p:nvPr>
            </p:nvCxnSpPr>
            <p:spPr bwMode="auto">
              <a:xfrm>
                <a:off x="7415800" y="3060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92" name="Text Box 271">
                <a:extLst>
                  <a:ext uri="{FF2B5EF4-FFF2-40B4-BE49-F238E27FC236}">
                    <a16:creationId xmlns:a16="http://schemas.microsoft.com/office/drawing/2014/main" id="{9F9D56D2-3FFB-469C-BDCF-A5C3B8F5CB2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6983800" y="2700000"/>
                <a:ext cx="144145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293" name="直接箭头连接符 292">
                <a:extLst>
                  <a:ext uri="{FF2B5EF4-FFF2-40B4-BE49-F238E27FC236}">
                    <a16:creationId xmlns:a16="http://schemas.microsoft.com/office/drawing/2014/main" id="{7A45EBEE-74D5-4598-99C0-9773FDD208A3}"/>
                  </a:ext>
                </a:extLst>
              </p:cNvPr>
              <p:cNvCxnSpPr/>
              <p:nvPr>
                <p:custDataLst>
                  <p:tags r:id="rId84"/>
                </p:custDataLst>
              </p:nvPr>
            </p:nvCxnSpPr>
            <p:spPr bwMode="auto">
              <a:xfrm flipH="1">
                <a:off x="8099800" y="2916000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4" name="直接箭头连接符 293">
                <a:extLst>
                  <a:ext uri="{FF2B5EF4-FFF2-40B4-BE49-F238E27FC236}">
                    <a16:creationId xmlns:a16="http://schemas.microsoft.com/office/drawing/2014/main" id="{1BA9754E-E83E-4C17-8B6D-AC01A083E3BC}"/>
                  </a:ext>
                </a:extLst>
              </p:cNvPr>
              <p:cNvCxnSpPr/>
              <p:nvPr>
                <p:custDataLst>
                  <p:tags r:id="rId85"/>
                </p:custDataLst>
              </p:nvPr>
            </p:nvCxnSpPr>
            <p:spPr bwMode="auto">
              <a:xfrm flipH="1">
                <a:off x="6623800" y="24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5" name="直接箭头连接符 294">
                <a:extLst>
                  <a:ext uri="{FF2B5EF4-FFF2-40B4-BE49-F238E27FC236}">
                    <a16:creationId xmlns:a16="http://schemas.microsoft.com/office/drawing/2014/main" id="{7C8C5923-042D-43C6-ADA9-9337CCBF6D8E}"/>
                  </a:ext>
                </a:extLst>
              </p:cNvPr>
              <p:cNvCxnSpPr/>
              <p:nvPr>
                <p:custDataLst>
                  <p:tags r:id="rId86"/>
                </p:custDataLst>
              </p:nvPr>
            </p:nvCxnSpPr>
            <p:spPr bwMode="auto">
              <a:xfrm flipH="1">
                <a:off x="6623800" y="2484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6" name="直接箭头连接符 117">
                <a:extLst>
                  <a:ext uri="{FF2B5EF4-FFF2-40B4-BE49-F238E27FC236}">
                    <a16:creationId xmlns:a16="http://schemas.microsoft.com/office/drawing/2014/main" id="{46839E51-FA08-455A-8F29-800CBF43B804}"/>
                  </a:ext>
                </a:extLst>
              </p:cNvPr>
              <p:cNvCxnSpPr/>
              <p:nvPr>
                <p:custDataLst>
                  <p:tags r:id="rId87"/>
                </p:custDataLst>
              </p:nvPr>
            </p:nvCxnSpPr>
            <p:spPr bwMode="auto">
              <a:xfrm>
                <a:off x="6155800" y="3024000"/>
                <a:ext cx="10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97" name="Text Box 333">
                <a:extLst>
                  <a:ext uri="{FF2B5EF4-FFF2-40B4-BE49-F238E27FC236}">
                    <a16:creationId xmlns:a16="http://schemas.microsoft.com/office/drawing/2014/main" id="{121C7519-1D9D-49A4-8AC3-53D44712CBD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5832134" y="2520000"/>
                <a:ext cx="216000" cy="1116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通路结构</a:t>
                </a:r>
              </a:p>
            </p:txBody>
          </p:sp>
          <p:sp>
            <p:nvSpPr>
              <p:cNvPr id="298" name="Rectangle 274">
                <a:extLst>
                  <a:ext uri="{FF2B5EF4-FFF2-40B4-BE49-F238E27FC236}">
                    <a16:creationId xmlns:a16="http://schemas.microsoft.com/office/drawing/2014/main" id="{EFF55702-1C35-4BFD-B18D-613A9BA7F67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6155800" y="2520000"/>
                <a:ext cx="468000" cy="468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99" name="Text Box 276">
                <a:extLst>
                  <a:ext uri="{FF2B5EF4-FFF2-40B4-BE49-F238E27FC236}">
                    <a16:creationId xmlns:a16="http://schemas.microsoft.com/office/drawing/2014/main" id="{174609DD-6CD7-4BA6-AA26-2609AA6697F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6192179" y="255809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PC</a:t>
                </a:r>
              </a:p>
            </p:txBody>
          </p:sp>
          <p:sp>
            <p:nvSpPr>
              <p:cNvPr id="300" name="Text Box 276">
                <a:extLst>
                  <a:ext uri="{FF2B5EF4-FFF2-40B4-BE49-F238E27FC236}">
                    <a16:creationId xmlns:a16="http://schemas.microsoft.com/office/drawing/2014/main" id="{9EE4F095-A83B-436B-88CF-E401E07C444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6192179" y="277399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cxnSp>
            <p:nvCxnSpPr>
              <p:cNvPr id="301" name="直接箭头连接符 300">
                <a:extLst>
                  <a:ext uri="{FF2B5EF4-FFF2-40B4-BE49-F238E27FC236}">
                    <a16:creationId xmlns:a16="http://schemas.microsoft.com/office/drawing/2014/main" id="{1978A731-93F9-4F70-902F-36AC8585ED9D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 bwMode="auto">
              <a:xfrm>
                <a:off x="6047800" y="2593760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02" name="直接箭头连接符 301">
                <a:extLst>
                  <a:ext uri="{FF2B5EF4-FFF2-40B4-BE49-F238E27FC236}">
                    <a16:creationId xmlns:a16="http://schemas.microsoft.com/office/drawing/2014/main" id="{16128803-B8B4-46E2-9EA0-3D11007736FB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H="1" flipV="1">
                <a:off x="6047800" y="270176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03" name="直接箭头连接符 302">
                <a:extLst>
                  <a:ext uri="{FF2B5EF4-FFF2-40B4-BE49-F238E27FC236}">
                    <a16:creationId xmlns:a16="http://schemas.microsoft.com/office/drawing/2014/main" id="{646CA8A4-F6CD-4036-9E05-5C3FF9B837E7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>
                <a:off x="6047800" y="284576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04" name="Text Box 227">
                <a:extLst>
                  <a:ext uri="{FF2B5EF4-FFF2-40B4-BE49-F238E27FC236}">
                    <a16:creationId xmlns:a16="http://schemas.microsoft.com/office/drawing/2014/main" id="{B9B16B08-BF65-401B-B2E7-EDD76350992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8351800" y="2844000"/>
                <a:ext cx="215900" cy="86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中断机构</a:t>
                </a:r>
              </a:p>
            </p:txBody>
          </p:sp>
          <p:cxnSp>
            <p:nvCxnSpPr>
              <p:cNvPr id="305" name="直接箭头连接符 304">
                <a:extLst>
                  <a:ext uri="{FF2B5EF4-FFF2-40B4-BE49-F238E27FC236}">
                    <a16:creationId xmlns:a16="http://schemas.microsoft.com/office/drawing/2014/main" id="{DFAAF5D4-EF43-4C65-8C32-F59E24E3A45B}"/>
                  </a:ext>
                </a:extLst>
              </p:cNvPr>
              <p:cNvCxnSpPr>
                <a:cxnSpLocks/>
              </p:cNvCxnSpPr>
              <p:nvPr>
                <p:custDataLst>
                  <p:tags r:id="rId96"/>
                </p:custDataLst>
              </p:nvPr>
            </p:nvCxnSpPr>
            <p:spPr bwMode="auto">
              <a:xfrm>
                <a:off x="8495800" y="2304000"/>
                <a:ext cx="0" cy="540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306" name="直接箭头连接符 305">
                <a:extLst>
                  <a:ext uri="{FF2B5EF4-FFF2-40B4-BE49-F238E27FC236}">
                    <a16:creationId xmlns:a16="http://schemas.microsoft.com/office/drawing/2014/main" id="{3FD8D63A-EC30-4A5A-A374-12CAAFE0746D}"/>
                  </a:ext>
                </a:extLst>
              </p:cNvPr>
              <p:cNvCxnSpPr/>
              <p:nvPr>
                <p:custDataLst>
                  <p:tags r:id="rId97"/>
                </p:custDataLst>
              </p:nvPr>
            </p:nvCxnSpPr>
            <p:spPr bwMode="auto">
              <a:xfrm>
                <a:off x="6588000" y="2304000"/>
                <a:ext cx="19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07" name="Text Box 392">
                <a:extLst>
                  <a:ext uri="{FF2B5EF4-FFF2-40B4-BE49-F238E27FC236}">
                    <a16:creationId xmlns:a16="http://schemas.microsoft.com/office/drawing/2014/main" id="{AF3190E1-995C-4247-87AA-D8FBA8945D5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5831800" y="2268000"/>
                <a:ext cx="396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异常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8" name="Text Box 276">
                <a:extLst>
                  <a:ext uri="{FF2B5EF4-FFF2-40B4-BE49-F238E27FC236}">
                    <a16:creationId xmlns:a16="http://schemas.microsoft.com/office/drawing/2014/main" id="{0DAF2D56-D7B9-4F00-87D5-2E9487587CE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6335800" y="2268000"/>
                <a:ext cx="252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309" name="直接箭头连接符 308">
                <a:extLst>
                  <a:ext uri="{FF2B5EF4-FFF2-40B4-BE49-F238E27FC236}">
                    <a16:creationId xmlns:a16="http://schemas.microsoft.com/office/drawing/2014/main" id="{9693E725-BDAA-46C7-BA3F-E6039CAC82D5}"/>
                  </a:ext>
                </a:extLst>
              </p:cNvPr>
              <p:cNvCxnSpPr/>
              <p:nvPr>
                <p:custDataLst>
                  <p:tags r:id="rId100"/>
                </p:custDataLst>
              </p:nvPr>
            </p:nvCxnSpPr>
            <p:spPr bwMode="auto">
              <a:xfrm>
                <a:off x="6228079" y="2376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310" name="直接箭头连接符 309">
                <a:extLst>
                  <a:ext uri="{FF2B5EF4-FFF2-40B4-BE49-F238E27FC236}">
                    <a16:creationId xmlns:a16="http://schemas.microsoft.com/office/drawing/2014/main" id="{1837B454-290D-42FE-94B5-5FD7CC389AB3}"/>
                  </a:ext>
                </a:extLst>
              </p:cNvPr>
              <p:cNvCxnSpPr/>
              <p:nvPr>
                <p:custDataLst>
                  <p:tags r:id="rId101"/>
                </p:custDataLst>
              </p:nvPr>
            </p:nvCxnSpPr>
            <p:spPr bwMode="auto">
              <a:xfrm>
                <a:off x="6228079" y="2304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311" name="直接箭头连接符 310">
                <a:extLst>
                  <a:ext uri="{FF2B5EF4-FFF2-40B4-BE49-F238E27FC236}">
                    <a16:creationId xmlns:a16="http://schemas.microsoft.com/office/drawing/2014/main" id="{76C38A36-1D0D-46EE-9849-FF1081D9F088}"/>
                  </a:ext>
                </a:extLst>
              </p:cNvPr>
              <p:cNvCxnSpPr/>
              <p:nvPr>
                <p:custDataLst>
                  <p:tags r:id="rId102"/>
                </p:custDataLst>
              </p:nvPr>
            </p:nvCxnSpPr>
            <p:spPr bwMode="auto">
              <a:xfrm>
                <a:off x="6227800" y="2340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312" name="直接箭头连接符 311">
                <a:extLst>
                  <a:ext uri="{FF2B5EF4-FFF2-40B4-BE49-F238E27FC236}">
                    <a16:creationId xmlns:a16="http://schemas.microsoft.com/office/drawing/2014/main" id="{BD8BA250-0DCE-4AC4-B403-D553C338E190}"/>
                  </a:ext>
                </a:extLst>
              </p:cNvPr>
              <p:cNvCxnSpPr/>
              <p:nvPr>
                <p:custDataLst>
                  <p:tags r:id="rId103"/>
                </p:custDataLst>
              </p:nvPr>
            </p:nvCxnSpPr>
            <p:spPr bwMode="auto">
              <a:xfrm flipH="1">
                <a:off x="6047800" y="3240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13" name="直接箭头连接符 312">
                <a:extLst>
                  <a:ext uri="{FF2B5EF4-FFF2-40B4-BE49-F238E27FC236}">
                    <a16:creationId xmlns:a16="http://schemas.microsoft.com/office/drawing/2014/main" id="{CE0E8C7E-5BAF-4F1B-86E1-A234312FA38E}"/>
                  </a:ext>
                </a:extLst>
              </p:cNvPr>
              <p:cNvCxnSpPr/>
              <p:nvPr>
                <p:custDataLst>
                  <p:tags r:id="rId104"/>
                </p:custDataLst>
              </p:nvPr>
            </p:nvCxnSpPr>
            <p:spPr bwMode="auto">
              <a:xfrm>
                <a:off x="6047800" y="3204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14" name="Text Box 291">
                <a:extLst>
                  <a:ext uri="{FF2B5EF4-FFF2-40B4-BE49-F238E27FC236}">
                    <a16:creationId xmlns:a16="http://schemas.microsoft.com/office/drawing/2014/main" id="{88994BB6-5977-4642-99FC-9F0C79FDA73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7811800" y="3311181"/>
                <a:ext cx="468000" cy="396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总线逻辑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315" name="直接箭头连接符 314">
                <a:extLst>
                  <a:ext uri="{FF2B5EF4-FFF2-40B4-BE49-F238E27FC236}">
                    <a16:creationId xmlns:a16="http://schemas.microsoft.com/office/drawing/2014/main" id="{065383D9-5FA4-429A-904C-CCD53B11C69E}"/>
                  </a:ext>
                </a:extLst>
              </p:cNvPr>
              <p:cNvCxnSpPr/>
              <p:nvPr>
                <p:custDataLst>
                  <p:tags r:id="rId106"/>
                </p:custDataLst>
              </p:nvPr>
            </p:nvCxnSpPr>
            <p:spPr bwMode="auto">
              <a:xfrm>
                <a:off x="6047800" y="3527181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16" name="直接箭头连接符 315">
                <a:extLst>
                  <a:ext uri="{FF2B5EF4-FFF2-40B4-BE49-F238E27FC236}">
                    <a16:creationId xmlns:a16="http://schemas.microsoft.com/office/drawing/2014/main" id="{56A73601-F017-4658-A091-302605C32980}"/>
                  </a:ext>
                </a:extLst>
              </p:cNvPr>
              <p:cNvCxnSpPr/>
              <p:nvPr>
                <p:custDataLst>
                  <p:tags r:id="rId107"/>
                </p:custDataLst>
              </p:nvPr>
            </p:nvCxnSpPr>
            <p:spPr bwMode="auto">
              <a:xfrm flipH="1" flipV="1">
                <a:off x="6047800" y="3599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17" name="直接箭头连接符 316">
                <a:extLst>
                  <a:ext uri="{FF2B5EF4-FFF2-40B4-BE49-F238E27FC236}">
                    <a16:creationId xmlns:a16="http://schemas.microsoft.com/office/drawing/2014/main" id="{E944276B-308A-49DF-9AB3-C2A8376841BF}"/>
                  </a:ext>
                </a:extLst>
              </p:cNvPr>
              <p:cNvCxnSpPr/>
              <p:nvPr>
                <p:custDataLst>
                  <p:tags r:id="rId108"/>
                </p:custDataLst>
              </p:nvPr>
            </p:nvCxnSpPr>
            <p:spPr bwMode="auto">
              <a:xfrm>
                <a:off x="6047800" y="3347756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18" name="Text Box 276">
                <a:extLst>
                  <a:ext uri="{FF2B5EF4-FFF2-40B4-BE49-F238E27FC236}">
                    <a16:creationId xmlns:a16="http://schemas.microsoft.com/office/drawing/2014/main" id="{BE48DF40-F14B-4EA6-8672-6770E91E64F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6192179" y="3276000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MAR</a:t>
                </a:r>
              </a:p>
            </p:txBody>
          </p:sp>
          <p:sp>
            <p:nvSpPr>
              <p:cNvPr id="319" name="Text Box 276">
                <a:extLst>
                  <a:ext uri="{FF2B5EF4-FFF2-40B4-BE49-F238E27FC236}">
                    <a16:creationId xmlns:a16="http://schemas.microsoft.com/office/drawing/2014/main" id="{E3380B38-F7F7-44CD-AFF4-A2700AA3E5D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6192179" y="349118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MDR</a:t>
                </a:r>
              </a:p>
            </p:txBody>
          </p:sp>
          <p:cxnSp>
            <p:nvCxnSpPr>
              <p:cNvPr id="320" name="直接箭头连接符 319">
                <a:extLst>
                  <a:ext uri="{FF2B5EF4-FFF2-40B4-BE49-F238E27FC236}">
                    <a16:creationId xmlns:a16="http://schemas.microsoft.com/office/drawing/2014/main" id="{57E19F98-9CF6-4B51-9185-AC197375771E}"/>
                  </a:ext>
                </a:extLst>
              </p:cNvPr>
              <p:cNvCxnSpPr/>
              <p:nvPr>
                <p:custDataLst>
                  <p:tags r:id="rId111"/>
                </p:custDataLst>
              </p:nvPr>
            </p:nvCxnSpPr>
            <p:spPr bwMode="auto">
              <a:xfrm>
                <a:off x="6587800" y="3347756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1" name="直接箭头连接符 320">
                <a:extLst>
                  <a:ext uri="{FF2B5EF4-FFF2-40B4-BE49-F238E27FC236}">
                    <a16:creationId xmlns:a16="http://schemas.microsoft.com/office/drawing/2014/main" id="{ABA5555A-EA8C-46F9-BB1E-DF9D7C1A48AA}"/>
                  </a:ext>
                </a:extLst>
              </p:cNvPr>
              <p:cNvCxnSpPr/>
              <p:nvPr>
                <p:custDataLst>
                  <p:tags r:id="rId112"/>
                </p:custDataLst>
              </p:nvPr>
            </p:nvCxnSpPr>
            <p:spPr bwMode="auto">
              <a:xfrm>
                <a:off x="6587800" y="3527181"/>
                <a:ext cx="61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2" name="直接箭头连接符 321">
                <a:extLst>
                  <a:ext uri="{FF2B5EF4-FFF2-40B4-BE49-F238E27FC236}">
                    <a16:creationId xmlns:a16="http://schemas.microsoft.com/office/drawing/2014/main" id="{3972EE6C-35C0-4CB1-9758-AB3E2BBA6B4E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 bwMode="auto">
              <a:xfrm flipH="1" flipV="1">
                <a:off x="6587800" y="3599181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3" name="直接箭头连接符 322">
                <a:extLst>
                  <a:ext uri="{FF2B5EF4-FFF2-40B4-BE49-F238E27FC236}">
                    <a16:creationId xmlns:a16="http://schemas.microsoft.com/office/drawing/2014/main" id="{C2F5F3CF-204E-4B92-BFC5-FC206D88780A}"/>
                  </a:ext>
                </a:extLst>
              </p:cNvPr>
              <p:cNvCxnSpPr/>
              <p:nvPr>
                <p:custDataLst>
                  <p:tags r:id="rId114"/>
                </p:custDataLst>
              </p:nvPr>
            </p:nvCxnSpPr>
            <p:spPr bwMode="auto">
              <a:xfrm>
                <a:off x="6731799" y="3347756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4" name="直接箭头连接符 323">
                <a:extLst>
                  <a:ext uri="{FF2B5EF4-FFF2-40B4-BE49-F238E27FC236}">
                    <a16:creationId xmlns:a16="http://schemas.microsoft.com/office/drawing/2014/main" id="{3D699788-1AC0-41D9-AEE4-F7F6D1EEE0B3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 bwMode="auto">
              <a:xfrm>
                <a:off x="7199800" y="3527181"/>
                <a:ext cx="612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5" name="直接箭头连接符 324">
                <a:extLst>
                  <a:ext uri="{FF2B5EF4-FFF2-40B4-BE49-F238E27FC236}">
                    <a16:creationId xmlns:a16="http://schemas.microsoft.com/office/drawing/2014/main" id="{3EC9E1BF-976E-45C0-A003-7197F7EF9843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 bwMode="auto">
              <a:xfrm flipH="1" flipV="1">
                <a:off x="7667800" y="3599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26" name="Rectangle 274">
                <a:extLst>
                  <a:ext uri="{FF2B5EF4-FFF2-40B4-BE49-F238E27FC236}">
                    <a16:creationId xmlns:a16="http://schemas.microsoft.com/office/drawing/2014/main" id="{B544FDE1-8082-4942-9388-DCC8ED5D917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7"/>
                </p:custDataLst>
              </p:nvPr>
            </p:nvSpPr>
            <p:spPr bwMode="auto">
              <a:xfrm>
                <a:off x="5184000" y="2412000"/>
                <a:ext cx="540000" cy="11520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vert="eaVert" wrap="none" lIns="0" tIns="0" rIns="0" bIns="0" anchor="ctr"/>
              <a:lstStyle/>
              <a:p>
                <a:pPr algn="ctr"/>
                <a:r>
                  <a:rPr lang="zh-CN" altLang="en-US" sz="1600" dirty="0"/>
                  <a:t>运算器</a:t>
                </a:r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D15C3FE3-5291-4DD7-8951-843261C48940}"/>
                </a:ext>
              </a:extLst>
            </p:cNvPr>
            <p:cNvGrpSpPr/>
            <p:nvPr/>
          </p:nvGrpSpPr>
          <p:grpSpPr>
            <a:xfrm>
              <a:off x="5184000" y="2412000"/>
              <a:ext cx="648200" cy="1223561"/>
              <a:chOff x="5183800" y="2412000"/>
              <a:chExt cx="648200" cy="1223561"/>
            </a:xfrm>
          </p:grpSpPr>
          <p:cxnSp>
            <p:nvCxnSpPr>
              <p:cNvPr id="260" name="直接箭头连接符 259">
                <a:extLst>
                  <a:ext uri="{FF2B5EF4-FFF2-40B4-BE49-F238E27FC236}">
                    <a16:creationId xmlns:a16="http://schemas.microsoft.com/office/drawing/2014/main" id="{3C0429C3-DB78-4801-9CF2-25548BC28733}"/>
                  </a:ext>
                </a:extLst>
              </p:cNvPr>
              <p:cNvCxnSpPr>
                <a:cxnSpLocks/>
              </p:cNvCxnSpPr>
              <p:nvPr>
                <p:custDataLst>
                  <p:tags r:id="rId51"/>
                </p:custDataLst>
              </p:nvPr>
            </p:nvCxnSpPr>
            <p:spPr bwMode="auto">
              <a:xfrm flipV="1">
                <a:off x="5399800" y="3635561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261" name="Rectangle 274">
                <a:extLst>
                  <a:ext uri="{FF2B5EF4-FFF2-40B4-BE49-F238E27FC236}">
                    <a16:creationId xmlns:a16="http://schemas.microsoft.com/office/drawing/2014/main" id="{93D8D5E1-FD8B-4296-9BEE-B6E4624A26D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5183800" y="2412000"/>
                <a:ext cx="540000" cy="11520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cxnSp>
            <p:nvCxnSpPr>
              <p:cNvPr id="262" name="直接箭头连接符 261">
                <a:extLst>
                  <a:ext uri="{FF2B5EF4-FFF2-40B4-BE49-F238E27FC236}">
                    <a16:creationId xmlns:a16="http://schemas.microsoft.com/office/drawing/2014/main" id="{1D11CA16-C6B3-4BE3-8808-3C5FF0F3B504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5652000" y="2556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63" name="直接箭头连接符 262">
                <a:extLst>
                  <a:ext uri="{FF2B5EF4-FFF2-40B4-BE49-F238E27FC236}">
                    <a16:creationId xmlns:a16="http://schemas.microsoft.com/office/drawing/2014/main" id="{E28688C3-C40D-4046-A538-99CF3716185E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H="1" flipV="1">
                <a:off x="5652000" y="2693941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64" name="直接箭头连接符 263">
                <a:extLst>
                  <a:ext uri="{FF2B5EF4-FFF2-40B4-BE49-F238E27FC236}">
                    <a16:creationId xmlns:a16="http://schemas.microsoft.com/office/drawing/2014/main" id="{E069AB51-15D4-495F-8107-0E823CB63660}"/>
                  </a:ext>
                </a:extLst>
              </p:cNvPr>
              <p:cNvCxnSpPr/>
              <p:nvPr>
                <p:custDataLst>
                  <p:tags r:id="rId55"/>
                </p:custDataLst>
              </p:nvPr>
            </p:nvCxnSpPr>
            <p:spPr bwMode="auto">
              <a:xfrm>
                <a:off x="5652000" y="2628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ysDash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5" name="AutoShape 189">
                <a:extLst>
                  <a:ext uri="{FF2B5EF4-FFF2-40B4-BE49-F238E27FC236}">
                    <a16:creationId xmlns:a16="http://schemas.microsoft.com/office/drawing/2014/main" id="{99C58299-6AF7-47E4-AA3A-F16AB013970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5219800" y="2987561"/>
                <a:ext cx="468000" cy="179705"/>
              </a:xfrm>
              <a:custGeom>
                <a:avLst/>
                <a:gdLst>
                  <a:gd name="G0" fmla="+- 4060 0 0"/>
                  <a:gd name="G1" fmla="+- 21600 0 4060"/>
                  <a:gd name="G2" fmla="*/ 4060 1 2"/>
                  <a:gd name="G3" fmla="+- 21600 0 G2"/>
                  <a:gd name="G4" fmla="+/ 4060 21600 2"/>
                  <a:gd name="G5" fmla="+/ G1 0 2"/>
                  <a:gd name="G6" fmla="*/ 21600 21600 4060"/>
                  <a:gd name="G7" fmla="*/ G6 1 2"/>
                  <a:gd name="G8" fmla="+- 21600 0 G7"/>
                  <a:gd name="G9" fmla="*/ 21600 1 2"/>
                  <a:gd name="G10" fmla="+- 4060 0 G9"/>
                  <a:gd name="G11" fmla="?: G10 G8 0"/>
                  <a:gd name="G12" fmla="?: G10 G7 21600"/>
                  <a:gd name="T0" fmla="*/ 19570 w 21600"/>
                  <a:gd name="T1" fmla="*/ 10800 h 21600"/>
                  <a:gd name="T2" fmla="*/ 10800 w 21600"/>
                  <a:gd name="T3" fmla="*/ 21600 h 21600"/>
                  <a:gd name="T4" fmla="*/ 2030 w 21600"/>
                  <a:gd name="T5" fmla="*/ 10800 h 21600"/>
                  <a:gd name="T6" fmla="*/ 10800 w 21600"/>
                  <a:gd name="T7" fmla="*/ 0 h 21600"/>
                  <a:gd name="T8" fmla="*/ 3830 w 21600"/>
                  <a:gd name="T9" fmla="*/ 3830 h 21600"/>
                  <a:gd name="T10" fmla="*/ 17770 w 21600"/>
                  <a:gd name="T11" fmla="*/ 177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060" y="21600"/>
                    </a:lnTo>
                    <a:lnTo>
                      <a:pt x="175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ALU</a:t>
                </a:r>
                <a:endParaRPr lang="zh-CN" altLang="en-US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266" name="直接箭头连接符 265">
                <a:extLst>
                  <a:ext uri="{FF2B5EF4-FFF2-40B4-BE49-F238E27FC236}">
                    <a16:creationId xmlns:a16="http://schemas.microsoft.com/office/drawing/2014/main" id="{E48B01EF-042D-4052-B61F-A462738BD684}"/>
                  </a:ext>
                </a:extLst>
              </p:cNvPr>
              <p:cNvCxnSpPr/>
              <p:nvPr>
                <p:custDataLst>
                  <p:tags r:id="rId57"/>
                </p:custDataLst>
              </p:nvPr>
            </p:nvCxnSpPr>
            <p:spPr bwMode="auto">
              <a:xfrm flipH="1">
                <a:off x="5615800" y="3491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67" name="直接箭头连接符 266">
                <a:extLst>
                  <a:ext uri="{FF2B5EF4-FFF2-40B4-BE49-F238E27FC236}">
                    <a16:creationId xmlns:a16="http://schemas.microsoft.com/office/drawing/2014/main" id="{EBD719FB-8F24-429A-93F7-918FA36D0E58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5615800" y="3383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68" name="直接箭头连接符 267">
                <a:extLst>
                  <a:ext uri="{FF2B5EF4-FFF2-40B4-BE49-F238E27FC236}">
                    <a16:creationId xmlns:a16="http://schemas.microsoft.com/office/drawing/2014/main" id="{1C9994C7-9643-4885-84CE-7C63DAA194EB}"/>
                  </a:ext>
                </a:extLst>
              </p:cNvPr>
              <p:cNvCxnSpPr/>
              <p:nvPr>
                <p:custDataLst>
                  <p:tags r:id="rId59"/>
                </p:custDataLst>
              </p:nvPr>
            </p:nvCxnSpPr>
            <p:spPr bwMode="auto">
              <a:xfrm>
                <a:off x="5400335" y="3167561"/>
                <a:ext cx="1270" cy="17970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9" name="Text Box 276">
                <a:extLst>
                  <a:ext uri="{FF2B5EF4-FFF2-40B4-BE49-F238E27FC236}">
                    <a16:creationId xmlns:a16="http://schemas.microsoft.com/office/drawing/2014/main" id="{8C5F6304-8BA8-4023-AA4F-4512D75C243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5219800" y="334756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PSR</a:t>
                </a:r>
              </a:p>
            </p:txBody>
          </p:sp>
          <p:sp>
            <p:nvSpPr>
              <p:cNvPr id="270" name="Text Box 314">
                <a:extLst>
                  <a:ext uri="{FF2B5EF4-FFF2-40B4-BE49-F238E27FC236}">
                    <a16:creationId xmlns:a16="http://schemas.microsoft.com/office/drawing/2014/main" id="{AA315798-6622-4641-959C-4CDDC3A9461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5219800" y="2448000"/>
                <a:ext cx="432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GPRs</a:t>
                </a:r>
              </a:p>
            </p:txBody>
          </p:sp>
          <p:cxnSp>
            <p:nvCxnSpPr>
              <p:cNvPr id="271" name="直接箭头连接符 270">
                <a:extLst>
                  <a:ext uri="{FF2B5EF4-FFF2-40B4-BE49-F238E27FC236}">
                    <a16:creationId xmlns:a16="http://schemas.microsoft.com/office/drawing/2014/main" id="{A15A65BF-F1DF-460A-B666-2B99F564BEC9}"/>
                  </a:ext>
                </a:extLst>
              </p:cNvPr>
              <p:cNvCxnSpPr>
                <a:cxnSpLocks/>
              </p:cNvCxnSpPr>
              <p:nvPr>
                <p:custDataLst>
                  <p:tags r:id="rId62"/>
                </p:custDataLst>
              </p:nvPr>
            </p:nvCxnSpPr>
            <p:spPr bwMode="auto">
              <a:xfrm>
                <a:off x="5327800" y="2807087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72" name="直接箭头连接符 271">
                <a:extLst>
                  <a:ext uri="{FF2B5EF4-FFF2-40B4-BE49-F238E27FC236}">
                    <a16:creationId xmlns:a16="http://schemas.microsoft.com/office/drawing/2014/main" id="{003C91FB-0B35-4322-B847-F6C86701D6C9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 bwMode="auto">
              <a:xfrm flipH="1" flipV="1">
                <a:off x="5327800" y="2807561"/>
                <a:ext cx="5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73" name="直接箭头连接符 272">
                <a:extLst>
                  <a:ext uri="{FF2B5EF4-FFF2-40B4-BE49-F238E27FC236}">
                    <a16:creationId xmlns:a16="http://schemas.microsoft.com/office/drawing/2014/main" id="{6038E07D-BB8C-4EC5-BBE7-A57992F8AF45}"/>
                  </a:ext>
                </a:extLst>
              </p:cNvPr>
              <p:cNvCxnSpPr>
                <a:cxnSpLocks/>
              </p:cNvCxnSpPr>
              <p:nvPr>
                <p:custDataLst>
                  <p:tags r:id="rId64"/>
                </p:custDataLst>
              </p:nvPr>
            </p:nvCxnSpPr>
            <p:spPr bwMode="auto">
              <a:xfrm>
                <a:off x="5579800" y="2879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74" name="直接箭头连接符 273">
                <a:extLst>
                  <a:ext uri="{FF2B5EF4-FFF2-40B4-BE49-F238E27FC236}">
                    <a16:creationId xmlns:a16="http://schemas.microsoft.com/office/drawing/2014/main" id="{ED9C70CA-72EA-425A-B904-21DE8A7ECE25}"/>
                  </a:ext>
                </a:extLst>
              </p:cNvPr>
              <p:cNvCxnSpPr/>
              <p:nvPr>
                <p:custDataLst>
                  <p:tags r:id="rId65"/>
                </p:custDataLst>
              </p:nvPr>
            </p:nvCxnSpPr>
            <p:spPr bwMode="auto">
              <a:xfrm flipH="1" flipV="1">
                <a:off x="5579800" y="2879561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75" name="直接箭头连接符 274">
                <a:extLst>
                  <a:ext uri="{FF2B5EF4-FFF2-40B4-BE49-F238E27FC236}">
                    <a16:creationId xmlns:a16="http://schemas.microsoft.com/office/drawing/2014/main" id="{F144EE5A-659B-4B19-8787-51586BC7C297}"/>
                  </a:ext>
                </a:extLst>
              </p:cNvPr>
              <p:cNvCxnSpPr>
                <a:cxnSpLocks/>
              </p:cNvCxnSpPr>
              <p:nvPr>
                <p:custDataLst>
                  <p:tags r:id="rId66"/>
                </p:custDataLst>
              </p:nvPr>
            </p:nvCxnSpPr>
            <p:spPr bwMode="auto">
              <a:xfrm>
                <a:off x="5471800" y="3167561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76" name="直接箭头连接符 275">
                <a:extLst>
                  <a:ext uri="{FF2B5EF4-FFF2-40B4-BE49-F238E27FC236}">
                    <a16:creationId xmlns:a16="http://schemas.microsoft.com/office/drawing/2014/main" id="{888C2C21-1E35-4E9E-A95E-836AB55D569E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5471800" y="323956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77" name="直接箭头连接符 276">
                <a:extLst>
                  <a:ext uri="{FF2B5EF4-FFF2-40B4-BE49-F238E27FC236}">
                    <a16:creationId xmlns:a16="http://schemas.microsoft.com/office/drawing/2014/main" id="{7EF5CB72-3574-4E00-89D1-654CFFA3D70B}"/>
                  </a:ext>
                </a:extLst>
              </p:cNvPr>
              <p:cNvCxnSpPr>
                <a:cxnSpLocks/>
              </p:cNvCxnSpPr>
              <p:nvPr>
                <p:custDataLst>
                  <p:tags r:id="rId68"/>
                </p:custDataLst>
              </p:nvPr>
            </p:nvCxnSpPr>
            <p:spPr bwMode="auto">
              <a:xfrm>
                <a:off x="5399800" y="3527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sp>
          <p:nvSpPr>
            <p:cNvPr id="246" name="Text Box 18">
              <a:extLst>
                <a:ext uri="{FF2B5EF4-FFF2-40B4-BE49-F238E27FC236}">
                  <a16:creationId xmlns:a16="http://schemas.microsoft.com/office/drawing/2014/main" id="{EC6B4BF6-60A0-4F40-AC30-5183FA6D680F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464000" y="3204000"/>
              <a:ext cx="576000" cy="504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+mn-ea"/>
                </a:rPr>
                <a:t>单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多</a:t>
              </a:r>
              <a:r>
                <a:rPr lang="en-US" altLang="zh-CN" sz="1200" b="1" dirty="0">
                  <a:latin typeface="+mn-ea"/>
                </a:rPr>
                <a:t>T</a:t>
              </a:r>
              <a:r>
                <a:rPr lang="en-US" altLang="zh-CN" sz="1200" b="1" baseline="-25000" dirty="0">
                  <a:latin typeface="+mn-ea"/>
                </a:rPr>
                <a:t>C</a:t>
              </a:r>
              <a:endParaRPr lang="en-US" altLang="zh-CN" sz="1200" b="1" dirty="0">
                <a:latin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latin typeface="+mn-ea"/>
                </a:rPr>
                <a:t>DP</a:t>
              </a:r>
              <a:r>
                <a:rPr lang="zh-CN" altLang="en-US" sz="1200" b="1" dirty="0">
                  <a:latin typeface="+mn-ea"/>
                </a:rPr>
                <a:t>总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专</a:t>
              </a:r>
              <a:endParaRPr lang="en-US" altLang="zh-CN" sz="12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+mn-ea"/>
                </a:rPr>
                <a:t>CU</a:t>
              </a:r>
              <a:r>
                <a:rPr lang="zh-CN" altLang="en-US" sz="1200" b="1" dirty="0">
                  <a:latin typeface="+mn-ea"/>
                </a:rPr>
                <a:t>硬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微</a:t>
              </a:r>
            </a:p>
          </p:txBody>
        </p: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A4D65131-C63C-466E-A508-E7DC6DF0D451}"/>
                </a:ext>
              </a:extLst>
            </p:cNvPr>
            <p:cNvGrpSpPr/>
            <p:nvPr/>
          </p:nvGrpSpPr>
          <p:grpSpPr>
            <a:xfrm>
              <a:off x="8244000" y="3204000"/>
              <a:ext cx="648000" cy="1476000"/>
              <a:chOff x="8244000" y="3204000"/>
              <a:chExt cx="648000" cy="1476000"/>
            </a:xfrm>
          </p:grpSpPr>
          <p:cxnSp>
            <p:nvCxnSpPr>
              <p:cNvPr id="253" name="直接箭头连接符 252">
                <a:extLst>
                  <a:ext uri="{FF2B5EF4-FFF2-40B4-BE49-F238E27FC236}">
                    <a16:creationId xmlns:a16="http://schemas.microsoft.com/office/drawing/2014/main" id="{91F3191C-C97B-4411-B165-8128950B2EF8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 flipH="1">
                <a:off x="8568000" y="3204000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54" name="Text Box 392">
                <a:extLst>
                  <a:ext uri="{FF2B5EF4-FFF2-40B4-BE49-F238E27FC236}">
                    <a16:creationId xmlns:a16="http://schemas.microsoft.com/office/drawing/2014/main" id="{C2AC41EE-8213-444F-8F7F-0D13162D38C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8460000" y="4356000"/>
                <a:ext cx="360000" cy="32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INTR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NMI</a:t>
                </a:r>
              </a:p>
            </p:txBody>
          </p:sp>
          <p:cxnSp>
            <p:nvCxnSpPr>
              <p:cNvPr id="255" name="直接箭头连接符 254">
                <a:extLst>
                  <a:ext uri="{FF2B5EF4-FFF2-40B4-BE49-F238E27FC236}">
                    <a16:creationId xmlns:a16="http://schemas.microsoft.com/office/drawing/2014/main" id="{67CB6072-0ED1-40B9-B8CC-9695E71F969E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8568000" y="3312000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56" name="直接箭头连接符 255">
                <a:extLst>
                  <a:ext uri="{FF2B5EF4-FFF2-40B4-BE49-F238E27FC236}">
                    <a16:creationId xmlns:a16="http://schemas.microsoft.com/office/drawing/2014/main" id="{BFB496D5-2AED-4C38-89C3-EA9213FCB96E}"/>
                  </a:ext>
                </a:extLst>
              </p:cNvPr>
              <p:cNvCxnSpPr>
                <a:cxnSpLocks/>
              </p:cNvCxnSpPr>
              <p:nvPr>
                <p:custDataLst>
                  <p:tags r:id="rId47"/>
                </p:custDataLst>
              </p:nvPr>
            </p:nvCxnSpPr>
            <p:spPr bwMode="auto">
              <a:xfrm flipH="1" flipV="1">
                <a:off x="8820000" y="3312000"/>
                <a:ext cx="0" cy="1044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57" name="直接箭头连接符 256">
                <a:extLst>
                  <a:ext uri="{FF2B5EF4-FFF2-40B4-BE49-F238E27FC236}">
                    <a16:creationId xmlns:a16="http://schemas.microsoft.com/office/drawing/2014/main" id="{BEF13F3C-5D4A-49CD-AE0F-08BC117B2BE1}"/>
                  </a:ext>
                </a:extLst>
              </p:cNvPr>
              <p:cNvCxnSpPr>
                <a:cxnSpLocks/>
              </p:cNvCxnSpPr>
              <p:nvPr>
                <p:custDataLst>
                  <p:tags r:id="rId48"/>
                </p:custDataLst>
              </p:nvPr>
            </p:nvCxnSpPr>
            <p:spPr bwMode="auto">
              <a:xfrm flipV="1">
                <a:off x="8388000" y="4356000"/>
                <a:ext cx="43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58" name="直接箭头连接符 257">
                <a:extLst>
                  <a:ext uri="{FF2B5EF4-FFF2-40B4-BE49-F238E27FC236}">
                    <a16:creationId xmlns:a16="http://schemas.microsoft.com/office/drawing/2014/main" id="{5C2F05C0-D29F-446A-89C9-7341460FB0B7}"/>
                  </a:ext>
                </a:extLst>
              </p:cNvPr>
              <p:cNvCxnSpPr>
                <a:cxnSpLocks/>
              </p:cNvCxnSpPr>
              <p:nvPr>
                <p:custDataLst>
                  <p:tags r:id="rId49"/>
                </p:custDataLst>
              </p:nvPr>
            </p:nvCxnSpPr>
            <p:spPr bwMode="auto">
              <a:xfrm flipV="1">
                <a:off x="8244000" y="4680000"/>
                <a:ext cx="64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59" name="直接箭头连接符 258">
                <a:extLst>
                  <a:ext uri="{FF2B5EF4-FFF2-40B4-BE49-F238E27FC236}">
                    <a16:creationId xmlns:a16="http://schemas.microsoft.com/office/drawing/2014/main" id="{EDA8479F-26A9-4EB7-A202-C9DC61F77DC1}"/>
                  </a:ext>
                </a:extLst>
              </p:cNvPr>
              <p:cNvCxnSpPr>
                <a:cxnSpLocks/>
              </p:cNvCxnSpPr>
              <p:nvPr>
                <p:custDataLst>
                  <p:tags r:id="rId50"/>
                </p:custDataLst>
              </p:nvPr>
            </p:nvCxnSpPr>
            <p:spPr bwMode="auto">
              <a:xfrm flipH="1" flipV="1">
                <a:off x="8892000" y="3204000"/>
                <a:ext cx="0" cy="1476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sp>
          <p:nvSpPr>
            <p:cNvPr id="248" name="Text Box 61">
              <a:extLst>
                <a:ext uri="{FF2B5EF4-FFF2-40B4-BE49-F238E27FC236}">
                  <a16:creationId xmlns:a16="http://schemas.microsoft.com/office/drawing/2014/main" id="{9096065E-B496-4206-99C4-694ED62C245F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16000" y="1764000"/>
              <a:ext cx="2916000" cy="14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MEM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存储</a:t>
              </a:r>
              <a:r>
                <a:rPr lang="en-US" altLang="zh-CN" sz="1400" b="1" u="sng" dirty="0">
                  <a:highlight>
                    <a:srgbClr val="CCFFFF"/>
                  </a:highlight>
                  <a:latin typeface="+mn-ea"/>
                </a:rPr>
                <a:t>+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按</a:t>
              </a:r>
              <a:r>
                <a:rPr lang="en-US" altLang="zh-CN" sz="1400" b="1" u="sng" dirty="0">
                  <a:highlight>
                    <a:srgbClr val="CCFFFF"/>
                  </a:highlight>
                  <a:latin typeface="+mn-ea"/>
                </a:rPr>
                <a:t>VA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访问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①</a:t>
              </a:r>
              <a:r>
                <a:rPr lang="zh-CN" altLang="en-US" sz="1600" b="1" dirty="0">
                  <a:latin typeface="+mn-ea"/>
                </a:rPr>
                <a:t>参数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en-US" altLang="zh-CN" sz="1400" b="1" dirty="0" err="1">
                  <a:latin typeface="+mn-ea"/>
                </a:rPr>
                <a:t>w&amp;N</a:t>
              </a:r>
              <a:r>
                <a:rPr lang="en-US" altLang="zh-CN" sz="1400" b="1" dirty="0" err="1">
                  <a:cs typeface="Times New Roman" panose="02020603050405020304" pitchFamily="18" charset="0"/>
                </a:rPr>
                <a:t>~</a:t>
              </a:r>
              <a:r>
                <a:rPr lang="en-US" altLang="zh-CN" sz="1400" b="1" dirty="0" err="1">
                  <a:latin typeface="+mn-ea"/>
                </a:rPr>
                <a:t>ISA</a:t>
              </a:r>
              <a:r>
                <a:rPr lang="zh-CN" altLang="en-US" sz="1400" b="1" dirty="0">
                  <a:latin typeface="+mn-ea"/>
                </a:rPr>
                <a:t>、</a:t>
              </a:r>
              <a:r>
                <a:rPr lang="en-US" altLang="zh-CN" sz="1400" b="1" dirty="0">
                  <a:latin typeface="+mn-ea"/>
                </a:rPr>
                <a:t>n</a:t>
              </a:r>
              <a:r>
                <a:rPr lang="en-US" altLang="zh-CN" sz="14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zh-CN" altLang="en-US" sz="1400" b="1" dirty="0">
                  <a:latin typeface="+mn-ea"/>
                  <a:sym typeface="+mn-ea"/>
                </a:rPr>
                <a:t>设计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②</a:t>
              </a:r>
              <a:r>
                <a:rPr lang="zh-CN" altLang="en-US" sz="1600" b="1" dirty="0">
                  <a:latin typeface="+mn-ea"/>
                </a:rPr>
                <a:t>结构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层次</a:t>
              </a:r>
              <a:r>
                <a:rPr lang="en-US" altLang="zh-CN" sz="1400" b="1" dirty="0">
                  <a:latin typeface="+mn-ea"/>
                </a:rPr>
                <a:t>,</a:t>
              </a:r>
              <a:r>
                <a:rPr lang="zh-CN" altLang="en-US" sz="1400" b="1" dirty="0">
                  <a:latin typeface="+mn-ea"/>
                </a:rPr>
                <a:t>地址变换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层间管理</a:t>
              </a:r>
              <a:r>
                <a:rPr lang="en-US" altLang="zh-CN" sz="1400" b="1" dirty="0">
                  <a:latin typeface="+mn-ea"/>
                </a:rPr>
                <a:t>)</a:t>
              </a:r>
              <a:endParaRPr lang="zh-CN" altLang="en-US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  <a:sym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③主存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设计</a:t>
              </a:r>
              <a:r>
                <a:rPr lang="en-US" altLang="zh-CN" sz="1400" b="1" dirty="0">
                  <a:latin typeface="+mn-ea"/>
                  <a:sym typeface="+mn-ea"/>
                </a:rPr>
                <a:t>&amp;</a:t>
              </a:r>
              <a:r>
                <a:rPr lang="zh-CN" altLang="en-US" sz="1400" b="1" dirty="0">
                  <a:latin typeface="+mn-ea"/>
                  <a:sym typeface="+mn-ea"/>
                </a:rPr>
                <a:t>优化</a:t>
              </a:r>
              <a:r>
                <a:rPr lang="en-US" altLang="zh-CN" sz="1400" b="1" dirty="0">
                  <a:latin typeface="+mn-ea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en-US" altLang="zh-CN" sz="1400" b="1" dirty="0">
                  <a:latin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c]</a:t>
              </a:r>
              <a:r>
                <a:rPr lang="en-US" altLang="zh-CN" sz="1400" b="1" dirty="0">
                  <a:latin typeface="+mn-ea"/>
                  <a:sym typeface="+mn-ea"/>
                </a:rPr>
                <a:t>+</a:t>
              </a:r>
              <a:r>
                <a:rPr lang="zh-CN" altLang="en-US" sz="1400" b="1" dirty="0">
                  <a:latin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连接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zh-CN" altLang="en-US" sz="1400" b="1" dirty="0">
                <a:latin typeface="+mn-ea"/>
                <a:sym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④</a:t>
              </a:r>
              <a:r>
                <a:rPr lang="en-US" altLang="zh-CN" sz="1600" b="1" dirty="0">
                  <a:latin typeface="+mn-ea"/>
                  <a:sym typeface="+mn-ea"/>
                </a:rPr>
                <a:t>Cache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块交换→</a:t>
              </a:r>
              <a:r>
                <a:rPr lang="en-US" altLang="zh-CN" sz="1400" b="1" dirty="0">
                  <a:latin typeface="+mn-ea"/>
                  <a:sym typeface="+mn-ea"/>
                </a:rPr>
                <a:t>…</a:t>
              </a:r>
              <a:r>
                <a:rPr lang="zh-CN" altLang="en-US" sz="1400" b="1" dirty="0">
                  <a:latin typeface="+mn-ea"/>
                  <a:sym typeface="+mn-ea"/>
                </a:rPr>
                <a:t>控制器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zh-CN" altLang="en-US" sz="1400" b="1" dirty="0">
                <a:latin typeface="+mn-ea"/>
                <a:sym typeface="+mn-ea"/>
              </a:endParaRPr>
            </a:p>
            <a:p>
              <a:r>
                <a:rPr lang="zh-CN" altLang="en-US" sz="1600" b="1" dirty="0">
                  <a:latin typeface="+mn-ea"/>
                  <a:sym typeface="+mn-ea"/>
                </a:rPr>
                <a:t> </a:t>
              </a:r>
              <a:r>
                <a:rPr lang="en-US" altLang="zh-CN" sz="1600" b="1" dirty="0">
                  <a:latin typeface="+mn-ea"/>
                  <a:sym typeface="+mn-ea"/>
                </a:rPr>
                <a:t>⑤</a:t>
              </a:r>
              <a:r>
                <a:rPr lang="zh-CN" altLang="en-US" sz="1600" b="1" dirty="0">
                  <a:latin typeface="+mn-ea"/>
                  <a:sym typeface="+mn-ea"/>
                </a:rPr>
                <a:t>虚存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页交换→</a:t>
              </a:r>
              <a:r>
                <a:rPr lang="en-US" altLang="zh-CN" sz="1400" b="1" dirty="0">
                  <a:latin typeface="+mn-ea"/>
                  <a:sym typeface="+mn-ea"/>
                </a:rPr>
                <a:t>…</a:t>
              </a:r>
              <a:r>
                <a:rPr lang="en-US" altLang="zh-CN" sz="1400" b="1" dirty="0">
                  <a:latin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MMU+</a:t>
              </a:r>
              <a:r>
                <a:rPr lang="zh-CN" altLang="en-US" sz="1400" b="1" dirty="0">
                  <a:latin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软件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</a:p>
          </p:txBody>
        </p: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096B3BB7-74AF-4F98-B814-27708FF26F0C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20000" y="3204000"/>
              <a:ext cx="2160000" cy="1620000"/>
            </a:xfrm>
            <a:prstGeom prst="line">
              <a:avLst/>
            </a:prstGeom>
            <a:noFill/>
            <a:ln w="9525" cap="flat" cmpd="sng" algn="ctr">
              <a:solidFill>
                <a:srgbClr val="CC660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250" name="Text Box 291">
              <a:extLst>
                <a:ext uri="{FF2B5EF4-FFF2-40B4-BE49-F238E27FC236}">
                  <a16:creationId xmlns:a16="http://schemas.microsoft.com/office/drawing/2014/main" id="{0E8D34B5-4E20-4C46-950C-9592045FCBB3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199795" y="3420145"/>
              <a:ext cx="467995" cy="25209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251" name="Text Box 276">
              <a:extLst>
                <a:ext uri="{FF2B5EF4-FFF2-40B4-BE49-F238E27FC236}">
                  <a16:creationId xmlns:a16="http://schemas.microsoft.com/office/drawing/2014/main" id="{17C79BA9-E142-48B0-90B2-4A04777FAF51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731800" y="3276000"/>
              <a:ext cx="360045" cy="179705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MMU</a:t>
              </a:r>
            </a:p>
          </p:txBody>
        </p:sp>
        <p:sp>
          <p:nvSpPr>
            <p:cNvPr id="252" name="Text Box 291">
              <a:extLst>
                <a:ext uri="{FF2B5EF4-FFF2-40B4-BE49-F238E27FC236}">
                  <a16:creationId xmlns:a16="http://schemas.microsoft.com/office/drawing/2014/main" id="{4FD8784D-48E6-4E48-93CA-0524526D6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00" y="2880000"/>
              <a:ext cx="576000" cy="360045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spcBef>
                  <a:spcPts val="300"/>
                </a:spcBef>
              </a:pPr>
              <a:r>
                <a:rPr lang="zh-CN" altLang="en-US" sz="1200" b="1" dirty="0">
                  <a:latin typeface="宋体" panose="02010600030101010101" pitchFamily="2" charset="-122"/>
                </a:rPr>
                <a:t>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异步</a:t>
              </a:r>
              <a:endParaRPr lang="en-US" altLang="zh-CN" sz="12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latin typeface="宋体" panose="02010600030101010101" pitchFamily="2" charset="-122"/>
                </a:rPr>
                <a:t>单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多体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1C8BE9-48E2-4137-979D-FA87D05F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12</a:t>
            </a:fld>
            <a:endParaRPr lang="en-US" altLang="zh-CN" dirty="0"/>
          </a:p>
        </p:txBody>
      </p:sp>
      <p:sp>
        <p:nvSpPr>
          <p:cNvPr id="198" name="Text Box 61">
            <a:extLst>
              <a:ext uri="{FF2B5EF4-FFF2-40B4-BE49-F238E27FC236}">
                <a16:creationId xmlns:a16="http://schemas.microsoft.com/office/drawing/2014/main" id="{82088BAC-A7FB-41C9-8328-0DA32BC8DC2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2" y="288000"/>
            <a:ext cx="8352928" cy="42633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  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计算机组成总图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-3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＝硬件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＋软件＋工作方式，</a:t>
            </a:r>
            <a:r>
              <a:rPr lang="zh-CN" altLang="en-US" sz="2000" b="1" u="sng" dirty="0">
                <a:solidFill>
                  <a:srgbClr val="990099"/>
                </a:solidFill>
                <a:latin typeface="+mn-ea"/>
                <a:sym typeface="+mn-ea"/>
              </a:rPr>
              <a:t>基于</a:t>
            </a:r>
            <a:r>
              <a:rPr lang="en-US" altLang="zh-CN" sz="2000" b="1" u="sng" dirty="0">
                <a:solidFill>
                  <a:srgbClr val="990099"/>
                </a:solidFill>
                <a:latin typeface="+mn-ea"/>
                <a:sym typeface="+mn-ea"/>
              </a:rPr>
              <a:t>ISA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组织</a:t>
            </a:r>
          </a:p>
        </p:txBody>
      </p: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9F689059-78B1-4763-9EC0-CDD143C83836}"/>
              </a:ext>
            </a:extLst>
          </p:cNvPr>
          <p:cNvGrpSpPr/>
          <p:nvPr/>
        </p:nvGrpSpPr>
        <p:grpSpPr>
          <a:xfrm>
            <a:off x="5760000" y="4212000"/>
            <a:ext cx="2123740" cy="935990"/>
            <a:chOff x="6012290" y="4212000"/>
            <a:chExt cx="2123740" cy="935990"/>
          </a:xfrm>
        </p:grpSpPr>
        <p:sp>
          <p:nvSpPr>
            <p:cNvPr id="201" name="Text Box 61">
              <a:extLst>
                <a:ext uri="{FF2B5EF4-FFF2-40B4-BE49-F238E27FC236}">
                  <a16:creationId xmlns:a16="http://schemas.microsoft.com/office/drawing/2014/main" id="{74F212BB-84B9-49D8-A6D1-9D6819424ADA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660290" y="4932090"/>
              <a:ext cx="147574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100" b="1" dirty="0">
                  <a:latin typeface="+mn-ea"/>
                </a:rPr>
                <a:t>①无 ②</a:t>
              </a:r>
              <a:r>
                <a:rPr lang="en-US" altLang="zh-CN" sz="1100" b="1" dirty="0">
                  <a:latin typeface="+mn-ea"/>
                </a:rPr>
                <a:t>Req/</a:t>
              </a:r>
              <a:r>
                <a:rPr lang="en-US" altLang="zh-CN" sz="1200" b="1" dirty="0">
                  <a:latin typeface="+mn-ea"/>
                </a:rPr>
                <a:t>Ack</a:t>
              </a:r>
              <a:r>
                <a:rPr lang="en-US" altLang="zh-CN" sz="1100" b="1" dirty="0">
                  <a:latin typeface="+mn-ea"/>
                </a:rPr>
                <a:t> </a:t>
              </a:r>
              <a:r>
                <a:rPr lang="zh-CN" altLang="en-US" sz="1100" b="1" dirty="0">
                  <a:latin typeface="+mn-ea"/>
                </a:rPr>
                <a:t>③</a:t>
              </a:r>
              <a:r>
                <a:rPr lang="en-US" altLang="zh-CN" sz="1100" b="1" dirty="0">
                  <a:latin typeface="+mn-ea"/>
                </a:rPr>
                <a:t>CLK</a:t>
              </a:r>
            </a:p>
          </p:txBody>
        </p:sp>
        <p:sp>
          <p:nvSpPr>
            <p:cNvPr id="202" name="Text Box 61">
              <a:extLst>
                <a:ext uri="{FF2B5EF4-FFF2-40B4-BE49-F238E27FC236}">
                  <a16:creationId xmlns:a16="http://schemas.microsoft.com/office/drawing/2014/main" id="{8844AA8E-D91A-4EA0-ABF1-E2F65128AD46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012290" y="4968000"/>
              <a:ext cx="360000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1/</a:t>
              </a:r>
              <a:r>
                <a:rPr lang="zh-CN" altLang="en-US" sz="1200" b="1" dirty="0">
                  <a:latin typeface="+mn-ea"/>
                  <a:ea typeface="+mn-ea"/>
                  <a:cs typeface="Times New Roman" panose="02020603050405020304" pitchFamily="18" charset="0"/>
                </a:rPr>
                <a:t>多</a:t>
              </a:r>
              <a:endParaRPr lang="en-US" altLang="zh-CN" sz="12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3" name="Text Box 18">
              <a:extLst>
                <a:ext uri="{FF2B5EF4-FFF2-40B4-BE49-F238E27FC236}">
                  <a16:creationId xmlns:a16="http://schemas.microsoft.com/office/drawing/2014/main" id="{16DA9619-EBA7-4F23-A6C1-3B1F1BDAE1D5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228290" y="4212000"/>
              <a:ext cx="683895" cy="39624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I/O</a:t>
              </a:r>
              <a:r>
                <a:rPr lang="zh-CN" altLang="en-US" sz="1400" b="1" dirty="0">
                  <a:latin typeface="+mn-ea"/>
                  <a:ea typeface="+mn-ea"/>
                </a:rPr>
                <a:t>端口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+mn-ea"/>
                  <a:ea typeface="+mn-ea"/>
                </a:rPr>
                <a:t>(</a:t>
              </a: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zh-CN" altLang="en-US" sz="1200" b="1" dirty="0">
                  <a:latin typeface="+mn-ea"/>
                  <a:ea typeface="+mn-ea"/>
                </a:rPr>
                <a:t>个</a:t>
              </a:r>
              <a:r>
                <a:rPr lang="en-US" altLang="zh-CN" sz="1200" b="1" dirty="0">
                  <a:latin typeface="+mn-ea"/>
                  <a:ea typeface="+mn-ea"/>
                </a:rPr>
                <a:t>)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</p:grpSp>
      <p:sp>
        <p:nvSpPr>
          <p:cNvPr id="204" name="Text Box 61">
            <a:extLst>
              <a:ext uri="{FF2B5EF4-FFF2-40B4-BE49-F238E27FC236}">
                <a16:creationId xmlns:a16="http://schemas.microsoft.com/office/drawing/2014/main" id="{03742C0C-2863-4309-B3CE-E71755BFB8F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64000" y="5436000"/>
            <a:ext cx="4680518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系统组织：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主机</a:t>
            </a:r>
            <a:r>
              <a:rPr lang="en-US" altLang="zh-CN" sz="1400" b="1" dirty="0">
                <a:highlight>
                  <a:srgbClr val="CCFFFF"/>
                </a:highlight>
                <a:latin typeface="+mn-ea"/>
              </a:rPr>
              <a:t>-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外设的数据交换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solidFill>
                  <a:srgbClr val="990099"/>
                </a:solidFill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sz="1600" b="1" dirty="0">
                <a:latin typeface="+mn-ea"/>
              </a:rPr>
              <a:t>主机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sz="1600" b="1" dirty="0">
                <a:latin typeface="+mn-ea"/>
              </a:rPr>
              <a:t>外设的联系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连接</a:t>
            </a:r>
            <a:r>
              <a:rPr lang="en-US" altLang="zh-CN" sz="1400" b="1" dirty="0">
                <a:latin typeface="+mn-ea"/>
              </a:rPr>
              <a:t>[</a:t>
            </a:r>
            <a:r>
              <a:rPr lang="zh-CN" altLang="en-US" sz="1400" b="1" dirty="0">
                <a:latin typeface="+mn-ea"/>
              </a:rPr>
              <a:t>总线</a:t>
            </a:r>
            <a:r>
              <a:rPr lang="en-US" altLang="zh-CN" sz="1400" b="1" dirty="0">
                <a:latin typeface="+mn-ea"/>
              </a:rPr>
              <a:t>]/</a:t>
            </a:r>
            <a:r>
              <a:rPr lang="zh-CN" altLang="en-US" sz="1400" b="1" dirty="0">
                <a:latin typeface="+mn-ea"/>
              </a:rPr>
              <a:t>编址</a:t>
            </a:r>
            <a:r>
              <a:rPr lang="en-US" altLang="zh-CN" sz="1400" b="1" dirty="0">
                <a:latin typeface="+mn-ea"/>
              </a:rPr>
              <a:t>[</a:t>
            </a:r>
            <a:r>
              <a:rPr lang="en-US" altLang="zh-CN" sz="1400" b="1" dirty="0">
                <a:latin typeface="+mn-lt"/>
              </a:rPr>
              <a:t>~</a:t>
            </a:r>
            <a:r>
              <a:rPr lang="en-US" altLang="zh-CN" sz="1400" b="1" dirty="0">
                <a:latin typeface="+mn-ea"/>
              </a:rPr>
              <a:t>x]/</a:t>
            </a:r>
            <a:r>
              <a:rPr lang="zh-CN" altLang="en-US" sz="1400" b="1" dirty="0">
                <a:latin typeface="+mn-ea"/>
              </a:rPr>
              <a:t>响应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联络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②</a:t>
            </a:r>
            <a:r>
              <a:rPr lang="en-US" altLang="zh-CN" sz="1600" b="1" dirty="0">
                <a:latin typeface="+mn-ea"/>
              </a:rPr>
              <a:t>I/O</a:t>
            </a:r>
            <a:r>
              <a:rPr lang="zh-CN" altLang="en-US" sz="1600" b="1" dirty="0">
                <a:latin typeface="+mn-ea"/>
              </a:rPr>
              <a:t>接口组成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中转，端口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总线侧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通信侧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③I/O</a:t>
            </a:r>
            <a:r>
              <a:rPr lang="zh-CN" altLang="en-US" sz="1600" b="1" dirty="0">
                <a:latin typeface="+mn-ea"/>
              </a:rPr>
              <a:t>方式实现</a:t>
            </a:r>
            <a:r>
              <a:rPr lang="en-US" altLang="zh-CN" sz="1400" b="1" dirty="0">
                <a:latin typeface="+mn-ea"/>
              </a:rPr>
              <a:t>(4</a:t>
            </a:r>
            <a:r>
              <a:rPr lang="zh-CN" altLang="en-US" sz="1400" b="1" dirty="0">
                <a:latin typeface="+mn-ea"/>
              </a:rPr>
              <a:t>种，控制流程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接口</a:t>
            </a:r>
            <a:r>
              <a:rPr lang="zh-CN" altLang="zh-CN" sz="1400" b="1" dirty="0">
                <a:latin typeface="+mn-ea"/>
              </a:rPr>
              <a:t>组织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软件编程</a:t>
            </a:r>
            <a:r>
              <a:rPr lang="en-US" altLang="zh-CN" sz="1400" b="1" dirty="0">
                <a:latin typeface="+mn-ea"/>
              </a:rPr>
              <a:t>)</a:t>
            </a:r>
          </a:p>
        </p:txBody>
      </p:sp>
      <p:sp>
        <p:nvSpPr>
          <p:cNvPr id="205" name="Text Box 61">
            <a:extLst>
              <a:ext uri="{FF2B5EF4-FFF2-40B4-BE49-F238E27FC236}">
                <a16:creationId xmlns:a16="http://schemas.microsoft.com/office/drawing/2014/main" id="{11AF29BA-278C-4E0F-8D77-4A56CA1E8A1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6000" y="3276000"/>
            <a:ext cx="2592000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总线互连：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部件互连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  <a:sym typeface="+mn-ea"/>
              </a:rPr>
              <a:t>操作过程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</a:rPr>
              <a:t>仲裁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传输</a:t>
            </a:r>
            <a:r>
              <a:rPr lang="en-US" altLang="zh-CN" sz="1400" b="1" dirty="0">
                <a:latin typeface="+mn-ea"/>
              </a:rPr>
              <a:t>[3</a:t>
            </a:r>
            <a:r>
              <a:rPr lang="zh-CN" altLang="en-US" sz="1400" b="1" dirty="0">
                <a:latin typeface="+mn-ea"/>
              </a:rPr>
              <a:t>步</a:t>
            </a:r>
            <a:r>
              <a:rPr lang="en-US" altLang="zh-CN" sz="1400" b="1" dirty="0">
                <a:latin typeface="+mn-ea"/>
              </a:rPr>
              <a:t>])</a:t>
            </a:r>
          </a:p>
          <a:p>
            <a:r>
              <a:rPr lang="zh-CN" altLang="en-US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</a:t>
            </a:r>
            <a:r>
              <a:rPr lang="zh-CN" altLang="en-US" sz="1600" b="1" dirty="0">
                <a:latin typeface="+mn-ea"/>
              </a:rPr>
              <a:t>仲裁方法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集中式有</a:t>
            </a:r>
            <a:r>
              <a:rPr lang="en-US" altLang="zh-CN" sz="1400" b="1" dirty="0">
                <a:latin typeface="+mn-ea"/>
              </a:rPr>
              <a:t>3</a:t>
            </a:r>
            <a:r>
              <a:rPr lang="zh-CN" altLang="en-US" sz="1400" b="1" dirty="0">
                <a:latin typeface="+mn-ea"/>
              </a:rPr>
              <a:t>种</a:t>
            </a:r>
            <a:r>
              <a:rPr lang="en-US" altLang="zh-CN" sz="14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③传输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定时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协议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半同步等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</p:txBody>
      </p: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91A81817-8C97-44F0-9528-1D7FA3EBC132}"/>
              </a:ext>
            </a:extLst>
          </p:cNvPr>
          <p:cNvGrpSpPr/>
          <p:nvPr/>
        </p:nvGrpSpPr>
        <p:grpSpPr>
          <a:xfrm>
            <a:off x="4788000" y="4212000"/>
            <a:ext cx="1872000" cy="683895"/>
            <a:chOff x="5471850" y="4212000"/>
            <a:chExt cx="1872000" cy="683895"/>
          </a:xfrm>
        </p:grpSpPr>
        <p:sp>
          <p:nvSpPr>
            <p:cNvPr id="207" name="Text Box 18">
              <a:extLst>
                <a:ext uri="{FF2B5EF4-FFF2-40B4-BE49-F238E27FC236}">
                  <a16:creationId xmlns:a16="http://schemas.microsoft.com/office/drawing/2014/main" id="{5DE92AFF-34C8-4641-9E1F-54F467404C64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471850" y="4680000"/>
              <a:ext cx="756000" cy="180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设备</a:t>
              </a:r>
              <a:r>
                <a:rPr lang="zh-CN" altLang="en-US" sz="1400" b="1" dirty="0">
                  <a:latin typeface="+mn-ea"/>
                </a:rPr>
                <a:t>选择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208" name="Text Box 18">
              <a:extLst>
                <a:ext uri="{FF2B5EF4-FFF2-40B4-BE49-F238E27FC236}">
                  <a16:creationId xmlns:a16="http://schemas.microsoft.com/office/drawing/2014/main" id="{0946838C-AC89-4C00-B09E-33FD123EA9E9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723795" y="4212000"/>
              <a:ext cx="791845" cy="179705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控制逻辑</a:t>
              </a:r>
            </a:p>
          </p:txBody>
        </p:sp>
        <p:sp>
          <p:nvSpPr>
            <p:cNvPr id="209" name="Text Box 18">
              <a:extLst>
                <a:ext uri="{FF2B5EF4-FFF2-40B4-BE49-F238E27FC236}">
                  <a16:creationId xmlns:a16="http://schemas.microsoft.com/office/drawing/2014/main" id="{65A93410-0F1B-49ED-A3EB-2E3262B4FB4C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551850" y="4716190"/>
              <a:ext cx="792000" cy="179705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信号转换</a:t>
              </a:r>
            </a:p>
          </p:txBody>
        </p: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80A614EC-4C0B-4529-A606-0EC28609FFBC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6839850" y="4608240"/>
              <a:ext cx="0" cy="1079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8DBEFB6F-D7D0-42E5-89A3-56F441B9DE76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6515850" y="453839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12" name="Text Box 18">
              <a:extLst>
                <a:ext uri="{FF2B5EF4-FFF2-40B4-BE49-F238E27FC236}">
                  <a16:creationId xmlns:a16="http://schemas.microsoft.com/office/drawing/2014/main" id="{4DDB0CAF-00C0-4994-95B0-C64F346CC492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722964" y="4427899"/>
              <a:ext cx="792000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端口选择</a:t>
              </a:r>
            </a:p>
          </p:txBody>
        </p: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6C0D838D-4C23-48F7-92D0-22F86C70A4A5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6515640" y="428439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CADDF3C8-EE2A-4356-A177-1B4E96261A7D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5579850" y="453585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4B47A238-5B22-4030-80F7-A500F7CA46B8}"/>
              </a:ext>
            </a:extLst>
          </p:cNvPr>
          <p:cNvGrpSpPr/>
          <p:nvPr/>
        </p:nvGrpSpPr>
        <p:grpSpPr>
          <a:xfrm>
            <a:off x="7812000" y="3420000"/>
            <a:ext cx="936000" cy="1440000"/>
            <a:chOff x="7812000" y="3420000"/>
            <a:chExt cx="936000" cy="1440000"/>
          </a:xfrm>
        </p:grpSpPr>
        <p:grpSp>
          <p:nvGrpSpPr>
            <p:cNvPr id="216" name="组合 215">
              <a:extLst>
                <a:ext uri="{FF2B5EF4-FFF2-40B4-BE49-F238E27FC236}">
                  <a16:creationId xmlns:a16="http://schemas.microsoft.com/office/drawing/2014/main" id="{D10DFCCE-383C-4EA2-9B23-36A3832715DC}"/>
                </a:ext>
              </a:extLst>
            </p:cNvPr>
            <p:cNvGrpSpPr/>
            <p:nvPr/>
          </p:nvGrpSpPr>
          <p:grpSpPr>
            <a:xfrm>
              <a:off x="7812000" y="4140000"/>
              <a:ext cx="576000" cy="396000"/>
              <a:chOff x="8352000" y="4140000"/>
              <a:chExt cx="576000" cy="396000"/>
            </a:xfrm>
          </p:grpSpPr>
          <p:sp>
            <p:nvSpPr>
              <p:cNvPr id="230" name="Text Box 61">
                <a:extLst>
                  <a:ext uri="{FF2B5EF4-FFF2-40B4-BE49-F238E27FC236}">
                    <a16:creationId xmlns:a16="http://schemas.microsoft.com/office/drawing/2014/main" id="{C15B8E2E-7604-4A40-9000-0F7F6F8AF75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8352000" y="4212000"/>
                <a:ext cx="1800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+mn-ea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231" name="Text Box 20">
                <a:extLst>
                  <a:ext uri="{FF2B5EF4-FFF2-40B4-BE49-F238E27FC236}">
                    <a16:creationId xmlns:a16="http://schemas.microsoft.com/office/drawing/2014/main" id="{C1D90AA3-1E12-4FF0-95BA-98E3F57D8DF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8532000" y="4140000"/>
                <a:ext cx="396000" cy="39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horz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+mn-ea"/>
                    <a:ea typeface="+mn-ea"/>
                  </a:rPr>
                  <a:t>中断</a:t>
                </a:r>
                <a:r>
                  <a:rPr lang="en-US" altLang="zh-CN" sz="1400" b="1" dirty="0">
                    <a:latin typeface="+mn-ea"/>
                    <a:ea typeface="+mn-ea"/>
                  </a:rPr>
                  <a:t>Ctrl</a:t>
                </a:r>
                <a:endParaRPr lang="zh-CN" altLang="en-US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232" name="直接箭头连接符 231">
                <a:extLst>
                  <a:ext uri="{FF2B5EF4-FFF2-40B4-BE49-F238E27FC236}">
                    <a16:creationId xmlns:a16="http://schemas.microsoft.com/office/drawing/2014/main" id="{D21FF4FE-F8D6-4B33-ADDE-B1508B8CEE71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>
                <a:off x="8388000" y="42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33" name="直接箭头连接符 232">
                <a:extLst>
                  <a:ext uri="{FF2B5EF4-FFF2-40B4-BE49-F238E27FC236}">
                    <a16:creationId xmlns:a16="http://schemas.microsoft.com/office/drawing/2014/main" id="{6C547A44-E1BC-47D2-9161-3CC025E59135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8388000" y="4428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A6A68AEA-7E4E-41AC-9825-1EAE030722A7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 bwMode="auto">
            <a:xfrm>
              <a:off x="8748000" y="3420000"/>
              <a:ext cx="0" cy="864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4F634C08-98DE-4873-A1B6-DB6B2E1557C5}"/>
                </a:ext>
              </a:extLst>
            </p:cNvPr>
            <p:cNvGrpSpPr/>
            <p:nvPr/>
          </p:nvGrpSpPr>
          <p:grpSpPr>
            <a:xfrm>
              <a:off x="8424000" y="4104000"/>
              <a:ext cx="324000" cy="180000"/>
              <a:chOff x="8388000" y="4032000"/>
              <a:chExt cx="324000" cy="180000"/>
            </a:xfrm>
          </p:grpSpPr>
          <p:sp>
            <p:nvSpPr>
              <p:cNvPr id="228" name="Text Box 392">
                <a:extLst>
                  <a:ext uri="{FF2B5EF4-FFF2-40B4-BE49-F238E27FC236}">
                    <a16:creationId xmlns:a16="http://schemas.microsoft.com/office/drawing/2014/main" id="{E5AFF49C-23B4-4041-9F8E-326C3A72B06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8388000" y="4032000"/>
                <a:ext cx="32400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INTA</a:t>
                </a:r>
              </a:p>
            </p:txBody>
          </p:sp>
          <p:cxnSp>
            <p:nvCxnSpPr>
              <p:cNvPr id="229" name="直接箭头连接符 228">
                <a:extLst>
                  <a:ext uri="{FF2B5EF4-FFF2-40B4-BE49-F238E27FC236}">
                    <a16:creationId xmlns:a16="http://schemas.microsoft.com/office/drawing/2014/main" id="{97A67325-17DE-4852-9D48-9FAB91A8FF0F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8406000" y="4050000"/>
                <a:ext cx="28067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1AE5B629-560A-47B3-BDDC-7AA85BF24290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8388000" y="4284000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DB193BA0-6568-4020-841C-B396E1344242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8568000" y="3420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21" name="Text Box 276">
              <a:extLst>
                <a:ext uri="{FF2B5EF4-FFF2-40B4-BE49-F238E27FC236}">
                  <a16:creationId xmlns:a16="http://schemas.microsoft.com/office/drawing/2014/main" id="{1E265FAC-439B-495C-94BC-07CA4670BD9D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992000" y="4608000"/>
              <a:ext cx="252000" cy="25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22" name="Text Box 61">
              <a:extLst>
                <a:ext uri="{FF2B5EF4-FFF2-40B4-BE49-F238E27FC236}">
                  <a16:creationId xmlns:a16="http://schemas.microsoft.com/office/drawing/2014/main" id="{387BDE50-2425-40A8-909B-594222161DAE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812360" y="4644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latin typeface="+mn-ea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223" name="直接箭头连接符 222">
              <a:extLst>
                <a:ext uri="{FF2B5EF4-FFF2-40B4-BE49-F238E27FC236}">
                  <a16:creationId xmlns:a16="http://schemas.microsoft.com/office/drawing/2014/main" id="{03B0B029-D3EB-4DB6-A73C-0C533C6134A6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7848360" y="464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5C08E338-47F6-4319-9F98-FA6BAC756505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7848360" y="482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1605F767-3A4A-4D20-86E1-CA661CAD9EA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8208000" y="392400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7C331B07-20F4-41AD-8EA9-126A86EEF495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8136000" y="3861048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7" name="直接箭头连接符 226">
              <a:extLst>
                <a:ext uri="{FF2B5EF4-FFF2-40B4-BE49-F238E27FC236}">
                  <a16:creationId xmlns:a16="http://schemas.microsoft.com/office/drawing/2014/main" id="{8AE6C520-1D16-4E9D-A799-BAB41C07C59C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8280000" y="399600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grpSp>
        <p:nvGrpSpPr>
          <p:cNvPr id="429" name="组合 428">
            <a:extLst>
              <a:ext uri="{FF2B5EF4-FFF2-40B4-BE49-F238E27FC236}">
                <a16:creationId xmlns:a16="http://schemas.microsoft.com/office/drawing/2014/main" id="{615474C1-BCD2-45E0-844A-0CFFC3A2FBF4}"/>
              </a:ext>
            </a:extLst>
          </p:cNvPr>
          <p:cNvGrpSpPr/>
          <p:nvPr/>
        </p:nvGrpSpPr>
        <p:grpSpPr>
          <a:xfrm>
            <a:off x="4427800" y="2412295"/>
            <a:ext cx="755650" cy="575310"/>
            <a:chOff x="3338" y="4212"/>
            <a:chExt cx="1190" cy="906"/>
          </a:xfrm>
        </p:grpSpPr>
        <p:sp>
          <p:nvSpPr>
            <p:cNvPr id="430" name="Text Box 18">
              <a:extLst>
                <a:ext uri="{FF2B5EF4-FFF2-40B4-BE49-F238E27FC236}">
                  <a16:creationId xmlns:a16="http://schemas.microsoft.com/office/drawing/2014/main" id="{EC53D041-45A2-4B03-A9E2-F36E7DE673B1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38" y="4212"/>
              <a:ext cx="907" cy="624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</a:rPr>
                <a:t>总线</a:t>
              </a:r>
              <a:endParaRPr lang="en-US" altLang="zh-CN" sz="14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</a:rPr>
                <a:t>仲裁器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431" name="直接箭头连接符 430">
              <a:extLst>
                <a:ext uri="{FF2B5EF4-FFF2-40B4-BE49-F238E27FC236}">
                  <a16:creationId xmlns:a16="http://schemas.microsoft.com/office/drawing/2014/main" id="{E129949A-52E9-436A-8F8B-E5745070950F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3791" y="483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2" name="直接箭头连接符 431">
              <a:extLst>
                <a:ext uri="{FF2B5EF4-FFF2-40B4-BE49-F238E27FC236}">
                  <a16:creationId xmlns:a16="http://schemas.microsoft.com/office/drawing/2014/main" id="{611C9F2D-F61F-406C-AE35-F88C85714D4B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3961" y="483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3" name="直接箭头连接符 432">
              <a:extLst>
                <a:ext uri="{FF2B5EF4-FFF2-40B4-BE49-F238E27FC236}">
                  <a16:creationId xmlns:a16="http://schemas.microsoft.com/office/drawing/2014/main" id="{20FC3D3A-3216-49C5-A226-19066D81B7E7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4245" y="4438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D014079C-1A8D-4005-9F0A-9CE47217D35D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4245" y="4608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4311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4DA630E7-F0BC-4EEA-A396-7E77D85BCAAF}"/>
              </a:ext>
            </a:extLst>
          </p:cNvPr>
          <p:cNvGrpSpPr/>
          <p:nvPr/>
        </p:nvGrpSpPr>
        <p:grpSpPr>
          <a:xfrm>
            <a:off x="2771800" y="2232000"/>
            <a:ext cx="5976050" cy="3168115"/>
            <a:chOff x="2771800" y="2232000"/>
            <a:chExt cx="5976050" cy="3168115"/>
          </a:xfrm>
        </p:grpSpPr>
        <p:sp>
          <p:nvSpPr>
            <p:cNvPr id="80" name="Text Box 392"/>
            <p:cNvSpPr txBox="1">
              <a:spLocks noChangeArrowheads="1"/>
            </p:cNvSpPr>
            <p:nvPr>
              <p:custDataLst>
                <p:tags r:id="rId155"/>
              </p:custDataLst>
            </p:nvPr>
          </p:nvSpPr>
          <p:spPr bwMode="auto">
            <a:xfrm>
              <a:off x="7920000" y="5256000"/>
              <a:ext cx="468000" cy="1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x+2</a:t>
              </a:r>
              <a:r>
                <a:rPr lang="en-US" altLang="zh-CN" sz="1200" b="1" baseline="30000" dirty="0">
                  <a:highlight>
                    <a:srgbClr val="99CCFF"/>
                  </a:highlight>
                  <a:latin typeface="宋体" panose="02010600030101010101" pitchFamily="2" charset="-122"/>
                </a:rPr>
                <a:t>k</a:t>
              </a: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81" name="Text Box 392"/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8244000" y="4932000"/>
              <a:ext cx="144145" cy="1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x</a:t>
              </a:r>
            </a:p>
          </p:txBody>
        </p:sp>
        <p:sp>
          <p:nvSpPr>
            <p:cNvPr id="27" name="Rectangle 299"/>
            <p:cNvSpPr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5184015" y="2232000"/>
              <a:ext cx="3383915" cy="14757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30" name="Text Box 61"/>
            <p:cNvSpPr txBox="1">
              <a:spLocks noChangeArrowheads="1"/>
            </p:cNvSpPr>
            <p:nvPr>
              <p:custDataLst>
                <p:tags r:id="rId158"/>
              </p:custDataLst>
            </p:nvPr>
          </p:nvSpPr>
          <p:spPr bwMode="auto">
            <a:xfrm>
              <a:off x="5219800" y="3168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CPU</a:t>
              </a:r>
            </a:p>
          </p:txBody>
        </p:sp>
        <p:cxnSp>
          <p:nvCxnSpPr>
            <p:cNvPr id="31" name="直接连接符 30"/>
            <p:cNvCxnSpPr/>
            <p:nvPr>
              <p:custDataLst>
                <p:tags r:id="rId159"/>
              </p:custDataLst>
            </p:nvPr>
          </p:nvCxnSpPr>
          <p:spPr bwMode="auto">
            <a:xfrm>
              <a:off x="3456000" y="3851885"/>
              <a:ext cx="4896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160"/>
              </p:custDataLst>
            </p:nvPr>
          </p:nvCxnSpPr>
          <p:spPr bwMode="auto">
            <a:xfrm>
              <a:off x="3456000" y="3923640"/>
              <a:ext cx="489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161"/>
              </p:custDataLst>
            </p:nvPr>
          </p:nvCxnSpPr>
          <p:spPr bwMode="auto">
            <a:xfrm>
              <a:off x="3456000" y="3996030"/>
              <a:ext cx="4896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Text Box 392"/>
            <p:cNvSpPr txBox="1"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3059800" y="3816000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4175635" y="370774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36" name="直接连接符 35"/>
            <p:cNvCxnSpPr/>
            <p:nvPr>
              <p:custDataLst>
                <p:tags r:id="rId164"/>
              </p:custDataLst>
            </p:nvPr>
          </p:nvCxnSpPr>
          <p:spPr bwMode="auto">
            <a:xfrm>
              <a:off x="4140075" y="395983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直接连接符 36"/>
            <p:cNvCxnSpPr/>
            <p:nvPr>
              <p:custDataLst>
                <p:tags r:id="rId165"/>
              </p:custDataLst>
            </p:nvPr>
          </p:nvCxnSpPr>
          <p:spPr bwMode="auto">
            <a:xfrm>
              <a:off x="4140075" y="3815690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" name="Text Box 61"/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4067685" y="399603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07" name="直接箭头连接符 106"/>
            <p:cNvCxnSpPr/>
            <p:nvPr>
              <p:custDataLst>
                <p:tags r:id="rId167"/>
              </p:custDataLst>
            </p:nvPr>
          </p:nvCxnSpPr>
          <p:spPr bwMode="auto">
            <a:xfrm>
              <a:off x="792000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168"/>
              </p:custDataLst>
            </p:nvPr>
          </p:nvCxnSpPr>
          <p:spPr bwMode="auto">
            <a:xfrm>
              <a:off x="799200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9" name="直接箭头连接符 108"/>
            <p:cNvCxnSpPr/>
            <p:nvPr>
              <p:custDataLst>
                <p:tags r:id="rId169"/>
              </p:custDataLst>
            </p:nvPr>
          </p:nvCxnSpPr>
          <p:spPr bwMode="auto">
            <a:xfrm>
              <a:off x="8064000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10" name="Text Box 291"/>
            <p:cNvSpPr txBox="1">
              <a:spLocks noChangeArrowheads="1"/>
            </p:cNvSpPr>
            <p:nvPr>
              <p:custDataLst>
                <p:tags r:id="rId170"/>
              </p:custDataLst>
            </p:nvPr>
          </p:nvSpPr>
          <p:spPr bwMode="auto">
            <a:xfrm>
              <a:off x="3599800" y="2520000"/>
              <a:ext cx="648000" cy="756000"/>
            </a:xfrm>
            <a:prstGeom prst="rect">
              <a:avLst/>
            </a:prstGeom>
            <a:solidFill>
              <a:srgbClr val="99CCFF">
                <a:alpha val="78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主存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≤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latin typeface="宋体" panose="02010600030101010101" pitchFamily="2" charset="-122"/>
                </a:rPr>
                <a:t>n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×w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71"/>
              </p:custDataLst>
            </p:nvPr>
          </p:nvCxnSpPr>
          <p:spPr bwMode="auto">
            <a:xfrm flipV="1">
              <a:off x="3743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172"/>
              </p:custDataLst>
            </p:nvPr>
          </p:nvCxnSpPr>
          <p:spPr bwMode="auto">
            <a:xfrm flipV="1">
              <a:off x="3851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173"/>
              </p:custDataLst>
            </p:nvPr>
          </p:nvCxnSpPr>
          <p:spPr bwMode="auto">
            <a:xfrm>
              <a:off x="3959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22" name="Rectangle 274"/>
            <p:cNvSpPr>
              <a:spLocks noChangeArrowheads="1"/>
            </p:cNvSpPr>
            <p:nvPr>
              <p:custDataLst>
                <p:tags r:id="rId174"/>
              </p:custDataLst>
            </p:nvPr>
          </p:nvSpPr>
          <p:spPr bwMode="auto">
            <a:xfrm>
              <a:off x="3131800" y="2628000"/>
              <a:ext cx="323850" cy="72000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125" name="直接箭头连接符 124"/>
            <p:cNvCxnSpPr/>
            <p:nvPr>
              <p:custDataLst>
                <p:tags r:id="rId175"/>
              </p:custDataLst>
            </p:nvPr>
          </p:nvCxnSpPr>
          <p:spPr bwMode="auto">
            <a:xfrm flipV="1">
              <a:off x="3131800" y="3240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26" name="Text Box 392"/>
            <p:cNvSpPr txBox="1">
              <a:spLocks noChangeArrowheads="1"/>
            </p:cNvSpPr>
            <p:nvPr>
              <p:custDataLst>
                <p:tags r:id="rId176"/>
              </p:custDataLst>
            </p:nvPr>
          </p:nvSpPr>
          <p:spPr bwMode="auto">
            <a:xfrm>
              <a:off x="3131800" y="2448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w</a:t>
              </a:r>
              <a:r>
                <a:rPr lang="zh-CN" altLang="en-US" sz="1400" b="1" dirty="0">
                  <a:latin typeface="+mn-ea"/>
                  <a:ea typeface="+mn-ea"/>
                </a:rPr>
                <a:t>位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sp>
          <p:nvSpPr>
            <p:cNvPr id="127" name="Text Box 392"/>
            <p:cNvSpPr txBox="1"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2771800" y="3240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n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128" name="Text Box 392"/>
            <p:cNvSpPr txBox="1">
              <a:spLocks noChangeArrowheads="1"/>
            </p:cNvSpPr>
            <p:nvPr>
              <p:custDataLst>
                <p:tags r:id="rId178"/>
              </p:custDataLst>
            </p:nvPr>
          </p:nvSpPr>
          <p:spPr bwMode="auto">
            <a:xfrm>
              <a:off x="2771800" y="2628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2" name="Rectangle 274"/>
            <p:cNvSpPr>
              <a:spLocks noChangeArrowheads="1"/>
            </p:cNvSpPr>
            <p:nvPr>
              <p:custDataLst>
                <p:tags r:id="rId179"/>
              </p:custDataLst>
            </p:nvPr>
          </p:nvSpPr>
          <p:spPr bwMode="auto">
            <a:xfrm>
              <a:off x="3132000" y="2628000"/>
              <a:ext cx="323850" cy="432000"/>
            </a:xfrm>
            <a:prstGeom prst="rect">
              <a:avLst/>
            </a:prstGeom>
            <a:solidFill>
              <a:srgbClr val="99CCFF">
                <a:alpha val="7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123" name="直接箭头连接符 122"/>
            <p:cNvCxnSpPr/>
            <p:nvPr>
              <p:custDataLst>
                <p:tags r:id="rId180"/>
              </p:custDataLst>
            </p:nvPr>
          </p:nvCxnSpPr>
          <p:spPr bwMode="auto">
            <a:xfrm flipV="1">
              <a:off x="3131800" y="2736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181"/>
              </p:custDataLst>
            </p:nvPr>
          </p:nvCxnSpPr>
          <p:spPr bwMode="auto">
            <a:xfrm flipV="1">
              <a:off x="3347800" y="2664000"/>
              <a:ext cx="360000" cy="1441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  <p:sp>
          <p:nvSpPr>
            <p:cNvPr id="43" name="Text Box 392"/>
            <p:cNvSpPr txBox="1">
              <a:spLocks noChangeArrowheads="1"/>
            </p:cNvSpPr>
            <p:nvPr>
              <p:custDataLst>
                <p:tags r:id="rId182"/>
              </p:custDataLst>
            </p:nvPr>
          </p:nvSpPr>
          <p:spPr bwMode="auto">
            <a:xfrm>
              <a:off x="2771800" y="2952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highlight>
                    <a:srgbClr val="99CCFF"/>
                  </a:highlight>
                  <a:latin typeface="宋体" panose="02010600030101010101" pitchFamily="2" charset="-122"/>
                </a:rPr>
                <a:t>m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44" name="Text Box 18"/>
            <p:cNvSpPr txBox="1">
              <a:spLocks noChangeArrowheads="1"/>
            </p:cNvSpPr>
            <p:nvPr>
              <p:custDataLst>
                <p:tags r:id="rId183"/>
              </p:custDataLst>
            </p:nvPr>
          </p:nvSpPr>
          <p:spPr bwMode="auto">
            <a:xfrm>
              <a:off x="4427800" y="2988285"/>
              <a:ext cx="648000" cy="7200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CPU</a:t>
              </a:r>
            </a:p>
          </p:txBody>
        </p:sp>
        <p:cxnSp>
          <p:nvCxnSpPr>
            <p:cNvPr id="45" name="直接箭头连接符 44"/>
            <p:cNvCxnSpPr/>
            <p:nvPr>
              <p:custDataLst>
                <p:tags r:id="rId184"/>
              </p:custDataLst>
            </p:nvPr>
          </p:nvCxnSpPr>
          <p:spPr bwMode="auto">
            <a:xfrm>
              <a:off x="464363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185"/>
              </p:custDataLst>
            </p:nvPr>
          </p:nvCxnSpPr>
          <p:spPr bwMode="auto">
            <a:xfrm>
              <a:off x="471602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186"/>
              </p:custDataLst>
            </p:nvPr>
          </p:nvCxnSpPr>
          <p:spPr bwMode="auto">
            <a:xfrm>
              <a:off x="4787775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37" name="Rectangle 299"/>
            <p:cNvSpPr>
              <a:spLocks noChangeArrowheads="1"/>
            </p:cNvSpPr>
            <p:nvPr>
              <p:custDataLst>
                <p:tags r:id="rId187"/>
              </p:custDataLst>
            </p:nvPr>
          </p:nvSpPr>
          <p:spPr bwMode="auto">
            <a:xfrm>
              <a:off x="4716000" y="4139540"/>
              <a:ext cx="2016000" cy="756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4" name="Text Box 81"/>
            <p:cNvSpPr txBox="1">
              <a:spLocks noChangeArrowheads="1"/>
            </p:cNvSpPr>
            <p:nvPr>
              <p:custDataLst>
                <p:tags r:id="rId188"/>
              </p:custDataLst>
            </p:nvPr>
          </p:nvSpPr>
          <p:spPr bwMode="auto">
            <a:xfrm>
              <a:off x="4716000" y="5184115"/>
              <a:ext cx="2952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无条件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条件、字符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块、串行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并行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)</a:t>
              </a:r>
              <a:endParaRPr lang="zh-CN" altLang="en-US" sz="12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5" name="直接连接符 154"/>
            <p:cNvCxnSpPr/>
            <p:nvPr>
              <p:custDataLst>
                <p:tags r:id="rId189"/>
              </p:custDataLst>
            </p:nvPr>
          </p:nvCxnSpPr>
          <p:spPr bwMode="auto">
            <a:xfrm>
              <a:off x="6156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直接连接符 155"/>
            <p:cNvCxnSpPr/>
            <p:nvPr>
              <p:custDataLst>
                <p:tags r:id="rId190"/>
              </p:custDataLst>
            </p:nvPr>
          </p:nvCxnSpPr>
          <p:spPr bwMode="auto">
            <a:xfrm>
              <a:off x="6264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sm"/>
            </a:ln>
          </p:spPr>
        </p:cxnSp>
        <p:cxnSp>
          <p:nvCxnSpPr>
            <p:cNvPr id="157" name="直接连接符 156"/>
            <p:cNvCxnSpPr/>
            <p:nvPr>
              <p:custDataLst>
                <p:tags r:id="rId191"/>
              </p:custDataLst>
            </p:nvPr>
          </p:nvCxnSpPr>
          <p:spPr bwMode="auto">
            <a:xfrm flipV="1">
              <a:off x="6336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sm"/>
            </a:ln>
          </p:spPr>
        </p:cxnSp>
        <p:cxnSp>
          <p:nvCxnSpPr>
            <p:cNvPr id="161" name="直接连接符 160"/>
            <p:cNvCxnSpPr/>
            <p:nvPr>
              <p:custDataLst>
                <p:tags r:id="rId192"/>
              </p:custDataLst>
            </p:nvPr>
          </p:nvCxnSpPr>
          <p:spPr bwMode="auto">
            <a:xfrm>
              <a:off x="6120000" y="500377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Text Box 18"/>
            <p:cNvSpPr txBox="1">
              <a:spLocks noChangeArrowheads="1"/>
            </p:cNvSpPr>
            <p:nvPr>
              <p:custDataLst>
                <p:tags r:id="rId193"/>
              </p:custDataLst>
            </p:nvPr>
          </p:nvSpPr>
          <p:spPr bwMode="auto">
            <a:xfrm>
              <a:off x="7056000" y="4464000"/>
              <a:ext cx="684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磁盘</a:t>
              </a:r>
            </a:p>
          </p:txBody>
        </p:sp>
        <p:sp>
          <p:nvSpPr>
            <p:cNvPr id="171" name="Text Box 20"/>
            <p:cNvSpPr txBox="1">
              <a:spLocks noChangeArrowheads="1"/>
            </p:cNvSpPr>
            <p:nvPr>
              <p:custDataLst>
                <p:tags r:id="rId194"/>
              </p:custDataLst>
            </p:nvPr>
          </p:nvSpPr>
          <p:spPr bwMode="auto">
            <a:xfrm>
              <a:off x="7056000" y="4139540"/>
              <a:ext cx="68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I/O</a:t>
              </a:r>
              <a:r>
                <a:rPr lang="zh-CN" altLang="en-US" sz="1400" b="1" dirty="0">
                  <a:latin typeface="+mn-ea"/>
                  <a:ea typeface="+mn-ea"/>
                </a:rPr>
                <a:t>接口</a:t>
              </a:r>
            </a:p>
          </p:txBody>
        </p:sp>
        <p:cxnSp>
          <p:nvCxnSpPr>
            <p:cNvPr id="173" name="直接连接符 172"/>
            <p:cNvCxnSpPr/>
            <p:nvPr>
              <p:custDataLst>
                <p:tags r:id="rId195"/>
              </p:custDataLst>
            </p:nvPr>
          </p:nvCxnSpPr>
          <p:spPr bwMode="auto">
            <a:xfrm>
              <a:off x="7488000" y="4356000"/>
              <a:ext cx="0" cy="10795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7" name="Text Box 61"/>
            <p:cNvSpPr txBox="1">
              <a:spLocks noChangeArrowheads="1"/>
            </p:cNvSpPr>
            <p:nvPr>
              <p:custDataLst>
                <p:tags r:id="rId196"/>
              </p:custDataLst>
            </p:nvPr>
          </p:nvSpPr>
          <p:spPr bwMode="auto">
            <a:xfrm>
              <a:off x="6768000" y="4175735"/>
              <a:ext cx="252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48" name="直接箭头连接符 47"/>
            <p:cNvCxnSpPr/>
            <p:nvPr>
              <p:custDataLst>
                <p:tags r:id="rId197"/>
              </p:custDataLst>
            </p:nvPr>
          </p:nvCxnSpPr>
          <p:spPr bwMode="auto">
            <a:xfrm>
              <a:off x="4896000" y="3851884"/>
              <a:ext cx="0" cy="82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198"/>
              </p:custDataLst>
            </p:nvPr>
          </p:nvCxnSpPr>
          <p:spPr bwMode="auto">
            <a:xfrm>
              <a:off x="5436000" y="39236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199"/>
              </p:custDataLst>
            </p:nvPr>
          </p:nvCxnSpPr>
          <p:spPr bwMode="auto">
            <a:xfrm>
              <a:off x="6156000" y="399603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200"/>
              </p:custDataLst>
            </p:nvPr>
          </p:nvCxnSpPr>
          <p:spPr bwMode="auto">
            <a:xfrm>
              <a:off x="7416000" y="39236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201"/>
              </p:custDataLst>
            </p:nvPr>
          </p:nvCxnSpPr>
          <p:spPr bwMode="auto">
            <a:xfrm>
              <a:off x="7344000" y="3851885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3" name="直接箭头连接符 52"/>
            <p:cNvCxnSpPr/>
            <p:nvPr>
              <p:custDataLst>
                <p:tags r:id="rId202"/>
              </p:custDataLst>
            </p:nvPr>
          </p:nvCxnSpPr>
          <p:spPr bwMode="auto">
            <a:xfrm>
              <a:off x="7488000" y="399603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4" name="Text Box 291"/>
            <p:cNvSpPr txBox="1">
              <a:spLocks noChangeArrowheads="1"/>
            </p:cNvSpPr>
            <p:nvPr>
              <p:custDataLst>
                <p:tags r:id="rId203"/>
              </p:custDataLst>
            </p:nvPr>
          </p:nvSpPr>
          <p:spPr bwMode="auto">
            <a:xfrm>
              <a:off x="3455800" y="3491840"/>
              <a:ext cx="792000" cy="215900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连接电路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箭头连接符 54"/>
            <p:cNvCxnSpPr/>
            <p:nvPr>
              <p:custDataLst>
                <p:tags r:id="rId204"/>
              </p:custDataLst>
            </p:nvPr>
          </p:nvCxnSpPr>
          <p:spPr bwMode="auto">
            <a:xfrm flipV="1">
              <a:off x="374380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205"/>
              </p:custDataLst>
            </p:nvPr>
          </p:nvCxnSpPr>
          <p:spPr bwMode="auto">
            <a:xfrm flipV="1">
              <a:off x="385180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206"/>
              </p:custDataLst>
            </p:nvPr>
          </p:nvCxnSpPr>
          <p:spPr bwMode="auto">
            <a:xfrm>
              <a:off x="3959800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8" name="Text Box 61"/>
            <p:cNvSpPr txBox="1">
              <a:spLocks noChangeArrowheads="1"/>
            </p:cNvSpPr>
            <p:nvPr>
              <p:custDataLst>
                <p:tags r:id="rId207"/>
              </p:custDataLst>
            </p:nvPr>
          </p:nvSpPr>
          <p:spPr bwMode="auto">
            <a:xfrm>
              <a:off x="3959800" y="327600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60" name="直接连接符 59"/>
            <p:cNvCxnSpPr/>
            <p:nvPr>
              <p:custDataLst>
                <p:tags r:id="rId208"/>
              </p:custDataLst>
            </p:nvPr>
          </p:nvCxnSpPr>
          <p:spPr bwMode="auto">
            <a:xfrm>
              <a:off x="3923800" y="334769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直接连接符 60"/>
            <p:cNvCxnSpPr/>
            <p:nvPr>
              <p:custDataLst>
                <p:tags r:id="rId209"/>
              </p:custDataLst>
            </p:nvPr>
          </p:nvCxnSpPr>
          <p:spPr bwMode="auto">
            <a:xfrm>
              <a:off x="3707800" y="334769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Text Box 61"/>
            <p:cNvSpPr txBox="1">
              <a:spLocks noChangeArrowheads="1"/>
            </p:cNvSpPr>
            <p:nvPr>
              <p:custDataLst>
                <p:tags r:id="rId210"/>
              </p:custDataLst>
            </p:nvPr>
          </p:nvSpPr>
          <p:spPr bwMode="auto">
            <a:xfrm>
              <a:off x="3599800" y="334800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2" name="Rectangle 274"/>
            <p:cNvSpPr>
              <a:spLocks noChangeArrowheads="1"/>
            </p:cNvSpPr>
            <p:nvPr>
              <p:custDataLst>
                <p:tags r:id="rId211"/>
              </p:custDataLst>
            </p:nvPr>
          </p:nvSpPr>
          <p:spPr bwMode="auto">
            <a:xfrm>
              <a:off x="8424000" y="4932000"/>
              <a:ext cx="32385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74" name="直接箭头连接符 73"/>
            <p:cNvCxnSpPr/>
            <p:nvPr>
              <p:custDataLst>
                <p:tags r:id="rId212"/>
              </p:custDataLst>
            </p:nvPr>
          </p:nvCxnSpPr>
          <p:spPr bwMode="auto">
            <a:xfrm flipV="1">
              <a:off x="8424000" y="5040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75" name="直接箭头连接符 74"/>
            <p:cNvCxnSpPr/>
            <p:nvPr>
              <p:custDataLst>
                <p:tags r:id="rId213"/>
              </p:custDataLst>
            </p:nvPr>
          </p:nvCxnSpPr>
          <p:spPr bwMode="auto">
            <a:xfrm flipV="1">
              <a:off x="8424000" y="5256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78" name="Text Box 392"/>
            <p:cNvSpPr txBox="1">
              <a:spLocks noChangeArrowheads="1"/>
            </p:cNvSpPr>
            <p:nvPr>
              <p:custDataLst>
                <p:tags r:id="rId214"/>
              </p:custDataLst>
            </p:nvPr>
          </p:nvSpPr>
          <p:spPr bwMode="auto">
            <a:xfrm>
              <a:off x="8424000" y="4752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w</a:t>
              </a:r>
              <a:r>
                <a:rPr lang="zh-CN" altLang="en-US" sz="1400" b="1" dirty="0">
                  <a:latin typeface="+mn-ea"/>
                  <a:ea typeface="+mn-ea"/>
                </a:rPr>
                <a:t>位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F4AA4AA1-674D-40BA-B7E5-574BD40EC976}"/>
                </a:ext>
              </a:extLst>
            </p:cNvPr>
            <p:cNvCxnSpPr/>
            <p:nvPr>
              <p:custDataLst>
                <p:tags r:id="rId215"/>
              </p:custDataLst>
            </p:nvPr>
          </p:nvCxnSpPr>
          <p:spPr bwMode="auto">
            <a:xfrm flipV="1">
              <a:off x="3131800" y="2952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82" name="直接箭头连接符 81"/>
            <p:cNvCxnSpPr>
              <a:cxnSpLocks/>
            </p:cNvCxnSpPr>
            <p:nvPr>
              <p:custDataLst>
                <p:tags r:id="rId216"/>
              </p:custDataLst>
            </p:nvPr>
          </p:nvCxnSpPr>
          <p:spPr bwMode="auto">
            <a:xfrm flipH="1" flipV="1">
              <a:off x="6552000" y="4500000"/>
              <a:ext cx="1980000" cy="64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65AAC9A5-BCF9-4192-8706-E16E3FCB1A98}"/>
              </a:ext>
            </a:extLst>
          </p:cNvPr>
          <p:cNvGrpSpPr/>
          <p:nvPr/>
        </p:nvGrpSpPr>
        <p:grpSpPr>
          <a:xfrm>
            <a:off x="5760000" y="4212000"/>
            <a:ext cx="2123740" cy="935990"/>
            <a:chOff x="6012290" y="4212000"/>
            <a:chExt cx="2123740" cy="935990"/>
          </a:xfrm>
        </p:grpSpPr>
        <p:sp>
          <p:nvSpPr>
            <p:cNvPr id="298" name="Text Box 61">
              <a:extLst>
                <a:ext uri="{FF2B5EF4-FFF2-40B4-BE49-F238E27FC236}">
                  <a16:creationId xmlns:a16="http://schemas.microsoft.com/office/drawing/2014/main" id="{EC3016C1-0ACF-4241-8E69-82BFD923399A}"/>
                </a:ext>
              </a:extLst>
            </p:cNvPr>
            <p:cNvSpPr txBox="1">
              <a:spLocks noChangeArrowheads="1"/>
            </p:cNvSpPr>
            <p:nvPr>
              <p:custDataLst>
                <p:tags r:id="rId152"/>
              </p:custDataLst>
            </p:nvPr>
          </p:nvSpPr>
          <p:spPr bwMode="auto">
            <a:xfrm>
              <a:off x="6660290" y="4932090"/>
              <a:ext cx="147574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100" b="1" dirty="0">
                  <a:latin typeface="+mn-ea"/>
                </a:rPr>
                <a:t>①无 ②</a:t>
              </a:r>
              <a:r>
                <a:rPr lang="en-US" altLang="zh-CN" sz="1100" b="1" dirty="0">
                  <a:latin typeface="+mn-ea"/>
                </a:rPr>
                <a:t>Req/</a:t>
              </a:r>
              <a:r>
                <a:rPr lang="en-US" altLang="zh-CN" sz="1200" b="1" dirty="0">
                  <a:latin typeface="+mn-ea"/>
                </a:rPr>
                <a:t>Ack</a:t>
              </a:r>
              <a:r>
                <a:rPr lang="en-US" altLang="zh-CN" sz="1100" b="1" dirty="0">
                  <a:latin typeface="+mn-ea"/>
                </a:rPr>
                <a:t> </a:t>
              </a:r>
              <a:r>
                <a:rPr lang="zh-CN" altLang="en-US" sz="1100" b="1" dirty="0">
                  <a:latin typeface="+mn-ea"/>
                </a:rPr>
                <a:t>③</a:t>
              </a:r>
              <a:r>
                <a:rPr lang="en-US" altLang="zh-CN" sz="1100" b="1" dirty="0">
                  <a:latin typeface="+mn-ea"/>
                </a:rPr>
                <a:t>CLK</a:t>
              </a:r>
            </a:p>
          </p:txBody>
        </p:sp>
        <p:sp>
          <p:nvSpPr>
            <p:cNvPr id="300" name="Text Box 61">
              <a:extLst>
                <a:ext uri="{FF2B5EF4-FFF2-40B4-BE49-F238E27FC236}">
                  <a16:creationId xmlns:a16="http://schemas.microsoft.com/office/drawing/2014/main" id="{961757D5-7B84-43A5-B806-C19B9A2B3FFE}"/>
                </a:ext>
              </a:extLst>
            </p:cNvPr>
            <p:cNvSpPr txBox="1"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6012290" y="4968000"/>
              <a:ext cx="360000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1/</a:t>
              </a:r>
              <a:r>
                <a:rPr lang="zh-CN" altLang="en-US" sz="1200" b="1" dirty="0">
                  <a:latin typeface="+mn-ea"/>
                  <a:ea typeface="+mn-ea"/>
                  <a:cs typeface="Times New Roman" panose="02020603050405020304" pitchFamily="18" charset="0"/>
                </a:rPr>
                <a:t>多</a:t>
              </a:r>
              <a:endParaRPr lang="en-US" altLang="zh-CN" sz="12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02" name="Text Box 18">
              <a:extLst>
                <a:ext uri="{FF2B5EF4-FFF2-40B4-BE49-F238E27FC236}">
                  <a16:creationId xmlns:a16="http://schemas.microsoft.com/office/drawing/2014/main" id="{BECB70A7-5DA3-4CE3-BC3D-783F45FFE8A8}"/>
                </a:ext>
              </a:extLst>
            </p:cNvPr>
            <p:cNvSpPr txBox="1">
              <a:spLocks noChangeArrowheads="1"/>
            </p:cNvSpPr>
            <p:nvPr>
              <p:custDataLst>
                <p:tags r:id="rId154"/>
              </p:custDataLst>
            </p:nvPr>
          </p:nvSpPr>
          <p:spPr bwMode="auto">
            <a:xfrm>
              <a:off x="6228290" y="4212000"/>
              <a:ext cx="683895" cy="39624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I/O</a:t>
              </a:r>
              <a:r>
                <a:rPr lang="zh-CN" altLang="en-US" sz="1400" b="1" dirty="0">
                  <a:latin typeface="+mn-ea"/>
                  <a:ea typeface="+mn-ea"/>
                </a:rPr>
                <a:t>端口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+mn-ea"/>
                  <a:ea typeface="+mn-ea"/>
                </a:rPr>
                <a:t>(</a:t>
              </a: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zh-CN" altLang="en-US" sz="1200" b="1" dirty="0">
                  <a:latin typeface="+mn-ea"/>
                  <a:ea typeface="+mn-ea"/>
                </a:rPr>
                <a:t>个</a:t>
              </a:r>
              <a:r>
                <a:rPr lang="en-US" altLang="zh-CN" sz="1200" b="1" dirty="0">
                  <a:latin typeface="+mn-ea"/>
                  <a:ea typeface="+mn-ea"/>
                </a:rPr>
                <a:t>)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</p:grpSp>
      <p:sp>
        <p:nvSpPr>
          <p:cNvPr id="3" name="Text Box 6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6000" y="1764000"/>
            <a:ext cx="2916000" cy="14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MEM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存储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+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按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VA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访问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①</a:t>
            </a:r>
            <a:r>
              <a:rPr lang="zh-CN" altLang="en-US" sz="1600" b="1" dirty="0">
                <a:latin typeface="+mn-ea"/>
              </a:rPr>
              <a:t>参数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en-US" altLang="zh-CN" sz="1400" b="1" dirty="0" err="1">
                <a:latin typeface="+mn-ea"/>
              </a:rPr>
              <a:t>w&amp;N</a:t>
            </a:r>
            <a:r>
              <a:rPr lang="en-US" altLang="zh-CN" sz="1400" b="1" dirty="0" err="1">
                <a:cs typeface="Times New Roman" panose="02020603050405020304" pitchFamily="18" charset="0"/>
              </a:rPr>
              <a:t>~</a:t>
            </a:r>
            <a:r>
              <a:rPr lang="en-US" altLang="zh-CN" sz="1400" b="1" dirty="0" err="1">
                <a:latin typeface="+mn-ea"/>
              </a:rPr>
              <a:t>ISA</a:t>
            </a:r>
            <a:r>
              <a:rPr lang="zh-CN" altLang="en-US" sz="1400" b="1" dirty="0">
                <a:latin typeface="+mn-ea"/>
              </a:rPr>
              <a:t>、</a:t>
            </a:r>
            <a:r>
              <a:rPr lang="en-US" altLang="zh-CN" sz="1400" b="1" dirty="0">
                <a:latin typeface="+mn-ea"/>
              </a:rPr>
              <a:t>n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zh-CN" altLang="en-US" sz="1400" b="1" dirty="0">
                <a:latin typeface="+mn-ea"/>
                <a:sym typeface="+mn-ea"/>
              </a:rPr>
              <a:t>设计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</a:t>
            </a:r>
            <a:r>
              <a:rPr lang="zh-CN" altLang="en-US" sz="1600" b="1" dirty="0">
                <a:latin typeface="+mn-ea"/>
              </a:rPr>
              <a:t>结构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层次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地址变换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层间管理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③主存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设计</a:t>
            </a:r>
            <a:r>
              <a:rPr lang="en-US" altLang="zh-CN" sz="1400" b="1" dirty="0">
                <a:latin typeface="+mn-ea"/>
                <a:sym typeface="+mn-ea"/>
              </a:rPr>
              <a:t>&amp;</a:t>
            </a:r>
            <a:r>
              <a:rPr lang="zh-CN" altLang="en-US" sz="1400" b="1" dirty="0">
                <a:latin typeface="+mn-ea"/>
                <a:sym typeface="+mn-ea"/>
              </a:rPr>
              <a:t>优化</a:t>
            </a:r>
            <a:r>
              <a:rPr lang="en-US" altLang="zh-CN" sz="1400" b="1" dirty="0">
                <a:latin typeface="+mn-ea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c]</a:t>
            </a:r>
            <a:r>
              <a:rPr lang="en-US" altLang="zh-CN" sz="1400" b="1" dirty="0">
                <a:latin typeface="+mn-ea"/>
                <a:sym typeface="+mn-ea"/>
              </a:rPr>
              <a:t>+</a:t>
            </a:r>
            <a:r>
              <a:rPr lang="zh-CN" altLang="en-US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连接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④</a:t>
            </a:r>
            <a:r>
              <a:rPr lang="en-US" altLang="zh-CN" sz="1600" b="1" dirty="0">
                <a:latin typeface="+mn-ea"/>
                <a:sym typeface="+mn-ea"/>
              </a:rPr>
              <a:t>Cache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块交换→</a:t>
            </a:r>
            <a:r>
              <a:rPr lang="en-US" altLang="zh-CN" sz="1400" b="1" dirty="0">
                <a:latin typeface="+mn-ea"/>
                <a:sym typeface="+mn-ea"/>
              </a:rPr>
              <a:t>…</a:t>
            </a:r>
            <a:r>
              <a:rPr lang="zh-CN" altLang="en-US" sz="1400" b="1" dirty="0">
                <a:latin typeface="+mn-ea"/>
                <a:sym typeface="+mn-ea"/>
              </a:rPr>
              <a:t>控制器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⑤</a:t>
            </a:r>
            <a:r>
              <a:rPr lang="zh-CN" altLang="en-US" sz="1600" b="1" dirty="0">
                <a:latin typeface="+mn-ea"/>
                <a:sym typeface="+mn-ea"/>
              </a:rPr>
              <a:t>虚存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页交换→</a:t>
            </a:r>
            <a:r>
              <a:rPr lang="en-US" altLang="zh-CN" sz="1400" b="1" dirty="0">
                <a:latin typeface="+mn-ea"/>
                <a:sym typeface="+mn-ea"/>
              </a:rPr>
              <a:t>…</a:t>
            </a:r>
            <a:r>
              <a:rPr lang="en-US" altLang="zh-CN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MMU+</a:t>
            </a:r>
            <a:r>
              <a:rPr lang="zh-CN" altLang="en-US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软件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13</a:t>
            </a:fld>
            <a:endParaRPr lang="en-US" altLang="zh-CN" dirty="0"/>
          </a:p>
        </p:txBody>
      </p:sp>
      <p:grpSp>
        <p:nvGrpSpPr>
          <p:cNvPr id="25" name="组合 24"/>
          <p:cNvGrpSpPr/>
          <p:nvPr/>
        </p:nvGrpSpPr>
        <p:grpSpPr>
          <a:xfrm>
            <a:off x="4427800" y="2412295"/>
            <a:ext cx="755650" cy="575310"/>
            <a:chOff x="3338" y="4212"/>
            <a:chExt cx="1190" cy="906"/>
          </a:xfrm>
        </p:grpSpPr>
        <p:sp>
          <p:nvSpPr>
            <p:cNvPr id="19" name="Text Box 18"/>
            <p:cNvSpPr txBox="1">
              <a:spLocks noChangeArrowheads="1"/>
            </p:cNvSpPr>
            <p:nvPr>
              <p:custDataLst>
                <p:tags r:id="rId147"/>
              </p:custDataLst>
            </p:nvPr>
          </p:nvSpPr>
          <p:spPr bwMode="auto">
            <a:xfrm>
              <a:off x="3338" y="4212"/>
              <a:ext cx="907" cy="624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</a:rPr>
                <a:t>总线</a:t>
              </a:r>
              <a:endParaRPr lang="en-US" altLang="zh-CN" sz="14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</a:rPr>
                <a:t>仲裁器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20" name="直接箭头连接符 19"/>
            <p:cNvCxnSpPr/>
            <p:nvPr>
              <p:custDataLst>
                <p:tags r:id="rId148"/>
              </p:custDataLst>
            </p:nvPr>
          </p:nvCxnSpPr>
          <p:spPr bwMode="auto">
            <a:xfrm flipV="1">
              <a:off x="3791" y="483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49"/>
              </p:custDataLst>
            </p:nvPr>
          </p:nvCxnSpPr>
          <p:spPr bwMode="auto">
            <a:xfrm>
              <a:off x="3961" y="483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50"/>
              </p:custDataLst>
            </p:nvPr>
          </p:nvCxnSpPr>
          <p:spPr bwMode="auto">
            <a:xfrm flipH="1" flipV="1">
              <a:off x="4245" y="4438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151"/>
              </p:custDataLst>
            </p:nvPr>
          </p:nvCxnSpPr>
          <p:spPr bwMode="auto">
            <a:xfrm>
              <a:off x="4245" y="4608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59" name="组合 58"/>
          <p:cNvGrpSpPr/>
          <p:nvPr/>
        </p:nvGrpSpPr>
        <p:grpSpPr>
          <a:xfrm>
            <a:off x="6444000" y="756000"/>
            <a:ext cx="2520000" cy="1368000"/>
            <a:chOff x="4915192" y="3582766"/>
            <a:chExt cx="2520000" cy="1368000"/>
          </a:xfrm>
        </p:grpSpPr>
        <p:sp>
          <p:nvSpPr>
            <p:cNvPr id="69" name="Text Box 36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5635192" y="3797724"/>
              <a:ext cx="828000" cy="11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1001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01000100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0101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00110011</a:t>
              </a:r>
              <a:endParaRPr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70" name="直接连接符 69"/>
            <p:cNvCxnSpPr/>
            <p:nvPr>
              <p:custDataLst>
                <p:tags r:id="rId138"/>
              </p:custDataLst>
            </p:nvPr>
          </p:nvCxnSpPr>
          <p:spPr bwMode="auto">
            <a:xfrm>
              <a:off x="5635192" y="3960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139"/>
              </p:custDataLst>
            </p:nvPr>
          </p:nvCxnSpPr>
          <p:spPr bwMode="auto">
            <a:xfrm>
              <a:off x="5635192" y="4302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3" name="Text Box 36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5023192" y="3797724"/>
              <a:ext cx="612000" cy="11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0…000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0</a:t>
              </a:r>
              <a:r>
                <a:rPr lang="en-US" altLang="zh-CN" sz="1400" b="1" dirty="0">
                  <a:latin typeface="+mn-ea"/>
                </a:rPr>
                <a:t>…</a:t>
              </a:r>
              <a:r>
                <a:rPr lang="en-US" altLang="zh-CN" sz="1400" b="1" dirty="0">
                  <a:latin typeface="+mn-ea"/>
                  <a:ea typeface="+mn-ea"/>
                </a:rPr>
                <a:t>001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u="none" dirty="0">
                  <a:latin typeface="+mn-ea"/>
                  <a:ea typeface="+mn-ea"/>
                </a:rPr>
                <a:t>0…010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>
                  <a:latin typeface="+mn-ea"/>
                </a:rPr>
                <a:t>…</a:t>
              </a:r>
              <a:r>
                <a:rPr lang="en-US" altLang="zh-CN" sz="1400" b="1" u="none" dirty="0">
                  <a:latin typeface="+mn-ea"/>
                  <a:ea typeface="+mn-ea"/>
                </a:rPr>
                <a:t>  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0…044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>
                  <a:latin typeface="+mn-ea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+mn-ea"/>
                </a:rPr>
                <a:t>2</a:t>
              </a:r>
              <a:r>
                <a:rPr lang="en-US" altLang="zh-CN" sz="1400" b="1" baseline="30000" dirty="0">
                  <a:solidFill>
                    <a:srgbClr val="C00000"/>
                  </a:solidFill>
                  <a:highlight>
                    <a:srgbClr val="99CCFF"/>
                  </a:highlight>
                  <a:latin typeface="+mn-ea"/>
                </a:rPr>
                <a:t>N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</a:rPr>
                <a:t>-1</a:t>
              </a:r>
            </a:p>
          </p:txBody>
        </p:sp>
        <p:cxnSp>
          <p:nvCxnSpPr>
            <p:cNvPr id="76" name="直接连接符 75"/>
            <p:cNvCxnSpPr/>
            <p:nvPr>
              <p:custDataLst>
                <p:tags r:id="rId141"/>
              </p:custDataLst>
            </p:nvPr>
          </p:nvCxnSpPr>
          <p:spPr bwMode="auto">
            <a:xfrm>
              <a:off x="5635192" y="4122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142"/>
              </p:custDataLst>
            </p:nvPr>
          </p:nvCxnSpPr>
          <p:spPr bwMode="auto">
            <a:xfrm>
              <a:off x="5635192" y="4464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143"/>
              </p:custDataLst>
            </p:nvPr>
          </p:nvCxnSpPr>
          <p:spPr bwMode="auto">
            <a:xfrm>
              <a:off x="5635192" y="4806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144"/>
              </p:custDataLst>
            </p:nvPr>
          </p:nvCxnSpPr>
          <p:spPr bwMode="auto">
            <a:xfrm>
              <a:off x="5635192" y="4644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 Box 36"/>
            <p:cNvSpPr txBox="1">
              <a:spLocks noChangeArrowheads="1"/>
            </p:cNvSpPr>
            <p:nvPr>
              <p:custDataLst>
                <p:tags r:id="rId145"/>
              </p:custDataLst>
            </p:nvPr>
          </p:nvSpPr>
          <p:spPr bwMode="auto">
            <a:xfrm>
              <a:off x="4915192" y="3582766"/>
              <a:ext cx="24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highlight>
                    <a:srgbClr val="CCECFF"/>
                  </a:highlight>
                  <a:latin typeface="+mn-ea"/>
                </a:rPr>
                <a:t>逻辑地址</a:t>
              </a:r>
              <a:r>
                <a:rPr lang="zh-CN" altLang="en-US" sz="1400" b="1" baseline="-25000" dirty="0">
                  <a:highlight>
                    <a:srgbClr val="CCECFF"/>
                  </a:highlight>
                  <a:latin typeface="+mn-ea"/>
                </a:rPr>
                <a:t> </a:t>
              </a:r>
              <a:r>
                <a:rPr lang="zh-CN" altLang="en-US" sz="1400" b="1" dirty="0">
                  <a:highlight>
                    <a:srgbClr val="CC99FF"/>
                  </a:highlight>
                  <a:latin typeface="+mn-ea"/>
                </a:rPr>
                <a:t>程序内容</a:t>
              </a:r>
              <a:r>
                <a:rPr lang="zh-CN" altLang="en-US" sz="1400" b="1" dirty="0">
                  <a:latin typeface="+mn-ea"/>
                </a:rPr>
                <a:t>  指令功能</a:t>
              </a:r>
              <a:endParaRPr lang="en-US" altLang="zh-CN" sz="1400" b="1" dirty="0">
                <a:latin typeface="+mn-ea"/>
              </a:endParaRPr>
            </a:p>
          </p:txBody>
        </p:sp>
        <p:sp>
          <p:nvSpPr>
            <p:cNvPr id="66" name="Text Box 36"/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6499192" y="3798766"/>
              <a:ext cx="936000" cy="11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R1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M[44H]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R1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(R1)+2</a:t>
              </a:r>
              <a:r>
                <a:rPr lang="en-US" altLang="zh-CN" sz="1400" b="1" u="none" dirty="0">
                  <a:latin typeface="+mn-ea"/>
                  <a:ea typeface="+mn-ea"/>
                </a:rPr>
                <a:t>   </a:t>
              </a:r>
            </a:p>
            <a:p>
              <a:pPr>
                <a:lnSpc>
                  <a:spcPct val="80000"/>
                </a:lnSpc>
              </a:pPr>
              <a:endParaRPr lang="en-US" altLang="zh-CN" sz="1400" b="1" dirty="0">
                <a:latin typeface="+mn-ea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x=33H</a:t>
              </a:r>
            </a:p>
            <a:p>
              <a:pPr>
                <a:lnSpc>
                  <a:spcPct val="80000"/>
                </a:lnSpc>
              </a:pPr>
              <a:endParaRPr lang="en-US" altLang="zh-CN" sz="1400" b="1" dirty="0">
                <a:latin typeface="+mn-ea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3456000" y="756000"/>
            <a:ext cx="2915920" cy="1332230"/>
            <a:chOff x="-1531" y="1813"/>
            <a:chExt cx="4592" cy="2098"/>
          </a:xfrm>
        </p:grpSpPr>
        <p:sp>
          <p:nvSpPr>
            <p:cNvPr id="151" name="Text Box 160"/>
            <p:cNvSpPr txBox="1"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-1531" y="1813"/>
              <a:ext cx="2041" cy="209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ISA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内容</a:t>
              </a: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数据表示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存放方式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寻址方式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指令功能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指令格式</a:t>
              </a: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623" y="3004"/>
              <a:ext cx="2209" cy="626"/>
              <a:chOff x="5623389" y="1204119"/>
              <a:chExt cx="1402594" cy="396634"/>
            </a:xfrm>
          </p:grpSpPr>
          <p:sp>
            <p:nvSpPr>
              <p:cNvPr id="143" name="Text Box 136"/>
              <p:cNvSpPr txBox="1">
                <a:spLocks noChangeArrowhead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6019566" y="1420042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144" name="Text Box 137"/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5623389" y="1420763"/>
                <a:ext cx="395966" cy="17999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op2</a:t>
                </a:r>
              </a:p>
            </p:txBody>
          </p:sp>
          <p:sp>
            <p:nvSpPr>
              <p:cNvPr id="145" name="Text Box 151"/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6522051" y="1420042"/>
                <a:ext cx="503932" cy="179897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52" name="Text Box 136"/>
              <p:cNvSpPr txBox="1"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6271544" y="1420042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  <p:sp>
            <p:nvSpPr>
              <p:cNvPr id="153" name="Text Box 136"/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6019566" y="1204119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158" name="Text Box 137"/>
              <p:cNvSpPr txBox="1"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5624089" y="1204119"/>
                <a:ext cx="395966" cy="17999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op1</a:t>
                </a:r>
              </a:p>
            </p:txBody>
          </p:sp>
          <p:sp>
            <p:nvSpPr>
              <p:cNvPr id="159" name="Text Box 136"/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6271544" y="1204119"/>
                <a:ext cx="251951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</p:grp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623" y="2324"/>
              <a:ext cx="2438" cy="6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</a:rPr>
                <a:t>RD</a:t>
              </a:r>
              <a:r>
                <a:rPr lang="zh-CN" altLang="en-US" sz="1400" b="1" dirty="0">
                  <a:latin typeface="+mn-ea"/>
                </a:rPr>
                <a:t>←</a:t>
              </a:r>
              <a:r>
                <a:rPr lang="en-US" altLang="zh-CN" sz="1400" b="1" dirty="0">
                  <a:latin typeface="+mn-ea"/>
                </a:rPr>
                <a:t>(RD)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op1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(RS)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</a:rPr>
                <a:t>RD</a:t>
              </a:r>
              <a:r>
                <a:rPr lang="zh-CN" altLang="en-US" sz="1400" b="1" dirty="0">
                  <a:latin typeface="+mn-ea"/>
                </a:rPr>
                <a:t>←</a:t>
              </a:r>
              <a:r>
                <a:rPr lang="en-US" altLang="zh-CN" sz="1400" b="1" dirty="0">
                  <a:latin typeface="+mn-ea"/>
                </a:rPr>
                <a:t>M[(RS)]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op2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A</a:t>
              </a:r>
            </a:p>
          </p:txBody>
        </p:sp>
      </p:grpSp>
      <p:sp>
        <p:nvSpPr>
          <p:cNvPr id="120" name="右箭头 119"/>
          <p:cNvSpPr/>
          <p:nvPr>
            <p:custDataLst>
              <p:tags r:id="rId2"/>
            </p:custDataLst>
          </p:nvPr>
        </p:nvSpPr>
        <p:spPr>
          <a:xfrm>
            <a:off x="6192000" y="1512000"/>
            <a:ext cx="252000" cy="180000"/>
          </a:xfrm>
          <a:prstGeom prst="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下箭头 137"/>
          <p:cNvSpPr/>
          <p:nvPr>
            <p:custDataLst>
              <p:tags r:id="rId3"/>
            </p:custDataLst>
          </p:nvPr>
        </p:nvSpPr>
        <p:spPr>
          <a:xfrm>
            <a:off x="4103800" y="2160000"/>
            <a:ext cx="180000" cy="252000"/>
          </a:xfrm>
          <a:prstGeom prst="down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4" name="Text Box 6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64000" y="5436000"/>
            <a:ext cx="4680291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系统组织：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主机</a:t>
            </a:r>
            <a:r>
              <a:rPr lang="en-US" altLang="zh-CN" sz="1400" b="1" dirty="0">
                <a:highlight>
                  <a:srgbClr val="CCFFFF"/>
                </a:highlight>
                <a:latin typeface="+mn-ea"/>
              </a:rPr>
              <a:t>-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外设的数据交换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solidFill>
                  <a:srgbClr val="990099"/>
                </a:solidFill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sz="1600" b="1" dirty="0">
                <a:latin typeface="+mn-ea"/>
              </a:rPr>
              <a:t>主机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sz="1600" b="1" dirty="0">
                <a:latin typeface="+mn-ea"/>
              </a:rPr>
              <a:t>外设的联系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连接</a:t>
            </a:r>
            <a:r>
              <a:rPr lang="en-US" altLang="zh-CN" sz="1400" b="1" dirty="0">
                <a:latin typeface="+mn-ea"/>
              </a:rPr>
              <a:t>[</a:t>
            </a:r>
            <a:r>
              <a:rPr lang="zh-CN" altLang="en-US" sz="1400" b="1" dirty="0">
                <a:latin typeface="+mn-ea"/>
              </a:rPr>
              <a:t>总线</a:t>
            </a:r>
            <a:r>
              <a:rPr lang="en-US" altLang="zh-CN" sz="1400" b="1" dirty="0">
                <a:latin typeface="+mn-ea"/>
              </a:rPr>
              <a:t>]/</a:t>
            </a:r>
            <a:r>
              <a:rPr lang="zh-CN" altLang="en-US" sz="1400" b="1" dirty="0">
                <a:latin typeface="+mn-ea"/>
              </a:rPr>
              <a:t>编址</a:t>
            </a:r>
            <a:r>
              <a:rPr lang="en-US" altLang="zh-CN" sz="1400" b="1" dirty="0">
                <a:latin typeface="+mn-ea"/>
              </a:rPr>
              <a:t>[</a:t>
            </a:r>
            <a:r>
              <a:rPr lang="en-US" altLang="zh-CN" sz="1400" b="1" dirty="0">
                <a:latin typeface="+mn-lt"/>
              </a:rPr>
              <a:t>~</a:t>
            </a:r>
            <a:r>
              <a:rPr lang="en-US" altLang="zh-CN" sz="1400" b="1" dirty="0">
                <a:latin typeface="+mn-ea"/>
              </a:rPr>
              <a:t>x]/</a:t>
            </a:r>
            <a:r>
              <a:rPr lang="zh-CN" altLang="en-US" sz="1400" b="1" dirty="0">
                <a:latin typeface="+mn-ea"/>
              </a:rPr>
              <a:t>响应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联络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②</a:t>
            </a:r>
            <a:r>
              <a:rPr lang="en-US" altLang="zh-CN" sz="1600" b="1" dirty="0">
                <a:latin typeface="+mn-ea"/>
              </a:rPr>
              <a:t>I/O</a:t>
            </a:r>
            <a:r>
              <a:rPr lang="zh-CN" altLang="en-US" sz="1600" b="1" dirty="0">
                <a:latin typeface="+mn-ea"/>
              </a:rPr>
              <a:t>接口组成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中转，端口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总线侧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通信侧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③I/O</a:t>
            </a:r>
            <a:r>
              <a:rPr lang="zh-CN" altLang="en-US" sz="1600" b="1" dirty="0">
                <a:latin typeface="+mn-ea"/>
              </a:rPr>
              <a:t>方式实现</a:t>
            </a:r>
            <a:r>
              <a:rPr lang="en-US" altLang="zh-CN" sz="1400" b="1" dirty="0">
                <a:latin typeface="+mn-ea"/>
              </a:rPr>
              <a:t>(4</a:t>
            </a:r>
            <a:r>
              <a:rPr lang="zh-CN" altLang="en-US" sz="1400" b="1" dirty="0">
                <a:latin typeface="+mn-ea"/>
              </a:rPr>
              <a:t>种，控制流程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接口</a:t>
            </a:r>
            <a:r>
              <a:rPr lang="zh-CN" altLang="zh-CN" sz="1400" b="1" dirty="0">
                <a:latin typeface="+mn-ea"/>
              </a:rPr>
              <a:t>组织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软件编程</a:t>
            </a:r>
            <a:r>
              <a:rPr lang="en-US" altLang="zh-CN" sz="1400" b="1" dirty="0">
                <a:latin typeface="+mn-ea"/>
              </a:rPr>
              <a:t>)</a:t>
            </a:r>
          </a:p>
        </p:txBody>
      </p:sp>
      <p:sp>
        <p:nvSpPr>
          <p:cNvPr id="365" name="Text Box 6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512" y="288000"/>
            <a:ext cx="8352928" cy="42633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  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计算机组成总图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： 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＝硬件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＋软件＋工作方式，</a:t>
            </a:r>
            <a:r>
              <a:rPr lang="zh-CN" altLang="en-US" sz="2000" b="1" u="sng" dirty="0">
                <a:solidFill>
                  <a:srgbClr val="990099"/>
                </a:solidFill>
                <a:latin typeface="+mn-ea"/>
                <a:sym typeface="+mn-ea"/>
              </a:rPr>
              <a:t>基于</a:t>
            </a:r>
            <a:r>
              <a:rPr lang="en-US" altLang="zh-CN" sz="2000" b="1" u="sng" dirty="0">
                <a:solidFill>
                  <a:srgbClr val="990099"/>
                </a:solidFill>
                <a:latin typeface="+mn-ea"/>
                <a:sym typeface="+mn-ea"/>
              </a:rPr>
              <a:t>ISA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组织</a:t>
            </a:r>
          </a:p>
        </p:txBody>
      </p:sp>
      <p:sp>
        <p:nvSpPr>
          <p:cNvPr id="373" name="Text Box 6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88000" y="5040000"/>
            <a:ext cx="4104000" cy="14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程序的执行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①组成</a:t>
            </a:r>
            <a:r>
              <a:rPr lang="en-US" altLang="zh-CN" sz="1400" b="1" dirty="0">
                <a:latin typeface="+mn-ea"/>
                <a:sym typeface="+mn-ea"/>
              </a:rPr>
              <a:t>(DP+CU)</a:t>
            </a:r>
            <a:r>
              <a:rPr lang="zh-CN" altLang="en-US" sz="1600" b="1" dirty="0">
                <a:latin typeface="+mn-ea"/>
              </a:rPr>
              <a:t>，工作流程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执行指令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响应事件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②</a:t>
            </a:r>
            <a:r>
              <a:rPr lang="en-US" altLang="zh-CN" sz="1600" b="1" dirty="0">
                <a:latin typeface="+mn-ea"/>
                <a:sym typeface="+mn-ea"/>
              </a:rPr>
              <a:t>DP</a:t>
            </a:r>
            <a:r>
              <a:rPr lang="zh-CN" altLang="en-US" sz="1600" b="1" dirty="0">
                <a:latin typeface="+mn-ea"/>
                <a:sym typeface="+mn-ea"/>
              </a:rPr>
              <a:t>组成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sym typeface="+mn-ea"/>
              </a:rPr>
              <a:t>+</a:t>
            </a:r>
            <a:r>
              <a:rPr lang="zh-CN" altLang="en-US" sz="1400" b="1" dirty="0">
                <a:latin typeface="+mn-ea"/>
                <a:sym typeface="+mn-ea"/>
              </a:rPr>
              <a:t>互连</a:t>
            </a:r>
            <a:r>
              <a:rPr lang="en-US" altLang="zh-CN" sz="1400" b="1" dirty="0">
                <a:latin typeface="+mn-ea"/>
                <a:sym typeface="+mn-ea"/>
              </a:rPr>
              <a:t>) [</a:t>
            </a:r>
            <a:r>
              <a:rPr lang="zh-CN" altLang="en-US" sz="14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=</a:t>
            </a:r>
            <a:r>
              <a:rPr lang="zh-CN" altLang="en-US" sz="1400" b="1" dirty="0">
                <a:latin typeface="+mn-ea"/>
                <a:ea typeface="+mn-ea"/>
                <a:sym typeface="+mn-ea"/>
              </a:rPr>
              <a:t>取指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+</a:t>
            </a:r>
            <a:r>
              <a:rPr lang="zh-CN" altLang="en-US" sz="1400" b="1" dirty="0">
                <a:latin typeface="+mn-ea"/>
                <a:sym typeface="+mn-ea"/>
              </a:rPr>
              <a:t>运算器</a:t>
            </a:r>
            <a:r>
              <a:rPr lang="en-US" altLang="zh-CN" sz="1400" b="1" dirty="0">
                <a:latin typeface="+mn-ea"/>
                <a:sym typeface="+mn-ea"/>
              </a:rPr>
              <a:t>+…]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③</a:t>
            </a:r>
            <a:r>
              <a:rPr lang="zh-CN" altLang="en-US" sz="1600" b="1" dirty="0">
                <a:latin typeface="+mn-ea"/>
                <a:sym typeface="+mn-ea"/>
              </a:rPr>
              <a:t>指令执行过程组织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表示为各</a:t>
            </a:r>
            <a:r>
              <a:rPr lang="en-US" altLang="zh-CN" sz="1400" spc="-80" dirty="0" err="1">
                <a:sym typeface="+mn-ea"/>
              </a:rPr>
              <a:t>μ</a:t>
            </a:r>
            <a:r>
              <a:rPr lang="en-US" altLang="zh-CN" sz="1400" b="1" spc="-8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400" b="1" dirty="0" err="1">
                <a:latin typeface="+mn-ea"/>
                <a:sym typeface="+mn-ea"/>
              </a:rPr>
              <a:t>Cmd</a:t>
            </a:r>
            <a:r>
              <a:rPr lang="zh-CN" altLang="en-US" sz="1400" b="1" dirty="0">
                <a:latin typeface="+mn-ea"/>
                <a:sym typeface="+mn-ea"/>
              </a:rPr>
              <a:t>序列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en-US" altLang="zh-CN" sz="14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④</a:t>
            </a:r>
            <a:r>
              <a:rPr lang="en-US" altLang="zh-CN" sz="1600" b="1" dirty="0">
                <a:latin typeface="+mn-ea"/>
              </a:rPr>
              <a:t>CU</a:t>
            </a:r>
            <a:r>
              <a:rPr lang="zh-CN" altLang="en-US" sz="1600" b="1" dirty="0">
                <a:latin typeface="+mn-ea"/>
              </a:rPr>
              <a:t>组成</a:t>
            </a:r>
            <a:r>
              <a:rPr lang="en-US" altLang="zh-CN" sz="1400" b="1" dirty="0">
                <a:latin typeface="+mn-ea"/>
              </a:rPr>
              <a:t>(3</a:t>
            </a:r>
            <a:r>
              <a:rPr lang="zh-CN" altLang="en-US" sz="1400" b="1" dirty="0">
                <a:latin typeface="+mn-ea"/>
              </a:rPr>
              <a:t>个部件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有序</a:t>
            </a:r>
            <a:r>
              <a:rPr lang="zh-CN" altLang="en-US" sz="1400" b="1" dirty="0">
                <a:latin typeface="+mn-ea"/>
                <a:sym typeface="+mn-ea"/>
              </a:rPr>
              <a:t>产生所需的</a:t>
            </a:r>
            <a:r>
              <a:rPr lang="en-US" altLang="zh-CN" sz="1400" spc="-80" dirty="0" err="1">
                <a:sym typeface="+mn-ea"/>
              </a:rPr>
              <a:t>μ</a:t>
            </a:r>
            <a:r>
              <a:rPr lang="en-US" altLang="zh-CN" sz="1400" b="1" spc="-8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400" b="1" dirty="0" err="1">
                <a:latin typeface="+mn-ea"/>
                <a:sym typeface="+mn-ea"/>
              </a:rPr>
              <a:t>Cmd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⑤中断机构组成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检测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响应</a:t>
            </a:r>
            <a:r>
              <a:rPr lang="en-US" altLang="zh-CN" sz="1400" b="1" dirty="0">
                <a:latin typeface="+mn-ea"/>
              </a:rPr>
              <a:t>) [</a:t>
            </a:r>
            <a:r>
              <a:rPr lang="zh-CN" altLang="en-US" sz="1400" b="1" dirty="0">
                <a:latin typeface="+mn-ea"/>
              </a:rPr>
              <a:t>异常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中断不同</a:t>
            </a:r>
            <a:r>
              <a:rPr lang="en-US" altLang="zh-CN" sz="1400" b="1" dirty="0">
                <a:latin typeface="+mn-ea"/>
              </a:rPr>
              <a:t>]</a:t>
            </a:r>
          </a:p>
        </p:txBody>
      </p:sp>
      <p:sp>
        <p:nvSpPr>
          <p:cNvPr id="374" name="Text Box 6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6000" y="756000"/>
            <a:ext cx="3132000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运算器组织：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ISA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指令功能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sz="1600" b="1" dirty="0">
                <a:latin typeface="+mn-ea"/>
              </a:rPr>
              <a:t>运算部件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满足</a:t>
            </a:r>
            <a:r>
              <a:rPr lang="zh-CN" altLang="en-US" sz="1400" b="1" dirty="0">
                <a:cs typeface="Times New Roman" panose="02020603050405020304" pitchFamily="18" charset="0"/>
              </a:rPr>
              <a:t>操作需求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</a:rPr>
              <a:t>~</a:t>
            </a:r>
            <a:r>
              <a:rPr lang="zh-CN" altLang="en-US" sz="1400" b="1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1400" b="1" dirty="0">
                <a:latin typeface="+mn-ea"/>
              </a:rPr>
              <a:t>)</a:t>
            </a:r>
            <a:endParaRPr 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②存放</a:t>
            </a:r>
            <a:r>
              <a:rPr lang="zh-CN" sz="16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en-US" altLang="zh-CN" sz="1400" b="1" dirty="0" err="1">
                <a:latin typeface="+mn-ea"/>
                <a:sym typeface="+mn-ea"/>
              </a:rPr>
              <a:t>GPRs+PSR</a:t>
            </a:r>
            <a:r>
              <a:rPr lang="en-US" altLang="zh-CN" sz="1400" b="1" dirty="0">
                <a:latin typeface="+mn-ea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</a:rPr>
              <a:t>~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OPD</a:t>
            </a:r>
            <a:r>
              <a:rPr lang="zh-CN" altLang="en-US" sz="1400" b="1" dirty="0">
                <a:cs typeface="Times New Roman" panose="02020603050405020304" pitchFamily="18" charset="0"/>
              </a:rPr>
              <a:t>存放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③</a:t>
            </a:r>
            <a:r>
              <a:rPr lang="zh-CN" sz="1600" b="1" dirty="0">
                <a:latin typeface="+mn-ea"/>
                <a:sym typeface="+mn-ea"/>
              </a:rPr>
              <a:t>部件互连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结构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连接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zh-CN" altLang="en-US" sz="1400" b="1" dirty="0">
                <a:latin typeface="+mn-ea"/>
                <a:sym typeface="+mn-ea"/>
              </a:rPr>
              <a:t>数据路径</a:t>
            </a:r>
            <a:r>
              <a:rPr lang="en-US" altLang="zh-CN" sz="1400" b="1" dirty="0">
                <a:latin typeface="+mn-ea"/>
                <a:sym typeface="+mn-ea"/>
              </a:rPr>
              <a:t>])</a:t>
            </a:r>
          </a:p>
        </p:txBody>
      </p:sp>
      <p:grpSp>
        <p:nvGrpSpPr>
          <p:cNvPr id="375" name="组合 374"/>
          <p:cNvGrpSpPr/>
          <p:nvPr/>
        </p:nvGrpSpPr>
        <p:grpSpPr>
          <a:xfrm>
            <a:off x="324000" y="4320000"/>
            <a:ext cx="4211955" cy="683895"/>
            <a:chOff x="453" y="6804"/>
            <a:chExt cx="6633" cy="1077"/>
          </a:xfrm>
        </p:grpSpPr>
        <p:sp>
          <p:nvSpPr>
            <p:cNvPr id="376" name="Text Box 291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1020" y="7598"/>
              <a:ext cx="5102" cy="283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</a:t>
              </a: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数据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放在</a:t>
              </a:r>
              <a:r>
                <a:rPr lang="zh-CN" altLang="en-US" sz="14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主存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中，按</a:t>
              </a:r>
              <a:r>
                <a:rPr lang="zh-CN" altLang="en-US" sz="1400" b="1" dirty="0">
                  <a:highlight>
                    <a:srgbClr val="CCECFF"/>
                  </a:highlight>
                  <a:latin typeface="宋体" panose="02010600030101010101" pitchFamily="2" charset="-122"/>
                </a:rPr>
                <a:t>逻辑地址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访问</a:t>
              </a:r>
            </a:p>
          </p:txBody>
        </p:sp>
        <p:sp>
          <p:nvSpPr>
            <p:cNvPr id="377" name="矩形 376"/>
            <p:cNvSpPr/>
            <p:nvPr>
              <p:custDataLst>
                <p:tags r:id="rId111"/>
              </p:custDataLst>
            </p:nvPr>
          </p:nvSpPr>
          <p:spPr bwMode="auto">
            <a:xfrm>
              <a:off x="566" y="6804"/>
              <a:ext cx="6406" cy="737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" name="Text Box 311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737" y="6861"/>
              <a:ext cx="964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379" name="Text Box 314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1984" y="6861"/>
              <a:ext cx="1191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cxnSp>
          <p:nvCxnSpPr>
            <p:cNvPr id="380" name="直接箭头连接符 379"/>
            <p:cNvCxnSpPr/>
            <p:nvPr>
              <p:custDataLst>
                <p:tags r:id="rId114"/>
              </p:custDataLst>
            </p:nvPr>
          </p:nvCxnSpPr>
          <p:spPr bwMode="auto">
            <a:xfrm>
              <a:off x="1700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1" name="直接箭头连接符 380"/>
            <p:cNvCxnSpPr/>
            <p:nvPr>
              <p:custDataLst>
                <p:tags r:id="rId115"/>
              </p:custDataLst>
            </p:nvPr>
          </p:nvCxnSpPr>
          <p:spPr bwMode="auto">
            <a:xfrm>
              <a:off x="3174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2" name="直接箭头连接符 381"/>
            <p:cNvCxnSpPr/>
            <p:nvPr>
              <p:custDataLst>
                <p:tags r:id="rId116"/>
              </p:custDataLst>
            </p:nvPr>
          </p:nvCxnSpPr>
          <p:spPr bwMode="auto">
            <a:xfrm>
              <a:off x="6859" y="703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3" name="直接箭头连接符 382"/>
            <p:cNvCxnSpPr/>
            <p:nvPr>
              <p:custDataLst>
                <p:tags r:id="rId117"/>
              </p:custDataLst>
            </p:nvPr>
          </p:nvCxnSpPr>
          <p:spPr bwMode="auto">
            <a:xfrm flipH="1">
              <a:off x="7086" y="7031"/>
              <a:ext cx="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4" name="直接箭头连接符 383"/>
            <p:cNvCxnSpPr/>
            <p:nvPr>
              <p:custDataLst>
                <p:tags r:id="rId118"/>
              </p:custDataLst>
            </p:nvPr>
          </p:nvCxnSpPr>
          <p:spPr bwMode="auto">
            <a:xfrm>
              <a:off x="453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5" name="直接箭头连接符 384"/>
            <p:cNvCxnSpPr/>
            <p:nvPr>
              <p:custDataLst>
                <p:tags r:id="rId119"/>
              </p:custDataLst>
            </p:nvPr>
          </p:nvCxnSpPr>
          <p:spPr bwMode="auto">
            <a:xfrm flipH="1">
              <a:off x="453" y="7031"/>
              <a:ext cx="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6" name="直接箭头连接符 385"/>
            <p:cNvCxnSpPr/>
            <p:nvPr>
              <p:custDataLst>
                <p:tags r:id="rId120"/>
              </p:custDataLst>
            </p:nvPr>
          </p:nvCxnSpPr>
          <p:spPr bwMode="auto">
            <a:xfrm>
              <a:off x="453" y="7881"/>
              <a:ext cx="663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87" name="Text Box 316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963" y="7201"/>
              <a:ext cx="1928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388" name="Text Box 316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3458" y="7201"/>
              <a:ext cx="3402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  <p:sp>
          <p:nvSpPr>
            <p:cNvPr id="389" name="Text Box 316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3458" y="6861"/>
              <a:ext cx="794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</a:p>
          </p:txBody>
        </p:sp>
        <p:sp>
          <p:nvSpPr>
            <p:cNvPr id="390" name="Text Box 316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4535" y="6861"/>
              <a:ext cx="1247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sz="1400" b="1" dirty="0">
                  <a:latin typeface="宋体" panose="02010600030101010101" pitchFamily="2" charset="-122"/>
                </a:rPr>
                <a:t>数据操作</a:t>
              </a:r>
            </a:p>
          </p:txBody>
        </p:sp>
        <p:sp>
          <p:nvSpPr>
            <p:cNvPr id="391" name="Text Box 316"/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6066" y="6861"/>
              <a:ext cx="794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392" name="直接箭头连接符 391"/>
            <p:cNvCxnSpPr/>
            <p:nvPr>
              <p:custDataLst>
                <p:tags r:id="rId126"/>
              </p:custDataLst>
            </p:nvPr>
          </p:nvCxnSpPr>
          <p:spPr bwMode="auto">
            <a:xfrm>
              <a:off x="4252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3" name="直接箭头连接符 392"/>
            <p:cNvCxnSpPr/>
            <p:nvPr>
              <p:custDataLst>
                <p:tags r:id="rId127"/>
              </p:custDataLst>
            </p:nvPr>
          </p:nvCxnSpPr>
          <p:spPr bwMode="auto">
            <a:xfrm>
              <a:off x="5782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F9046C49-D106-4D24-BC72-B134EEB0C01A}"/>
              </a:ext>
            </a:extLst>
          </p:cNvPr>
          <p:cNvGrpSpPr/>
          <p:nvPr/>
        </p:nvGrpSpPr>
        <p:grpSpPr>
          <a:xfrm>
            <a:off x="4064809" y="5040000"/>
            <a:ext cx="219159" cy="873264"/>
            <a:chOff x="3236841" y="4932000"/>
            <a:chExt cx="219159" cy="873264"/>
          </a:xfrm>
        </p:grpSpPr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6961C81D-B1DA-4D1B-B1F8-6BE8144B5D69}"/>
                </a:ext>
              </a:extLst>
            </p:cNvPr>
            <p:cNvCxnSpPr/>
            <p:nvPr/>
          </p:nvCxnSpPr>
          <p:spPr bwMode="auto">
            <a:xfrm flipH="1">
              <a:off x="3236841" y="5805264"/>
              <a:ext cx="216000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42574096-CD00-41A1-A684-7BB65FB1963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456000" y="4932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9B175B7B-02A9-4348-B067-D1776EE4B9D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20000" y="3204000"/>
            <a:ext cx="2160000" cy="1620000"/>
          </a:xfrm>
          <a:prstGeom prst="line">
            <a:avLst/>
          </a:prstGeom>
          <a:noFill/>
          <a:ln w="9525" cap="flat" cmpd="sng" algn="ctr">
            <a:solidFill>
              <a:srgbClr val="CC6600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295" name="Text Box 61">
            <a:extLst>
              <a:ext uri="{FF2B5EF4-FFF2-40B4-BE49-F238E27FC236}">
                <a16:creationId xmlns:a16="http://schemas.microsoft.com/office/drawing/2014/main" id="{372093C0-BAFF-4484-ABB6-7FDEFF3B28FD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16000" y="3276000"/>
            <a:ext cx="2592000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总线互连：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部件互连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  <a:sym typeface="+mn-ea"/>
              </a:rPr>
              <a:t>操作过程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</a:rPr>
              <a:t>仲裁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传输</a:t>
            </a:r>
            <a:r>
              <a:rPr lang="en-US" altLang="zh-CN" sz="1400" b="1" dirty="0">
                <a:latin typeface="+mn-ea"/>
              </a:rPr>
              <a:t>[3</a:t>
            </a:r>
            <a:r>
              <a:rPr lang="zh-CN" altLang="en-US" sz="1400" b="1" dirty="0">
                <a:latin typeface="+mn-ea"/>
              </a:rPr>
              <a:t>步</a:t>
            </a:r>
            <a:r>
              <a:rPr lang="en-US" altLang="zh-CN" sz="1400" b="1" dirty="0">
                <a:latin typeface="+mn-ea"/>
              </a:rPr>
              <a:t>])</a:t>
            </a:r>
          </a:p>
          <a:p>
            <a:r>
              <a:rPr lang="zh-CN" altLang="en-US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</a:t>
            </a:r>
            <a:r>
              <a:rPr lang="zh-CN" altLang="en-US" sz="1600" b="1" dirty="0">
                <a:latin typeface="+mn-ea"/>
              </a:rPr>
              <a:t>仲裁方法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集中式有</a:t>
            </a:r>
            <a:r>
              <a:rPr lang="en-US" altLang="zh-CN" sz="1400" b="1" dirty="0">
                <a:latin typeface="+mn-ea"/>
              </a:rPr>
              <a:t>3</a:t>
            </a:r>
            <a:r>
              <a:rPr lang="zh-CN" altLang="en-US" sz="1400" b="1" dirty="0">
                <a:latin typeface="+mn-ea"/>
              </a:rPr>
              <a:t>种</a:t>
            </a:r>
            <a:r>
              <a:rPr lang="en-US" altLang="zh-CN" sz="14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③传输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定时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协议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半同步等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876D7387-9DD4-4633-A574-BBF58392F9AF}"/>
              </a:ext>
            </a:extLst>
          </p:cNvPr>
          <p:cNvGrpSpPr/>
          <p:nvPr/>
        </p:nvGrpSpPr>
        <p:grpSpPr>
          <a:xfrm>
            <a:off x="4788000" y="4212000"/>
            <a:ext cx="1872000" cy="683895"/>
            <a:chOff x="5471850" y="4212000"/>
            <a:chExt cx="1872000" cy="683895"/>
          </a:xfrm>
        </p:grpSpPr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5471850" y="4680000"/>
              <a:ext cx="756000" cy="180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设备</a:t>
              </a:r>
              <a:r>
                <a:rPr lang="zh-CN" altLang="en-US" sz="1400" b="1" dirty="0">
                  <a:latin typeface="+mn-ea"/>
                </a:rPr>
                <a:t>选择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8" name="Text Box 18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5723795" y="4212000"/>
              <a:ext cx="791845" cy="179705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控制逻辑</a:t>
              </a:r>
            </a:p>
          </p:txBody>
        </p:sp>
        <p:sp>
          <p:nvSpPr>
            <p:cNvPr id="9" name="Text Box 18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6551850" y="4716190"/>
              <a:ext cx="792000" cy="179705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信号转换</a:t>
              </a:r>
            </a:p>
          </p:txBody>
        </p:sp>
        <p:cxnSp>
          <p:nvCxnSpPr>
            <p:cNvPr id="10" name="直接箭头连接符 9"/>
            <p:cNvCxnSpPr/>
            <p:nvPr>
              <p:custDataLst>
                <p:tags r:id="rId105"/>
              </p:custDataLst>
            </p:nvPr>
          </p:nvCxnSpPr>
          <p:spPr bwMode="auto">
            <a:xfrm>
              <a:off x="6839850" y="4608240"/>
              <a:ext cx="0" cy="1079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106"/>
              </p:custDataLst>
            </p:nvPr>
          </p:nvCxnSpPr>
          <p:spPr bwMode="auto">
            <a:xfrm>
              <a:off x="6515850" y="453839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2" name="Text Box 18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5722964" y="4427899"/>
              <a:ext cx="792000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端口选择</a:t>
              </a:r>
            </a:p>
          </p:txBody>
        </p:sp>
        <p:cxnSp>
          <p:nvCxnSpPr>
            <p:cNvPr id="13" name="直接箭头连接符 12"/>
            <p:cNvCxnSpPr/>
            <p:nvPr>
              <p:custDataLst>
                <p:tags r:id="rId108"/>
              </p:custDataLst>
            </p:nvPr>
          </p:nvCxnSpPr>
          <p:spPr bwMode="auto">
            <a:xfrm>
              <a:off x="6515640" y="428439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109"/>
              </p:custDataLst>
            </p:nvPr>
          </p:nvCxnSpPr>
          <p:spPr bwMode="auto">
            <a:xfrm>
              <a:off x="5579850" y="453585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E7051F3D-4E9E-4D06-9DF6-B9348C8142E1}"/>
              </a:ext>
            </a:extLst>
          </p:cNvPr>
          <p:cNvGrpSpPr/>
          <p:nvPr/>
        </p:nvGrpSpPr>
        <p:grpSpPr>
          <a:xfrm>
            <a:off x="5184000" y="2268000"/>
            <a:ext cx="3383700" cy="1440000"/>
            <a:chOff x="5184000" y="2268000"/>
            <a:chExt cx="3383700" cy="1440000"/>
          </a:xfrm>
        </p:grpSpPr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01DB85AF-E368-4BCD-B431-365343FAA900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5723799" y="3024000"/>
              <a:ext cx="432000" cy="61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06" name="Rectangle 274">
              <a:extLst>
                <a:ext uri="{FF2B5EF4-FFF2-40B4-BE49-F238E27FC236}">
                  <a16:creationId xmlns:a16="http://schemas.microsoft.com/office/drawing/2014/main" id="{78BBC70A-6885-42ED-BB93-B5B21CB28E99}"/>
                </a:ext>
              </a:extLst>
            </p:cNvPr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731800" y="2340000"/>
              <a:ext cx="1548000" cy="75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07" name="Text Box 256">
              <a:extLst>
                <a:ext uri="{FF2B5EF4-FFF2-40B4-BE49-F238E27FC236}">
                  <a16:creationId xmlns:a16="http://schemas.microsoft.com/office/drawing/2014/main" id="{C4BED2A1-7031-4C2B-A973-159DCE3CD5A3}"/>
                </a:ext>
              </a:extLst>
            </p:cNvPr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803800" y="2664000"/>
              <a:ext cx="216000" cy="28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308" name="Text Box 257">
              <a:extLst>
                <a:ext uri="{FF2B5EF4-FFF2-40B4-BE49-F238E27FC236}">
                  <a16:creationId xmlns:a16="http://schemas.microsoft.com/office/drawing/2014/main" id="{3226563E-CCBE-4F7F-9F88-2B586F375710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6767800" y="2376000"/>
              <a:ext cx="1476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309" name="Text Box 258">
              <a:extLst>
                <a:ext uri="{FF2B5EF4-FFF2-40B4-BE49-F238E27FC236}">
                  <a16:creationId xmlns:a16="http://schemas.microsoft.com/office/drawing/2014/main" id="{B4372811-932D-4452-BBAF-22FADC809037}"/>
                </a:ext>
              </a:extLst>
            </p:cNvPr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7163800" y="2663849"/>
              <a:ext cx="9360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/>
                <a:t>μ</a:t>
              </a:r>
              <a:r>
                <a:rPr lang="en-US" altLang="zh-CN" sz="14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310" name="Text Box 271">
              <a:extLst>
                <a:ext uri="{FF2B5EF4-FFF2-40B4-BE49-F238E27FC236}">
                  <a16:creationId xmlns:a16="http://schemas.microsoft.com/office/drawing/2014/main" id="{8B656098-07E1-41BB-B22A-6C7BB25F54B1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7451800" y="3096000"/>
              <a:ext cx="43200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B3FBE7D1-3D31-4EA4-ACB7-E701F114F68B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>
              <a:off x="7019800" y="2700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D93ECFA0-C7CA-4B43-A4BB-A22B64A7E2FA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>
              <a:off x="7019800" y="2916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8B05E862-EB65-43F9-8293-47B45B45351B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>
              <a:off x="7812700" y="255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BEFBAE04-A7C6-4638-8BA9-C754E8ABFD30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7524410" y="255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15" name="Text Box 271">
              <a:extLst>
                <a:ext uri="{FF2B5EF4-FFF2-40B4-BE49-F238E27FC236}">
                  <a16:creationId xmlns:a16="http://schemas.microsoft.com/office/drawing/2014/main" id="{27A3AE82-EC2F-4691-9745-18A7BE1D75CB}"/>
                </a:ext>
              </a:extLst>
            </p:cNvPr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7559800" y="2556000"/>
              <a:ext cx="21600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1D157357-0C67-4CC4-BF3C-16F1CDFFAE0C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>
              <a:off x="6623800" y="2844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7" name="直接箭头连接符 316">
              <a:extLst>
                <a:ext uri="{FF2B5EF4-FFF2-40B4-BE49-F238E27FC236}">
                  <a16:creationId xmlns:a16="http://schemas.microsoft.com/office/drawing/2014/main" id="{9D0BA9B0-0DFE-4D34-AB46-C18D5C1CA688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7919800" y="3060000"/>
              <a:ext cx="635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8" name="直接箭头连接符 317">
              <a:extLst>
                <a:ext uri="{FF2B5EF4-FFF2-40B4-BE49-F238E27FC236}">
                  <a16:creationId xmlns:a16="http://schemas.microsoft.com/office/drawing/2014/main" id="{27F98EDF-395B-40B1-AB37-11C8B02BC37F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>
              <a:off x="7415800" y="3060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19" name="Text Box 271">
              <a:extLst>
                <a:ext uri="{FF2B5EF4-FFF2-40B4-BE49-F238E27FC236}">
                  <a16:creationId xmlns:a16="http://schemas.microsoft.com/office/drawing/2014/main" id="{E1B9717E-D031-4BEE-83AD-398914EEC503}"/>
                </a:ext>
              </a:extLst>
            </p:cNvPr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6983800" y="2700000"/>
              <a:ext cx="14414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320" name="直接箭头连接符 319">
              <a:extLst>
                <a:ext uri="{FF2B5EF4-FFF2-40B4-BE49-F238E27FC236}">
                  <a16:creationId xmlns:a16="http://schemas.microsoft.com/office/drawing/2014/main" id="{D856EBA8-0E40-4F33-97EB-B456F16770A2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8099800" y="2916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1" name="直接箭头连接符 320">
              <a:extLst>
                <a:ext uri="{FF2B5EF4-FFF2-40B4-BE49-F238E27FC236}">
                  <a16:creationId xmlns:a16="http://schemas.microsoft.com/office/drawing/2014/main" id="{63C864CE-6060-4670-BDEC-50F4FE4BCD13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6623800" y="2412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2" name="直接箭头连接符 321">
              <a:extLst>
                <a:ext uri="{FF2B5EF4-FFF2-40B4-BE49-F238E27FC236}">
                  <a16:creationId xmlns:a16="http://schemas.microsoft.com/office/drawing/2014/main" id="{11B40529-6A8F-408A-BA1E-C3650CA2C1B6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6623800" y="248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3" name="直接箭头连接符 117">
              <a:extLst>
                <a:ext uri="{FF2B5EF4-FFF2-40B4-BE49-F238E27FC236}">
                  <a16:creationId xmlns:a16="http://schemas.microsoft.com/office/drawing/2014/main" id="{AC75A54C-7B20-4E01-9FAB-A4E04CA46431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>
              <a:off x="6155800" y="3024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24" name="Text Box 333">
              <a:extLst>
                <a:ext uri="{FF2B5EF4-FFF2-40B4-BE49-F238E27FC236}">
                  <a16:creationId xmlns:a16="http://schemas.microsoft.com/office/drawing/2014/main" id="{70C0B74F-38EB-45F8-9EAD-6DEBFFD0CFF3}"/>
                </a:ext>
              </a:extLst>
            </p:cNvPr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832134" y="2520000"/>
              <a:ext cx="216000" cy="11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通路结构</a:t>
              </a:r>
            </a:p>
          </p:txBody>
        </p:sp>
        <p:sp>
          <p:nvSpPr>
            <p:cNvPr id="325" name="Rectangle 274">
              <a:extLst>
                <a:ext uri="{FF2B5EF4-FFF2-40B4-BE49-F238E27FC236}">
                  <a16:creationId xmlns:a16="http://schemas.microsoft.com/office/drawing/2014/main" id="{2BCE1B6A-65D7-4F37-9A9A-294FA322BBFC}"/>
                </a:ext>
              </a:extLst>
            </p:cNvPr>
            <p:cNvSpPr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155800" y="2520000"/>
              <a:ext cx="468000" cy="46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26" name="Text Box 276">
              <a:extLst>
                <a:ext uri="{FF2B5EF4-FFF2-40B4-BE49-F238E27FC236}">
                  <a16:creationId xmlns:a16="http://schemas.microsoft.com/office/drawing/2014/main" id="{80B27591-40A0-494C-A0F4-0F68C1CA733C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6192179" y="2558099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327" name="Text Box 276">
              <a:extLst>
                <a:ext uri="{FF2B5EF4-FFF2-40B4-BE49-F238E27FC236}">
                  <a16:creationId xmlns:a16="http://schemas.microsoft.com/office/drawing/2014/main" id="{53DC78F3-AD0B-4D0B-B685-08BAA5F2666D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6192179" y="2773999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328" name="直接箭头连接符 327">
              <a:extLst>
                <a:ext uri="{FF2B5EF4-FFF2-40B4-BE49-F238E27FC236}">
                  <a16:creationId xmlns:a16="http://schemas.microsoft.com/office/drawing/2014/main" id="{BB0E25B0-BA2A-432C-9649-F435E5527EA4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6047800" y="2593760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9" name="直接箭头连接符 328">
              <a:extLst>
                <a:ext uri="{FF2B5EF4-FFF2-40B4-BE49-F238E27FC236}">
                  <a16:creationId xmlns:a16="http://schemas.microsoft.com/office/drawing/2014/main" id="{11EF8447-7317-4076-88D4-7417AF9F2DB5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 flipH="1" flipV="1">
              <a:off x="6047800" y="27017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0" name="直接箭头连接符 329">
              <a:extLst>
                <a:ext uri="{FF2B5EF4-FFF2-40B4-BE49-F238E27FC236}">
                  <a16:creationId xmlns:a16="http://schemas.microsoft.com/office/drawing/2014/main" id="{E99EA17D-01D6-4EFC-B8B3-51ADDD510BD3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>
              <a:off x="6047800" y="28457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31" name="Text Box 227">
              <a:extLst>
                <a:ext uri="{FF2B5EF4-FFF2-40B4-BE49-F238E27FC236}">
                  <a16:creationId xmlns:a16="http://schemas.microsoft.com/office/drawing/2014/main" id="{AA6874FB-0291-4B67-87C1-C07F24332394}"/>
                </a:ext>
              </a:extLst>
            </p:cNvPr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8351800" y="2844000"/>
              <a:ext cx="215900" cy="86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cxnSp>
          <p:nvCxnSpPr>
            <p:cNvPr id="332" name="直接箭头连接符 331">
              <a:extLst>
                <a:ext uri="{FF2B5EF4-FFF2-40B4-BE49-F238E27FC236}">
                  <a16:creationId xmlns:a16="http://schemas.microsoft.com/office/drawing/2014/main" id="{3E342FEE-68FD-47C4-83B9-D80E00651439}"/>
                </a:ext>
              </a:extLst>
            </p:cNvPr>
            <p:cNvCxnSpPr>
              <a:cxnSpLocks/>
            </p:cNvCxnSpPr>
            <p:nvPr>
              <p:custDataLst>
                <p:tags r:id="rId80"/>
              </p:custDataLst>
            </p:nvPr>
          </p:nvCxnSpPr>
          <p:spPr bwMode="auto">
            <a:xfrm>
              <a:off x="8495800" y="2304000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333" name="直接箭头连接符 332">
              <a:extLst>
                <a:ext uri="{FF2B5EF4-FFF2-40B4-BE49-F238E27FC236}">
                  <a16:creationId xmlns:a16="http://schemas.microsoft.com/office/drawing/2014/main" id="{70D34902-98D5-49BB-AB10-16B3A9B257DA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 bwMode="auto">
            <a:xfrm>
              <a:off x="6588000" y="2304000"/>
              <a:ext cx="19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34" name="Text Box 392">
              <a:extLst>
                <a:ext uri="{FF2B5EF4-FFF2-40B4-BE49-F238E27FC236}">
                  <a16:creationId xmlns:a16="http://schemas.microsoft.com/office/drawing/2014/main" id="{AA6E6CDA-D54A-463F-95FF-CDC54B819592}"/>
                </a:ext>
              </a:extLst>
            </p:cNvPr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5831800" y="2268000"/>
              <a:ext cx="39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异常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35" name="Text Box 276">
              <a:extLst>
                <a:ext uri="{FF2B5EF4-FFF2-40B4-BE49-F238E27FC236}">
                  <a16:creationId xmlns:a16="http://schemas.microsoft.com/office/drawing/2014/main" id="{84396C58-2058-48DE-807A-ED6B7336A89C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6335800" y="2268000"/>
              <a:ext cx="252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36" name="直接箭头连接符 335">
              <a:extLst>
                <a:ext uri="{FF2B5EF4-FFF2-40B4-BE49-F238E27FC236}">
                  <a16:creationId xmlns:a16="http://schemas.microsoft.com/office/drawing/2014/main" id="{6CCAD6E8-89D6-4BEB-951A-AAEE3F562469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>
              <a:off x="6228079" y="2376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7" name="直接箭头连接符 336">
              <a:extLst>
                <a:ext uri="{FF2B5EF4-FFF2-40B4-BE49-F238E27FC236}">
                  <a16:creationId xmlns:a16="http://schemas.microsoft.com/office/drawing/2014/main" id="{EC5DF7F8-B304-4333-84D0-5F9C04D35C8E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>
              <a:off x="6228079" y="2304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8" name="直接箭头连接符 337">
              <a:extLst>
                <a:ext uri="{FF2B5EF4-FFF2-40B4-BE49-F238E27FC236}">
                  <a16:creationId xmlns:a16="http://schemas.microsoft.com/office/drawing/2014/main" id="{6A2710D7-533C-478D-9FDE-FA2DBDED6351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>
              <a:off x="6227800" y="2340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9" name="直接箭头连接符 338">
              <a:extLst>
                <a:ext uri="{FF2B5EF4-FFF2-40B4-BE49-F238E27FC236}">
                  <a16:creationId xmlns:a16="http://schemas.microsoft.com/office/drawing/2014/main" id="{32D7353D-2205-4C23-95D4-DC2557A5E017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6047800" y="3240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0" name="直接箭头连接符 339">
              <a:extLst>
                <a:ext uri="{FF2B5EF4-FFF2-40B4-BE49-F238E27FC236}">
                  <a16:creationId xmlns:a16="http://schemas.microsoft.com/office/drawing/2014/main" id="{DAB15118-0E95-4E97-B4D1-DA1CDD6C93C5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>
              <a:off x="6047800" y="3204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41" name="Text Box 291">
              <a:extLst>
                <a:ext uri="{FF2B5EF4-FFF2-40B4-BE49-F238E27FC236}">
                  <a16:creationId xmlns:a16="http://schemas.microsoft.com/office/drawing/2014/main" id="{FF095E49-DC9C-4F52-9335-70C0E88C0BE1}"/>
                </a:ext>
              </a:extLst>
            </p:cNvPr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7811800" y="3311181"/>
              <a:ext cx="468000" cy="39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总线逻辑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42" name="直接箭头连接符 341">
              <a:extLst>
                <a:ext uri="{FF2B5EF4-FFF2-40B4-BE49-F238E27FC236}">
                  <a16:creationId xmlns:a16="http://schemas.microsoft.com/office/drawing/2014/main" id="{68275D9B-399B-4CB1-BA1A-57E56E17C344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>
              <a:off x="6047800" y="3527181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3" name="直接箭头连接符 342">
              <a:extLst>
                <a:ext uri="{FF2B5EF4-FFF2-40B4-BE49-F238E27FC236}">
                  <a16:creationId xmlns:a16="http://schemas.microsoft.com/office/drawing/2014/main" id="{911CC0E6-4B0E-43D7-A410-DBFA0F8CBF4C}"/>
                </a:ext>
              </a:extLst>
            </p:cNvPr>
            <p:cNvCxnSpPr/>
            <p:nvPr>
              <p:custDataLst>
                <p:tags r:id="rId91"/>
              </p:custDataLst>
            </p:nvPr>
          </p:nvCxnSpPr>
          <p:spPr bwMode="auto">
            <a:xfrm flipH="1" flipV="1">
              <a:off x="6047800" y="3599181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4" name="直接箭头连接符 343">
              <a:extLst>
                <a:ext uri="{FF2B5EF4-FFF2-40B4-BE49-F238E27FC236}">
                  <a16:creationId xmlns:a16="http://schemas.microsoft.com/office/drawing/2014/main" id="{156AE24B-2C36-4141-8AF5-906F4F7E4F84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>
              <a:off x="6047800" y="3347756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45" name="Text Box 276">
              <a:extLst>
                <a:ext uri="{FF2B5EF4-FFF2-40B4-BE49-F238E27FC236}">
                  <a16:creationId xmlns:a16="http://schemas.microsoft.com/office/drawing/2014/main" id="{0044A348-522C-49D3-8105-F03533088C76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6192179" y="3276000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346" name="Text Box 276">
              <a:extLst>
                <a:ext uri="{FF2B5EF4-FFF2-40B4-BE49-F238E27FC236}">
                  <a16:creationId xmlns:a16="http://schemas.microsoft.com/office/drawing/2014/main" id="{FAD5175B-C001-466C-BA25-5F30FABBBEFB}"/>
                </a:ext>
              </a:extLst>
            </p:cNvPr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6192179" y="3491181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MDR</a:t>
              </a:r>
            </a:p>
          </p:txBody>
        </p:sp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E434FFCC-D3F6-44E6-9277-925F8F71F9D0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>
              <a:off x="6587800" y="3347756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487346D9-3CB0-4389-BA16-0B3D0AFFCB5A}"/>
                </a:ext>
              </a:extLst>
            </p:cNvPr>
            <p:cNvCxnSpPr/>
            <p:nvPr>
              <p:custDataLst>
                <p:tags r:id="rId96"/>
              </p:custDataLst>
            </p:nvPr>
          </p:nvCxnSpPr>
          <p:spPr bwMode="auto">
            <a:xfrm>
              <a:off x="6587800" y="3527181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9" name="直接箭头连接符 348">
              <a:extLst>
                <a:ext uri="{FF2B5EF4-FFF2-40B4-BE49-F238E27FC236}">
                  <a16:creationId xmlns:a16="http://schemas.microsoft.com/office/drawing/2014/main" id="{12CD763D-2B32-4102-A25D-31973F09129C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6587800" y="3599181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FC13050B-8AF7-40C0-B090-AB6BDE5FD03A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>
              <a:off x="6731799" y="3347756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1" name="直接箭头连接符 350">
              <a:extLst>
                <a:ext uri="{FF2B5EF4-FFF2-40B4-BE49-F238E27FC236}">
                  <a16:creationId xmlns:a16="http://schemas.microsoft.com/office/drawing/2014/main" id="{AE2D635F-43F4-4D4E-AA9F-46E1A3D4FD18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>
              <a:off x="7199800" y="3527181"/>
              <a:ext cx="612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2" name="直接箭头连接符 351">
              <a:extLst>
                <a:ext uri="{FF2B5EF4-FFF2-40B4-BE49-F238E27FC236}">
                  <a16:creationId xmlns:a16="http://schemas.microsoft.com/office/drawing/2014/main" id="{EFFA77AE-9CC8-45DA-80FE-67E4A80583D6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H="1" flipV="1">
              <a:off x="7667800" y="3599181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53" name="Rectangle 274">
              <a:extLst>
                <a:ext uri="{FF2B5EF4-FFF2-40B4-BE49-F238E27FC236}">
                  <a16:creationId xmlns:a16="http://schemas.microsoft.com/office/drawing/2014/main" id="{33495C0E-1A7F-43B5-8D80-E5384B687F1A}"/>
                </a:ext>
              </a:extLst>
            </p:cNvPr>
            <p:cNvSpPr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5184000" y="2412000"/>
              <a:ext cx="540000" cy="1152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wrap="none" lIns="0" tIns="0" rIns="0" bIns="0" anchor="ctr"/>
            <a:lstStyle/>
            <a:p>
              <a:pPr algn="ctr"/>
              <a:r>
                <a:rPr lang="zh-CN" altLang="en-US" sz="1600" dirty="0"/>
                <a:t>运算器</a:t>
              </a:r>
            </a:p>
          </p:txBody>
        </p:sp>
      </p:grpSp>
      <p:grpSp>
        <p:nvGrpSpPr>
          <p:cNvPr id="354" name="组合 353">
            <a:extLst>
              <a:ext uri="{FF2B5EF4-FFF2-40B4-BE49-F238E27FC236}">
                <a16:creationId xmlns:a16="http://schemas.microsoft.com/office/drawing/2014/main" id="{32011AEA-5EA8-4118-9769-038703249CDC}"/>
              </a:ext>
            </a:extLst>
          </p:cNvPr>
          <p:cNvGrpSpPr/>
          <p:nvPr/>
        </p:nvGrpSpPr>
        <p:grpSpPr>
          <a:xfrm>
            <a:off x="5184000" y="2412000"/>
            <a:ext cx="648200" cy="1223561"/>
            <a:chOff x="5183800" y="2412000"/>
            <a:chExt cx="648200" cy="1223561"/>
          </a:xfrm>
        </p:grpSpPr>
        <p:cxnSp>
          <p:nvCxnSpPr>
            <p:cNvPr id="355" name="直接箭头连接符 354">
              <a:extLst>
                <a:ext uri="{FF2B5EF4-FFF2-40B4-BE49-F238E27FC236}">
                  <a16:creationId xmlns:a16="http://schemas.microsoft.com/office/drawing/2014/main" id="{BC0F396B-A4D2-435E-8AD9-0C22B24EB2EC}"/>
                </a:ext>
              </a:extLst>
            </p:cNvPr>
            <p:cNvCxnSpPr>
              <a:cxnSpLocks/>
            </p:cNvCxnSpPr>
            <p:nvPr>
              <p:custDataLst>
                <p:tags r:id="rId35"/>
              </p:custDataLst>
            </p:nvPr>
          </p:nvCxnSpPr>
          <p:spPr bwMode="auto">
            <a:xfrm flipV="1">
              <a:off x="5399800" y="3635561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56" name="Rectangle 274">
              <a:extLst>
                <a:ext uri="{FF2B5EF4-FFF2-40B4-BE49-F238E27FC236}">
                  <a16:creationId xmlns:a16="http://schemas.microsoft.com/office/drawing/2014/main" id="{270BD46A-EF35-40DB-9743-3C76F6B1EDBB}"/>
                </a:ext>
              </a:extLst>
            </p:cNvPr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183800" y="2412000"/>
              <a:ext cx="540000" cy="1152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cxnSp>
          <p:nvCxnSpPr>
            <p:cNvPr id="357" name="直接箭头连接符 356">
              <a:extLst>
                <a:ext uri="{FF2B5EF4-FFF2-40B4-BE49-F238E27FC236}">
                  <a16:creationId xmlns:a16="http://schemas.microsoft.com/office/drawing/2014/main" id="{21AAA1F0-BE98-4A4A-8D5A-1AE098EF8810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>
              <a:off x="5652000" y="2556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8" name="直接箭头连接符 357">
              <a:extLst>
                <a:ext uri="{FF2B5EF4-FFF2-40B4-BE49-F238E27FC236}">
                  <a16:creationId xmlns:a16="http://schemas.microsoft.com/office/drawing/2014/main" id="{4A3D7D18-7A04-4DEF-B4F6-BDA80A50D9DD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H="1" flipV="1">
              <a:off x="5652000" y="2693941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68" name="直接箭头连接符 367">
              <a:extLst>
                <a:ext uri="{FF2B5EF4-FFF2-40B4-BE49-F238E27FC236}">
                  <a16:creationId xmlns:a16="http://schemas.microsoft.com/office/drawing/2014/main" id="{BD349880-7DEF-4445-AF0B-B913E727DA99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5652000" y="2628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94" name="AutoShape 189">
              <a:extLst>
                <a:ext uri="{FF2B5EF4-FFF2-40B4-BE49-F238E27FC236}">
                  <a16:creationId xmlns:a16="http://schemas.microsoft.com/office/drawing/2014/main" id="{A3C05902-F7E0-4D0E-BEEF-FC59B3ACFBD1}"/>
                </a:ext>
              </a:extLst>
            </p:cNvPr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219800" y="2987561"/>
              <a:ext cx="468000" cy="179705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ALU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395" name="直接箭头连接符 394">
              <a:extLst>
                <a:ext uri="{FF2B5EF4-FFF2-40B4-BE49-F238E27FC236}">
                  <a16:creationId xmlns:a16="http://schemas.microsoft.com/office/drawing/2014/main" id="{419B3BE8-0725-47AE-A068-68922801539C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5615800" y="349156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6" name="直接箭头连接符 395">
              <a:extLst>
                <a:ext uri="{FF2B5EF4-FFF2-40B4-BE49-F238E27FC236}">
                  <a16:creationId xmlns:a16="http://schemas.microsoft.com/office/drawing/2014/main" id="{0CF0D121-B795-47BE-BAE0-A2D65994D43B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5615800" y="338356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7" name="直接箭头连接符 396">
              <a:extLst>
                <a:ext uri="{FF2B5EF4-FFF2-40B4-BE49-F238E27FC236}">
                  <a16:creationId xmlns:a16="http://schemas.microsoft.com/office/drawing/2014/main" id="{B75E39E6-25E7-4547-97C4-935F589AF20A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5400335" y="3167561"/>
              <a:ext cx="1270" cy="1797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98" name="Text Box 276">
              <a:extLst>
                <a:ext uri="{FF2B5EF4-FFF2-40B4-BE49-F238E27FC236}">
                  <a16:creationId xmlns:a16="http://schemas.microsoft.com/office/drawing/2014/main" id="{B56D0BC3-6DCE-485E-A59F-D023E07A86B0}"/>
                </a:ext>
              </a:extLst>
            </p:cNvPr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219800" y="3347561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PSR</a:t>
              </a:r>
            </a:p>
          </p:txBody>
        </p:sp>
        <p:sp>
          <p:nvSpPr>
            <p:cNvPr id="399" name="Text Box 314">
              <a:extLst>
                <a:ext uri="{FF2B5EF4-FFF2-40B4-BE49-F238E27FC236}">
                  <a16:creationId xmlns:a16="http://schemas.microsoft.com/office/drawing/2014/main" id="{DFBC6869-B728-45AF-A312-D1066039EB13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219800" y="2448000"/>
              <a:ext cx="432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400" name="直接箭头连接符 399">
              <a:extLst>
                <a:ext uri="{FF2B5EF4-FFF2-40B4-BE49-F238E27FC236}">
                  <a16:creationId xmlns:a16="http://schemas.microsoft.com/office/drawing/2014/main" id="{CACF6D5E-4CAA-4FCF-B5E3-5E325C83FF95}"/>
                </a:ext>
              </a:extLst>
            </p:cNvPr>
            <p:cNvCxnSpPr>
              <a:cxnSpLocks/>
            </p:cNvCxnSpPr>
            <p:nvPr>
              <p:custDataLst>
                <p:tags r:id="rId46"/>
              </p:custDataLst>
            </p:nvPr>
          </p:nvCxnSpPr>
          <p:spPr bwMode="auto">
            <a:xfrm>
              <a:off x="5327800" y="2807087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1" name="直接箭头连接符 400">
              <a:extLst>
                <a:ext uri="{FF2B5EF4-FFF2-40B4-BE49-F238E27FC236}">
                  <a16:creationId xmlns:a16="http://schemas.microsoft.com/office/drawing/2014/main" id="{335B5A14-747D-4C60-AC98-6E3087C3DF7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5327800" y="2807561"/>
              <a:ext cx="5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02" name="直接箭头连接符 401">
              <a:extLst>
                <a:ext uri="{FF2B5EF4-FFF2-40B4-BE49-F238E27FC236}">
                  <a16:creationId xmlns:a16="http://schemas.microsoft.com/office/drawing/2014/main" id="{CA3386CB-3268-4172-A0F2-1BB8A827EB80}"/>
                </a:ext>
              </a:extLst>
            </p:cNvPr>
            <p:cNvCxnSpPr>
              <a:cxnSpLocks/>
            </p:cNvCxnSpPr>
            <p:nvPr>
              <p:custDataLst>
                <p:tags r:id="rId48"/>
              </p:custDataLst>
            </p:nvPr>
          </p:nvCxnSpPr>
          <p:spPr bwMode="auto">
            <a:xfrm>
              <a:off x="5579800" y="2879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3" name="直接箭头连接符 402">
              <a:extLst>
                <a:ext uri="{FF2B5EF4-FFF2-40B4-BE49-F238E27FC236}">
                  <a16:creationId xmlns:a16="http://schemas.microsoft.com/office/drawing/2014/main" id="{94847B10-B957-4BD9-BD35-50A6B120ED79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H="1" flipV="1">
              <a:off x="5579800" y="2879561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2EEBA9D9-AFBA-47CD-AF1D-239710FB54E1}"/>
                </a:ext>
              </a:extLst>
            </p:cNvPr>
            <p:cNvCxnSpPr>
              <a:cxnSpLocks/>
            </p:cNvCxnSpPr>
            <p:nvPr>
              <p:custDataLst>
                <p:tags r:id="rId50"/>
              </p:custDataLst>
            </p:nvPr>
          </p:nvCxnSpPr>
          <p:spPr bwMode="auto">
            <a:xfrm>
              <a:off x="5471800" y="3167561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9C31BAC9-E8DA-4C14-A219-E4A020796006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>
              <a:off x="5471800" y="3239561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6" name="直接箭头连接符 405">
              <a:extLst>
                <a:ext uri="{FF2B5EF4-FFF2-40B4-BE49-F238E27FC236}">
                  <a16:creationId xmlns:a16="http://schemas.microsoft.com/office/drawing/2014/main" id="{946B165E-DDB8-4F1F-AECA-F9C3F0685589}"/>
                </a:ext>
              </a:extLst>
            </p:cNvPr>
            <p:cNvCxnSpPr>
              <a:cxnSpLocks/>
            </p:cNvCxnSpPr>
            <p:nvPr>
              <p:custDataLst>
                <p:tags r:id="rId52"/>
              </p:custDataLst>
            </p:nvPr>
          </p:nvCxnSpPr>
          <p:spPr bwMode="auto">
            <a:xfrm>
              <a:off x="5399800" y="3527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367" name="Text Box 29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199795" y="3420145"/>
            <a:ext cx="467995" cy="252095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宋体" panose="02010600030101010101" pitchFamily="2" charset="-122"/>
              </a:rPr>
              <a:t>Cache</a:t>
            </a:r>
          </a:p>
        </p:txBody>
      </p:sp>
      <p:sp>
        <p:nvSpPr>
          <p:cNvPr id="370" name="Text Box 27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31800" y="3276000"/>
            <a:ext cx="360045" cy="179705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宋体" panose="02010600030101010101" pitchFamily="2" charset="-122"/>
              </a:rPr>
              <a:t>MMU</a:t>
            </a:r>
          </a:p>
        </p:txBody>
      </p:sp>
      <p:sp>
        <p:nvSpPr>
          <p:cNvPr id="407" name="Text Box 18">
            <a:extLst>
              <a:ext uri="{FF2B5EF4-FFF2-40B4-BE49-F238E27FC236}">
                <a16:creationId xmlns:a16="http://schemas.microsoft.com/office/drawing/2014/main" id="{B660A94E-3E34-4CEC-B14E-66EA2BBE9E6E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464000" y="3204000"/>
            <a:ext cx="576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0" tIns="0" rIns="0" bIns="0" anchor="t" anchorCtr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latin typeface="+mn-ea"/>
              </a:rPr>
              <a:t>单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多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en-US" altLang="zh-CN" sz="1200" b="1" baseline="-25000" dirty="0">
                <a:latin typeface="+mn-ea"/>
              </a:rPr>
              <a:t>C</a:t>
            </a:r>
            <a:endParaRPr lang="en-US" altLang="zh-CN" sz="1200" b="1" dirty="0">
              <a:latin typeface="+mn-ea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latin typeface="+mn-ea"/>
              </a:rPr>
              <a:t>DP</a:t>
            </a:r>
            <a:r>
              <a:rPr lang="zh-CN" altLang="en-US" sz="1200" b="1" dirty="0">
                <a:latin typeface="+mn-ea"/>
              </a:rPr>
              <a:t>总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专</a:t>
            </a:r>
            <a:endParaRPr lang="en-US" altLang="zh-CN" sz="1200" b="1" dirty="0">
              <a:latin typeface="+mn-ea"/>
            </a:endParaRPr>
          </a:p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+mn-ea"/>
              </a:rPr>
              <a:t>CU</a:t>
            </a:r>
            <a:r>
              <a:rPr lang="zh-CN" altLang="en-US" sz="1200" b="1" dirty="0">
                <a:latin typeface="+mn-ea"/>
              </a:rPr>
              <a:t>硬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微</a:t>
            </a:r>
          </a:p>
        </p:txBody>
      </p: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AA545AC8-DF04-406C-9DE2-E99B2E6D3FF1}"/>
              </a:ext>
            </a:extLst>
          </p:cNvPr>
          <p:cNvGrpSpPr/>
          <p:nvPr/>
        </p:nvGrpSpPr>
        <p:grpSpPr>
          <a:xfrm>
            <a:off x="7812000" y="3420000"/>
            <a:ext cx="936000" cy="1440000"/>
            <a:chOff x="7812000" y="3420000"/>
            <a:chExt cx="936000" cy="1440000"/>
          </a:xfrm>
        </p:grpSpPr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B05AD661-C3D9-491F-BA21-21179A6621F4}"/>
                </a:ext>
              </a:extLst>
            </p:cNvPr>
            <p:cNvGrpSpPr/>
            <p:nvPr/>
          </p:nvGrpSpPr>
          <p:grpSpPr>
            <a:xfrm>
              <a:off x="7812000" y="4140000"/>
              <a:ext cx="576000" cy="396000"/>
              <a:chOff x="8352000" y="4140000"/>
              <a:chExt cx="576000" cy="396000"/>
            </a:xfrm>
          </p:grpSpPr>
          <p:sp>
            <p:nvSpPr>
              <p:cNvPr id="412" name="Text Box 61">
                <a:extLst>
                  <a:ext uri="{FF2B5EF4-FFF2-40B4-BE49-F238E27FC236}">
                    <a16:creationId xmlns:a16="http://schemas.microsoft.com/office/drawing/2014/main" id="{9F1C9A0A-ACBE-44AB-96EF-8249336D372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8352000" y="4212000"/>
                <a:ext cx="1800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+mn-ea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09" name="Text Box 20">
                <a:extLst>
                  <a:ext uri="{FF2B5EF4-FFF2-40B4-BE49-F238E27FC236}">
                    <a16:creationId xmlns:a16="http://schemas.microsoft.com/office/drawing/2014/main" id="{0F4D8940-550A-46C8-A05B-92115A2029D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8532000" y="4140000"/>
                <a:ext cx="396000" cy="39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horz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+mn-ea"/>
                    <a:ea typeface="+mn-ea"/>
                  </a:rPr>
                  <a:t>中断</a:t>
                </a:r>
                <a:r>
                  <a:rPr lang="en-US" altLang="zh-CN" sz="1400" b="1" dirty="0">
                    <a:latin typeface="+mn-ea"/>
                    <a:ea typeface="+mn-ea"/>
                  </a:rPr>
                  <a:t>Ctrl</a:t>
                </a:r>
                <a:endParaRPr lang="zh-CN" altLang="en-US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410" name="直接箭头连接符 409">
                <a:extLst>
                  <a:ext uri="{FF2B5EF4-FFF2-40B4-BE49-F238E27FC236}">
                    <a16:creationId xmlns:a16="http://schemas.microsoft.com/office/drawing/2014/main" id="{25DF7D60-76EB-4359-86EB-DDAC0AB3DFF8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8388000" y="42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1" name="直接箭头连接符 410">
                <a:extLst>
                  <a:ext uri="{FF2B5EF4-FFF2-40B4-BE49-F238E27FC236}">
                    <a16:creationId xmlns:a16="http://schemas.microsoft.com/office/drawing/2014/main" id="{7461C490-2713-4272-A641-B4A0C7FF6D9E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8388000" y="4428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cxnSp>
          <p:nvCxnSpPr>
            <p:cNvPr id="414" name="直接箭头连接符 413">
              <a:extLst>
                <a:ext uri="{FF2B5EF4-FFF2-40B4-BE49-F238E27FC236}">
                  <a16:creationId xmlns:a16="http://schemas.microsoft.com/office/drawing/2014/main" id="{66842705-8E3D-495D-9D6E-EB583D02FA2F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>
              <a:off x="8748000" y="3420000"/>
              <a:ext cx="0" cy="864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AB707FD8-9661-423D-A2BF-5807028A169D}"/>
                </a:ext>
              </a:extLst>
            </p:cNvPr>
            <p:cNvGrpSpPr/>
            <p:nvPr/>
          </p:nvGrpSpPr>
          <p:grpSpPr>
            <a:xfrm>
              <a:off x="8424000" y="4104000"/>
              <a:ext cx="324000" cy="180000"/>
              <a:chOff x="8388000" y="4032000"/>
              <a:chExt cx="324000" cy="180000"/>
            </a:xfrm>
          </p:grpSpPr>
          <p:sp>
            <p:nvSpPr>
              <p:cNvPr id="415" name="Text Box 392">
                <a:extLst>
                  <a:ext uri="{FF2B5EF4-FFF2-40B4-BE49-F238E27FC236}">
                    <a16:creationId xmlns:a16="http://schemas.microsoft.com/office/drawing/2014/main" id="{9194C499-BDD5-44DE-8623-0ECB5462BDC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8388000" y="4032000"/>
                <a:ext cx="32400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INTA</a:t>
                </a:r>
              </a:p>
            </p:txBody>
          </p:sp>
          <p:cxnSp>
            <p:nvCxnSpPr>
              <p:cNvPr id="416" name="直接箭头连接符 415">
                <a:extLst>
                  <a:ext uri="{FF2B5EF4-FFF2-40B4-BE49-F238E27FC236}">
                    <a16:creationId xmlns:a16="http://schemas.microsoft.com/office/drawing/2014/main" id="{80FA4404-7249-4B0D-80B7-837D1EF81D11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8406000" y="4050000"/>
                <a:ext cx="28067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F4769ABB-B94C-45BA-9D0A-1A68F5B975AD}"/>
                </a:ext>
              </a:extLst>
            </p:cNvPr>
            <p:cNvCxnSpPr>
              <a:cxnSpLocks/>
            </p:cNvCxnSpPr>
            <p:nvPr>
              <p:custDataLst>
                <p:tags r:id="rId20"/>
              </p:custDataLst>
            </p:nvPr>
          </p:nvCxnSpPr>
          <p:spPr bwMode="auto">
            <a:xfrm flipH="1">
              <a:off x="8388000" y="4284000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CB6E98E2-E610-4FED-A6B5-01CFC35AF7DA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8568000" y="3420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20" name="Text Box 276">
              <a:extLst>
                <a:ext uri="{FF2B5EF4-FFF2-40B4-BE49-F238E27FC236}">
                  <a16:creationId xmlns:a16="http://schemas.microsoft.com/office/drawing/2014/main" id="{1E246227-9BD2-4E23-8850-BAA5ACAA6B35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992000" y="4608000"/>
              <a:ext cx="252000" cy="25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24" name="Text Box 61">
              <a:extLst>
                <a:ext uri="{FF2B5EF4-FFF2-40B4-BE49-F238E27FC236}">
                  <a16:creationId xmlns:a16="http://schemas.microsoft.com/office/drawing/2014/main" id="{CA84FFE3-1C97-40B5-8590-88B29B263A6B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812360" y="4644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latin typeface="+mn-ea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425" name="直接箭头连接符 424">
              <a:extLst>
                <a:ext uri="{FF2B5EF4-FFF2-40B4-BE49-F238E27FC236}">
                  <a16:creationId xmlns:a16="http://schemas.microsoft.com/office/drawing/2014/main" id="{564AD759-64AE-4BFA-A015-E8C181CBFD8D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7848360" y="464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6" name="直接箭头连接符 425">
              <a:extLst>
                <a:ext uri="{FF2B5EF4-FFF2-40B4-BE49-F238E27FC236}">
                  <a16:creationId xmlns:a16="http://schemas.microsoft.com/office/drawing/2014/main" id="{25777BE5-1026-4631-A72F-170BA9545322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7848360" y="482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9ED04566-441B-438B-B5AA-AA7FF724BDC4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8208000" y="392400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C5B72288-4D22-4905-ABE8-375AE0C2C172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8136000" y="3861048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1" name="直接箭头连接符 430">
              <a:extLst>
                <a:ext uri="{FF2B5EF4-FFF2-40B4-BE49-F238E27FC236}">
                  <a16:creationId xmlns:a16="http://schemas.microsoft.com/office/drawing/2014/main" id="{CC066A4C-29DE-4080-8515-32E46FB02A64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8280000" y="399600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179" name="Text Box 291"/>
          <p:cNvSpPr txBox="1">
            <a:spLocks noChangeArrowheads="1"/>
          </p:cNvSpPr>
          <p:nvPr/>
        </p:nvSpPr>
        <p:spPr bwMode="auto">
          <a:xfrm>
            <a:off x="3635800" y="2880000"/>
            <a:ext cx="576000" cy="360045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</a:ln>
          <a:effectLst/>
        </p:spPr>
        <p:txBody>
          <a:bodyPr lIns="0" tIns="0" rIns="0" bIns="0" anchor="ctr"/>
          <a:lstStyle/>
          <a:p>
            <a:pPr algn="ctr">
              <a:spcBef>
                <a:spcPts val="300"/>
              </a:spcBef>
            </a:pPr>
            <a:r>
              <a:rPr lang="zh-CN" altLang="en-US" sz="1200" b="1" dirty="0">
                <a:latin typeface="宋体" panose="02010600030101010101" pitchFamily="2" charset="-122"/>
              </a:rPr>
              <a:t>同</a:t>
            </a:r>
            <a:r>
              <a:rPr lang="en-US" altLang="zh-CN" sz="1200" b="1" dirty="0">
                <a:latin typeface="宋体" panose="02010600030101010101" pitchFamily="2" charset="-122"/>
              </a:rPr>
              <a:t>/</a:t>
            </a:r>
            <a:r>
              <a:rPr lang="zh-CN" altLang="en-US" sz="1200" b="1" dirty="0">
                <a:latin typeface="宋体" panose="02010600030101010101" pitchFamily="2" charset="-122"/>
              </a:rPr>
              <a:t>异步</a:t>
            </a:r>
            <a:endParaRPr lang="en-US" altLang="zh-CN" sz="12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zh-CN" altLang="en-US" sz="1200" b="1" dirty="0">
                <a:latin typeface="宋体" panose="02010600030101010101" pitchFamily="2" charset="-122"/>
              </a:rPr>
              <a:t>单</a:t>
            </a:r>
            <a:r>
              <a:rPr lang="en-US" altLang="zh-CN" sz="1200" b="1" dirty="0">
                <a:latin typeface="宋体" panose="02010600030101010101" pitchFamily="2" charset="-122"/>
              </a:rPr>
              <a:t>/</a:t>
            </a:r>
            <a:r>
              <a:rPr lang="zh-CN" altLang="en-US" sz="1200" b="1" dirty="0">
                <a:latin typeface="宋体" panose="02010600030101010101" pitchFamily="2" charset="-122"/>
              </a:rPr>
              <a:t>多体</a:t>
            </a:r>
            <a:endParaRPr lang="en-US" altLang="zh-CN" sz="1400" b="1" dirty="0">
              <a:latin typeface="宋体" panose="02010600030101010101" pitchFamily="2" charset="-122"/>
            </a:endParaRPr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B87E9645-39CF-48C9-9E71-4BEA7D206459}"/>
              </a:ext>
            </a:extLst>
          </p:cNvPr>
          <p:cNvGrpSpPr/>
          <p:nvPr/>
        </p:nvGrpSpPr>
        <p:grpSpPr>
          <a:xfrm>
            <a:off x="8244000" y="3204000"/>
            <a:ext cx="648000" cy="1476000"/>
            <a:chOff x="8244000" y="3204000"/>
            <a:chExt cx="648000" cy="1476000"/>
          </a:xfrm>
        </p:grpSpPr>
        <p:cxnSp>
          <p:nvCxnSpPr>
            <p:cNvPr id="432" name="直接箭头连接符 431">
              <a:extLst>
                <a:ext uri="{FF2B5EF4-FFF2-40B4-BE49-F238E27FC236}">
                  <a16:creationId xmlns:a16="http://schemas.microsoft.com/office/drawing/2014/main" id="{CEF7B435-6D9F-4FBE-9BD0-C688EDF04C35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8568000" y="3204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33" name="Text Box 392">
              <a:extLst>
                <a:ext uri="{FF2B5EF4-FFF2-40B4-BE49-F238E27FC236}">
                  <a16:creationId xmlns:a16="http://schemas.microsoft.com/office/drawing/2014/main" id="{E31674CA-2163-48DD-AFF1-55B2D1E2AFD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460000" y="4356000"/>
              <a:ext cx="360000" cy="32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INTR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200" b="1" dirty="0">
                  <a:latin typeface="宋体" panose="02010600030101010101" pitchFamily="2" charset="-122"/>
                </a:rPr>
                <a:t>NMI</a:t>
              </a: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444D0B71-CA8C-4211-A3D6-59AF23415A5C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8568000" y="3312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1DF2A7BE-34BE-4DA0-ABE5-C0175E5F7E0C}"/>
                </a:ext>
              </a:extLst>
            </p:cNvPr>
            <p:cNvCxnSpPr>
              <a:cxnSpLocks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8820000" y="3312000"/>
              <a:ext cx="0" cy="1044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36" name="直接箭头连接符 435">
              <a:extLst>
                <a:ext uri="{FF2B5EF4-FFF2-40B4-BE49-F238E27FC236}">
                  <a16:creationId xmlns:a16="http://schemas.microsoft.com/office/drawing/2014/main" id="{88E3A9DC-ABC4-45FB-B83D-AF00B2075D65}"/>
                </a:ext>
              </a:extLst>
            </p:cNvPr>
            <p:cNvCxnSpPr>
              <a:cxnSpLocks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8388000" y="4356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37" name="直接箭头连接符 436">
              <a:extLst>
                <a:ext uri="{FF2B5EF4-FFF2-40B4-BE49-F238E27FC236}">
                  <a16:creationId xmlns:a16="http://schemas.microsoft.com/office/drawing/2014/main" id="{B605148B-36CF-4B2D-B3AF-04F8301B31E4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 flipV="1">
              <a:off x="8244000" y="4680000"/>
              <a:ext cx="64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38" name="直接箭头连接符 437">
              <a:extLst>
                <a:ext uri="{FF2B5EF4-FFF2-40B4-BE49-F238E27FC236}">
                  <a16:creationId xmlns:a16="http://schemas.microsoft.com/office/drawing/2014/main" id="{C2C7FCE3-6745-4FED-AD40-5112D70E2197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 flipH="1" flipV="1">
              <a:off x="8892000" y="3204000"/>
              <a:ext cx="0" cy="1476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4" dur="500"/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7" dur="500"/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6" dur="500"/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1" dur="500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ldLvl="0" animBg="1"/>
      <p:bldP spid="138" grpId="0" bldLvl="0" animBg="1"/>
      <p:bldP spid="367" grpId="0" animBg="1"/>
      <p:bldP spid="370" grpId="0" animBg="1"/>
      <p:bldP spid="407" grpId="0"/>
      <p:bldP spid="17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3522</TotalTime>
  <Words>4605</Words>
  <Application>Microsoft Office PowerPoint</Application>
  <PresentationFormat>全屏显示(4:3)</PresentationFormat>
  <Paragraphs>1120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MS Gothic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RGL</dc:creator>
  <cp:lastModifiedBy>guolin</cp:lastModifiedBy>
  <cp:revision>990</cp:revision>
  <dcterms:created xsi:type="dcterms:W3CDTF">2002-02-16T03:40:00Z</dcterms:created>
  <dcterms:modified xsi:type="dcterms:W3CDTF">2024-12-22T05:36:25Z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23197FB355F647CE8D33CE158749C363_12</vt:lpwstr>
  </property>
  <property fmtid="{D5CDD505-2E9C-101B-9397-08002B2CF9AE}" pid="3" name="KSOProductBuildVer">
    <vt:lpwstr>2052-12.1.0.16120</vt:lpwstr>
  </property>
</Properties>
</file>