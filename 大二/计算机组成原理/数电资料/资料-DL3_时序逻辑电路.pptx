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2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notesSlides/notesSlide3.xml" ContentType="application/vnd.openxmlformats-officedocument.presentationml.notesSlide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notesSlides/notesSlide4.xml" ContentType="application/vnd.openxmlformats-officedocument.presentationml.notesSlide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notesSlides/notesSlide5.xml" ContentType="application/vnd.openxmlformats-officedocument.presentationml.notesSlide+xml"/>
  <Override PartName="/ppt/tags/tag8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ags/tag907.xml" ContentType="application/vnd.openxmlformats-officedocument.presentationml.tags+xml"/>
  <Override PartName="/ppt/tags/tag908.xml" ContentType="application/vnd.openxmlformats-officedocument.presentationml.tags+xml"/>
  <Override PartName="/ppt/tags/tag909.xml" ContentType="application/vnd.openxmlformats-officedocument.presentationml.tags+xml"/>
  <Override PartName="/ppt/tags/tag910.xml" ContentType="application/vnd.openxmlformats-officedocument.presentationml.tags+xml"/>
  <Override PartName="/ppt/tags/tag911.xml" ContentType="application/vnd.openxmlformats-officedocument.presentationml.tags+xml"/>
  <Override PartName="/ppt/tags/tag912.xml" ContentType="application/vnd.openxmlformats-officedocument.presentationml.tags+xml"/>
  <Override PartName="/ppt/tags/tag913.xml" ContentType="application/vnd.openxmlformats-officedocument.presentationml.tags+xml"/>
  <Override PartName="/ppt/tags/tag914.xml" ContentType="application/vnd.openxmlformats-officedocument.presentationml.tags+xml"/>
  <Override PartName="/ppt/tags/tag915.xml" ContentType="application/vnd.openxmlformats-officedocument.presentationml.tags+xml"/>
  <Override PartName="/ppt/tags/tag916.xml" ContentType="application/vnd.openxmlformats-officedocument.presentationml.tags+xml"/>
  <Override PartName="/ppt/tags/tag917.xml" ContentType="application/vnd.openxmlformats-officedocument.presentationml.tags+xml"/>
  <Override PartName="/ppt/tags/tag918.xml" ContentType="application/vnd.openxmlformats-officedocument.presentationml.tags+xml"/>
  <Override PartName="/ppt/tags/tag919.xml" ContentType="application/vnd.openxmlformats-officedocument.presentationml.tags+xml"/>
  <Override PartName="/ppt/tags/tag920.xml" ContentType="application/vnd.openxmlformats-officedocument.presentationml.tags+xml"/>
  <Override PartName="/ppt/tags/tag921.xml" ContentType="application/vnd.openxmlformats-officedocument.presentationml.tags+xml"/>
  <Override PartName="/ppt/tags/tag922.xml" ContentType="application/vnd.openxmlformats-officedocument.presentationml.tags+xml"/>
  <Override PartName="/ppt/tags/tag923.xml" ContentType="application/vnd.openxmlformats-officedocument.presentationml.tags+xml"/>
  <Override PartName="/ppt/tags/tag924.xml" ContentType="application/vnd.openxmlformats-officedocument.presentationml.tags+xml"/>
  <Override PartName="/ppt/tags/tag925.xml" ContentType="application/vnd.openxmlformats-officedocument.presentationml.tags+xml"/>
  <Override PartName="/ppt/tags/tag926.xml" ContentType="application/vnd.openxmlformats-officedocument.presentationml.tags+xml"/>
  <Override PartName="/ppt/tags/tag927.xml" ContentType="application/vnd.openxmlformats-officedocument.presentationml.tags+xml"/>
  <Override PartName="/ppt/tags/tag928.xml" ContentType="application/vnd.openxmlformats-officedocument.presentationml.tags+xml"/>
  <Override PartName="/ppt/tags/tag929.xml" ContentType="application/vnd.openxmlformats-officedocument.presentationml.tags+xml"/>
  <Override PartName="/ppt/tags/tag930.xml" ContentType="application/vnd.openxmlformats-officedocument.presentationml.tags+xml"/>
  <Override PartName="/ppt/tags/tag931.xml" ContentType="application/vnd.openxmlformats-officedocument.presentationml.tags+xml"/>
  <Override PartName="/ppt/tags/tag932.xml" ContentType="application/vnd.openxmlformats-officedocument.presentationml.tags+xml"/>
  <Override PartName="/ppt/tags/tag933.xml" ContentType="application/vnd.openxmlformats-officedocument.presentationml.tags+xml"/>
  <Override PartName="/ppt/tags/tag934.xml" ContentType="application/vnd.openxmlformats-officedocument.presentationml.tags+xml"/>
  <Override PartName="/ppt/tags/tag935.xml" ContentType="application/vnd.openxmlformats-officedocument.presentationml.tags+xml"/>
  <Override PartName="/ppt/tags/tag936.xml" ContentType="application/vnd.openxmlformats-officedocument.presentationml.tags+xml"/>
  <Override PartName="/ppt/tags/tag937.xml" ContentType="application/vnd.openxmlformats-officedocument.presentationml.tags+xml"/>
  <Override PartName="/ppt/tags/tag938.xml" ContentType="application/vnd.openxmlformats-officedocument.presentationml.tags+xml"/>
  <Override PartName="/ppt/tags/tag939.xml" ContentType="application/vnd.openxmlformats-officedocument.presentationml.tags+xml"/>
  <Override PartName="/ppt/tags/tag940.xml" ContentType="application/vnd.openxmlformats-officedocument.presentationml.tags+xml"/>
  <Override PartName="/ppt/tags/tag941.xml" ContentType="application/vnd.openxmlformats-officedocument.presentationml.tags+xml"/>
  <Override PartName="/ppt/tags/tag942.xml" ContentType="application/vnd.openxmlformats-officedocument.presentationml.tags+xml"/>
  <Override PartName="/ppt/tags/tag943.xml" ContentType="application/vnd.openxmlformats-officedocument.presentationml.tags+xml"/>
  <Override PartName="/ppt/tags/tag944.xml" ContentType="application/vnd.openxmlformats-officedocument.presentationml.tags+xml"/>
  <Override PartName="/ppt/tags/tag945.xml" ContentType="application/vnd.openxmlformats-officedocument.presentationml.tags+xml"/>
  <Override PartName="/ppt/tags/tag946.xml" ContentType="application/vnd.openxmlformats-officedocument.presentationml.tags+xml"/>
  <Override PartName="/ppt/tags/tag947.xml" ContentType="application/vnd.openxmlformats-officedocument.presentationml.tags+xml"/>
  <Override PartName="/ppt/tags/tag948.xml" ContentType="application/vnd.openxmlformats-officedocument.presentationml.tags+xml"/>
  <Override PartName="/ppt/tags/tag949.xml" ContentType="application/vnd.openxmlformats-officedocument.presentationml.tags+xml"/>
  <Override PartName="/ppt/tags/tag950.xml" ContentType="application/vnd.openxmlformats-officedocument.presentationml.tags+xml"/>
  <Override PartName="/ppt/tags/tag951.xml" ContentType="application/vnd.openxmlformats-officedocument.presentationml.tags+xml"/>
  <Override PartName="/ppt/tags/tag952.xml" ContentType="application/vnd.openxmlformats-officedocument.presentationml.tags+xml"/>
  <Override PartName="/ppt/tags/tag953.xml" ContentType="application/vnd.openxmlformats-officedocument.presentationml.tags+xml"/>
  <Override PartName="/ppt/tags/tag954.xml" ContentType="application/vnd.openxmlformats-officedocument.presentationml.tags+xml"/>
  <Override PartName="/ppt/tags/tag955.xml" ContentType="application/vnd.openxmlformats-officedocument.presentationml.tags+xml"/>
  <Override PartName="/ppt/tags/tag956.xml" ContentType="application/vnd.openxmlformats-officedocument.presentationml.tags+xml"/>
  <Override PartName="/ppt/tags/tag957.xml" ContentType="application/vnd.openxmlformats-officedocument.presentationml.tags+xml"/>
  <Override PartName="/ppt/tags/tag958.xml" ContentType="application/vnd.openxmlformats-officedocument.presentationml.tags+xml"/>
  <Override PartName="/ppt/tags/tag959.xml" ContentType="application/vnd.openxmlformats-officedocument.presentationml.tags+xml"/>
  <Override PartName="/ppt/tags/tag960.xml" ContentType="application/vnd.openxmlformats-officedocument.presentationml.tags+xml"/>
  <Override PartName="/ppt/tags/tag961.xml" ContentType="application/vnd.openxmlformats-officedocument.presentationml.tags+xml"/>
  <Override PartName="/ppt/tags/tag962.xml" ContentType="application/vnd.openxmlformats-officedocument.presentationml.tags+xml"/>
  <Override PartName="/ppt/tags/tag963.xml" ContentType="application/vnd.openxmlformats-officedocument.presentationml.tags+xml"/>
  <Override PartName="/ppt/tags/tag964.xml" ContentType="application/vnd.openxmlformats-officedocument.presentationml.tags+xml"/>
  <Override PartName="/ppt/tags/tag965.xml" ContentType="application/vnd.openxmlformats-officedocument.presentationml.tags+xml"/>
  <Override PartName="/ppt/tags/tag966.xml" ContentType="application/vnd.openxmlformats-officedocument.presentationml.tags+xml"/>
  <Override PartName="/ppt/tags/tag967.xml" ContentType="application/vnd.openxmlformats-officedocument.presentationml.tags+xml"/>
  <Override PartName="/ppt/tags/tag968.xml" ContentType="application/vnd.openxmlformats-officedocument.presentationml.tags+xml"/>
  <Override PartName="/ppt/tags/tag969.xml" ContentType="application/vnd.openxmlformats-officedocument.presentationml.tags+xml"/>
  <Override PartName="/ppt/tags/tag970.xml" ContentType="application/vnd.openxmlformats-officedocument.presentationml.tags+xml"/>
  <Override PartName="/ppt/tags/tag971.xml" ContentType="application/vnd.openxmlformats-officedocument.presentationml.tags+xml"/>
  <Override PartName="/ppt/tags/tag972.xml" ContentType="application/vnd.openxmlformats-officedocument.presentationml.tags+xml"/>
  <Override PartName="/ppt/tags/tag973.xml" ContentType="application/vnd.openxmlformats-officedocument.presentationml.tags+xml"/>
  <Override PartName="/ppt/tags/tag974.xml" ContentType="application/vnd.openxmlformats-officedocument.presentationml.tags+xml"/>
  <Override PartName="/ppt/tags/tag975.xml" ContentType="application/vnd.openxmlformats-officedocument.presentationml.tags+xml"/>
  <Override PartName="/ppt/tags/tag976.xml" ContentType="application/vnd.openxmlformats-officedocument.presentationml.tags+xml"/>
  <Override PartName="/ppt/tags/tag977.xml" ContentType="application/vnd.openxmlformats-officedocument.presentationml.tags+xml"/>
  <Override PartName="/ppt/tags/tag978.xml" ContentType="application/vnd.openxmlformats-officedocument.presentationml.tags+xml"/>
  <Override PartName="/ppt/tags/tag979.xml" ContentType="application/vnd.openxmlformats-officedocument.presentationml.tags+xml"/>
  <Override PartName="/ppt/tags/tag980.xml" ContentType="application/vnd.openxmlformats-officedocument.presentationml.tags+xml"/>
  <Override PartName="/ppt/tags/tag981.xml" ContentType="application/vnd.openxmlformats-officedocument.presentationml.tags+xml"/>
  <Override PartName="/ppt/tags/tag982.xml" ContentType="application/vnd.openxmlformats-officedocument.presentationml.tags+xml"/>
  <Override PartName="/ppt/tags/tag983.xml" ContentType="application/vnd.openxmlformats-officedocument.presentationml.tags+xml"/>
  <Override PartName="/ppt/tags/tag984.xml" ContentType="application/vnd.openxmlformats-officedocument.presentationml.tags+xml"/>
  <Override PartName="/ppt/tags/tag985.xml" ContentType="application/vnd.openxmlformats-officedocument.presentationml.tags+xml"/>
  <Override PartName="/ppt/tags/tag986.xml" ContentType="application/vnd.openxmlformats-officedocument.presentationml.tags+xml"/>
  <Override PartName="/ppt/tags/tag987.xml" ContentType="application/vnd.openxmlformats-officedocument.presentationml.tags+xml"/>
  <Override PartName="/ppt/tags/tag988.xml" ContentType="application/vnd.openxmlformats-officedocument.presentationml.tags+xml"/>
  <Override PartName="/ppt/tags/tag989.xml" ContentType="application/vnd.openxmlformats-officedocument.presentationml.tags+xml"/>
  <Override PartName="/ppt/tags/tag990.xml" ContentType="application/vnd.openxmlformats-officedocument.presentationml.tags+xml"/>
  <Override PartName="/ppt/tags/tag991.xml" ContentType="application/vnd.openxmlformats-officedocument.presentationml.tags+xml"/>
  <Override PartName="/ppt/tags/tag992.xml" ContentType="application/vnd.openxmlformats-officedocument.presentationml.tags+xml"/>
  <Override PartName="/ppt/tags/tag993.xml" ContentType="application/vnd.openxmlformats-officedocument.presentationml.tags+xml"/>
  <Override PartName="/ppt/tags/tag994.xml" ContentType="application/vnd.openxmlformats-officedocument.presentationml.tags+xml"/>
  <Override PartName="/ppt/tags/tag995.xml" ContentType="application/vnd.openxmlformats-officedocument.presentationml.tags+xml"/>
  <Override PartName="/ppt/tags/tag996.xml" ContentType="application/vnd.openxmlformats-officedocument.presentationml.tags+xml"/>
  <Override PartName="/ppt/tags/tag997.xml" ContentType="application/vnd.openxmlformats-officedocument.presentationml.tags+xml"/>
  <Override PartName="/ppt/tags/tag998.xml" ContentType="application/vnd.openxmlformats-officedocument.presentationml.tags+xml"/>
  <Override PartName="/ppt/tags/tag999.xml" ContentType="application/vnd.openxmlformats-officedocument.presentationml.tags+xml"/>
  <Override PartName="/ppt/tags/tag1000.xml" ContentType="application/vnd.openxmlformats-officedocument.presentationml.tags+xml"/>
  <Override PartName="/ppt/tags/tag1001.xml" ContentType="application/vnd.openxmlformats-officedocument.presentationml.tags+xml"/>
  <Override PartName="/ppt/tags/tag1002.xml" ContentType="application/vnd.openxmlformats-officedocument.presentationml.tags+xml"/>
  <Override PartName="/ppt/tags/tag1003.xml" ContentType="application/vnd.openxmlformats-officedocument.presentationml.tags+xml"/>
  <Override PartName="/ppt/tags/tag1004.xml" ContentType="application/vnd.openxmlformats-officedocument.presentationml.tags+xml"/>
  <Override PartName="/ppt/tags/tag1005.xml" ContentType="application/vnd.openxmlformats-officedocument.presentationml.tags+xml"/>
  <Override PartName="/ppt/tags/tag1006.xml" ContentType="application/vnd.openxmlformats-officedocument.presentationml.tags+xml"/>
  <Override PartName="/ppt/tags/tag1007.xml" ContentType="application/vnd.openxmlformats-officedocument.presentationml.tags+xml"/>
  <Override PartName="/ppt/tags/tag1008.xml" ContentType="application/vnd.openxmlformats-officedocument.presentationml.tags+xml"/>
  <Override PartName="/ppt/tags/tag1009.xml" ContentType="application/vnd.openxmlformats-officedocument.presentationml.tags+xml"/>
  <Override PartName="/ppt/tags/tag1010.xml" ContentType="application/vnd.openxmlformats-officedocument.presentationml.tags+xml"/>
  <Override PartName="/ppt/tags/tag1011.xml" ContentType="application/vnd.openxmlformats-officedocument.presentationml.tags+xml"/>
  <Override PartName="/ppt/tags/tag1012.xml" ContentType="application/vnd.openxmlformats-officedocument.presentationml.tags+xml"/>
  <Override PartName="/ppt/tags/tag1013.xml" ContentType="application/vnd.openxmlformats-officedocument.presentationml.tags+xml"/>
  <Override PartName="/ppt/tags/tag1014.xml" ContentType="application/vnd.openxmlformats-officedocument.presentationml.tags+xml"/>
  <Override PartName="/ppt/tags/tag1015.xml" ContentType="application/vnd.openxmlformats-officedocument.presentationml.tags+xml"/>
  <Override PartName="/ppt/tags/tag1016.xml" ContentType="application/vnd.openxmlformats-officedocument.presentationml.tags+xml"/>
  <Override PartName="/ppt/tags/tag1017.xml" ContentType="application/vnd.openxmlformats-officedocument.presentationml.tags+xml"/>
  <Override PartName="/ppt/tags/tag1018.xml" ContentType="application/vnd.openxmlformats-officedocument.presentationml.tags+xml"/>
  <Override PartName="/ppt/tags/tag1019.xml" ContentType="application/vnd.openxmlformats-officedocument.presentationml.tags+xml"/>
  <Override PartName="/ppt/tags/tag1020.xml" ContentType="application/vnd.openxmlformats-officedocument.presentationml.tags+xml"/>
  <Override PartName="/ppt/tags/tag1021.xml" ContentType="application/vnd.openxmlformats-officedocument.presentationml.tags+xml"/>
  <Override PartName="/ppt/tags/tag1022.xml" ContentType="application/vnd.openxmlformats-officedocument.presentationml.tags+xml"/>
  <Override PartName="/ppt/tags/tag1023.xml" ContentType="application/vnd.openxmlformats-officedocument.presentationml.tags+xml"/>
  <Override PartName="/ppt/tags/tag1024.xml" ContentType="application/vnd.openxmlformats-officedocument.presentationml.tags+xml"/>
  <Override PartName="/ppt/tags/tag1025.xml" ContentType="application/vnd.openxmlformats-officedocument.presentationml.tags+xml"/>
  <Override PartName="/ppt/tags/tag1026.xml" ContentType="application/vnd.openxmlformats-officedocument.presentationml.tags+xml"/>
  <Override PartName="/ppt/tags/tag1027.xml" ContentType="application/vnd.openxmlformats-officedocument.presentationml.tags+xml"/>
  <Override PartName="/ppt/tags/tag1028.xml" ContentType="application/vnd.openxmlformats-officedocument.presentationml.tags+xml"/>
  <Override PartName="/ppt/tags/tag1029.xml" ContentType="application/vnd.openxmlformats-officedocument.presentationml.tags+xml"/>
  <Override PartName="/ppt/tags/tag1030.xml" ContentType="application/vnd.openxmlformats-officedocument.presentationml.tags+xml"/>
  <Override PartName="/ppt/tags/tag1031.xml" ContentType="application/vnd.openxmlformats-officedocument.presentationml.tags+xml"/>
  <Override PartName="/ppt/tags/tag1032.xml" ContentType="application/vnd.openxmlformats-officedocument.presentationml.tags+xml"/>
  <Override PartName="/ppt/tags/tag1033.xml" ContentType="application/vnd.openxmlformats-officedocument.presentationml.tags+xml"/>
  <Override PartName="/ppt/tags/tag1034.xml" ContentType="application/vnd.openxmlformats-officedocument.presentationml.tags+xml"/>
  <Override PartName="/ppt/tags/tag1035.xml" ContentType="application/vnd.openxmlformats-officedocument.presentationml.tags+xml"/>
  <Override PartName="/ppt/tags/tag1036.xml" ContentType="application/vnd.openxmlformats-officedocument.presentationml.tags+xml"/>
  <Override PartName="/ppt/tags/tag1037.xml" ContentType="application/vnd.openxmlformats-officedocument.presentationml.tags+xml"/>
  <Override PartName="/ppt/tags/tag1038.xml" ContentType="application/vnd.openxmlformats-officedocument.presentationml.tags+xml"/>
  <Override PartName="/ppt/tags/tag1039.xml" ContentType="application/vnd.openxmlformats-officedocument.presentationml.tags+xml"/>
  <Override PartName="/ppt/tags/tag1040.xml" ContentType="application/vnd.openxmlformats-officedocument.presentationml.tags+xml"/>
  <Override PartName="/ppt/tags/tag1041.xml" ContentType="application/vnd.openxmlformats-officedocument.presentationml.tags+xml"/>
  <Override PartName="/ppt/tags/tag1042.xml" ContentType="application/vnd.openxmlformats-officedocument.presentationml.tags+xml"/>
  <Override PartName="/ppt/tags/tag1043.xml" ContentType="application/vnd.openxmlformats-officedocument.presentationml.tags+xml"/>
  <Override PartName="/ppt/tags/tag1044.xml" ContentType="application/vnd.openxmlformats-officedocument.presentationml.tags+xml"/>
  <Override PartName="/ppt/tags/tag1045.xml" ContentType="application/vnd.openxmlformats-officedocument.presentationml.tags+xml"/>
  <Override PartName="/ppt/tags/tag1046.xml" ContentType="application/vnd.openxmlformats-officedocument.presentationml.tags+xml"/>
  <Override PartName="/ppt/tags/tag1047.xml" ContentType="application/vnd.openxmlformats-officedocument.presentationml.tags+xml"/>
  <Override PartName="/ppt/tags/tag1048.xml" ContentType="application/vnd.openxmlformats-officedocument.presentationml.tags+xml"/>
  <Override PartName="/ppt/tags/tag1049.xml" ContentType="application/vnd.openxmlformats-officedocument.presentationml.tags+xml"/>
  <Override PartName="/ppt/tags/tag1050.xml" ContentType="application/vnd.openxmlformats-officedocument.presentationml.tags+xml"/>
  <Override PartName="/ppt/tags/tag1051.xml" ContentType="application/vnd.openxmlformats-officedocument.presentationml.tags+xml"/>
  <Override PartName="/ppt/tags/tag1052.xml" ContentType="application/vnd.openxmlformats-officedocument.presentationml.tags+xml"/>
  <Override PartName="/ppt/tags/tag1053.xml" ContentType="application/vnd.openxmlformats-officedocument.presentationml.tags+xml"/>
  <Override PartName="/ppt/tags/tag1054.xml" ContentType="application/vnd.openxmlformats-officedocument.presentationml.tags+xml"/>
  <Override PartName="/ppt/tags/tag1055.xml" ContentType="application/vnd.openxmlformats-officedocument.presentationml.tags+xml"/>
  <Override PartName="/ppt/tags/tag1056.xml" ContentType="application/vnd.openxmlformats-officedocument.presentationml.tags+xml"/>
  <Override PartName="/ppt/tags/tag1057.xml" ContentType="application/vnd.openxmlformats-officedocument.presentationml.tags+xml"/>
  <Override PartName="/ppt/tags/tag1058.xml" ContentType="application/vnd.openxmlformats-officedocument.presentationml.tags+xml"/>
  <Override PartName="/ppt/tags/tag1059.xml" ContentType="application/vnd.openxmlformats-officedocument.presentationml.tags+xml"/>
  <Override PartName="/ppt/tags/tag1060.xml" ContentType="application/vnd.openxmlformats-officedocument.presentationml.tags+xml"/>
  <Override PartName="/ppt/tags/tag1061.xml" ContentType="application/vnd.openxmlformats-officedocument.presentationml.tags+xml"/>
  <Override PartName="/ppt/tags/tag1062.xml" ContentType="application/vnd.openxmlformats-officedocument.presentationml.tags+xml"/>
  <Override PartName="/ppt/tags/tag1063.xml" ContentType="application/vnd.openxmlformats-officedocument.presentationml.tags+xml"/>
  <Override PartName="/ppt/tags/tag1064.xml" ContentType="application/vnd.openxmlformats-officedocument.presentationml.tags+xml"/>
  <Override PartName="/ppt/tags/tag1065.xml" ContentType="application/vnd.openxmlformats-officedocument.presentationml.tags+xml"/>
  <Override PartName="/ppt/notesSlides/notesSlide6.xml" ContentType="application/vnd.openxmlformats-officedocument.presentationml.notesSlide+xml"/>
  <Override PartName="/ppt/tags/tag1066.xml" ContentType="application/vnd.openxmlformats-officedocument.presentationml.tags+xml"/>
  <Override PartName="/ppt/tags/tag1067.xml" ContentType="application/vnd.openxmlformats-officedocument.presentationml.tags+xml"/>
  <Override PartName="/ppt/tags/tag1068.xml" ContentType="application/vnd.openxmlformats-officedocument.presentationml.tags+xml"/>
  <Override PartName="/ppt/tags/tag1069.xml" ContentType="application/vnd.openxmlformats-officedocument.presentationml.tags+xml"/>
  <Override PartName="/ppt/tags/tag1070.xml" ContentType="application/vnd.openxmlformats-officedocument.presentationml.tags+xml"/>
  <Override PartName="/ppt/tags/tag1071.xml" ContentType="application/vnd.openxmlformats-officedocument.presentationml.tags+xml"/>
  <Override PartName="/ppt/tags/tag1072.xml" ContentType="application/vnd.openxmlformats-officedocument.presentationml.tags+xml"/>
  <Override PartName="/ppt/tags/tag1073.xml" ContentType="application/vnd.openxmlformats-officedocument.presentationml.tags+xml"/>
  <Override PartName="/ppt/tags/tag1074.xml" ContentType="application/vnd.openxmlformats-officedocument.presentationml.tags+xml"/>
  <Override PartName="/ppt/tags/tag1075.xml" ContentType="application/vnd.openxmlformats-officedocument.presentationml.tags+xml"/>
  <Override PartName="/ppt/tags/tag1076.xml" ContentType="application/vnd.openxmlformats-officedocument.presentationml.tags+xml"/>
  <Override PartName="/ppt/tags/tag1077.xml" ContentType="application/vnd.openxmlformats-officedocument.presentationml.tags+xml"/>
  <Override PartName="/ppt/tags/tag1078.xml" ContentType="application/vnd.openxmlformats-officedocument.presentationml.tags+xml"/>
  <Override PartName="/ppt/tags/tag1079.xml" ContentType="application/vnd.openxmlformats-officedocument.presentationml.tags+xml"/>
  <Override PartName="/ppt/tags/tag1080.xml" ContentType="application/vnd.openxmlformats-officedocument.presentationml.tags+xml"/>
  <Override PartName="/ppt/tags/tag1081.xml" ContentType="application/vnd.openxmlformats-officedocument.presentationml.tags+xml"/>
  <Override PartName="/ppt/tags/tag1082.xml" ContentType="application/vnd.openxmlformats-officedocument.presentationml.tags+xml"/>
  <Override PartName="/ppt/tags/tag1083.xml" ContentType="application/vnd.openxmlformats-officedocument.presentationml.tags+xml"/>
  <Override PartName="/ppt/tags/tag1084.xml" ContentType="application/vnd.openxmlformats-officedocument.presentationml.tags+xml"/>
  <Override PartName="/ppt/tags/tag1085.xml" ContentType="application/vnd.openxmlformats-officedocument.presentationml.tags+xml"/>
  <Override PartName="/ppt/tags/tag1086.xml" ContentType="application/vnd.openxmlformats-officedocument.presentationml.tags+xml"/>
  <Override PartName="/ppt/tags/tag1087.xml" ContentType="application/vnd.openxmlformats-officedocument.presentationml.tags+xml"/>
  <Override PartName="/ppt/tags/tag1088.xml" ContentType="application/vnd.openxmlformats-officedocument.presentationml.tags+xml"/>
  <Override PartName="/ppt/tags/tag1089.xml" ContentType="application/vnd.openxmlformats-officedocument.presentationml.tags+xml"/>
  <Override PartName="/ppt/tags/tag1090.xml" ContentType="application/vnd.openxmlformats-officedocument.presentationml.tags+xml"/>
  <Override PartName="/ppt/tags/tag1091.xml" ContentType="application/vnd.openxmlformats-officedocument.presentationml.tags+xml"/>
  <Override PartName="/ppt/tags/tag1092.xml" ContentType="application/vnd.openxmlformats-officedocument.presentationml.tags+xml"/>
  <Override PartName="/ppt/tags/tag1093.xml" ContentType="application/vnd.openxmlformats-officedocument.presentationml.tags+xml"/>
  <Override PartName="/ppt/tags/tag1094.xml" ContentType="application/vnd.openxmlformats-officedocument.presentationml.tags+xml"/>
  <Override PartName="/ppt/tags/tag1095.xml" ContentType="application/vnd.openxmlformats-officedocument.presentationml.tags+xml"/>
  <Override PartName="/ppt/tags/tag1096.xml" ContentType="application/vnd.openxmlformats-officedocument.presentationml.tags+xml"/>
  <Override PartName="/ppt/tags/tag1097.xml" ContentType="application/vnd.openxmlformats-officedocument.presentationml.tags+xml"/>
  <Override PartName="/ppt/tags/tag1098.xml" ContentType="application/vnd.openxmlformats-officedocument.presentationml.tags+xml"/>
  <Override PartName="/ppt/tags/tag1099.xml" ContentType="application/vnd.openxmlformats-officedocument.presentationml.tags+xml"/>
  <Override PartName="/ppt/tags/tag1100.xml" ContentType="application/vnd.openxmlformats-officedocument.presentationml.tags+xml"/>
  <Override PartName="/ppt/tags/tag1101.xml" ContentType="application/vnd.openxmlformats-officedocument.presentationml.tags+xml"/>
  <Override PartName="/ppt/tags/tag1102.xml" ContentType="application/vnd.openxmlformats-officedocument.presentationml.tags+xml"/>
  <Override PartName="/ppt/tags/tag1103.xml" ContentType="application/vnd.openxmlformats-officedocument.presentationml.tags+xml"/>
  <Override PartName="/ppt/tags/tag1104.xml" ContentType="application/vnd.openxmlformats-officedocument.presentationml.tags+xml"/>
  <Override PartName="/ppt/tags/tag1105.xml" ContentType="application/vnd.openxmlformats-officedocument.presentationml.tags+xml"/>
  <Override PartName="/ppt/tags/tag1106.xml" ContentType="application/vnd.openxmlformats-officedocument.presentationml.tags+xml"/>
  <Override PartName="/ppt/tags/tag1107.xml" ContentType="application/vnd.openxmlformats-officedocument.presentationml.tags+xml"/>
  <Override PartName="/ppt/tags/tag1108.xml" ContentType="application/vnd.openxmlformats-officedocument.presentationml.tags+xml"/>
  <Override PartName="/ppt/tags/tag1109.xml" ContentType="application/vnd.openxmlformats-officedocument.presentationml.tags+xml"/>
  <Override PartName="/ppt/tags/tag1110.xml" ContentType="application/vnd.openxmlformats-officedocument.presentationml.tags+xml"/>
  <Override PartName="/ppt/tags/tag1111.xml" ContentType="application/vnd.openxmlformats-officedocument.presentationml.tags+xml"/>
  <Override PartName="/ppt/tags/tag1112.xml" ContentType="application/vnd.openxmlformats-officedocument.presentationml.tags+xml"/>
  <Override PartName="/ppt/tags/tag1113.xml" ContentType="application/vnd.openxmlformats-officedocument.presentationml.tags+xml"/>
  <Override PartName="/ppt/tags/tag1114.xml" ContentType="application/vnd.openxmlformats-officedocument.presentationml.tags+xml"/>
  <Override PartName="/ppt/tags/tag1115.xml" ContentType="application/vnd.openxmlformats-officedocument.presentationml.tags+xml"/>
  <Override PartName="/ppt/tags/tag1116.xml" ContentType="application/vnd.openxmlformats-officedocument.presentationml.tags+xml"/>
  <Override PartName="/ppt/tags/tag1117.xml" ContentType="application/vnd.openxmlformats-officedocument.presentationml.tags+xml"/>
  <Override PartName="/ppt/tags/tag1118.xml" ContentType="application/vnd.openxmlformats-officedocument.presentationml.tags+xml"/>
  <Override PartName="/ppt/tags/tag1119.xml" ContentType="application/vnd.openxmlformats-officedocument.presentationml.tags+xml"/>
  <Override PartName="/ppt/tags/tag1120.xml" ContentType="application/vnd.openxmlformats-officedocument.presentationml.tags+xml"/>
  <Override PartName="/ppt/tags/tag1121.xml" ContentType="application/vnd.openxmlformats-officedocument.presentationml.tags+xml"/>
  <Override PartName="/ppt/tags/tag1122.xml" ContentType="application/vnd.openxmlformats-officedocument.presentationml.tags+xml"/>
  <Override PartName="/ppt/tags/tag1123.xml" ContentType="application/vnd.openxmlformats-officedocument.presentationml.tags+xml"/>
  <Override PartName="/ppt/tags/tag1124.xml" ContentType="application/vnd.openxmlformats-officedocument.presentationml.tags+xml"/>
  <Override PartName="/ppt/tags/tag1125.xml" ContentType="application/vnd.openxmlformats-officedocument.presentationml.tags+xml"/>
  <Override PartName="/ppt/tags/tag1126.xml" ContentType="application/vnd.openxmlformats-officedocument.presentationml.tags+xml"/>
  <Override PartName="/ppt/tags/tag1127.xml" ContentType="application/vnd.openxmlformats-officedocument.presentationml.tags+xml"/>
  <Override PartName="/ppt/tags/tag1128.xml" ContentType="application/vnd.openxmlformats-officedocument.presentationml.tags+xml"/>
  <Override PartName="/ppt/tags/tag1129.xml" ContentType="application/vnd.openxmlformats-officedocument.presentationml.tags+xml"/>
  <Override PartName="/ppt/tags/tag1130.xml" ContentType="application/vnd.openxmlformats-officedocument.presentationml.tags+xml"/>
  <Override PartName="/ppt/tags/tag1131.xml" ContentType="application/vnd.openxmlformats-officedocument.presentationml.tags+xml"/>
  <Override PartName="/ppt/tags/tag1132.xml" ContentType="application/vnd.openxmlformats-officedocument.presentationml.tags+xml"/>
  <Override PartName="/ppt/tags/tag1133.xml" ContentType="application/vnd.openxmlformats-officedocument.presentationml.tags+xml"/>
  <Override PartName="/ppt/tags/tag1134.xml" ContentType="application/vnd.openxmlformats-officedocument.presentationml.tags+xml"/>
  <Override PartName="/ppt/tags/tag1135.xml" ContentType="application/vnd.openxmlformats-officedocument.presentationml.tags+xml"/>
  <Override PartName="/ppt/tags/tag1136.xml" ContentType="application/vnd.openxmlformats-officedocument.presentationml.tags+xml"/>
  <Override PartName="/ppt/tags/tag1137.xml" ContentType="application/vnd.openxmlformats-officedocument.presentationml.tags+xml"/>
  <Override PartName="/ppt/tags/tag1138.xml" ContentType="application/vnd.openxmlformats-officedocument.presentationml.tags+xml"/>
  <Override PartName="/ppt/tags/tag1139.xml" ContentType="application/vnd.openxmlformats-officedocument.presentationml.tags+xml"/>
  <Override PartName="/ppt/tags/tag1140.xml" ContentType="application/vnd.openxmlformats-officedocument.presentationml.tags+xml"/>
  <Override PartName="/ppt/tags/tag1141.xml" ContentType="application/vnd.openxmlformats-officedocument.presentationml.tags+xml"/>
  <Override PartName="/ppt/tags/tag1142.xml" ContentType="application/vnd.openxmlformats-officedocument.presentationml.tags+xml"/>
  <Override PartName="/ppt/tags/tag1143.xml" ContentType="application/vnd.openxmlformats-officedocument.presentationml.tags+xml"/>
  <Override PartName="/ppt/tags/tag1144.xml" ContentType="application/vnd.openxmlformats-officedocument.presentationml.tags+xml"/>
  <Override PartName="/ppt/tags/tag1145.xml" ContentType="application/vnd.openxmlformats-officedocument.presentationml.tags+xml"/>
  <Override PartName="/ppt/tags/tag1146.xml" ContentType="application/vnd.openxmlformats-officedocument.presentationml.tags+xml"/>
  <Override PartName="/ppt/tags/tag1147.xml" ContentType="application/vnd.openxmlformats-officedocument.presentationml.tags+xml"/>
  <Override PartName="/ppt/tags/tag1148.xml" ContentType="application/vnd.openxmlformats-officedocument.presentationml.tags+xml"/>
  <Override PartName="/ppt/tags/tag1149.xml" ContentType="application/vnd.openxmlformats-officedocument.presentationml.tags+xml"/>
  <Override PartName="/ppt/tags/tag1150.xml" ContentType="application/vnd.openxmlformats-officedocument.presentationml.tags+xml"/>
  <Override PartName="/ppt/tags/tag1151.xml" ContentType="application/vnd.openxmlformats-officedocument.presentationml.tags+xml"/>
  <Override PartName="/ppt/tags/tag1152.xml" ContentType="application/vnd.openxmlformats-officedocument.presentationml.tags+xml"/>
  <Override PartName="/ppt/tags/tag1153.xml" ContentType="application/vnd.openxmlformats-officedocument.presentationml.tags+xml"/>
  <Override PartName="/ppt/tags/tag1154.xml" ContentType="application/vnd.openxmlformats-officedocument.presentationml.tags+xml"/>
  <Override PartName="/ppt/tags/tag1155.xml" ContentType="application/vnd.openxmlformats-officedocument.presentationml.tags+xml"/>
  <Override PartName="/ppt/tags/tag1156.xml" ContentType="application/vnd.openxmlformats-officedocument.presentationml.tags+xml"/>
  <Override PartName="/ppt/tags/tag1157.xml" ContentType="application/vnd.openxmlformats-officedocument.presentationml.tags+xml"/>
  <Override PartName="/ppt/tags/tag1158.xml" ContentType="application/vnd.openxmlformats-officedocument.presentationml.tags+xml"/>
  <Override PartName="/ppt/tags/tag1159.xml" ContentType="application/vnd.openxmlformats-officedocument.presentationml.tags+xml"/>
  <Override PartName="/ppt/tags/tag1160.xml" ContentType="application/vnd.openxmlformats-officedocument.presentationml.tags+xml"/>
  <Override PartName="/ppt/tags/tag1161.xml" ContentType="application/vnd.openxmlformats-officedocument.presentationml.tags+xml"/>
  <Override PartName="/ppt/tags/tag1162.xml" ContentType="application/vnd.openxmlformats-officedocument.presentationml.tags+xml"/>
  <Override PartName="/ppt/tags/tag1163.xml" ContentType="application/vnd.openxmlformats-officedocument.presentationml.tags+xml"/>
  <Override PartName="/ppt/tags/tag1164.xml" ContentType="application/vnd.openxmlformats-officedocument.presentationml.tags+xml"/>
  <Override PartName="/ppt/tags/tag1165.xml" ContentType="application/vnd.openxmlformats-officedocument.presentationml.tags+xml"/>
  <Override PartName="/ppt/tags/tag1166.xml" ContentType="application/vnd.openxmlformats-officedocument.presentationml.tags+xml"/>
  <Override PartName="/ppt/tags/tag1167.xml" ContentType="application/vnd.openxmlformats-officedocument.presentationml.tags+xml"/>
  <Override PartName="/ppt/tags/tag1168.xml" ContentType="application/vnd.openxmlformats-officedocument.presentationml.tags+xml"/>
  <Override PartName="/ppt/tags/tag1169.xml" ContentType="application/vnd.openxmlformats-officedocument.presentationml.tags+xml"/>
  <Override PartName="/ppt/tags/tag1170.xml" ContentType="application/vnd.openxmlformats-officedocument.presentationml.tags+xml"/>
  <Override PartName="/ppt/tags/tag1171.xml" ContentType="application/vnd.openxmlformats-officedocument.presentationml.tags+xml"/>
  <Override PartName="/ppt/tags/tag1172.xml" ContentType="application/vnd.openxmlformats-officedocument.presentationml.tags+xml"/>
  <Override PartName="/ppt/tags/tag1173.xml" ContentType="application/vnd.openxmlformats-officedocument.presentationml.tags+xml"/>
  <Override PartName="/ppt/tags/tag1174.xml" ContentType="application/vnd.openxmlformats-officedocument.presentationml.tags+xml"/>
  <Override PartName="/ppt/tags/tag1175.xml" ContentType="application/vnd.openxmlformats-officedocument.presentationml.tags+xml"/>
  <Override PartName="/ppt/tags/tag1176.xml" ContentType="application/vnd.openxmlformats-officedocument.presentationml.tags+xml"/>
  <Override PartName="/ppt/tags/tag1177.xml" ContentType="application/vnd.openxmlformats-officedocument.presentationml.tags+xml"/>
  <Override PartName="/ppt/tags/tag1178.xml" ContentType="application/vnd.openxmlformats-officedocument.presentationml.tags+xml"/>
  <Override PartName="/ppt/tags/tag1179.xml" ContentType="application/vnd.openxmlformats-officedocument.presentationml.tags+xml"/>
  <Override PartName="/ppt/tags/tag1180.xml" ContentType="application/vnd.openxmlformats-officedocument.presentationml.tags+xml"/>
  <Override PartName="/ppt/tags/tag1181.xml" ContentType="application/vnd.openxmlformats-officedocument.presentationml.tags+xml"/>
  <Override PartName="/ppt/tags/tag1182.xml" ContentType="application/vnd.openxmlformats-officedocument.presentationml.tags+xml"/>
  <Override PartName="/ppt/tags/tag1183.xml" ContentType="application/vnd.openxmlformats-officedocument.presentationml.tags+xml"/>
  <Override PartName="/ppt/tags/tag1184.xml" ContentType="application/vnd.openxmlformats-officedocument.presentationml.tags+xml"/>
  <Override PartName="/ppt/tags/tag1185.xml" ContentType="application/vnd.openxmlformats-officedocument.presentationml.tags+xml"/>
  <Override PartName="/ppt/tags/tag1186.xml" ContentType="application/vnd.openxmlformats-officedocument.presentationml.tags+xml"/>
  <Override PartName="/ppt/tags/tag1187.xml" ContentType="application/vnd.openxmlformats-officedocument.presentationml.tags+xml"/>
  <Override PartName="/ppt/tags/tag1188.xml" ContentType="application/vnd.openxmlformats-officedocument.presentationml.tags+xml"/>
  <Override PartName="/ppt/tags/tag1189.xml" ContentType="application/vnd.openxmlformats-officedocument.presentationml.tags+xml"/>
  <Override PartName="/ppt/tags/tag1190.xml" ContentType="application/vnd.openxmlformats-officedocument.presentationml.tags+xml"/>
  <Override PartName="/ppt/tags/tag1191.xml" ContentType="application/vnd.openxmlformats-officedocument.presentationml.tags+xml"/>
  <Override PartName="/ppt/tags/tag1192.xml" ContentType="application/vnd.openxmlformats-officedocument.presentationml.tags+xml"/>
  <Override PartName="/ppt/tags/tag1193.xml" ContentType="application/vnd.openxmlformats-officedocument.presentationml.tags+xml"/>
  <Override PartName="/ppt/tags/tag1194.xml" ContentType="application/vnd.openxmlformats-officedocument.presentationml.tags+xml"/>
  <Override PartName="/ppt/tags/tag1195.xml" ContentType="application/vnd.openxmlformats-officedocument.presentationml.tags+xml"/>
  <Override PartName="/ppt/tags/tag1196.xml" ContentType="application/vnd.openxmlformats-officedocument.presentationml.tags+xml"/>
  <Override PartName="/ppt/tags/tag1197.xml" ContentType="application/vnd.openxmlformats-officedocument.presentationml.tags+xml"/>
  <Override PartName="/ppt/tags/tag1198.xml" ContentType="application/vnd.openxmlformats-officedocument.presentationml.tags+xml"/>
  <Override PartName="/ppt/tags/tag1199.xml" ContentType="application/vnd.openxmlformats-officedocument.presentationml.tags+xml"/>
  <Override PartName="/ppt/tags/tag1200.xml" ContentType="application/vnd.openxmlformats-officedocument.presentationml.tags+xml"/>
  <Override PartName="/ppt/tags/tag1201.xml" ContentType="application/vnd.openxmlformats-officedocument.presentationml.tags+xml"/>
  <Override PartName="/ppt/tags/tag1202.xml" ContentType="application/vnd.openxmlformats-officedocument.presentationml.tags+xml"/>
  <Override PartName="/ppt/tags/tag1203.xml" ContentType="application/vnd.openxmlformats-officedocument.presentationml.tags+xml"/>
  <Override PartName="/ppt/tags/tag1204.xml" ContentType="application/vnd.openxmlformats-officedocument.presentationml.tags+xml"/>
  <Override PartName="/ppt/tags/tag1205.xml" ContentType="application/vnd.openxmlformats-officedocument.presentationml.tags+xml"/>
  <Override PartName="/ppt/tags/tag1206.xml" ContentType="application/vnd.openxmlformats-officedocument.presentationml.tags+xml"/>
  <Override PartName="/ppt/tags/tag1207.xml" ContentType="application/vnd.openxmlformats-officedocument.presentationml.tags+xml"/>
  <Override PartName="/ppt/tags/tag1208.xml" ContentType="application/vnd.openxmlformats-officedocument.presentationml.tags+xml"/>
  <Override PartName="/ppt/tags/tag1209.xml" ContentType="application/vnd.openxmlformats-officedocument.presentationml.tags+xml"/>
  <Override PartName="/ppt/tags/tag1210.xml" ContentType="application/vnd.openxmlformats-officedocument.presentationml.tags+xml"/>
  <Override PartName="/ppt/tags/tag1211.xml" ContentType="application/vnd.openxmlformats-officedocument.presentationml.tags+xml"/>
  <Override PartName="/ppt/tags/tag1212.xml" ContentType="application/vnd.openxmlformats-officedocument.presentationml.tags+xml"/>
  <Override PartName="/ppt/tags/tag1213.xml" ContentType="application/vnd.openxmlformats-officedocument.presentationml.tags+xml"/>
  <Override PartName="/ppt/tags/tag1214.xml" ContentType="application/vnd.openxmlformats-officedocument.presentationml.tags+xml"/>
  <Override PartName="/ppt/tags/tag1215.xml" ContentType="application/vnd.openxmlformats-officedocument.presentationml.tags+xml"/>
  <Override PartName="/ppt/tags/tag1216.xml" ContentType="application/vnd.openxmlformats-officedocument.presentationml.tags+xml"/>
  <Override PartName="/ppt/tags/tag1217.xml" ContentType="application/vnd.openxmlformats-officedocument.presentationml.tags+xml"/>
  <Override PartName="/ppt/tags/tag1218.xml" ContentType="application/vnd.openxmlformats-officedocument.presentationml.tags+xml"/>
  <Override PartName="/ppt/tags/tag1219.xml" ContentType="application/vnd.openxmlformats-officedocument.presentationml.tags+xml"/>
  <Override PartName="/ppt/tags/tag1220.xml" ContentType="application/vnd.openxmlformats-officedocument.presentationml.tags+xml"/>
  <Override PartName="/ppt/tags/tag1221.xml" ContentType="application/vnd.openxmlformats-officedocument.presentationml.tags+xml"/>
  <Override PartName="/ppt/tags/tag1222.xml" ContentType="application/vnd.openxmlformats-officedocument.presentationml.tags+xml"/>
  <Override PartName="/ppt/tags/tag1223.xml" ContentType="application/vnd.openxmlformats-officedocument.presentationml.tags+xml"/>
  <Override PartName="/ppt/tags/tag1224.xml" ContentType="application/vnd.openxmlformats-officedocument.presentationml.tags+xml"/>
  <Override PartName="/ppt/tags/tag1225.xml" ContentType="application/vnd.openxmlformats-officedocument.presentationml.tags+xml"/>
  <Override PartName="/ppt/tags/tag1226.xml" ContentType="application/vnd.openxmlformats-officedocument.presentationml.tags+xml"/>
  <Override PartName="/ppt/tags/tag1227.xml" ContentType="application/vnd.openxmlformats-officedocument.presentationml.tags+xml"/>
  <Override PartName="/ppt/tags/tag1228.xml" ContentType="application/vnd.openxmlformats-officedocument.presentationml.tags+xml"/>
  <Override PartName="/ppt/tags/tag1229.xml" ContentType="application/vnd.openxmlformats-officedocument.presentationml.tags+xml"/>
  <Override PartName="/ppt/tags/tag1230.xml" ContentType="application/vnd.openxmlformats-officedocument.presentationml.tags+xml"/>
  <Override PartName="/ppt/tags/tag1231.xml" ContentType="application/vnd.openxmlformats-officedocument.presentationml.tags+xml"/>
  <Override PartName="/ppt/tags/tag1232.xml" ContentType="application/vnd.openxmlformats-officedocument.presentationml.tags+xml"/>
  <Override PartName="/ppt/tags/tag1233.xml" ContentType="application/vnd.openxmlformats-officedocument.presentationml.tags+xml"/>
  <Override PartName="/ppt/tags/tag1234.xml" ContentType="application/vnd.openxmlformats-officedocument.presentationml.tags+xml"/>
  <Override PartName="/ppt/tags/tag1235.xml" ContentType="application/vnd.openxmlformats-officedocument.presentationml.tags+xml"/>
  <Override PartName="/ppt/tags/tag1236.xml" ContentType="application/vnd.openxmlformats-officedocument.presentationml.tags+xml"/>
  <Override PartName="/ppt/tags/tag1237.xml" ContentType="application/vnd.openxmlformats-officedocument.presentationml.tags+xml"/>
  <Override PartName="/ppt/tags/tag1238.xml" ContentType="application/vnd.openxmlformats-officedocument.presentationml.tags+xml"/>
  <Override PartName="/ppt/tags/tag1239.xml" ContentType="application/vnd.openxmlformats-officedocument.presentationml.tags+xml"/>
  <Override PartName="/ppt/tags/tag1240.xml" ContentType="application/vnd.openxmlformats-officedocument.presentationml.tags+xml"/>
  <Override PartName="/ppt/tags/tag1241.xml" ContentType="application/vnd.openxmlformats-officedocument.presentationml.tags+xml"/>
  <Override PartName="/ppt/tags/tag1242.xml" ContentType="application/vnd.openxmlformats-officedocument.presentationml.tags+xml"/>
  <Override PartName="/ppt/tags/tag1243.xml" ContentType="application/vnd.openxmlformats-officedocument.presentationml.tags+xml"/>
  <Override PartName="/ppt/tags/tag1244.xml" ContentType="application/vnd.openxmlformats-officedocument.presentationml.tags+xml"/>
  <Override PartName="/ppt/tags/tag1245.xml" ContentType="application/vnd.openxmlformats-officedocument.presentationml.tags+xml"/>
  <Override PartName="/ppt/tags/tag1246.xml" ContentType="application/vnd.openxmlformats-officedocument.presentationml.tags+xml"/>
  <Override PartName="/ppt/tags/tag1247.xml" ContentType="application/vnd.openxmlformats-officedocument.presentationml.tags+xml"/>
  <Override PartName="/ppt/tags/tag1248.xml" ContentType="application/vnd.openxmlformats-officedocument.presentationml.tags+xml"/>
  <Override PartName="/ppt/tags/tag1249.xml" ContentType="application/vnd.openxmlformats-officedocument.presentationml.tags+xml"/>
  <Override PartName="/ppt/tags/tag1250.xml" ContentType="application/vnd.openxmlformats-officedocument.presentationml.tags+xml"/>
  <Override PartName="/ppt/tags/tag1251.xml" ContentType="application/vnd.openxmlformats-officedocument.presentationml.tags+xml"/>
  <Override PartName="/ppt/tags/tag1252.xml" ContentType="application/vnd.openxmlformats-officedocument.presentationml.tags+xml"/>
  <Override PartName="/ppt/tags/tag1253.xml" ContentType="application/vnd.openxmlformats-officedocument.presentationml.tags+xml"/>
  <Override PartName="/ppt/tags/tag1254.xml" ContentType="application/vnd.openxmlformats-officedocument.presentationml.tags+xml"/>
  <Override PartName="/ppt/tags/tag1255.xml" ContentType="application/vnd.openxmlformats-officedocument.presentationml.tags+xml"/>
  <Override PartName="/ppt/tags/tag1256.xml" ContentType="application/vnd.openxmlformats-officedocument.presentationml.tags+xml"/>
  <Override PartName="/ppt/tags/tag1257.xml" ContentType="application/vnd.openxmlformats-officedocument.presentationml.tags+xml"/>
  <Override PartName="/ppt/tags/tag1258.xml" ContentType="application/vnd.openxmlformats-officedocument.presentationml.tags+xml"/>
  <Override PartName="/ppt/tags/tag1259.xml" ContentType="application/vnd.openxmlformats-officedocument.presentationml.tags+xml"/>
  <Override PartName="/ppt/tags/tag1260.xml" ContentType="application/vnd.openxmlformats-officedocument.presentationml.tags+xml"/>
  <Override PartName="/ppt/tags/tag1261.xml" ContentType="application/vnd.openxmlformats-officedocument.presentationml.tags+xml"/>
  <Override PartName="/ppt/tags/tag1262.xml" ContentType="application/vnd.openxmlformats-officedocument.presentationml.tags+xml"/>
  <Override PartName="/ppt/tags/tag1263.xml" ContentType="application/vnd.openxmlformats-officedocument.presentationml.tags+xml"/>
  <Override PartName="/ppt/tags/tag1264.xml" ContentType="application/vnd.openxmlformats-officedocument.presentationml.tags+xml"/>
  <Override PartName="/ppt/tags/tag1265.xml" ContentType="application/vnd.openxmlformats-officedocument.presentationml.tags+xml"/>
  <Override PartName="/ppt/tags/tag1266.xml" ContentType="application/vnd.openxmlformats-officedocument.presentationml.tags+xml"/>
  <Override PartName="/ppt/tags/tag1267.xml" ContentType="application/vnd.openxmlformats-officedocument.presentationml.tags+xml"/>
  <Override PartName="/ppt/tags/tag1268.xml" ContentType="application/vnd.openxmlformats-officedocument.presentationml.tags+xml"/>
  <Override PartName="/ppt/tags/tag1269.xml" ContentType="application/vnd.openxmlformats-officedocument.presentationml.tags+xml"/>
  <Override PartName="/ppt/tags/tag1270.xml" ContentType="application/vnd.openxmlformats-officedocument.presentationml.tags+xml"/>
  <Override PartName="/ppt/tags/tag1271.xml" ContentType="application/vnd.openxmlformats-officedocument.presentationml.tags+xml"/>
  <Override PartName="/ppt/tags/tag1272.xml" ContentType="application/vnd.openxmlformats-officedocument.presentationml.tags+xml"/>
  <Override PartName="/ppt/tags/tag1273.xml" ContentType="application/vnd.openxmlformats-officedocument.presentationml.tags+xml"/>
  <Override PartName="/ppt/tags/tag1274.xml" ContentType="application/vnd.openxmlformats-officedocument.presentationml.tags+xml"/>
  <Override PartName="/ppt/tags/tag1275.xml" ContentType="application/vnd.openxmlformats-officedocument.presentationml.tags+xml"/>
  <Override PartName="/ppt/tags/tag1276.xml" ContentType="application/vnd.openxmlformats-officedocument.presentationml.tags+xml"/>
  <Override PartName="/ppt/tags/tag1277.xml" ContentType="application/vnd.openxmlformats-officedocument.presentationml.tags+xml"/>
  <Override PartName="/ppt/tags/tag1278.xml" ContentType="application/vnd.openxmlformats-officedocument.presentationml.tags+xml"/>
  <Override PartName="/ppt/tags/tag1279.xml" ContentType="application/vnd.openxmlformats-officedocument.presentationml.tags+xml"/>
  <Override PartName="/ppt/tags/tag1280.xml" ContentType="application/vnd.openxmlformats-officedocument.presentationml.tags+xml"/>
  <Override PartName="/ppt/tags/tag1281.xml" ContentType="application/vnd.openxmlformats-officedocument.presentationml.tags+xml"/>
  <Override PartName="/ppt/tags/tag1282.xml" ContentType="application/vnd.openxmlformats-officedocument.presentationml.tags+xml"/>
  <Override PartName="/ppt/tags/tag1283.xml" ContentType="application/vnd.openxmlformats-officedocument.presentationml.tags+xml"/>
  <Override PartName="/ppt/tags/tag1284.xml" ContentType="application/vnd.openxmlformats-officedocument.presentationml.tags+xml"/>
  <Override PartName="/ppt/tags/tag1285.xml" ContentType="application/vnd.openxmlformats-officedocument.presentationml.tags+xml"/>
  <Override PartName="/ppt/tags/tag1286.xml" ContentType="application/vnd.openxmlformats-officedocument.presentationml.tags+xml"/>
  <Override PartName="/ppt/tags/tag1287.xml" ContentType="application/vnd.openxmlformats-officedocument.presentationml.tags+xml"/>
  <Override PartName="/ppt/tags/tag1288.xml" ContentType="application/vnd.openxmlformats-officedocument.presentationml.tags+xml"/>
  <Override PartName="/ppt/tags/tag1289.xml" ContentType="application/vnd.openxmlformats-officedocument.presentationml.tags+xml"/>
  <Override PartName="/ppt/tags/tag1290.xml" ContentType="application/vnd.openxmlformats-officedocument.presentationml.tags+xml"/>
  <Override PartName="/ppt/tags/tag1291.xml" ContentType="application/vnd.openxmlformats-officedocument.presentationml.tags+xml"/>
  <Override PartName="/ppt/tags/tag1292.xml" ContentType="application/vnd.openxmlformats-officedocument.presentationml.tags+xml"/>
  <Override PartName="/ppt/tags/tag1293.xml" ContentType="application/vnd.openxmlformats-officedocument.presentationml.tags+xml"/>
  <Override PartName="/ppt/tags/tag1294.xml" ContentType="application/vnd.openxmlformats-officedocument.presentationml.tags+xml"/>
  <Override PartName="/ppt/tags/tag1295.xml" ContentType="application/vnd.openxmlformats-officedocument.presentationml.tags+xml"/>
  <Override PartName="/ppt/tags/tag1296.xml" ContentType="application/vnd.openxmlformats-officedocument.presentationml.tags+xml"/>
  <Override PartName="/ppt/tags/tag1297.xml" ContentType="application/vnd.openxmlformats-officedocument.presentationml.tags+xml"/>
  <Override PartName="/ppt/tags/tag1298.xml" ContentType="application/vnd.openxmlformats-officedocument.presentationml.tags+xml"/>
  <Override PartName="/ppt/tags/tag1299.xml" ContentType="application/vnd.openxmlformats-officedocument.presentationml.tags+xml"/>
  <Override PartName="/ppt/tags/tag1300.xml" ContentType="application/vnd.openxmlformats-officedocument.presentationml.tags+xml"/>
  <Override PartName="/ppt/tags/tag1301.xml" ContentType="application/vnd.openxmlformats-officedocument.presentationml.tags+xml"/>
  <Override PartName="/ppt/tags/tag1302.xml" ContentType="application/vnd.openxmlformats-officedocument.presentationml.tags+xml"/>
  <Override PartName="/ppt/tags/tag1303.xml" ContentType="application/vnd.openxmlformats-officedocument.presentationml.tags+xml"/>
  <Override PartName="/ppt/tags/tag1304.xml" ContentType="application/vnd.openxmlformats-officedocument.presentationml.tags+xml"/>
  <Override PartName="/ppt/tags/tag1305.xml" ContentType="application/vnd.openxmlformats-officedocument.presentationml.tags+xml"/>
  <Override PartName="/ppt/tags/tag1306.xml" ContentType="application/vnd.openxmlformats-officedocument.presentationml.tags+xml"/>
  <Override PartName="/ppt/tags/tag1307.xml" ContentType="application/vnd.openxmlformats-officedocument.presentationml.tags+xml"/>
  <Override PartName="/ppt/tags/tag1308.xml" ContentType="application/vnd.openxmlformats-officedocument.presentationml.tags+xml"/>
  <Override PartName="/ppt/tags/tag1309.xml" ContentType="application/vnd.openxmlformats-officedocument.presentationml.tags+xml"/>
  <Override PartName="/ppt/tags/tag1310.xml" ContentType="application/vnd.openxmlformats-officedocument.presentationml.tags+xml"/>
  <Override PartName="/ppt/tags/tag1311.xml" ContentType="application/vnd.openxmlformats-officedocument.presentationml.tags+xml"/>
  <Override PartName="/ppt/tags/tag1312.xml" ContentType="application/vnd.openxmlformats-officedocument.presentationml.tags+xml"/>
  <Override PartName="/ppt/tags/tag1313.xml" ContentType="application/vnd.openxmlformats-officedocument.presentationml.tags+xml"/>
  <Override PartName="/ppt/tags/tag1314.xml" ContentType="application/vnd.openxmlformats-officedocument.presentationml.tags+xml"/>
  <Override PartName="/ppt/notesSlides/notesSlide7.xml" ContentType="application/vnd.openxmlformats-officedocument.presentationml.notesSlide+xml"/>
  <Override PartName="/ppt/tags/tag1315.xml" ContentType="application/vnd.openxmlformats-officedocument.presentationml.tags+xml"/>
  <Override PartName="/ppt/tags/tag1316.xml" ContentType="application/vnd.openxmlformats-officedocument.presentationml.tags+xml"/>
  <Override PartName="/ppt/tags/tag1317.xml" ContentType="application/vnd.openxmlformats-officedocument.presentationml.tags+xml"/>
  <Override PartName="/ppt/tags/tag1318.xml" ContentType="application/vnd.openxmlformats-officedocument.presentationml.tags+xml"/>
  <Override PartName="/ppt/tags/tag1319.xml" ContentType="application/vnd.openxmlformats-officedocument.presentationml.tags+xml"/>
  <Override PartName="/ppt/tags/tag1320.xml" ContentType="application/vnd.openxmlformats-officedocument.presentationml.tags+xml"/>
  <Override PartName="/ppt/tags/tag1321.xml" ContentType="application/vnd.openxmlformats-officedocument.presentationml.tags+xml"/>
  <Override PartName="/ppt/tags/tag1322.xml" ContentType="application/vnd.openxmlformats-officedocument.presentationml.tags+xml"/>
  <Override PartName="/ppt/tags/tag1323.xml" ContentType="application/vnd.openxmlformats-officedocument.presentationml.tags+xml"/>
  <Override PartName="/ppt/tags/tag1324.xml" ContentType="application/vnd.openxmlformats-officedocument.presentationml.tags+xml"/>
  <Override PartName="/ppt/tags/tag1325.xml" ContentType="application/vnd.openxmlformats-officedocument.presentationml.tags+xml"/>
  <Override PartName="/ppt/tags/tag1326.xml" ContentType="application/vnd.openxmlformats-officedocument.presentationml.tags+xml"/>
  <Override PartName="/ppt/tags/tag1327.xml" ContentType="application/vnd.openxmlformats-officedocument.presentationml.tags+xml"/>
  <Override PartName="/ppt/tags/tag1328.xml" ContentType="application/vnd.openxmlformats-officedocument.presentationml.tags+xml"/>
  <Override PartName="/ppt/tags/tag1329.xml" ContentType="application/vnd.openxmlformats-officedocument.presentationml.tags+xml"/>
  <Override PartName="/ppt/tags/tag1330.xml" ContentType="application/vnd.openxmlformats-officedocument.presentationml.tags+xml"/>
  <Override PartName="/ppt/tags/tag1331.xml" ContentType="application/vnd.openxmlformats-officedocument.presentationml.tags+xml"/>
  <Override PartName="/ppt/tags/tag1332.xml" ContentType="application/vnd.openxmlformats-officedocument.presentationml.tags+xml"/>
  <Override PartName="/ppt/tags/tag1333.xml" ContentType="application/vnd.openxmlformats-officedocument.presentationml.tags+xml"/>
  <Override PartName="/ppt/tags/tag1334.xml" ContentType="application/vnd.openxmlformats-officedocument.presentationml.tags+xml"/>
  <Override PartName="/ppt/tags/tag1335.xml" ContentType="application/vnd.openxmlformats-officedocument.presentationml.tags+xml"/>
  <Override PartName="/ppt/tags/tag1336.xml" ContentType="application/vnd.openxmlformats-officedocument.presentationml.tags+xml"/>
  <Override PartName="/ppt/tags/tag1337.xml" ContentType="application/vnd.openxmlformats-officedocument.presentationml.tags+xml"/>
  <Override PartName="/ppt/tags/tag1338.xml" ContentType="application/vnd.openxmlformats-officedocument.presentationml.tags+xml"/>
  <Override PartName="/ppt/tags/tag1339.xml" ContentType="application/vnd.openxmlformats-officedocument.presentationml.tags+xml"/>
  <Override PartName="/ppt/tags/tag1340.xml" ContentType="application/vnd.openxmlformats-officedocument.presentationml.tags+xml"/>
  <Override PartName="/ppt/tags/tag1341.xml" ContentType="application/vnd.openxmlformats-officedocument.presentationml.tags+xml"/>
  <Override PartName="/ppt/tags/tag1342.xml" ContentType="application/vnd.openxmlformats-officedocument.presentationml.tags+xml"/>
  <Override PartName="/ppt/tags/tag1343.xml" ContentType="application/vnd.openxmlformats-officedocument.presentationml.tags+xml"/>
  <Override PartName="/ppt/tags/tag1344.xml" ContentType="application/vnd.openxmlformats-officedocument.presentationml.tags+xml"/>
  <Override PartName="/ppt/tags/tag1345.xml" ContentType="application/vnd.openxmlformats-officedocument.presentationml.tags+xml"/>
  <Override PartName="/ppt/tags/tag1346.xml" ContentType="application/vnd.openxmlformats-officedocument.presentationml.tags+xml"/>
  <Override PartName="/ppt/tags/tag1347.xml" ContentType="application/vnd.openxmlformats-officedocument.presentationml.tags+xml"/>
  <Override PartName="/ppt/tags/tag1348.xml" ContentType="application/vnd.openxmlformats-officedocument.presentationml.tags+xml"/>
  <Override PartName="/ppt/tags/tag1349.xml" ContentType="application/vnd.openxmlformats-officedocument.presentationml.tags+xml"/>
  <Override PartName="/ppt/tags/tag1350.xml" ContentType="application/vnd.openxmlformats-officedocument.presentationml.tags+xml"/>
  <Override PartName="/ppt/tags/tag1351.xml" ContentType="application/vnd.openxmlformats-officedocument.presentationml.tags+xml"/>
  <Override PartName="/ppt/tags/tag1352.xml" ContentType="application/vnd.openxmlformats-officedocument.presentationml.tags+xml"/>
  <Override PartName="/ppt/tags/tag1353.xml" ContentType="application/vnd.openxmlformats-officedocument.presentationml.tags+xml"/>
  <Override PartName="/ppt/tags/tag1354.xml" ContentType="application/vnd.openxmlformats-officedocument.presentationml.tags+xml"/>
  <Override PartName="/ppt/tags/tag1355.xml" ContentType="application/vnd.openxmlformats-officedocument.presentationml.tags+xml"/>
  <Override PartName="/ppt/tags/tag1356.xml" ContentType="application/vnd.openxmlformats-officedocument.presentationml.tags+xml"/>
  <Override PartName="/ppt/tags/tag1357.xml" ContentType="application/vnd.openxmlformats-officedocument.presentationml.tags+xml"/>
  <Override PartName="/ppt/tags/tag1358.xml" ContentType="application/vnd.openxmlformats-officedocument.presentationml.tags+xml"/>
  <Override PartName="/ppt/tags/tag1359.xml" ContentType="application/vnd.openxmlformats-officedocument.presentationml.tags+xml"/>
  <Override PartName="/ppt/tags/tag1360.xml" ContentType="application/vnd.openxmlformats-officedocument.presentationml.tags+xml"/>
  <Override PartName="/ppt/tags/tag1361.xml" ContentType="application/vnd.openxmlformats-officedocument.presentationml.tags+xml"/>
  <Override PartName="/ppt/tags/tag1362.xml" ContentType="application/vnd.openxmlformats-officedocument.presentationml.tags+xml"/>
  <Override PartName="/ppt/tags/tag1363.xml" ContentType="application/vnd.openxmlformats-officedocument.presentationml.tags+xml"/>
  <Override PartName="/ppt/tags/tag1364.xml" ContentType="application/vnd.openxmlformats-officedocument.presentationml.tags+xml"/>
  <Override PartName="/ppt/tags/tag1365.xml" ContentType="application/vnd.openxmlformats-officedocument.presentationml.tags+xml"/>
  <Override PartName="/ppt/tags/tag1366.xml" ContentType="application/vnd.openxmlformats-officedocument.presentationml.tags+xml"/>
  <Override PartName="/ppt/tags/tag1367.xml" ContentType="application/vnd.openxmlformats-officedocument.presentationml.tags+xml"/>
  <Override PartName="/ppt/tags/tag1368.xml" ContentType="application/vnd.openxmlformats-officedocument.presentationml.tags+xml"/>
  <Override PartName="/ppt/tags/tag1369.xml" ContentType="application/vnd.openxmlformats-officedocument.presentationml.tags+xml"/>
  <Override PartName="/ppt/tags/tag1370.xml" ContentType="application/vnd.openxmlformats-officedocument.presentationml.tags+xml"/>
  <Override PartName="/ppt/tags/tag1371.xml" ContentType="application/vnd.openxmlformats-officedocument.presentationml.tags+xml"/>
  <Override PartName="/ppt/tags/tag1372.xml" ContentType="application/vnd.openxmlformats-officedocument.presentationml.tags+xml"/>
  <Override PartName="/ppt/tags/tag1373.xml" ContentType="application/vnd.openxmlformats-officedocument.presentationml.tags+xml"/>
  <Override PartName="/ppt/tags/tag1374.xml" ContentType="application/vnd.openxmlformats-officedocument.presentationml.tags+xml"/>
  <Override PartName="/ppt/tags/tag1375.xml" ContentType="application/vnd.openxmlformats-officedocument.presentationml.tags+xml"/>
  <Override PartName="/ppt/tags/tag1376.xml" ContentType="application/vnd.openxmlformats-officedocument.presentationml.tags+xml"/>
  <Override PartName="/ppt/tags/tag1377.xml" ContentType="application/vnd.openxmlformats-officedocument.presentationml.tags+xml"/>
  <Override PartName="/ppt/tags/tag1378.xml" ContentType="application/vnd.openxmlformats-officedocument.presentationml.tags+xml"/>
  <Override PartName="/ppt/tags/tag1379.xml" ContentType="application/vnd.openxmlformats-officedocument.presentationml.tags+xml"/>
  <Override PartName="/ppt/tags/tag1380.xml" ContentType="application/vnd.openxmlformats-officedocument.presentationml.tags+xml"/>
  <Override PartName="/ppt/tags/tag1381.xml" ContentType="application/vnd.openxmlformats-officedocument.presentationml.tags+xml"/>
  <Override PartName="/ppt/tags/tag1382.xml" ContentType="application/vnd.openxmlformats-officedocument.presentationml.tags+xml"/>
  <Override PartName="/ppt/tags/tag1383.xml" ContentType="application/vnd.openxmlformats-officedocument.presentationml.tags+xml"/>
  <Override PartName="/ppt/tags/tag1384.xml" ContentType="application/vnd.openxmlformats-officedocument.presentationml.tags+xml"/>
  <Override PartName="/ppt/tags/tag1385.xml" ContentType="application/vnd.openxmlformats-officedocument.presentationml.tags+xml"/>
  <Override PartName="/ppt/tags/tag1386.xml" ContentType="application/vnd.openxmlformats-officedocument.presentationml.tags+xml"/>
  <Override PartName="/ppt/tags/tag1387.xml" ContentType="application/vnd.openxmlformats-officedocument.presentationml.tags+xml"/>
  <Override PartName="/ppt/tags/tag1388.xml" ContentType="application/vnd.openxmlformats-officedocument.presentationml.tags+xml"/>
  <Override PartName="/ppt/tags/tag1389.xml" ContentType="application/vnd.openxmlformats-officedocument.presentationml.tags+xml"/>
  <Override PartName="/ppt/tags/tag1390.xml" ContentType="application/vnd.openxmlformats-officedocument.presentationml.tags+xml"/>
  <Override PartName="/ppt/tags/tag1391.xml" ContentType="application/vnd.openxmlformats-officedocument.presentationml.tags+xml"/>
  <Override PartName="/ppt/tags/tag1392.xml" ContentType="application/vnd.openxmlformats-officedocument.presentationml.tags+xml"/>
  <Override PartName="/ppt/tags/tag1393.xml" ContentType="application/vnd.openxmlformats-officedocument.presentationml.tags+xml"/>
  <Override PartName="/ppt/tags/tag1394.xml" ContentType="application/vnd.openxmlformats-officedocument.presentationml.tags+xml"/>
  <Override PartName="/ppt/tags/tag1395.xml" ContentType="application/vnd.openxmlformats-officedocument.presentationml.tags+xml"/>
  <Override PartName="/ppt/tags/tag1396.xml" ContentType="application/vnd.openxmlformats-officedocument.presentationml.tags+xml"/>
  <Override PartName="/ppt/tags/tag1397.xml" ContentType="application/vnd.openxmlformats-officedocument.presentationml.tags+xml"/>
  <Override PartName="/ppt/tags/tag1398.xml" ContentType="application/vnd.openxmlformats-officedocument.presentationml.tags+xml"/>
  <Override PartName="/ppt/tags/tag1399.xml" ContentType="application/vnd.openxmlformats-officedocument.presentationml.tags+xml"/>
  <Override PartName="/ppt/tags/tag1400.xml" ContentType="application/vnd.openxmlformats-officedocument.presentationml.tags+xml"/>
  <Override PartName="/ppt/tags/tag1401.xml" ContentType="application/vnd.openxmlformats-officedocument.presentationml.tags+xml"/>
  <Override PartName="/ppt/tags/tag1402.xml" ContentType="application/vnd.openxmlformats-officedocument.presentationml.tags+xml"/>
  <Override PartName="/ppt/tags/tag1403.xml" ContentType="application/vnd.openxmlformats-officedocument.presentationml.tags+xml"/>
  <Override PartName="/ppt/tags/tag1404.xml" ContentType="application/vnd.openxmlformats-officedocument.presentationml.tags+xml"/>
  <Override PartName="/ppt/tags/tag1405.xml" ContentType="application/vnd.openxmlformats-officedocument.presentationml.tags+xml"/>
  <Override PartName="/ppt/tags/tag1406.xml" ContentType="application/vnd.openxmlformats-officedocument.presentationml.tags+xml"/>
  <Override PartName="/ppt/tags/tag1407.xml" ContentType="application/vnd.openxmlformats-officedocument.presentationml.tags+xml"/>
  <Override PartName="/ppt/tags/tag1408.xml" ContentType="application/vnd.openxmlformats-officedocument.presentationml.tags+xml"/>
  <Override PartName="/ppt/tags/tag1409.xml" ContentType="application/vnd.openxmlformats-officedocument.presentationml.tags+xml"/>
  <Override PartName="/ppt/tags/tag1410.xml" ContentType="application/vnd.openxmlformats-officedocument.presentationml.tags+xml"/>
  <Override PartName="/ppt/tags/tag1411.xml" ContentType="application/vnd.openxmlformats-officedocument.presentationml.tags+xml"/>
  <Override PartName="/ppt/tags/tag1412.xml" ContentType="application/vnd.openxmlformats-officedocument.presentationml.tags+xml"/>
  <Override PartName="/ppt/tags/tag1413.xml" ContentType="application/vnd.openxmlformats-officedocument.presentationml.tags+xml"/>
  <Override PartName="/ppt/tags/tag1414.xml" ContentType="application/vnd.openxmlformats-officedocument.presentationml.tags+xml"/>
  <Override PartName="/ppt/tags/tag1415.xml" ContentType="application/vnd.openxmlformats-officedocument.presentationml.tags+xml"/>
  <Override PartName="/ppt/tags/tag1416.xml" ContentType="application/vnd.openxmlformats-officedocument.presentationml.tags+xml"/>
  <Override PartName="/ppt/tags/tag1417.xml" ContentType="application/vnd.openxmlformats-officedocument.presentationml.tags+xml"/>
  <Override PartName="/ppt/tags/tag1418.xml" ContentType="application/vnd.openxmlformats-officedocument.presentationml.tags+xml"/>
  <Override PartName="/ppt/tags/tag1419.xml" ContentType="application/vnd.openxmlformats-officedocument.presentationml.tags+xml"/>
  <Override PartName="/ppt/tags/tag1420.xml" ContentType="application/vnd.openxmlformats-officedocument.presentationml.tags+xml"/>
  <Override PartName="/ppt/tags/tag1421.xml" ContentType="application/vnd.openxmlformats-officedocument.presentationml.tags+xml"/>
  <Override PartName="/ppt/tags/tag1422.xml" ContentType="application/vnd.openxmlformats-officedocument.presentationml.tags+xml"/>
  <Override PartName="/ppt/tags/tag1423.xml" ContentType="application/vnd.openxmlformats-officedocument.presentationml.tags+xml"/>
  <Override PartName="/ppt/tags/tag1424.xml" ContentType="application/vnd.openxmlformats-officedocument.presentationml.tags+xml"/>
  <Override PartName="/ppt/tags/tag1425.xml" ContentType="application/vnd.openxmlformats-officedocument.presentationml.tags+xml"/>
  <Override PartName="/ppt/tags/tag1426.xml" ContentType="application/vnd.openxmlformats-officedocument.presentationml.tags+xml"/>
  <Override PartName="/ppt/tags/tag1427.xml" ContentType="application/vnd.openxmlformats-officedocument.presentationml.tags+xml"/>
  <Override PartName="/ppt/tags/tag1428.xml" ContentType="application/vnd.openxmlformats-officedocument.presentationml.tags+xml"/>
  <Override PartName="/ppt/tags/tag1429.xml" ContentType="application/vnd.openxmlformats-officedocument.presentationml.tags+xml"/>
  <Override PartName="/ppt/tags/tag1430.xml" ContentType="application/vnd.openxmlformats-officedocument.presentationml.tags+xml"/>
  <Override PartName="/ppt/tags/tag1431.xml" ContentType="application/vnd.openxmlformats-officedocument.presentationml.tags+xml"/>
  <Override PartName="/ppt/tags/tag1432.xml" ContentType="application/vnd.openxmlformats-officedocument.presentationml.tags+xml"/>
  <Override PartName="/ppt/tags/tag1433.xml" ContentType="application/vnd.openxmlformats-officedocument.presentationml.tags+xml"/>
  <Override PartName="/ppt/tags/tag1434.xml" ContentType="application/vnd.openxmlformats-officedocument.presentationml.tags+xml"/>
  <Override PartName="/ppt/tags/tag1435.xml" ContentType="application/vnd.openxmlformats-officedocument.presentationml.tags+xml"/>
  <Override PartName="/ppt/tags/tag1436.xml" ContentType="application/vnd.openxmlformats-officedocument.presentationml.tags+xml"/>
  <Override PartName="/ppt/tags/tag1437.xml" ContentType="application/vnd.openxmlformats-officedocument.presentationml.tags+xml"/>
  <Override PartName="/ppt/tags/tag1438.xml" ContentType="application/vnd.openxmlformats-officedocument.presentationml.tags+xml"/>
  <Override PartName="/ppt/tags/tag1439.xml" ContentType="application/vnd.openxmlformats-officedocument.presentationml.tags+xml"/>
  <Override PartName="/ppt/tags/tag1440.xml" ContentType="application/vnd.openxmlformats-officedocument.presentationml.tags+xml"/>
  <Override PartName="/ppt/tags/tag1441.xml" ContentType="application/vnd.openxmlformats-officedocument.presentationml.tags+xml"/>
  <Override PartName="/ppt/tags/tag1442.xml" ContentType="application/vnd.openxmlformats-officedocument.presentationml.tags+xml"/>
  <Override PartName="/ppt/tags/tag1443.xml" ContentType="application/vnd.openxmlformats-officedocument.presentationml.tags+xml"/>
  <Override PartName="/ppt/tags/tag1444.xml" ContentType="application/vnd.openxmlformats-officedocument.presentationml.tags+xml"/>
  <Override PartName="/ppt/tags/tag1445.xml" ContentType="application/vnd.openxmlformats-officedocument.presentationml.tags+xml"/>
  <Override PartName="/ppt/tags/tag1446.xml" ContentType="application/vnd.openxmlformats-officedocument.presentationml.tags+xml"/>
  <Override PartName="/ppt/tags/tag1447.xml" ContentType="application/vnd.openxmlformats-officedocument.presentationml.tags+xml"/>
  <Override PartName="/ppt/tags/tag1448.xml" ContentType="application/vnd.openxmlformats-officedocument.presentationml.tags+xml"/>
  <Override PartName="/ppt/tags/tag1449.xml" ContentType="application/vnd.openxmlformats-officedocument.presentationml.tags+xml"/>
  <Override PartName="/ppt/tags/tag1450.xml" ContentType="application/vnd.openxmlformats-officedocument.presentationml.tags+xml"/>
  <Override PartName="/ppt/tags/tag1451.xml" ContentType="application/vnd.openxmlformats-officedocument.presentationml.tags+xml"/>
  <Override PartName="/ppt/tags/tag1452.xml" ContentType="application/vnd.openxmlformats-officedocument.presentationml.tags+xml"/>
  <Override PartName="/ppt/tags/tag1453.xml" ContentType="application/vnd.openxmlformats-officedocument.presentationml.tags+xml"/>
  <Override PartName="/ppt/tags/tag1454.xml" ContentType="application/vnd.openxmlformats-officedocument.presentationml.tags+xml"/>
  <Override PartName="/ppt/tags/tag1455.xml" ContentType="application/vnd.openxmlformats-officedocument.presentationml.tags+xml"/>
  <Override PartName="/ppt/tags/tag1456.xml" ContentType="application/vnd.openxmlformats-officedocument.presentationml.tags+xml"/>
  <Override PartName="/ppt/tags/tag1457.xml" ContentType="application/vnd.openxmlformats-officedocument.presentationml.tags+xml"/>
  <Override PartName="/ppt/tags/tag1458.xml" ContentType="application/vnd.openxmlformats-officedocument.presentationml.tags+xml"/>
  <Override PartName="/ppt/tags/tag1459.xml" ContentType="application/vnd.openxmlformats-officedocument.presentationml.tags+xml"/>
  <Override PartName="/ppt/tags/tag1460.xml" ContentType="application/vnd.openxmlformats-officedocument.presentationml.tags+xml"/>
  <Override PartName="/ppt/tags/tag1461.xml" ContentType="application/vnd.openxmlformats-officedocument.presentationml.tags+xml"/>
  <Override PartName="/ppt/tags/tag1462.xml" ContentType="application/vnd.openxmlformats-officedocument.presentationml.tags+xml"/>
  <Override PartName="/ppt/tags/tag1463.xml" ContentType="application/vnd.openxmlformats-officedocument.presentationml.tags+xml"/>
  <Override PartName="/ppt/tags/tag1464.xml" ContentType="application/vnd.openxmlformats-officedocument.presentationml.tags+xml"/>
  <Override PartName="/ppt/tags/tag1465.xml" ContentType="application/vnd.openxmlformats-officedocument.presentationml.tags+xml"/>
  <Override PartName="/ppt/tags/tag1466.xml" ContentType="application/vnd.openxmlformats-officedocument.presentationml.tags+xml"/>
  <Override PartName="/ppt/tags/tag1467.xml" ContentType="application/vnd.openxmlformats-officedocument.presentationml.tags+xml"/>
  <Override PartName="/ppt/tags/tag1468.xml" ContentType="application/vnd.openxmlformats-officedocument.presentationml.tags+xml"/>
  <Override PartName="/ppt/tags/tag1469.xml" ContentType="application/vnd.openxmlformats-officedocument.presentationml.tags+xml"/>
  <Override PartName="/ppt/tags/tag1470.xml" ContentType="application/vnd.openxmlformats-officedocument.presentationml.tags+xml"/>
  <Override PartName="/ppt/tags/tag1471.xml" ContentType="application/vnd.openxmlformats-officedocument.presentationml.tags+xml"/>
  <Override PartName="/ppt/tags/tag1472.xml" ContentType="application/vnd.openxmlformats-officedocument.presentationml.tags+xml"/>
  <Override PartName="/ppt/tags/tag1473.xml" ContentType="application/vnd.openxmlformats-officedocument.presentationml.tags+xml"/>
  <Override PartName="/ppt/tags/tag1474.xml" ContentType="application/vnd.openxmlformats-officedocument.presentationml.tags+xml"/>
  <Override PartName="/ppt/tags/tag1475.xml" ContentType="application/vnd.openxmlformats-officedocument.presentationml.tags+xml"/>
  <Override PartName="/ppt/tags/tag1476.xml" ContentType="application/vnd.openxmlformats-officedocument.presentationml.tags+xml"/>
  <Override PartName="/ppt/tags/tag1477.xml" ContentType="application/vnd.openxmlformats-officedocument.presentationml.tags+xml"/>
  <Override PartName="/ppt/tags/tag1478.xml" ContentType="application/vnd.openxmlformats-officedocument.presentationml.tags+xml"/>
  <Override PartName="/ppt/tags/tag1479.xml" ContentType="application/vnd.openxmlformats-officedocument.presentationml.tags+xml"/>
  <Override PartName="/ppt/tags/tag1480.xml" ContentType="application/vnd.openxmlformats-officedocument.presentationml.tags+xml"/>
  <Override PartName="/ppt/tags/tag1481.xml" ContentType="application/vnd.openxmlformats-officedocument.presentationml.tags+xml"/>
  <Override PartName="/ppt/tags/tag1482.xml" ContentType="application/vnd.openxmlformats-officedocument.presentationml.tags+xml"/>
  <Override PartName="/ppt/tags/tag1483.xml" ContentType="application/vnd.openxmlformats-officedocument.presentationml.tags+xml"/>
  <Override PartName="/ppt/tags/tag1484.xml" ContentType="application/vnd.openxmlformats-officedocument.presentationml.tags+xml"/>
  <Override PartName="/ppt/tags/tag1485.xml" ContentType="application/vnd.openxmlformats-officedocument.presentationml.tags+xml"/>
  <Override PartName="/ppt/tags/tag1486.xml" ContentType="application/vnd.openxmlformats-officedocument.presentationml.tags+xml"/>
  <Override PartName="/ppt/tags/tag1487.xml" ContentType="application/vnd.openxmlformats-officedocument.presentationml.tags+xml"/>
  <Override PartName="/ppt/tags/tag1488.xml" ContentType="application/vnd.openxmlformats-officedocument.presentationml.tags+xml"/>
  <Override PartName="/ppt/tags/tag1489.xml" ContentType="application/vnd.openxmlformats-officedocument.presentationml.tags+xml"/>
  <Override PartName="/ppt/tags/tag1490.xml" ContentType="application/vnd.openxmlformats-officedocument.presentationml.tags+xml"/>
  <Override PartName="/ppt/tags/tag1491.xml" ContentType="application/vnd.openxmlformats-officedocument.presentationml.tags+xml"/>
  <Override PartName="/ppt/tags/tag1492.xml" ContentType="application/vnd.openxmlformats-officedocument.presentationml.tags+xml"/>
  <Override PartName="/ppt/tags/tag1493.xml" ContentType="application/vnd.openxmlformats-officedocument.presentationml.tags+xml"/>
  <Override PartName="/ppt/tags/tag1494.xml" ContentType="application/vnd.openxmlformats-officedocument.presentationml.tags+xml"/>
  <Override PartName="/ppt/tags/tag1495.xml" ContentType="application/vnd.openxmlformats-officedocument.presentationml.tags+xml"/>
  <Override PartName="/ppt/tags/tag1496.xml" ContentType="application/vnd.openxmlformats-officedocument.presentationml.tags+xml"/>
  <Override PartName="/ppt/tags/tag1497.xml" ContentType="application/vnd.openxmlformats-officedocument.presentationml.tags+xml"/>
  <Override PartName="/ppt/tags/tag1498.xml" ContentType="application/vnd.openxmlformats-officedocument.presentationml.tags+xml"/>
  <Override PartName="/ppt/tags/tag1499.xml" ContentType="application/vnd.openxmlformats-officedocument.presentationml.tags+xml"/>
  <Override PartName="/ppt/tags/tag1500.xml" ContentType="application/vnd.openxmlformats-officedocument.presentationml.tags+xml"/>
  <Override PartName="/ppt/tags/tag1501.xml" ContentType="application/vnd.openxmlformats-officedocument.presentationml.tags+xml"/>
  <Override PartName="/ppt/tags/tag1502.xml" ContentType="application/vnd.openxmlformats-officedocument.presentationml.tags+xml"/>
  <Override PartName="/ppt/tags/tag1503.xml" ContentType="application/vnd.openxmlformats-officedocument.presentationml.tags+xml"/>
  <Override PartName="/ppt/tags/tag1504.xml" ContentType="application/vnd.openxmlformats-officedocument.presentationml.tags+xml"/>
  <Override PartName="/ppt/tags/tag1505.xml" ContentType="application/vnd.openxmlformats-officedocument.presentationml.tags+xml"/>
  <Override PartName="/ppt/tags/tag1506.xml" ContentType="application/vnd.openxmlformats-officedocument.presentationml.tags+xml"/>
  <Override PartName="/ppt/tags/tag1507.xml" ContentType="application/vnd.openxmlformats-officedocument.presentationml.tags+xml"/>
  <Override PartName="/ppt/tags/tag1508.xml" ContentType="application/vnd.openxmlformats-officedocument.presentationml.tags+xml"/>
  <Override PartName="/ppt/tags/tag1509.xml" ContentType="application/vnd.openxmlformats-officedocument.presentationml.tags+xml"/>
  <Override PartName="/ppt/tags/tag1510.xml" ContentType="application/vnd.openxmlformats-officedocument.presentationml.tags+xml"/>
  <Override PartName="/ppt/tags/tag1511.xml" ContentType="application/vnd.openxmlformats-officedocument.presentationml.tags+xml"/>
  <Override PartName="/ppt/tags/tag1512.xml" ContentType="application/vnd.openxmlformats-officedocument.presentationml.tags+xml"/>
  <Override PartName="/ppt/tags/tag1513.xml" ContentType="application/vnd.openxmlformats-officedocument.presentationml.tags+xml"/>
  <Override PartName="/ppt/tags/tag1514.xml" ContentType="application/vnd.openxmlformats-officedocument.presentationml.tags+xml"/>
  <Override PartName="/ppt/tags/tag1515.xml" ContentType="application/vnd.openxmlformats-officedocument.presentationml.tags+xml"/>
  <Override PartName="/ppt/tags/tag1516.xml" ContentType="application/vnd.openxmlformats-officedocument.presentationml.tags+xml"/>
  <Override PartName="/ppt/tags/tag1517.xml" ContentType="application/vnd.openxmlformats-officedocument.presentationml.tags+xml"/>
  <Override PartName="/ppt/tags/tag1518.xml" ContentType="application/vnd.openxmlformats-officedocument.presentationml.tags+xml"/>
  <Override PartName="/ppt/tags/tag1519.xml" ContentType="application/vnd.openxmlformats-officedocument.presentationml.tags+xml"/>
  <Override PartName="/ppt/tags/tag1520.xml" ContentType="application/vnd.openxmlformats-officedocument.presentationml.tags+xml"/>
  <Override PartName="/ppt/tags/tag1521.xml" ContentType="application/vnd.openxmlformats-officedocument.presentationml.tags+xml"/>
  <Override PartName="/ppt/tags/tag1522.xml" ContentType="application/vnd.openxmlformats-officedocument.presentationml.tags+xml"/>
  <Override PartName="/ppt/tags/tag1523.xml" ContentType="application/vnd.openxmlformats-officedocument.presentationml.tags+xml"/>
  <Override PartName="/ppt/tags/tag1524.xml" ContentType="application/vnd.openxmlformats-officedocument.presentationml.tags+xml"/>
  <Override PartName="/ppt/tags/tag1525.xml" ContentType="application/vnd.openxmlformats-officedocument.presentationml.tags+xml"/>
  <Override PartName="/ppt/tags/tag1526.xml" ContentType="application/vnd.openxmlformats-officedocument.presentationml.tags+xml"/>
  <Override PartName="/ppt/tags/tag1527.xml" ContentType="application/vnd.openxmlformats-officedocument.presentationml.tags+xml"/>
  <Override PartName="/ppt/tags/tag1528.xml" ContentType="application/vnd.openxmlformats-officedocument.presentationml.tags+xml"/>
  <Override PartName="/ppt/tags/tag1529.xml" ContentType="application/vnd.openxmlformats-officedocument.presentationml.tags+xml"/>
  <Override PartName="/ppt/tags/tag1530.xml" ContentType="application/vnd.openxmlformats-officedocument.presentationml.tags+xml"/>
  <Override PartName="/ppt/tags/tag1531.xml" ContentType="application/vnd.openxmlformats-officedocument.presentationml.tags+xml"/>
  <Override PartName="/ppt/tags/tag1532.xml" ContentType="application/vnd.openxmlformats-officedocument.presentationml.tags+xml"/>
  <Override PartName="/ppt/tags/tag1533.xml" ContentType="application/vnd.openxmlformats-officedocument.presentationml.tags+xml"/>
  <Override PartName="/ppt/tags/tag1534.xml" ContentType="application/vnd.openxmlformats-officedocument.presentationml.tags+xml"/>
  <Override PartName="/ppt/tags/tag1535.xml" ContentType="application/vnd.openxmlformats-officedocument.presentationml.tags+xml"/>
  <Override PartName="/ppt/tags/tag1536.xml" ContentType="application/vnd.openxmlformats-officedocument.presentationml.tags+xml"/>
  <Override PartName="/ppt/tags/tag1537.xml" ContentType="application/vnd.openxmlformats-officedocument.presentationml.tags+xml"/>
  <Override PartName="/ppt/tags/tag1538.xml" ContentType="application/vnd.openxmlformats-officedocument.presentationml.tags+xml"/>
  <Override PartName="/ppt/tags/tag1539.xml" ContentType="application/vnd.openxmlformats-officedocument.presentationml.tags+xml"/>
  <Override PartName="/ppt/tags/tag1540.xml" ContentType="application/vnd.openxmlformats-officedocument.presentationml.tags+xml"/>
  <Override PartName="/ppt/tags/tag1541.xml" ContentType="application/vnd.openxmlformats-officedocument.presentationml.tags+xml"/>
  <Override PartName="/ppt/tags/tag1542.xml" ContentType="application/vnd.openxmlformats-officedocument.presentationml.tags+xml"/>
  <Override PartName="/ppt/tags/tag1543.xml" ContentType="application/vnd.openxmlformats-officedocument.presentationml.tags+xml"/>
  <Override PartName="/ppt/tags/tag1544.xml" ContentType="application/vnd.openxmlformats-officedocument.presentationml.tags+xml"/>
  <Override PartName="/ppt/tags/tag1545.xml" ContentType="application/vnd.openxmlformats-officedocument.presentationml.tags+xml"/>
  <Override PartName="/ppt/tags/tag1546.xml" ContentType="application/vnd.openxmlformats-officedocument.presentationml.tags+xml"/>
  <Override PartName="/ppt/tags/tag1547.xml" ContentType="application/vnd.openxmlformats-officedocument.presentationml.tags+xml"/>
  <Override PartName="/ppt/tags/tag1548.xml" ContentType="application/vnd.openxmlformats-officedocument.presentationml.tags+xml"/>
  <Override PartName="/ppt/tags/tag1549.xml" ContentType="application/vnd.openxmlformats-officedocument.presentationml.tags+xml"/>
  <Override PartName="/ppt/tags/tag1550.xml" ContentType="application/vnd.openxmlformats-officedocument.presentationml.tags+xml"/>
  <Override PartName="/ppt/tags/tag1551.xml" ContentType="application/vnd.openxmlformats-officedocument.presentationml.tags+xml"/>
  <Override PartName="/ppt/tags/tag1552.xml" ContentType="application/vnd.openxmlformats-officedocument.presentationml.tags+xml"/>
  <Override PartName="/ppt/tags/tag1553.xml" ContentType="application/vnd.openxmlformats-officedocument.presentationml.tags+xml"/>
  <Override PartName="/ppt/tags/tag1554.xml" ContentType="application/vnd.openxmlformats-officedocument.presentationml.tags+xml"/>
  <Override PartName="/ppt/tags/tag1555.xml" ContentType="application/vnd.openxmlformats-officedocument.presentationml.tags+xml"/>
  <Override PartName="/ppt/tags/tag1556.xml" ContentType="application/vnd.openxmlformats-officedocument.presentationml.tags+xml"/>
  <Override PartName="/ppt/tags/tag1557.xml" ContentType="application/vnd.openxmlformats-officedocument.presentationml.tags+xml"/>
  <Override PartName="/ppt/tags/tag1558.xml" ContentType="application/vnd.openxmlformats-officedocument.presentationml.tags+xml"/>
  <Override PartName="/ppt/tags/tag1559.xml" ContentType="application/vnd.openxmlformats-officedocument.presentationml.tags+xml"/>
  <Override PartName="/ppt/tags/tag1560.xml" ContentType="application/vnd.openxmlformats-officedocument.presentationml.tags+xml"/>
  <Override PartName="/ppt/tags/tag1561.xml" ContentType="application/vnd.openxmlformats-officedocument.presentationml.tags+xml"/>
  <Override PartName="/ppt/tags/tag1562.xml" ContentType="application/vnd.openxmlformats-officedocument.presentationml.tags+xml"/>
  <Override PartName="/ppt/tags/tag1563.xml" ContentType="application/vnd.openxmlformats-officedocument.presentationml.tags+xml"/>
  <Override PartName="/ppt/tags/tag1564.xml" ContentType="application/vnd.openxmlformats-officedocument.presentationml.tags+xml"/>
  <Override PartName="/ppt/tags/tag1565.xml" ContentType="application/vnd.openxmlformats-officedocument.presentationml.tags+xml"/>
  <Override PartName="/ppt/tags/tag1566.xml" ContentType="application/vnd.openxmlformats-officedocument.presentationml.tags+xml"/>
  <Override PartName="/ppt/tags/tag1567.xml" ContentType="application/vnd.openxmlformats-officedocument.presentationml.tags+xml"/>
  <Override PartName="/ppt/tags/tag1568.xml" ContentType="application/vnd.openxmlformats-officedocument.presentationml.tags+xml"/>
  <Override PartName="/ppt/tags/tag1569.xml" ContentType="application/vnd.openxmlformats-officedocument.presentationml.tags+xml"/>
  <Override PartName="/ppt/tags/tag1570.xml" ContentType="application/vnd.openxmlformats-officedocument.presentationml.tags+xml"/>
  <Override PartName="/ppt/tags/tag1571.xml" ContentType="application/vnd.openxmlformats-officedocument.presentationml.tags+xml"/>
  <Override PartName="/ppt/tags/tag1572.xml" ContentType="application/vnd.openxmlformats-officedocument.presentationml.tags+xml"/>
  <Override PartName="/ppt/tags/tag1573.xml" ContentType="application/vnd.openxmlformats-officedocument.presentationml.tags+xml"/>
  <Override PartName="/ppt/tags/tag1574.xml" ContentType="application/vnd.openxmlformats-officedocument.presentationml.tags+xml"/>
  <Override PartName="/ppt/tags/tag1575.xml" ContentType="application/vnd.openxmlformats-officedocument.presentationml.tags+xml"/>
  <Override PartName="/ppt/tags/tag1576.xml" ContentType="application/vnd.openxmlformats-officedocument.presentationml.tags+xml"/>
  <Override PartName="/ppt/tags/tag1577.xml" ContentType="application/vnd.openxmlformats-officedocument.presentationml.tags+xml"/>
  <Override PartName="/ppt/tags/tag1578.xml" ContentType="application/vnd.openxmlformats-officedocument.presentationml.tags+xml"/>
  <Override PartName="/ppt/tags/tag1579.xml" ContentType="application/vnd.openxmlformats-officedocument.presentationml.tags+xml"/>
  <Override PartName="/ppt/tags/tag1580.xml" ContentType="application/vnd.openxmlformats-officedocument.presentationml.tags+xml"/>
  <Override PartName="/ppt/tags/tag1581.xml" ContentType="application/vnd.openxmlformats-officedocument.presentationml.tags+xml"/>
  <Override PartName="/ppt/tags/tag1582.xml" ContentType="application/vnd.openxmlformats-officedocument.presentationml.tags+xml"/>
  <Override PartName="/ppt/tags/tag1583.xml" ContentType="application/vnd.openxmlformats-officedocument.presentationml.tags+xml"/>
  <Override PartName="/ppt/tags/tag1584.xml" ContentType="application/vnd.openxmlformats-officedocument.presentationml.tags+xml"/>
  <Override PartName="/ppt/tags/tag1585.xml" ContentType="application/vnd.openxmlformats-officedocument.presentationml.tags+xml"/>
  <Override PartName="/ppt/tags/tag1586.xml" ContentType="application/vnd.openxmlformats-officedocument.presentationml.tags+xml"/>
  <Override PartName="/ppt/tags/tag1587.xml" ContentType="application/vnd.openxmlformats-officedocument.presentationml.tags+xml"/>
  <Override PartName="/ppt/tags/tag1588.xml" ContentType="application/vnd.openxmlformats-officedocument.presentationml.tags+xml"/>
  <Override PartName="/ppt/tags/tag1589.xml" ContentType="application/vnd.openxmlformats-officedocument.presentationml.tags+xml"/>
  <Override PartName="/ppt/tags/tag1590.xml" ContentType="application/vnd.openxmlformats-officedocument.presentationml.tags+xml"/>
  <Override PartName="/ppt/tags/tag1591.xml" ContentType="application/vnd.openxmlformats-officedocument.presentationml.tags+xml"/>
  <Override PartName="/ppt/tags/tag1592.xml" ContentType="application/vnd.openxmlformats-officedocument.presentationml.tags+xml"/>
  <Override PartName="/ppt/tags/tag1593.xml" ContentType="application/vnd.openxmlformats-officedocument.presentationml.tags+xml"/>
  <Override PartName="/ppt/tags/tag1594.xml" ContentType="application/vnd.openxmlformats-officedocument.presentationml.tags+xml"/>
  <Override PartName="/ppt/tags/tag1595.xml" ContentType="application/vnd.openxmlformats-officedocument.presentationml.tags+xml"/>
  <Override PartName="/ppt/tags/tag1596.xml" ContentType="application/vnd.openxmlformats-officedocument.presentationml.tags+xml"/>
  <Override PartName="/ppt/tags/tag1597.xml" ContentType="application/vnd.openxmlformats-officedocument.presentationml.tags+xml"/>
  <Override PartName="/ppt/tags/tag1598.xml" ContentType="application/vnd.openxmlformats-officedocument.presentationml.tags+xml"/>
  <Override PartName="/ppt/tags/tag1599.xml" ContentType="application/vnd.openxmlformats-officedocument.presentationml.tags+xml"/>
  <Override PartName="/ppt/tags/tag1600.xml" ContentType="application/vnd.openxmlformats-officedocument.presentationml.tags+xml"/>
  <Override PartName="/ppt/tags/tag1601.xml" ContentType="application/vnd.openxmlformats-officedocument.presentationml.tags+xml"/>
  <Override PartName="/ppt/tags/tag1602.xml" ContentType="application/vnd.openxmlformats-officedocument.presentationml.tags+xml"/>
  <Override PartName="/ppt/tags/tag1603.xml" ContentType="application/vnd.openxmlformats-officedocument.presentationml.tags+xml"/>
  <Override PartName="/ppt/tags/tag1604.xml" ContentType="application/vnd.openxmlformats-officedocument.presentationml.tags+xml"/>
  <Override PartName="/ppt/tags/tag1605.xml" ContentType="application/vnd.openxmlformats-officedocument.presentationml.tags+xml"/>
  <Override PartName="/ppt/tags/tag1606.xml" ContentType="application/vnd.openxmlformats-officedocument.presentationml.tags+xml"/>
  <Override PartName="/ppt/tags/tag1607.xml" ContentType="application/vnd.openxmlformats-officedocument.presentationml.tags+xml"/>
  <Override PartName="/ppt/tags/tag1608.xml" ContentType="application/vnd.openxmlformats-officedocument.presentationml.tags+xml"/>
  <Override PartName="/ppt/tags/tag1609.xml" ContentType="application/vnd.openxmlformats-officedocument.presentationml.tags+xml"/>
  <Override PartName="/ppt/tags/tag1610.xml" ContentType="application/vnd.openxmlformats-officedocument.presentationml.tags+xml"/>
  <Override PartName="/ppt/tags/tag1611.xml" ContentType="application/vnd.openxmlformats-officedocument.presentationml.tags+xml"/>
  <Override PartName="/ppt/tags/tag1612.xml" ContentType="application/vnd.openxmlformats-officedocument.presentationml.tags+xml"/>
  <Override PartName="/ppt/tags/tag1613.xml" ContentType="application/vnd.openxmlformats-officedocument.presentationml.tags+xml"/>
  <Override PartName="/ppt/tags/tag1614.xml" ContentType="application/vnd.openxmlformats-officedocument.presentationml.tags+xml"/>
  <Override PartName="/ppt/tags/tag1615.xml" ContentType="application/vnd.openxmlformats-officedocument.presentationml.tags+xml"/>
  <Override PartName="/ppt/tags/tag1616.xml" ContentType="application/vnd.openxmlformats-officedocument.presentationml.tags+xml"/>
  <Override PartName="/ppt/tags/tag1617.xml" ContentType="application/vnd.openxmlformats-officedocument.presentationml.tags+xml"/>
  <Override PartName="/ppt/tags/tag1618.xml" ContentType="application/vnd.openxmlformats-officedocument.presentationml.tags+xml"/>
  <Override PartName="/ppt/tags/tag1619.xml" ContentType="application/vnd.openxmlformats-officedocument.presentationml.tags+xml"/>
  <Override PartName="/ppt/tags/tag1620.xml" ContentType="application/vnd.openxmlformats-officedocument.presentationml.tags+xml"/>
  <Override PartName="/ppt/tags/tag1621.xml" ContentType="application/vnd.openxmlformats-officedocument.presentationml.tags+xml"/>
  <Override PartName="/ppt/tags/tag1622.xml" ContentType="application/vnd.openxmlformats-officedocument.presentationml.tags+xml"/>
  <Override PartName="/ppt/tags/tag1623.xml" ContentType="application/vnd.openxmlformats-officedocument.presentationml.tags+xml"/>
  <Override PartName="/ppt/tags/tag1624.xml" ContentType="application/vnd.openxmlformats-officedocument.presentationml.tags+xml"/>
  <Override PartName="/ppt/tags/tag1625.xml" ContentType="application/vnd.openxmlformats-officedocument.presentationml.tags+xml"/>
  <Override PartName="/ppt/tags/tag1626.xml" ContentType="application/vnd.openxmlformats-officedocument.presentationml.tags+xml"/>
  <Override PartName="/ppt/tags/tag1627.xml" ContentType="application/vnd.openxmlformats-officedocument.presentationml.tags+xml"/>
  <Override PartName="/ppt/tags/tag1628.xml" ContentType="application/vnd.openxmlformats-officedocument.presentationml.tags+xml"/>
  <Override PartName="/ppt/tags/tag1629.xml" ContentType="application/vnd.openxmlformats-officedocument.presentationml.tags+xml"/>
  <Override PartName="/ppt/tags/tag1630.xml" ContentType="application/vnd.openxmlformats-officedocument.presentationml.tags+xml"/>
  <Override PartName="/ppt/tags/tag1631.xml" ContentType="application/vnd.openxmlformats-officedocument.presentationml.tags+xml"/>
  <Override PartName="/ppt/tags/tag1632.xml" ContentType="application/vnd.openxmlformats-officedocument.presentationml.tags+xml"/>
  <Override PartName="/ppt/tags/tag1633.xml" ContentType="application/vnd.openxmlformats-officedocument.presentationml.tags+xml"/>
  <Override PartName="/ppt/tags/tag1634.xml" ContentType="application/vnd.openxmlformats-officedocument.presentationml.tags+xml"/>
  <Override PartName="/ppt/tags/tag1635.xml" ContentType="application/vnd.openxmlformats-officedocument.presentationml.tags+xml"/>
  <Override PartName="/ppt/tags/tag1636.xml" ContentType="application/vnd.openxmlformats-officedocument.presentationml.tags+xml"/>
  <Override PartName="/ppt/tags/tag1637.xml" ContentType="application/vnd.openxmlformats-officedocument.presentationml.tags+xml"/>
  <Override PartName="/ppt/tags/tag1638.xml" ContentType="application/vnd.openxmlformats-officedocument.presentationml.tags+xml"/>
  <Override PartName="/ppt/tags/tag1639.xml" ContentType="application/vnd.openxmlformats-officedocument.presentationml.tags+xml"/>
  <Override PartName="/ppt/tags/tag1640.xml" ContentType="application/vnd.openxmlformats-officedocument.presentationml.tags+xml"/>
  <Override PartName="/ppt/tags/tag1641.xml" ContentType="application/vnd.openxmlformats-officedocument.presentationml.tags+xml"/>
  <Override PartName="/ppt/tags/tag1642.xml" ContentType="application/vnd.openxmlformats-officedocument.presentationml.tags+xml"/>
  <Override PartName="/ppt/tags/tag1643.xml" ContentType="application/vnd.openxmlformats-officedocument.presentationml.tags+xml"/>
  <Override PartName="/ppt/tags/tag1644.xml" ContentType="application/vnd.openxmlformats-officedocument.presentationml.tags+xml"/>
  <Override PartName="/ppt/tags/tag1645.xml" ContentType="application/vnd.openxmlformats-officedocument.presentationml.tags+xml"/>
  <Override PartName="/ppt/tags/tag1646.xml" ContentType="application/vnd.openxmlformats-officedocument.presentationml.tags+xml"/>
  <Override PartName="/ppt/tags/tag1647.xml" ContentType="application/vnd.openxmlformats-officedocument.presentationml.tags+xml"/>
  <Override PartName="/ppt/tags/tag1648.xml" ContentType="application/vnd.openxmlformats-officedocument.presentationml.tags+xml"/>
  <Override PartName="/ppt/tags/tag1649.xml" ContentType="application/vnd.openxmlformats-officedocument.presentationml.tags+xml"/>
  <Override PartName="/ppt/tags/tag1650.xml" ContentType="application/vnd.openxmlformats-officedocument.presentationml.tags+xml"/>
  <Override PartName="/ppt/tags/tag1651.xml" ContentType="application/vnd.openxmlformats-officedocument.presentationml.tags+xml"/>
  <Override PartName="/ppt/tags/tag1652.xml" ContentType="application/vnd.openxmlformats-officedocument.presentationml.tags+xml"/>
  <Override PartName="/ppt/tags/tag1653.xml" ContentType="application/vnd.openxmlformats-officedocument.presentationml.tags+xml"/>
  <Override PartName="/ppt/tags/tag1654.xml" ContentType="application/vnd.openxmlformats-officedocument.presentationml.tags+xml"/>
  <Override PartName="/ppt/tags/tag1655.xml" ContentType="application/vnd.openxmlformats-officedocument.presentationml.tags+xml"/>
  <Override PartName="/ppt/tags/tag1656.xml" ContentType="application/vnd.openxmlformats-officedocument.presentationml.tags+xml"/>
  <Override PartName="/ppt/tags/tag1657.xml" ContentType="application/vnd.openxmlformats-officedocument.presentationml.tags+xml"/>
  <Override PartName="/ppt/tags/tag1658.xml" ContentType="application/vnd.openxmlformats-officedocument.presentationml.tags+xml"/>
  <Override PartName="/ppt/tags/tag1659.xml" ContentType="application/vnd.openxmlformats-officedocument.presentationml.tags+xml"/>
  <Override PartName="/ppt/tags/tag1660.xml" ContentType="application/vnd.openxmlformats-officedocument.presentationml.tags+xml"/>
  <Override PartName="/ppt/tags/tag1661.xml" ContentType="application/vnd.openxmlformats-officedocument.presentationml.tags+xml"/>
  <Override PartName="/ppt/tags/tag1662.xml" ContentType="application/vnd.openxmlformats-officedocument.presentationml.tags+xml"/>
  <Override PartName="/ppt/tags/tag1663.xml" ContentType="application/vnd.openxmlformats-officedocument.presentationml.tags+xml"/>
  <Override PartName="/ppt/tags/tag1664.xml" ContentType="application/vnd.openxmlformats-officedocument.presentationml.tags+xml"/>
  <Override PartName="/ppt/tags/tag1665.xml" ContentType="application/vnd.openxmlformats-officedocument.presentationml.tags+xml"/>
  <Override PartName="/ppt/tags/tag1666.xml" ContentType="application/vnd.openxmlformats-officedocument.presentationml.tags+xml"/>
  <Override PartName="/ppt/tags/tag1667.xml" ContentType="application/vnd.openxmlformats-officedocument.presentationml.tags+xml"/>
  <Override PartName="/ppt/tags/tag1668.xml" ContentType="application/vnd.openxmlformats-officedocument.presentationml.tags+xml"/>
  <Override PartName="/ppt/tags/tag1669.xml" ContentType="application/vnd.openxmlformats-officedocument.presentationml.tags+xml"/>
  <Override PartName="/ppt/tags/tag1670.xml" ContentType="application/vnd.openxmlformats-officedocument.presentationml.tags+xml"/>
  <Override PartName="/ppt/tags/tag1671.xml" ContentType="application/vnd.openxmlformats-officedocument.presentationml.tags+xml"/>
  <Override PartName="/ppt/tags/tag1672.xml" ContentType="application/vnd.openxmlformats-officedocument.presentationml.tags+xml"/>
  <Override PartName="/ppt/tags/tag1673.xml" ContentType="application/vnd.openxmlformats-officedocument.presentationml.tags+xml"/>
  <Override PartName="/ppt/tags/tag1674.xml" ContentType="application/vnd.openxmlformats-officedocument.presentationml.tags+xml"/>
  <Override PartName="/ppt/tags/tag1675.xml" ContentType="application/vnd.openxmlformats-officedocument.presentationml.tags+xml"/>
  <Override PartName="/ppt/tags/tag1676.xml" ContentType="application/vnd.openxmlformats-officedocument.presentationml.tags+xml"/>
  <Override PartName="/ppt/tags/tag1677.xml" ContentType="application/vnd.openxmlformats-officedocument.presentationml.tags+xml"/>
  <Override PartName="/ppt/tags/tag1678.xml" ContentType="application/vnd.openxmlformats-officedocument.presentationml.tags+xml"/>
  <Override PartName="/ppt/tags/tag1679.xml" ContentType="application/vnd.openxmlformats-officedocument.presentationml.tags+xml"/>
  <Override PartName="/ppt/tags/tag1680.xml" ContentType="application/vnd.openxmlformats-officedocument.presentationml.tags+xml"/>
  <Override PartName="/ppt/tags/tag1681.xml" ContentType="application/vnd.openxmlformats-officedocument.presentationml.tags+xml"/>
  <Override PartName="/ppt/tags/tag1682.xml" ContentType="application/vnd.openxmlformats-officedocument.presentationml.tags+xml"/>
  <Override PartName="/ppt/tags/tag1683.xml" ContentType="application/vnd.openxmlformats-officedocument.presentationml.tags+xml"/>
  <Override PartName="/ppt/tags/tag1684.xml" ContentType="application/vnd.openxmlformats-officedocument.presentationml.tags+xml"/>
  <Override PartName="/ppt/tags/tag1685.xml" ContentType="application/vnd.openxmlformats-officedocument.presentationml.tags+xml"/>
  <Override PartName="/ppt/tags/tag1686.xml" ContentType="application/vnd.openxmlformats-officedocument.presentationml.tags+xml"/>
  <Override PartName="/ppt/tags/tag1687.xml" ContentType="application/vnd.openxmlformats-officedocument.presentationml.tags+xml"/>
  <Override PartName="/ppt/tags/tag1688.xml" ContentType="application/vnd.openxmlformats-officedocument.presentationml.tags+xml"/>
  <Override PartName="/ppt/tags/tag1689.xml" ContentType="application/vnd.openxmlformats-officedocument.presentationml.tags+xml"/>
  <Override PartName="/ppt/tags/tag1690.xml" ContentType="application/vnd.openxmlformats-officedocument.presentationml.tags+xml"/>
  <Override PartName="/ppt/tags/tag1691.xml" ContentType="application/vnd.openxmlformats-officedocument.presentationml.tags+xml"/>
  <Override PartName="/ppt/tags/tag1692.xml" ContentType="application/vnd.openxmlformats-officedocument.presentationml.tags+xml"/>
  <Override PartName="/ppt/tags/tag1693.xml" ContentType="application/vnd.openxmlformats-officedocument.presentationml.tags+xml"/>
  <Override PartName="/ppt/tags/tag1694.xml" ContentType="application/vnd.openxmlformats-officedocument.presentationml.tags+xml"/>
  <Override PartName="/ppt/tags/tag1695.xml" ContentType="application/vnd.openxmlformats-officedocument.presentationml.tags+xml"/>
  <Override PartName="/ppt/tags/tag1696.xml" ContentType="application/vnd.openxmlformats-officedocument.presentationml.tags+xml"/>
  <Override PartName="/ppt/tags/tag1697.xml" ContentType="application/vnd.openxmlformats-officedocument.presentationml.tags+xml"/>
  <Override PartName="/ppt/tags/tag1698.xml" ContentType="application/vnd.openxmlformats-officedocument.presentationml.tags+xml"/>
  <Override PartName="/ppt/tags/tag1699.xml" ContentType="application/vnd.openxmlformats-officedocument.presentationml.tags+xml"/>
  <Override PartName="/ppt/tags/tag1700.xml" ContentType="application/vnd.openxmlformats-officedocument.presentationml.tags+xml"/>
  <Override PartName="/ppt/tags/tag1701.xml" ContentType="application/vnd.openxmlformats-officedocument.presentationml.tags+xml"/>
  <Override PartName="/ppt/tags/tag1702.xml" ContentType="application/vnd.openxmlformats-officedocument.presentationml.tags+xml"/>
  <Override PartName="/ppt/tags/tag1703.xml" ContentType="application/vnd.openxmlformats-officedocument.presentationml.tags+xml"/>
  <Override PartName="/ppt/tags/tag1704.xml" ContentType="application/vnd.openxmlformats-officedocument.presentationml.tags+xml"/>
  <Override PartName="/ppt/tags/tag1705.xml" ContentType="application/vnd.openxmlformats-officedocument.presentationml.tags+xml"/>
  <Override PartName="/ppt/tags/tag1706.xml" ContentType="application/vnd.openxmlformats-officedocument.presentationml.tags+xml"/>
  <Override PartName="/ppt/tags/tag1707.xml" ContentType="application/vnd.openxmlformats-officedocument.presentationml.tags+xml"/>
  <Override PartName="/ppt/tags/tag1708.xml" ContentType="application/vnd.openxmlformats-officedocument.presentationml.tags+xml"/>
  <Override PartName="/ppt/tags/tag1709.xml" ContentType="application/vnd.openxmlformats-officedocument.presentationml.tags+xml"/>
  <Override PartName="/ppt/tags/tag1710.xml" ContentType="application/vnd.openxmlformats-officedocument.presentationml.tags+xml"/>
  <Override PartName="/ppt/tags/tag1711.xml" ContentType="application/vnd.openxmlformats-officedocument.presentationml.tags+xml"/>
  <Override PartName="/ppt/tags/tag1712.xml" ContentType="application/vnd.openxmlformats-officedocument.presentationml.tags+xml"/>
  <Override PartName="/ppt/tags/tag1713.xml" ContentType="application/vnd.openxmlformats-officedocument.presentationml.tags+xml"/>
  <Override PartName="/ppt/tags/tag1714.xml" ContentType="application/vnd.openxmlformats-officedocument.presentationml.tags+xml"/>
  <Override PartName="/ppt/tags/tag1715.xml" ContentType="application/vnd.openxmlformats-officedocument.presentationml.tags+xml"/>
  <Override PartName="/ppt/tags/tag1716.xml" ContentType="application/vnd.openxmlformats-officedocument.presentationml.tags+xml"/>
  <Override PartName="/ppt/tags/tag1717.xml" ContentType="application/vnd.openxmlformats-officedocument.presentationml.tags+xml"/>
  <Override PartName="/ppt/tags/tag1718.xml" ContentType="application/vnd.openxmlformats-officedocument.presentationml.tags+xml"/>
  <Override PartName="/ppt/tags/tag1719.xml" ContentType="application/vnd.openxmlformats-officedocument.presentationml.tags+xml"/>
  <Override PartName="/ppt/tags/tag1720.xml" ContentType="application/vnd.openxmlformats-officedocument.presentationml.tags+xml"/>
  <Override PartName="/ppt/tags/tag1721.xml" ContentType="application/vnd.openxmlformats-officedocument.presentationml.tags+xml"/>
  <Override PartName="/ppt/tags/tag1722.xml" ContentType="application/vnd.openxmlformats-officedocument.presentationml.tags+xml"/>
  <Override PartName="/ppt/tags/tag1723.xml" ContentType="application/vnd.openxmlformats-officedocument.presentationml.tags+xml"/>
  <Override PartName="/ppt/tags/tag1724.xml" ContentType="application/vnd.openxmlformats-officedocument.presentationml.tags+xml"/>
  <Override PartName="/ppt/tags/tag1725.xml" ContentType="application/vnd.openxmlformats-officedocument.presentationml.tags+xml"/>
  <Override PartName="/ppt/tags/tag1726.xml" ContentType="application/vnd.openxmlformats-officedocument.presentationml.tags+xml"/>
  <Override PartName="/ppt/tags/tag1727.xml" ContentType="application/vnd.openxmlformats-officedocument.presentationml.tags+xml"/>
  <Override PartName="/ppt/tags/tag1728.xml" ContentType="application/vnd.openxmlformats-officedocument.presentationml.tags+xml"/>
  <Override PartName="/ppt/tags/tag1729.xml" ContentType="application/vnd.openxmlformats-officedocument.presentationml.tags+xml"/>
  <Override PartName="/ppt/tags/tag1730.xml" ContentType="application/vnd.openxmlformats-officedocument.presentationml.tags+xml"/>
  <Override PartName="/ppt/tags/tag1731.xml" ContentType="application/vnd.openxmlformats-officedocument.presentationml.tags+xml"/>
  <Override PartName="/ppt/tags/tag1732.xml" ContentType="application/vnd.openxmlformats-officedocument.presentationml.tags+xml"/>
  <Override PartName="/ppt/tags/tag1733.xml" ContentType="application/vnd.openxmlformats-officedocument.presentationml.tags+xml"/>
  <Override PartName="/ppt/tags/tag1734.xml" ContentType="application/vnd.openxmlformats-officedocument.presentationml.tags+xml"/>
  <Override PartName="/ppt/tags/tag1735.xml" ContentType="application/vnd.openxmlformats-officedocument.presentationml.tags+xml"/>
  <Override PartName="/ppt/tags/tag1736.xml" ContentType="application/vnd.openxmlformats-officedocument.presentationml.tags+xml"/>
  <Override PartName="/ppt/tags/tag1737.xml" ContentType="application/vnd.openxmlformats-officedocument.presentationml.tags+xml"/>
  <Override PartName="/ppt/tags/tag1738.xml" ContentType="application/vnd.openxmlformats-officedocument.presentationml.tags+xml"/>
  <Override PartName="/ppt/tags/tag1739.xml" ContentType="application/vnd.openxmlformats-officedocument.presentationml.tags+xml"/>
  <Override PartName="/ppt/tags/tag1740.xml" ContentType="application/vnd.openxmlformats-officedocument.presentationml.tags+xml"/>
  <Override PartName="/ppt/tags/tag1741.xml" ContentType="application/vnd.openxmlformats-officedocument.presentationml.tags+xml"/>
  <Override PartName="/ppt/tags/tag1742.xml" ContentType="application/vnd.openxmlformats-officedocument.presentationml.tags+xml"/>
  <Override PartName="/ppt/tags/tag1743.xml" ContentType="application/vnd.openxmlformats-officedocument.presentationml.tags+xml"/>
  <Override PartName="/ppt/tags/tag1744.xml" ContentType="application/vnd.openxmlformats-officedocument.presentationml.tags+xml"/>
  <Override PartName="/ppt/tags/tag1745.xml" ContentType="application/vnd.openxmlformats-officedocument.presentationml.tags+xml"/>
  <Override PartName="/ppt/tags/tag1746.xml" ContentType="application/vnd.openxmlformats-officedocument.presentationml.tags+xml"/>
  <Override PartName="/ppt/tags/tag1747.xml" ContentType="application/vnd.openxmlformats-officedocument.presentationml.tags+xml"/>
  <Override PartName="/ppt/tags/tag1748.xml" ContentType="application/vnd.openxmlformats-officedocument.presentationml.tags+xml"/>
  <Override PartName="/ppt/tags/tag1749.xml" ContentType="application/vnd.openxmlformats-officedocument.presentationml.tags+xml"/>
  <Override PartName="/ppt/tags/tag1750.xml" ContentType="application/vnd.openxmlformats-officedocument.presentationml.tags+xml"/>
  <Override PartName="/ppt/tags/tag1751.xml" ContentType="application/vnd.openxmlformats-officedocument.presentationml.tags+xml"/>
  <Override PartName="/ppt/tags/tag1752.xml" ContentType="application/vnd.openxmlformats-officedocument.presentationml.tags+xml"/>
  <Override PartName="/ppt/tags/tag1753.xml" ContentType="application/vnd.openxmlformats-officedocument.presentationml.tags+xml"/>
  <Override PartName="/ppt/tags/tag1754.xml" ContentType="application/vnd.openxmlformats-officedocument.presentationml.tags+xml"/>
  <Override PartName="/ppt/tags/tag1755.xml" ContentType="application/vnd.openxmlformats-officedocument.presentationml.tags+xml"/>
  <Override PartName="/ppt/tags/tag1756.xml" ContentType="application/vnd.openxmlformats-officedocument.presentationml.tags+xml"/>
  <Override PartName="/ppt/tags/tag1757.xml" ContentType="application/vnd.openxmlformats-officedocument.presentationml.tags+xml"/>
  <Override PartName="/ppt/tags/tag1758.xml" ContentType="application/vnd.openxmlformats-officedocument.presentationml.tags+xml"/>
  <Override PartName="/ppt/tags/tag1759.xml" ContentType="application/vnd.openxmlformats-officedocument.presentationml.tags+xml"/>
  <Override PartName="/ppt/tags/tag1760.xml" ContentType="application/vnd.openxmlformats-officedocument.presentationml.tags+xml"/>
  <Override PartName="/ppt/tags/tag1761.xml" ContentType="application/vnd.openxmlformats-officedocument.presentationml.tags+xml"/>
  <Override PartName="/ppt/tags/tag1762.xml" ContentType="application/vnd.openxmlformats-officedocument.presentationml.tags+xml"/>
  <Override PartName="/ppt/tags/tag1763.xml" ContentType="application/vnd.openxmlformats-officedocument.presentationml.tags+xml"/>
  <Override PartName="/ppt/tags/tag1764.xml" ContentType="application/vnd.openxmlformats-officedocument.presentationml.tags+xml"/>
  <Override PartName="/ppt/tags/tag1765.xml" ContentType="application/vnd.openxmlformats-officedocument.presentationml.tags+xml"/>
  <Override PartName="/ppt/tags/tag1766.xml" ContentType="application/vnd.openxmlformats-officedocument.presentationml.tags+xml"/>
  <Override PartName="/ppt/tags/tag1767.xml" ContentType="application/vnd.openxmlformats-officedocument.presentationml.tags+xml"/>
  <Override PartName="/ppt/tags/tag1768.xml" ContentType="application/vnd.openxmlformats-officedocument.presentationml.tags+xml"/>
  <Override PartName="/ppt/tags/tag1769.xml" ContentType="application/vnd.openxmlformats-officedocument.presentationml.tags+xml"/>
  <Override PartName="/ppt/tags/tag1770.xml" ContentType="application/vnd.openxmlformats-officedocument.presentationml.tags+xml"/>
  <Override PartName="/ppt/tags/tag1771.xml" ContentType="application/vnd.openxmlformats-officedocument.presentationml.tags+xml"/>
  <Override PartName="/ppt/tags/tag1772.xml" ContentType="application/vnd.openxmlformats-officedocument.presentationml.tags+xml"/>
  <Override PartName="/ppt/tags/tag1773.xml" ContentType="application/vnd.openxmlformats-officedocument.presentationml.tags+xml"/>
  <Override PartName="/ppt/tags/tag1774.xml" ContentType="application/vnd.openxmlformats-officedocument.presentationml.tags+xml"/>
  <Override PartName="/ppt/tags/tag1775.xml" ContentType="application/vnd.openxmlformats-officedocument.presentationml.tags+xml"/>
  <Override PartName="/ppt/tags/tag1776.xml" ContentType="application/vnd.openxmlformats-officedocument.presentationml.tags+xml"/>
  <Override PartName="/ppt/tags/tag1777.xml" ContentType="application/vnd.openxmlformats-officedocument.presentationml.tags+xml"/>
  <Override PartName="/ppt/tags/tag1778.xml" ContentType="application/vnd.openxmlformats-officedocument.presentationml.tags+xml"/>
  <Override PartName="/ppt/tags/tag1779.xml" ContentType="application/vnd.openxmlformats-officedocument.presentationml.tags+xml"/>
  <Override PartName="/ppt/tags/tag1780.xml" ContentType="application/vnd.openxmlformats-officedocument.presentationml.tags+xml"/>
  <Override PartName="/ppt/tags/tag1781.xml" ContentType="application/vnd.openxmlformats-officedocument.presentationml.tags+xml"/>
  <Override PartName="/ppt/tags/tag1782.xml" ContentType="application/vnd.openxmlformats-officedocument.presentationml.tags+xml"/>
  <Override PartName="/ppt/tags/tag1783.xml" ContentType="application/vnd.openxmlformats-officedocument.presentationml.tags+xml"/>
  <Override PartName="/ppt/tags/tag1784.xml" ContentType="application/vnd.openxmlformats-officedocument.presentationml.tags+xml"/>
  <Override PartName="/ppt/tags/tag1785.xml" ContentType="application/vnd.openxmlformats-officedocument.presentationml.tags+xml"/>
  <Override PartName="/ppt/tags/tag1786.xml" ContentType="application/vnd.openxmlformats-officedocument.presentationml.tags+xml"/>
  <Override PartName="/ppt/tags/tag1787.xml" ContentType="application/vnd.openxmlformats-officedocument.presentationml.tags+xml"/>
  <Override PartName="/ppt/tags/tag1788.xml" ContentType="application/vnd.openxmlformats-officedocument.presentationml.tags+xml"/>
  <Override PartName="/ppt/tags/tag1789.xml" ContentType="application/vnd.openxmlformats-officedocument.presentationml.tags+xml"/>
  <Override PartName="/ppt/tags/tag1790.xml" ContentType="application/vnd.openxmlformats-officedocument.presentationml.tags+xml"/>
  <Override PartName="/ppt/tags/tag1791.xml" ContentType="application/vnd.openxmlformats-officedocument.presentationml.tags+xml"/>
  <Override PartName="/ppt/tags/tag1792.xml" ContentType="application/vnd.openxmlformats-officedocument.presentationml.tags+xml"/>
  <Override PartName="/ppt/tags/tag1793.xml" ContentType="application/vnd.openxmlformats-officedocument.presentationml.tags+xml"/>
  <Override PartName="/ppt/tags/tag1794.xml" ContentType="application/vnd.openxmlformats-officedocument.presentationml.tags+xml"/>
  <Override PartName="/ppt/tags/tag1795.xml" ContentType="application/vnd.openxmlformats-officedocument.presentationml.tags+xml"/>
  <Override PartName="/ppt/tags/tag1796.xml" ContentType="application/vnd.openxmlformats-officedocument.presentationml.tags+xml"/>
  <Override PartName="/ppt/tags/tag1797.xml" ContentType="application/vnd.openxmlformats-officedocument.presentationml.tags+xml"/>
  <Override PartName="/ppt/tags/tag1798.xml" ContentType="application/vnd.openxmlformats-officedocument.presentationml.tags+xml"/>
  <Override PartName="/ppt/tags/tag1799.xml" ContentType="application/vnd.openxmlformats-officedocument.presentationml.tags+xml"/>
  <Override PartName="/ppt/tags/tag1800.xml" ContentType="application/vnd.openxmlformats-officedocument.presentationml.tags+xml"/>
  <Override PartName="/ppt/tags/tag1801.xml" ContentType="application/vnd.openxmlformats-officedocument.presentationml.tags+xml"/>
  <Override PartName="/ppt/tags/tag1802.xml" ContentType="application/vnd.openxmlformats-officedocument.presentationml.tags+xml"/>
  <Override PartName="/ppt/tags/tag1803.xml" ContentType="application/vnd.openxmlformats-officedocument.presentationml.tags+xml"/>
  <Override PartName="/ppt/tags/tag1804.xml" ContentType="application/vnd.openxmlformats-officedocument.presentationml.tags+xml"/>
  <Override PartName="/ppt/tags/tag1805.xml" ContentType="application/vnd.openxmlformats-officedocument.presentationml.tags+xml"/>
  <Override PartName="/ppt/tags/tag1806.xml" ContentType="application/vnd.openxmlformats-officedocument.presentationml.tags+xml"/>
  <Override PartName="/ppt/tags/tag1807.xml" ContentType="application/vnd.openxmlformats-officedocument.presentationml.tags+xml"/>
  <Override PartName="/ppt/tags/tag1808.xml" ContentType="application/vnd.openxmlformats-officedocument.presentationml.tags+xml"/>
  <Override PartName="/ppt/tags/tag1809.xml" ContentType="application/vnd.openxmlformats-officedocument.presentationml.tags+xml"/>
  <Override PartName="/ppt/tags/tag1810.xml" ContentType="application/vnd.openxmlformats-officedocument.presentationml.tags+xml"/>
  <Override PartName="/ppt/tags/tag1811.xml" ContentType="application/vnd.openxmlformats-officedocument.presentationml.tags+xml"/>
  <Override PartName="/ppt/tags/tag1812.xml" ContentType="application/vnd.openxmlformats-officedocument.presentationml.tags+xml"/>
  <Override PartName="/ppt/tags/tag1813.xml" ContentType="application/vnd.openxmlformats-officedocument.presentationml.tags+xml"/>
  <Override PartName="/ppt/tags/tag1814.xml" ContentType="application/vnd.openxmlformats-officedocument.presentationml.tags+xml"/>
  <Override PartName="/ppt/tags/tag1815.xml" ContentType="application/vnd.openxmlformats-officedocument.presentationml.tags+xml"/>
  <Override PartName="/ppt/tags/tag1816.xml" ContentType="application/vnd.openxmlformats-officedocument.presentationml.tags+xml"/>
  <Override PartName="/ppt/tags/tag1817.xml" ContentType="application/vnd.openxmlformats-officedocument.presentationml.tags+xml"/>
  <Override PartName="/ppt/tags/tag1818.xml" ContentType="application/vnd.openxmlformats-officedocument.presentationml.tags+xml"/>
  <Override PartName="/ppt/tags/tag1819.xml" ContentType="application/vnd.openxmlformats-officedocument.presentationml.tags+xml"/>
  <Override PartName="/ppt/tags/tag1820.xml" ContentType="application/vnd.openxmlformats-officedocument.presentationml.tags+xml"/>
  <Override PartName="/ppt/tags/tag1821.xml" ContentType="application/vnd.openxmlformats-officedocument.presentationml.tags+xml"/>
  <Override PartName="/ppt/tags/tag1822.xml" ContentType="application/vnd.openxmlformats-officedocument.presentationml.tags+xml"/>
  <Override PartName="/ppt/tags/tag1823.xml" ContentType="application/vnd.openxmlformats-officedocument.presentationml.tags+xml"/>
  <Override PartName="/ppt/tags/tag1824.xml" ContentType="application/vnd.openxmlformats-officedocument.presentationml.tags+xml"/>
  <Override PartName="/ppt/tags/tag1825.xml" ContentType="application/vnd.openxmlformats-officedocument.presentationml.tags+xml"/>
  <Override PartName="/ppt/tags/tag1826.xml" ContentType="application/vnd.openxmlformats-officedocument.presentationml.tags+xml"/>
  <Override PartName="/ppt/tags/tag1827.xml" ContentType="application/vnd.openxmlformats-officedocument.presentationml.tags+xml"/>
  <Override PartName="/ppt/tags/tag1828.xml" ContentType="application/vnd.openxmlformats-officedocument.presentationml.tags+xml"/>
  <Override PartName="/ppt/tags/tag1829.xml" ContentType="application/vnd.openxmlformats-officedocument.presentationml.tags+xml"/>
  <Override PartName="/ppt/tags/tag1830.xml" ContentType="application/vnd.openxmlformats-officedocument.presentationml.tags+xml"/>
  <Override PartName="/ppt/tags/tag1831.xml" ContentType="application/vnd.openxmlformats-officedocument.presentationml.tags+xml"/>
  <Override PartName="/ppt/tags/tag1832.xml" ContentType="application/vnd.openxmlformats-officedocument.presentationml.tags+xml"/>
  <Override PartName="/ppt/tags/tag1833.xml" ContentType="application/vnd.openxmlformats-officedocument.presentationml.tags+xml"/>
  <Override PartName="/ppt/tags/tag1834.xml" ContentType="application/vnd.openxmlformats-officedocument.presentationml.tags+xml"/>
  <Override PartName="/ppt/tags/tag1835.xml" ContentType="application/vnd.openxmlformats-officedocument.presentationml.tags+xml"/>
  <Override PartName="/ppt/tags/tag1836.xml" ContentType="application/vnd.openxmlformats-officedocument.presentationml.tags+xml"/>
  <Override PartName="/ppt/tags/tag1837.xml" ContentType="application/vnd.openxmlformats-officedocument.presentationml.tags+xml"/>
  <Override PartName="/ppt/tags/tag1838.xml" ContentType="application/vnd.openxmlformats-officedocument.presentationml.tags+xml"/>
  <Override PartName="/ppt/tags/tag1839.xml" ContentType="application/vnd.openxmlformats-officedocument.presentationml.tags+xml"/>
  <Override PartName="/ppt/tags/tag1840.xml" ContentType="application/vnd.openxmlformats-officedocument.presentationml.tags+xml"/>
  <Override PartName="/ppt/tags/tag1841.xml" ContentType="application/vnd.openxmlformats-officedocument.presentationml.tags+xml"/>
  <Override PartName="/ppt/tags/tag1842.xml" ContentType="application/vnd.openxmlformats-officedocument.presentationml.tags+xml"/>
  <Override PartName="/ppt/tags/tag1843.xml" ContentType="application/vnd.openxmlformats-officedocument.presentationml.tags+xml"/>
  <Override PartName="/ppt/tags/tag1844.xml" ContentType="application/vnd.openxmlformats-officedocument.presentationml.tags+xml"/>
  <Override PartName="/ppt/tags/tag1845.xml" ContentType="application/vnd.openxmlformats-officedocument.presentationml.tags+xml"/>
  <Override PartName="/ppt/tags/tag1846.xml" ContentType="application/vnd.openxmlformats-officedocument.presentationml.tags+xml"/>
  <Override PartName="/ppt/tags/tag1847.xml" ContentType="application/vnd.openxmlformats-officedocument.presentationml.tags+xml"/>
  <Override PartName="/ppt/tags/tag1848.xml" ContentType="application/vnd.openxmlformats-officedocument.presentationml.tags+xml"/>
  <Override PartName="/ppt/tags/tag1849.xml" ContentType="application/vnd.openxmlformats-officedocument.presentationml.tags+xml"/>
  <Override PartName="/ppt/tags/tag1850.xml" ContentType="application/vnd.openxmlformats-officedocument.presentationml.tags+xml"/>
  <Override PartName="/ppt/tags/tag1851.xml" ContentType="application/vnd.openxmlformats-officedocument.presentationml.tags+xml"/>
  <Override PartName="/ppt/tags/tag1852.xml" ContentType="application/vnd.openxmlformats-officedocument.presentationml.tags+xml"/>
  <Override PartName="/ppt/tags/tag1853.xml" ContentType="application/vnd.openxmlformats-officedocument.presentationml.tags+xml"/>
  <Override PartName="/ppt/tags/tag1854.xml" ContentType="application/vnd.openxmlformats-officedocument.presentationml.tags+xml"/>
  <Override PartName="/ppt/tags/tag1855.xml" ContentType="application/vnd.openxmlformats-officedocument.presentationml.tags+xml"/>
  <Override PartName="/ppt/tags/tag1856.xml" ContentType="application/vnd.openxmlformats-officedocument.presentationml.tags+xml"/>
  <Override PartName="/ppt/tags/tag1857.xml" ContentType="application/vnd.openxmlformats-officedocument.presentationml.tags+xml"/>
  <Override PartName="/ppt/tags/tag1858.xml" ContentType="application/vnd.openxmlformats-officedocument.presentationml.tags+xml"/>
  <Override PartName="/ppt/tags/tag1859.xml" ContentType="application/vnd.openxmlformats-officedocument.presentationml.tags+xml"/>
  <Override PartName="/ppt/tags/tag1860.xml" ContentType="application/vnd.openxmlformats-officedocument.presentationml.tags+xml"/>
  <Override PartName="/ppt/tags/tag1861.xml" ContentType="application/vnd.openxmlformats-officedocument.presentationml.tags+xml"/>
  <Override PartName="/ppt/tags/tag1862.xml" ContentType="application/vnd.openxmlformats-officedocument.presentationml.tags+xml"/>
  <Override PartName="/ppt/tags/tag1863.xml" ContentType="application/vnd.openxmlformats-officedocument.presentationml.tags+xml"/>
  <Override PartName="/ppt/tags/tag1864.xml" ContentType="application/vnd.openxmlformats-officedocument.presentationml.tags+xml"/>
  <Override PartName="/ppt/tags/tag1865.xml" ContentType="application/vnd.openxmlformats-officedocument.presentationml.tags+xml"/>
  <Override PartName="/ppt/tags/tag1866.xml" ContentType="application/vnd.openxmlformats-officedocument.presentationml.tags+xml"/>
  <Override PartName="/ppt/tags/tag1867.xml" ContentType="application/vnd.openxmlformats-officedocument.presentationml.tags+xml"/>
  <Override PartName="/ppt/tags/tag1868.xml" ContentType="application/vnd.openxmlformats-officedocument.presentationml.tags+xml"/>
  <Override PartName="/ppt/tags/tag1869.xml" ContentType="application/vnd.openxmlformats-officedocument.presentationml.tags+xml"/>
  <Override PartName="/ppt/tags/tag1870.xml" ContentType="application/vnd.openxmlformats-officedocument.presentationml.tags+xml"/>
  <Override PartName="/ppt/tags/tag1871.xml" ContentType="application/vnd.openxmlformats-officedocument.presentationml.tags+xml"/>
  <Override PartName="/ppt/tags/tag1872.xml" ContentType="application/vnd.openxmlformats-officedocument.presentationml.tags+xml"/>
  <Override PartName="/ppt/tags/tag1873.xml" ContentType="application/vnd.openxmlformats-officedocument.presentationml.tags+xml"/>
  <Override PartName="/ppt/tags/tag1874.xml" ContentType="application/vnd.openxmlformats-officedocument.presentationml.tags+xml"/>
  <Override PartName="/ppt/tags/tag1875.xml" ContentType="application/vnd.openxmlformats-officedocument.presentationml.tags+xml"/>
  <Override PartName="/ppt/tags/tag1876.xml" ContentType="application/vnd.openxmlformats-officedocument.presentationml.tags+xml"/>
  <Override PartName="/ppt/tags/tag1877.xml" ContentType="application/vnd.openxmlformats-officedocument.presentationml.tags+xml"/>
  <Override PartName="/ppt/tags/tag1878.xml" ContentType="application/vnd.openxmlformats-officedocument.presentationml.tags+xml"/>
  <Override PartName="/ppt/tags/tag1879.xml" ContentType="application/vnd.openxmlformats-officedocument.presentationml.tags+xml"/>
  <Override PartName="/ppt/tags/tag1880.xml" ContentType="application/vnd.openxmlformats-officedocument.presentationml.tags+xml"/>
  <Override PartName="/ppt/tags/tag1881.xml" ContentType="application/vnd.openxmlformats-officedocument.presentationml.tags+xml"/>
  <Override PartName="/ppt/tags/tag1882.xml" ContentType="application/vnd.openxmlformats-officedocument.presentationml.tags+xml"/>
  <Override PartName="/ppt/tags/tag1883.xml" ContentType="application/vnd.openxmlformats-officedocument.presentationml.tags+xml"/>
  <Override PartName="/ppt/tags/tag1884.xml" ContentType="application/vnd.openxmlformats-officedocument.presentationml.tags+xml"/>
  <Override PartName="/ppt/tags/tag1885.xml" ContentType="application/vnd.openxmlformats-officedocument.presentationml.tags+xml"/>
  <Override PartName="/ppt/tags/tag1886.xml" ContentType="application/vnd.openxmlformats-officedocument.presentationml.tags+xml"/>
  <Override PartName="/ppt/tags/tag1887.xml" ContentType="application/vnd.openxmlformats-officedocument.presentationml.tags+xml"/>
  <Override PartName="/ppt/tags/tag1888.xml" ContentType="application/vnd.openxmlformats-officedocument.presentationml.tags+xml"/>
  <Override PartName="/ppt/tags/tag1889.xml" ContentType="application/vnd.openxmlformats-officedocument.presentationml.tags+xml"/>
  <Override PartName="/ppt/tags/tag1890.xml" ContentType="application/vnd.openxmlformats-officedocument.presentationml.tags+xml"/>
  <Override PartName="/ppt/tags/tag1891.xml" ContentType="application/vnd.openxmlformats-officedocument.presentationml.tags+xml"/>
  <Override PartName="/ppt/tags/tag1892.xml" ContentType="application/vnd.openxmlformats-officedocument.presentationml.tags+xml"/>
  <Override PartName="/ppt/tags/tag1893.xml" ContentType="application/vnd.openxmlformats-officedocument.presentationml.tags+xml"/>
  <Override PartName="/ppt/tags/tag1894.xml" ContentType="application/vnd.openxmlformats-officedocument.presentationml.tags+xml"/>
  <Override PartName="/ppt/tags/tag1895.xml" ContentType="application/vnd.openxmlformats-officedocument.presentationml.tags+xml"/>
  <Override PartName="/ppt/tags/tag1896.xml" ContentType="application/vnd.openxmlformats-officedocument.presentationml.tags+xml"/>
  <Override PartName="/ppt/tags/tag1897.xml" ContentType="application/vnd.openxmlformats-officedocument.presentationml.tags+xml"/>
  <Override PartName="/ppt/tags/tag1898.xml" ContentType="application/vnd.openxmlformats-officedocument.presentationml.tags+xml"/>
  <Override PartName="/ppt/tags/tag1899.xml" ContentType="application/vnd.openxmlformats-officedocument.presentationml.tags+xml"/>
  <Override PartName="/ppt/tags/tag1900.xml" ContentType="application/vnd.openxmlformats-officedocument.presentationml.tags+xml"/>
  <Override PartName="/ppt/tags/tag1901.xml" ContentType="application/vnd.openxmlformats-officedocument.presentationml.tags+xml"/>
  <Override PartName="/ppt/tags/tag1902.xml" ContentType="application/vnd.openxmlformats-officedocument.presentationml.tags+xml"/>
  <Override PartName="/ppt/tags/tag1903.xml" ContentType="application/vnd.openxmlformats-officedocument.presentationml.tags+xml"/>
  <Override PartName="/ppt/tags/tag1904.xml" ContentType="application/vnd.openxmlformats-officedocument.presentationml.tags+xml"/>
  <Override PartName="/ppt/tags/tag1905.xml" ContentType="application/vnd.openxmlformats-officedocument.presentationml.tags+xml"/>
  <Override PartName="/ppt/tags/tag1906.xml" ContentType="application/vnd.openxmlformats-officedocument.presentationml.tags+xml"/>
  <Override PartName="/ppt/tags/tag1907.xml" ContentType="application/vnd.openxmlformats-officedocument.presentationml.tags+xml"/>
  <Override PartName="/ppt/tags/tag1908.xml" ContentType="application/vnd.openxmlformats-officedocument.presentationml.tags+xml"/>
  <Override PartName="/ppt/tags/tag1909.xml" ContentType="application/vnd.openxmlformats-officedocument.presentationml.tags+xml"/>
  <Override PartName="/ppt/tags/tag1910.xml" ContentType="application/vnd.openxmlformats-officedocument.presentationml.tags+xml"/>
  <Override PartName="/ppt/tags/tag1911.xml" ContentType="application/vnd.openxmlformats-officedocument.presentationml.tags+xml"/>
  <Override PartName="/ppt/tags/tag1912.xml" ContentType="application/vnd.openxmlformats-officedocument.presentationml.tags+xml"/>
  <Override PartName="/ppt/tags/tag1913.xml" ContentType="application/vnd.openxmlformats-officedocument.presentationml.tags+xml"/>
  <Override PartName="/ppt/tags/tag1914.xml" ContentType="application/vnd.openxmlformats-officedocument.presentationml.tags+xml"/>
  <Override PartName="/ppt/tags/tag1915.xml" ContentType="application/vnd.openxmlformats-officedocument.presentationml.tags+xml"/>
  <Override PartName="/ppt/tags/tag1916.xml" ContentType="application/vnd.openxmlformats-officedocument.presentationml.tags+xml"/>
  <Override PartName="/ppt/tags/tag1917.xml" ContentType="application/vnd.openxmlformats-officedocument.presentationml.tags+xml"/>
  <Override PartName="/ppt/tags/tag1918.xml" ContentType="application/vnd.openxmlformats-officedocument.presentationml.tags+xml"/>
  <Override PartName="/ppt/tags/tag1919.xml" ContentType="application/vnd.openxmlformats-officedocument.presentationml.tags+xml"/>
  <Override PartName="/ppt/tags/tag1920.xml" ContentType="application/vnd.openxmlformats-officedocument.presentationml.tags+xml"/>
  <Override PartName="/ppt/tags/tag1921.xml" ContentType="application/vnd.openxmlformats-officedocument.presentationml.tags+xml"/>
  <Override PartName="/ppt/tags/tag1922.xml" ContentType="application/vnd.openxmlformats-officedocument.presentationml.tags+xml"/>
  <Override PartName="/ppt/tags/tag1923.xml" ContentType="application/vnd.openxmlformats-officedocument.presentationml.tags+xml"/>
  <Override PartName="/ppt/tags/tag1924.xml" ContentType="application/vnd.openxmlformats-officedocument.presentationml.tags+xml"/>
  <Override PartName="/ppt/tags/tag1925.xml" ContentType="application/vnd.openxmlformats-officedocument.presentationml.tags+xml"/>
  <Override PartName="/ppt/tags/tag1926.xml" ContentType="application/vnd.openxmlformats-officedocument.presentationml.tags+xml"/>
  <Override PartName="/ppt/tags/tag1927.xml" ContentType="application/vnd.openxmlformats-officedocument.presentationml.tags+xml"/>
  <Override PartName="/ppt/tags/tag1928.xml" ContentType="application/vnd.openxmlformats-officedocument.presentationml.tags+xml"/>
  <Override PartName="/ppt/tags/tag1929.xml" ContentType="application/vnd.openxmlformats-officedocument.presentationml.tags+xml"/>
  <Override PartName="/ppt/tags/tag1930.xml" ContentType="application/vnd.openxmlformats-officedocument.presentationml.tags+xml"/>
  <Override PartName="/ppt/tags/tag1931.xml" ContentType="application/vnd.openxmlformats-officedocument.presentationml.tags+xml"/>
  <Override PartName="/ppt/tags/tag1932.xml" ContentType="application/vnd.openxmlformats-officedocument.presentationml.tags+xml"/>
  <Override PartName="/ppt/tags/tag1933.xml" ContentType="application/vnd.openxmlformats-officedocument.presentationml.tags+xml"/>
  <Override PartName="/ppt/tags/tag1934.xml" ContentType="application/vnd.openxmlformats-officedocument.presentationml.tags+xml"/>
  <Override PartName="/ppt/tags/tag1935.xml" ContentType="application/vnd.openxmlformats-officedocument.presentationml.tags+xml"/>
  <Override PartName="/ppt/tags/tag1936.xml" ContentType="application/vnd.openxmlformats-officedocument.presentationml.tags+xml"/>
  <Override PartName="/ppt/tags/tag1937.xml" ContentType="application/vnd.openxmlformats-officedocument.presentationml.tags+xml"/>
  <Override PartName="/ppt/tags/tag1938.xml" ContentType="application/vnd.openxmlformats-officedocument.presentationml.tags+xml"/>
  <Override PartName="/ppt/tags/tag1939.xml" ContentType="application/vnd.openxmlformats-officedocument.presentationml.tags+xml"/>
  <Override PartName="/ppt/tags/tag1940.xml" ContentType="application/vnd.openxmlformats-officedocument.presentationml.tags+xml"/>
  <Override PartName="/ppt/tags/tag1941.xml" ContentType="application/vnd.openxmlformats-officedocument.presentationml.tags+xml"/>
  <Override PartName="/ppt/tags/tag1942.xml" ContentType="application/vnd.openxmlformats-officedocument.presentationml.tags+xml"/>
  <Override PartName="/ppt/tags/tag1943.xml" ContentType="application/vnd.openxmlformats-officedocument.presentationml.tags+xml"/>
  <Override PartName="/ppt/tags/tag1944.xml" ContentType="application/vnd.openxmlformats-officedocument.presentationml.tags+xml"/>
  <Override PartName="/ppt/tags/tag1945.xml" ContentType="application/vnd.openxmlformats-officedocument.presentationml.tags+xml"/>
  <Override PartName="/ppt/tags/tag1946.xml" ContentType="application/vnd.openxmlformats-officedocument.presentationml.tags+xml"/>
  <Override PartName="/ppt/tags/tag1947.xml" ContentType="application/vnd.openxmlformats-officedocument.presentationml.tags+xml"/>
  <Override PartName="/ppt/tags/tag1948.xml" ContentType="application/vnd.openxmlformats-officedocument.presentationml.tags+xml"/>
  <Override PartName="/ppt/tags/tag1949.xml" ContentType="application/vnd.openxmlformats-officedocument.presentationml.tags+xml"/>
  <Override PartName="/ppt/tags/tag1950.xml" ContentType="application/vnd.openxmlformats-officedocument.presentationml.tags+xml"/>
  <Override PartName="/ppt/tags/tag1951.xml" ContentType="application/vnd.openxmlformats-officedocument.presentationml.tags+xml"/>
  <Override PartName="/ppt/tags/tag1952.xml" ContentType="application/vnd.openxmlformats-officedocument.presentationml.tags+xml"/>
  <Override PartName="/ppt/tags/tag1953.xml" ContentType="application/vnd.openxmlformats-officedocument.presentationml.tags+xml"/>
  <Override PartName="/ppt/tags/tag1954.xml" ContentType="application/vnd.openxmlformats-officedocument.presentationml.tags+xml"/>
  <Override PartName="/ppt/tags/tag1955.xml" ContentType="application/vnd.openxmlformats-officedocument.presentationml.tags+xml"/>
  <Override PartName="/ppt/tags/tag1956.xml" ContentType="application/vnd.openxmlformats-officedocument.presentationml.tags+xml"/>
  <Override PartName="/ppt/tags/tag1957.xml" ContentType="application/vnd.openxmlformats-officedocument.presentationml.tags+xml"/>
  <Override PartName="/ppt/tags/tag1958.xml" ContentType="application/vnd.openxmlformats-officedocument.presentationml.tags+xml"/>
  <Override PartName="/ppt/tags/tag1959.xml" ContentType="application/vnd.openxmlformats-officedocument.presentationml.tags+xml"/>
  <Override PartName="/ppt/notesSlides/notesSlide8.xml" ContentType="application/vnd.openxmlformats-officedocument.presentationml.notesSlide+xml"/>
  <Override PartName="/ppt/tags/tag1960.xml" ContentType="application/vnd.openxmlformats-officedocument.presentationml.tags+xml"/>
  <Override PartName="/ppt/tags/tag1961.xml" ContentType="application/vnd.openxmlformats-officedocument.presentationml.tags+xml"/>
  <Override PartName="/ppt/tags/tag1962.xml" ContentType="application/vnd.openxmlformats-officedocument.presentationml.tags+xml"/>
  <Override PartName="/ppt/tags/tag1963.xml" ContentType="application/vnd.openxmlformats-officedocument.presentationml.tags+xml"/>
  <Override PartName="/ppt/tags/tag1964.xml" ContentType="application/vnd.openxmlformats-officedocument.presentationml.tags+xml"/>
  <Override PartName="/ppt/tags/tag1965.xml" ContentType="application/vnd.openxmlformats-officedocument.presentationml.tags+xml"/>
  <Override PartName="/ppt/tags/tag1966.xml" ContentType="application/vnd.openxmlformats-officedocument.presentationml.tags+xml"/>
  <Override PartName="/ppt/tags/tag1967.xml" ContentType="application/vnd.openxmlformats-officedocument.presentationml.tags+xml"/>
  <Override PartName="/ppt/tags/tag1968.xml" ContentType="application/vnd.openxmlformats-officedocument.presentationml.tags+xml"/>
  <Override PartName="/ppt/tags/tag1969.xml" ContentType="application/vnd.openxmlformats-officedocument.presentationml.tags+xml"/>
  <Override PartName="/ppt/tags/tag1970.xml" ContentType="application/vnd.openxmlformats-officedocument.presentationml.tags+xml"/>
  <Override PartName="/ppt/tags/tag1971.xml" ContentType="application/vnd.openxmlformats-officedocument.presentationml.tags+xml"/>
  <Override PartName="/ppt/tags/tag1972.xml" ContentType="application/vnd.openxmlformats-officedocument.presentationml.tags+xml"/>
  <Override PartName="/ppt/tags/tag1973.xml" ContentType="application/vnd.openxmlformats-officedocument.presentationml.tags+xml"/>
  <Override PartName="/ppt/tags/tag1974.xml" ContentType="application/vnd.openxmlformats-officedocument.presentationml.tags+xml"/>
  <Override PartName="/ppt/tags/tag1975.xml" ContentType="application/vnd.openxmlformats-officedocument.presentationml.tags+xml"/>
  <Override PartName="/ppt/tags/tag1976.xml" ContentType="application/vnd.openxmlformats-officedocument.presentationml.tags+xml"/>
  <Override PartName="/ppt/tags/tag1977.xml" ContentType="application/vnd.openxmlformats-officedocument.presentationml.tags+xml"/>
  <Override PartName="/ppt/tags/tag1978.xml" ContentType="application/vnd.openxmlformats-officedocument.presentationml.tags+xml"/>
  <Override PartName="/ppt/tags/tag1979.xml" ContentType="application/vnd.openxmlformats-officedocument.presentationml.tags+xml"/>
  <Override PartName="/ppt/tags/tag1980.xml" ContentType="application/vnd.openxmlformats-officedocument.presentationml.tags+xml"/>
  <Override PartName="/ppt/tags/tag1981.xml" ContentType="application/vnd.openxmlformats-officedocument.presentationml.tags+xml"/>
  <Override PartName="/ppt/tags/tag1982.xml" ContentType="application/vnd.openxmlformats-officedocument.presentationml.tags+xml"/>
  <Override PartName="/ppt/tags/tag1983.xml" ContentType="application/vnd.openxmlformats-officedocument.presentationml.tags+xml"/>
  <Override PartName="/ppt/tags/tag1984.xml" ContentType="application/vnd.openxmlformats-officedocument.presentationml.tags+xml"/>
  <Override PartName="/ppt/tags/tag1985.xml" ContentType="application/vnd.openxmlformats-officedocument.presentationml.tags+xml"/>
  <Override PartName="/ppt/tags/tag1986.xml" ContentType="application/vnd.openxmlformats-officedocument.presentationml.tags+xml"/>
  <Override PartName="/ppt/tags/tag1987.xml" ContentType="application/vnd.openxmlformats-officedocument.presentationml.tags+xml"/>
  <Override PartName="/ppt/tags/tag1988.xml" ContentType="application/vnd.openxmlformats-officedocument.presentationml.tags+xml"/>
  <Override PartName="/ppt/tags/tag1989.xml" ContentType="application/vnd.openxmlformats-officedocument.presentationml.tags+xml"/>
  <Override PartName="/ppt/tags/tag1990.xml" ContentType="application/vnd.openxmlformats-officedocument.presentationml.tags+xml"/>
  <Override PartName="/ppt/tags/tag1991.xml" ContentType="application/vnd.openxmlformats-officedocument.presentationml.tags+xml"/>
  <Override PartName="/ppt/tags/tag1992.xml" ContentType="application/vnd.openxmlformats-officedocument.presentationml.tags+xml"/>
  <Override PartName="/ppt/tags/tag1993.xml" ContentType="application/vnd.openxmlformats-officedocument.presentationml.tags+xml"/>
  <Override PartName="/ppt/tags/tag1994.xml" ContentType="application/vnd.openxmlformats-officedocument.presentationml.tags+xml"/>
  <Override PartName="/ppt/tags/tag1995.xml" ContentType="application/vnd.openxmlformats-officedocument.presentationml.tags+xml"/>
  <Override PartName="/ppt/tags/tag1996.xml" ContentType="application/vnd.openxmlformats-officedocument.presentationml.tags+xml"/>
  <Override PartName="/ppt/tags/tag1997.xml" ContentType="application/vnd.openxmlformats-officedocument.presentationml.tags+xml"/>
  <Override PartName="/ppt/tags/tag1998.xml" ContentType="application/vnd.openxmlformats-officedocument.presentationml.tags+xml"/>
  <Override PartName="/ppt/tags/tag1999.xml" ContentType="application/vnd.openxmlformats-officedocument.presentationml.tags+xml"/>
  <Override PartName="/ppt/tags/tag2000.xml" ContentType="application/vnd.openxmlformats-officedocument.presentationml.tags+xml"/>
  <Override PartName="/ppt/tags/tag2001.xml" ContentType="application/vnd.openxmlformats-officedocument.presentationml.tags+xml"/>
  <Override PartName="/ppt/tags/tag2002.xml" ContentType="application/vnd.openxmlformats-officedocument.presentationml.tags+xml"/>
  <Override PartName="/ppt/tags/tag2003.xml" ContentType="application/vnd.openxmlformats-officedocument.presentationml.tags+xml"/>
  <Override PartName="/ppt/tags/tag2004.xml" ContentType="application/vnd.openxmlformats-officedocument.presentationml.tags+xml"/>
  <Override PartName="/ppt/tags/tag2005.xml" ContentType="application/vnd.openxmlformats-officedocument.presentationml.tags+xml"/>
  <Override PartName="/ppt/tags/tag2006.xml" ContentType="application/vnd.openxmlformats-officedocument.presentationml.tags+xml"/>
  <Override PartName="/ppt/tags/tag2007.xml" ContentType="application/vnd.openxmlformats-officedocument.presentationml.tags+xml"/>
  <Override PartName="/ppt/tags/tag2008.xml" ContentType="application/vnd.openxmlformats-officedocument.presentationml.tags+xml"/>
  <Override PartName="/ppt/tags/tag2009.xml" ContentType="application/vnd.openxmlformats-officedocument.presentationml.tags+xml"/>
  <Override PartName="/ppt/tags/tag2010.xml" ContentType="application/vnd.openxmlformats-officedocument.presentationml.tags+xml"/>
  <Override PartName="/ppt/tags/tag2011.xml" ContentType="application/vnd.openxmlformats-officedocument.presentationml.tags+xml"/>
  <Override PartName="/ppt/tags/tag2012.xml" ContentType="application/vnd.openxmlformats-officedocument.presentationml.tags+xml"/>
  <Override PartName="/ppt/tags/tag2013.xml" ContentType="application/vnd.openxmlformats-officedocument.presentationml.tags+xml"/>
  <Override PartName="/ppt/tags/tag2014.xml" ContentType="application/vnd.openxmlformats-officedocument.presentationml.tags+xml"/>
  <Override PartName="/ppt/tags/tag2015.xml" ContentType="application/vnd.openxmlformats-officedocument.presentationml.tags+xml"/>
  <Override PartName="/ppt/tags/tag2016.xml" ContentType="application/vnd.openxmlformats-officedocument.presentationml.tags+xml"/>
  <Override PartName="/ppt/tags/tag2017.xml" ContentType="application/vnd.openxmlformats-officedocument.presentationml.tags+xml"/>
  <Override PartName="/ppt/tags/tag2018.xml" ContentType="application/vnd.openxmlformats-officedocument.presentationml.tags+xml"/>
  <Override PartName="/ppt/tags/tag2019.xml" ContentType="application/vnd.openxmlformats-officedocument.presentationml.tags+xml"/>
  <Override PartName="/ppt/tags/tag2020.xml" ContentType="application/vnd.openxmlformats-officedocument.presentationml.tags+xml"/>
  <Override PartName="/ppt/tags/tag2021.xml" ContentType="application/vnd.openxmlformats-officedocument.presentationml.tags+xml"/>
  <Override PartName="/ppt/tags/tag2022.xml" ContentType="application/vnd.openxmlformats-officedocument.presentationml.tags+xml"/>
  <Override PartName="/ppt/tags/tag2023.xml" ContentType="application/vnd.openxmlformats-officedocument.presentationml.tags+xml"/>
  <Override PartName="/ppt/tags/tag2024.xml" ContentType="application/vnd.openxmlformats-officedocument.presentationml.tags+xml"/>
  <Override PartName="/ppt/tags/tag2025.xml" ContentType="application/vnd.openxmlformats-officedocument.presentationml.tags+xml"/>
  <Override PartName="/ppt/tags/tag2026.xml" ContentType="application/vnd.openxmlformats-officedocument.presentationml.tags+xml"/>
  <Override PartName="/ppt/tags/tag2027.xml" ContentType="application/vnd.openxmlformats-officedocument.presentationml.tags+xml"/>
  <Override PartName="/ppt/tags/tag2028.xml" ContentType="application/vnd.openxmlformats-officedocument.presentationml.tags+xml"/>
  <Override PartName="/ppt/tags/tag2029.xml" ContentType="application/vnd.openxmlformats-officedocument.presentationml.tags+xml"/>
  <Override PartName="/ppt/tags/tag2030.xml" ContentType="application/vnd.openxmlformats-officedocument.presentationml.tags+xml"/>
  <Override PartName="/ppt/tags/tag2031.xml" ContentType="application/vnd.openxmlformats-officedocument.presentationml.tags+xml"/>
  <Override PartName="/ppt/tags/tag2032.xml" ContentType="application/vnd.openxmlformats-officedocument.presentationml.tags+xml"/>
  <Override PartName="/ppt/tags/tag2033.xml" ContentType="application/vnd.openxmlformats-officedocument.presentationml.tags+xml"/>
  <Override PartName="/ppt/tags/tag2034.xml" ContentType="application/vnd.openxmlformats-officedocument.presentationml.tags+xml"/>
  <Override PartName="/ppt/tags/tag2035.xml" ContentType="application/vnd.openxmlformats-officedocument.presentationml.tags+xml"/>
  <Override PartName="/ppt/tags/tag2036.xml" ContentType="application/vnd.openxmlformats-officedocument.presentationml.tags+xml"/>
  <Override PartName="/ppt/tags/tag2037.xml" ContentType="application/vnd.openxmlformats-officedocument.presentationml.tags+xml"/>
  <Override PartName="/ppt/tags/tag2038.xml" ContentType="application/vnd.openxmlformats-officedocument.presentationml.tags+xml"/>
  <Override PartName="/ppt/tags/tag2039.xml" ContentType="application/vnd.openxmlformats-officedocument.presentationml.tags+xml"/>
  <Override PartName="/ppt/tags/tag2040.xml" ContentType="application/vnd.openxmlformats-officedocument.presentationml.tags+xml"/>
  <Override PartName="/ppt/tags/tag2041.xml" ContentType="application/vnd.openxmlformats-officedocument.presentationml.tags+xml"/>
  <Override PartName="/ppt/tags/tag2042.xml" ContentType="application/vnd.openxmlformats-officedocument.presentationml.tags+xml"/>
  <Override PartName="/ppt/tags/tag2043.xml" ContentType="application/vnd.openxmlformats-officedocument.presentationml.tags+xml"/>
  <Override PartName="/ppt/tags/tag2044.xml" ContentType="application/vnd.openxmlformats-officedocument.presentationml.tags+xml"/>
  <Override PartName="/ppt/tags/tag2045.xml" ContentType="application/vnd.openxmlformats-officedocument.presentationml.tags+xml"/>
  <Override PartName="/ppt/tags/tag2046.xml" ContentType="application/vnd.openxmlformats-officedocument.presentationml.tags+xml"/>
  <Override PartName="/ppt/tags/tag2047.xml" ContentType="application/vnd.openxmlformats-officedocument.presentationml.tags+xml"/>
  <Override PartName="/ppt/tags/tag2048.xml" ContentType="application/vnd.openxmlformats-officedocument.presentationml.tags+xml"/>
  <Override PartName="/ppt/tags/tag2049.xml" ContentType="application/vnd.openxmlformats-officedocument.presentationml.tags+xml"/>
  <Override PartName="/ppt/tags/tag2050.xml" ContentType="application/vnd.openxmlformats-officedocument.presentationml.tags+xml"/>
  <Override PartName="/ppt/tags/tag2051.xml" ContentType="application/vnd.openxmlformats-officedocument.presentationml.tags+xml"/>
  <Override PartName="/ppt/tags/tag2052.xml" ContentType="application/vnd.openxmlformats-officedocument.presentationml.tags+xml"/>
  <Override PartName="/ppt/tags/tag2053.xml" ContentType="application/vnd.openxmlformats-officedocument.presentationml.tags+xml"/>
  <Override PartName="/ppt/tags/tag2054.xml" ContentType="application/vnd.openxmlformats-officedocument.presentationml.tags+xml"/>
  <Override PartName="/ppt/tags/tag2055.xml" ContentType="application/vnd.openxmlformats-officedocument.presentationml.tags+xml"/>
  <Override PartName="/ppt/tags/tag2056.xml" ContentType="application/vnd.openxmlformats-officedocument.presentationml.tags+xml"/>
  <Override PartName="/ppt/tags/tag2057.xml" ContentType="application/vnd.openxmlformats-officedocument.presentationml.tags+xml"/>
  <Override PartName="/ppt/tags/tag2058.xml" ContentType="application/vnd.openxmlformats-officedocument.presentationml.tags+xml"/>
  <Override PartName="/ppt/tags/tag2059.xml" ContentType="application/vnd.openxmlformats-officedocument.presentationml.tags+xml"/>
  <Override PartName="/ppt/tags/tag2060.xml" ContentType="application/vnd.openxmlformats-officedocument.presentationml.tags+xml"/>
  <Override PartName="/ppt/tags/tag2061.xml" ContentType="application/vnd.openxmlformats-officedocument.presentationml.tags+xml"/>
  <Override PartName="/ppt/tags/tag2062.xml" ContentType="application/vnd.openxmlformats-officedocument.presentationml.tags+xml"/>
  <Override PartName="/ppt/tags/tag2063.xml" ContentType="application/vnd.openxmlformats-officedocument.presentationml.tags+xml"/>
  <Override PartName="/ppt/tags/tag2064.xml" ContentType="application/vnd.openxmlformats-officedocument.presentationml.tags+xml"/>
  <Override PartName="/ppt/tags/tag2065.xml" ContentType="application/vnd.openxmlformats-officedocument.presentationml.tags+xml"/>
  <Override PartName="/ppt/tags/tag2066.xml" ContentType="application/vnd.openxmlformats-officedocument.presentationml.tags+xml"/>
  <Override PartName="/ppt/tags/tag2067.xml" ContentType="application/vnd.openxmlformats-officedocument.presentationml.tags+xml"/>
  <Override PartName="/ppt/tags/tag2068.xml" ContentType="application/vnd.openxmlformats-officedocument.presentationml.tags+xml"/>
  <Override PartName="/ppt/tags/tag2069.xml" ContentType="application/vnd.openxmlformats-officedocument.presentationml.tags+xml"/>
  <Override PartName="/ppt/tags/tag2070.xml" ContentType="application/vnd.openxmlformats-officedocument.presentationml.tags+xml"/>
  <Override PartName="/ppt/tags/tag2071.xml" ContentType="application/vnd.openxmlformats-officedocument.presentationml.tags+xml"/>
  <Override PartName="/ppt/tags/tag2072.xml" ContentType="application/vnd.openxmlformats-officedocument.presentationml.tags+xml"/>
  <Override PartName="/ppt/tags/tag2073.xml" ContentType="application/vnd.openxmlformats-officedocument.presentationml.tags+xml"/>
  <Override PartName="/ppt/tags/tag2074.xml" ContentType="application/vnd.openxmlformats-officedocument.presentationml.tags+xml"/>
  <Override PartName="/ppt/tags/tag2075.xml" ContentType="application/vnd.openxmlformats-officedocument.presentationml.tags+xml"/>
  <Override PartName="/ppt/tags/tag2076.xml" ContentType="application/vnd.openxmlformats-officedocument.presentationml.tags+xml"/>
  <Override PartName="/ppt/tags/tag2077.xml" ContentType="application/vnd.openxmlformats-officedocument.presentationml.tags+xml"/>
  <Override PartName="/ppt/tags/tag2078.xml" ContentType="application/vnd.openxmlformats-officedocument.presentationml.tags+xml"/>
  <Override PartName="/ppt/tags/tag2079.xml" ContentType="application/vnd.openxmlformats-officedocument.presentationml.tags+xml"/>
  <Override PartName="/ppt/tags/tag2080.xml" ContentType="application/vnd.openxmlformats-officedocument.presentationml.tags+xml"/>
  <Override PartName="/ppt/tags/tag2081.xml" ContentType="application/vnd.openxmlformats-officedocument.presentationml.tags+xml"/>
  <Override PartName="/ppt/tags/tag2082.xml" ContentType="application/vnd.openxmlformats-officedocument.presentationml.tags+xml"/>
  <Override PartName="/ppt/tags/tag2083.xml" ContentType="application/vnd.openxmlformats-officedocument.presentationml.tags+xml"/>
  <Override PartName="/ppt/tags/tag2084.xml" ContentType="application/vnd.openxmlformats-officedocument.presentationml.tags+xml"/>
  <Override PartName="/ppt/tags/tag2085.xml" ContentType="application/vnd.openxmlformats-officedocument.presentationml.tags+xml"/>
  <Override PartName="/ppt/tags/tag2086.xml" ContentType="application/vnd.openxmlformats-officedocument.presentationml.tags+xml"/>
  <Override PartName="/ppt/tags/tag2087.xml" ContentType="application/vnd.openxmlformats-officedocument.presentationml.tags+xml"/>
  <Override PartName="/ppt/tags/tag2088.xml" ContentType="application/vnd.openxmlformats-officedocument.presentationml.tags+xml"/>
  <Override PartName="/ppt/tags/tag2089.xml" ContentType="application/vnd.openxmlformats-officedocument.presentationml.tags+xml"/>
  <Override PartName="/ppt/tags/tag2090.xml" ContentType="application/vnd.openxmlformats-officedocument.presentationml.tags+xml"/>
  <Override PartName="/ppt/tags/tag2091.xml" ContentType="application/vnd.openxmlformats-officedocument.presentationml.tags+xml"/>
  <Override PartName="/ppt/tags/tag2092.xml" ContentType="application/vnd.openxmlformats-officedocument.presentationml.tags+xml"/>
  <Override PartName="/ppt/tags/tag2093.xml" ContentType="application/vnd.openxmlformats-officedocument.presentationml.tags+xml"/>
  <Override PartName="/ppt/tags/tag2094.xml" ContentType="application/vnd.openxmlformats-officedocument.presentationml.tags+xml"/>
  <Override PartName="/ppt/tags/tag2095.xml" ContentType="application/vnd.openxmlformats-officedocument.presentationml.tags+xml"/>
  <Override PartName="/ppt/tags/tag2096.xml" ContentType="application/vnd.openxmlformats-officedocument.presentationml.tags+xml"/>
  <Override PartName="/ppt/tags/tag2097.xml" ContentType="application/vnd.openxmlformats-officedocument.presentationml.tags+xml"/>
  <Override PartName="/ppt/tags/tag2098.xml" ContentType="application/vnd.openxmlformats-officedocument.presentationml.tags+xml"/>
  <Override PartName="/ppt/tags/tag2099.xml" ContentType="application/vnd.openxmlformats-officedocument.presentationml.tags+xml"/>
  <Override PartName="/ppt/tags/tag2100.xml" ContentType="application/vnd.openxmlformats-officedocument.presentationml.tags+xml"/>
  <Override PartName="/ppt/tags/tag2101.xml" ContentType="application/vnd.openxmlformats-officedocument.presentationml.tags+xml"/>
  <Override PartName="/ppt/tags/tag2102.xml" ContentType="application/vnd.openxmlformats-officedocument.presentationml.tags+xml"/>
  <Override PartName="/ppt/tags/tag2103.xml" ContentType="application/vnd.openxmlformats-officedocument.presentationml.tags+xml"/>
  <Override PartName="/ppt/tags/tag2104.xml" ContentType="application/vnd.openxmlformats-officedocument.presentationml.tags+xml"/>
  <Override PartName="/ppt/tags/tag2105.xml" ContentType="application/vnd.openxmlformats-officedocument.presentationml.tags+xml"/>
  <Override PartName="/ppt/tags/tag2106.xml" ContentType="application/vnd.openxmlformats-officedocument.presentationml.tags+xml"/>
  <Override PartName="/ppt/tags/tag2107.xml" ContentType="application/vnd.openxmlformats-officedocument.presentationml.tags+xml"/>
  <Override PartName="/ppt/tags/tag2108.xml" ContentType="application/vnd.openxmlformats-officedocument.presentationml.tags+xml"/>
  <Override PartName="/ppt/tags/tag2109.xml" ContentType="application/vnd.openxmlformats-officedocument.presentationml.tags+xml"/>
  <Override PartName="/ppt/tags/tag2110.xml" ContentType="application/vnd.openxmlformats-officedocument.presentationml.tags+xml"/>
  <Override PartName="/ppt/tags/tag2111.xml" ContentType="application/vnd.openxmlformats-officedocument.presentationml.tags+xml"/>
  <Override PartName="/ppt/tags/tag2112.xml" ContentType="application/vnd.openxmlformats-officedocument.presentationml.tags+xml"/>
  <Override PartName="/ppt/tags/tag2113.xml" ContentType="application/vnd.openxmlformats-officedocument.presentationml.tags+xml"/>
  <Override PartName="/ppt/tags/tag2114.xml" ContentType="application/vnd.openxmlformats-officedocument.presentationml.tags+xml"/>
  <Override PartName="/ppt/tags/tag2115.xml" ContentType="application/vnd.openxmlformats-officedocument.presentationml.tags+xml"/>
  <Override PartName="/ppt/tags/tag2116.xml" ContentType="application/vnd.openxmlformats-officedocument.presentationml.tags+xml"/>
  <Override PartName="/ppt/tags/tag2117.xml" ContentType="application/vnd.openxmlformats-officedocument.presentationml.tags+xml"/>
  <Override PartName="/ppt/tags/tag2118.xml" ContentType="application/vnd.openxmlformats-officedocument.presentationml.tags+xml"/>
  <Override PartName="/ppt/tags/tag2119.xml" ContentType="application/vnd.openxmlformats-officedocument.presentationml.tags+xml"/>
  <Override PartName="/ppt/tags/tag2120.xml" ContentType="application/vnd.openxmlformats-officedocument.presentationml.tags+xml"/>
  <Override PartName="/ppt/tags/tag2121.xml" ContentType="application/vnd.openxmlformats-officedocument.presentationml.tags+xml"/>
  <Override PartName="/ppt/tags/tag2122.xml" ContentType="application/vnd.openxmlformats-officedocument.presentationml.tags+xml"/>
  <Override PartName="/ppt/tags/tag2123.xml" ContentType="application/vnd.openxmlformats-officedocument.presentationml.tags+xml"/>
  <Override PartName="/ppt/tags/tag2124.xml" ContentType="application/vnd.openxmlformats-officedocument.presentationml.tags+xml"/>
  <Override PartName="/ppt/tags/tag2125.xml" ContentType="application/vnd.openxmlformats-officedocument.presentationml.tags+xml"/>
  <Override PartName="/ppt/tags/tag2126.xml" ContentType="application/vnd.openxmlformats-officedocument.presentationml.tags+xml"/>
  <Override PartName="/ppt/tags/tag2127.xml" ContentType="application/vnd.openxmlformats-officedocument.presentationml.tags+xml"/>
  <Override PartName="/ppt/tags/tag2128.xml" ContentType="application/vnd.openxmlformats-officedocument.presentationml.tags+xml"/>
  <Override PartName="/ppt/tags/tag2129.xml" ContentType="application/vnd.openxmlformats-officedocument.presentationml.tags+xml"/>
  <Override PartName="/ppt/tags/tag2130.xml" ContentType="application/vnd.openxmlformats-officedocument.presentationml.tags+xml"/>
  <Override PartName="/ppt/tags/tag2131.xml" ContentType="application/vnd.openxmlformats-officedocument.presentationml.tags+xml"/>
  <Override PartName="/ppt/tags/tag2132.xml" ContentType="application/vnd.openxmlformats-officedocument.presentationml.tags+xml"/>
  <Override PartName="/ppt/tags/tag2133.xml" ContentType="application/vnd.openxmlformats-officedocument.presentationml.tags+xml"/>
  <Override PartName="/ppt/tags/tag2134.xml" ContentType="application/vnd.openxmlformats-officedocument.presentationml.tags+xml"/>
  <Override PartName="/ppt/tags/tag2135.xml" ContentType="application/vnd.openxmlformats-officedocument.presentationml.tags+xml"/>
  <Override PartName="/ppt/tags/tag2136.xml" ContentType="application/vnd.openxmlformats-officedocument.presentationml.tags+xml"/>
  <Override PartName="/ppt/tags/tag2137.xml" ContentType="application/vnd.openxmlformats-officedocument.presentationml.tags+xml"/>
  <Override PartName="/ppt/tags/tag2138.xml" ContentType="application/vnd.openxmlformats-officedocument.presentationml.tags+xml"/>
  <Override PartName="/ppt/tags/tag2139.xml" ContentType="application/vnd.openxmlformats-officedocument.presentationml.tags+xml"/>
  <Override PartName="/ppt/tags/tag2140.xml" ContentType="application/vnd.openxmlformats-officedocument.presentationml.tags+xml"/>
  <Override PartName="/ppt/tags/tag2141.xml" ContentType="application/vnd.openxmlformats-officedocument.presentationml.tags+xml"/>
  <Override PartName="/ppt/tags/tag2142.xml" ContentType="application/vnd.openxmlformats-officedocument.presentationml.tags+xml"/>
  <Override PartName="/ppt/tags/tag2143.xml" ContentType="application/vnd.openxmlformats-officedocument.presentationml.tags+xml"/>
  <Override PartName="/ppt/tags/tag2144.xml" ContentType="application/vnd.openxmlformats-officedocument.presentationml.tags+xml"/>
  <Override PartName="/ppt/tags/tag2145.xml" ContentType="application/vnd.openxmlformats-officedocument.presentationml.tags+xml"/>
  <Override PartName="/ppt/tags/tag2146.xml" ContentType="application/vnd.openxmlformats-officedocument.presentationml.tags+xml"/>
  <Override PartName="/ppt/tags/tag2147.xml" ContentType="application/vnd.openxmlformats-officedocument.presentationml.tags+xml"/>
  <Override PartName="/ppt/tags/tag2148.xml" ContentType="application/vnd.openxmlformats-officedocument.presentationml.tags+xml"/>
  <Override PartName="/ppt/tags/tag2149.xml" ContentType="application/vnd.openxmlformats-officedocument.presentationml.tags+xml"/>
  <Override PartName="/ppt/tags/tag2150.xml" ContentType="application/vnd.openxmlformats-officedocument.presentationml.tags+xml"/>
  <Override PartName="/ppt/tags/tag2151.xml" ContentType="application/vnd.openxmlformats-officedocument.presentationml.tags+xml"/>
  <Override PartName="/ppt/tags/tag2152.xml" ContentType="application/vnd.openxmlformats-officedocument.presentationml.tags+xml"/>
  <Override PartName="/ppt/tags/tag2153.xml" ContentType="application/vnd.openxmlformats-officedocument.presentationml.tags+xml"/>
  <Override PartName="/ppt/tags/tag2154.xml" ContentType="application/vnd.openxmlformats-officedocument.presentationml.tags+xml"/>
  <Override PartName="/ppt/tags/tag2155.xml" ContentType="application/vnd.openxmlformats-officedocument.presentationml.tags+xml"/>
  <Override PartName="/ppt/tags/tag2156.xml" ContentType="application/vnd.openxmlformats-officedocument.presentationml.tags+xml"/>
  <Override PartName="/ppt/tags/tag2157.xml" ContentType="application/vnd.openxmlformats-officedocument.presentationml.tags+xml"/>
  <Override PartName="/ppt/tags/tag2158.xml" ContentType="application/vnd.openxmlformats-officedocument.presentationml.tags+xml"/>
  <Override PartName="/ppt/tags/tag2159.xml" ContentType="application/vnd.openxmlformats-officedocument.presentationml.tags+xml"/>
  <Override PartName="/ppt/tags/tag2160.xml" ContentType="application/vnd.openxmlformats-officedocument.presentationml.tags+xml"/>
  <Override PartName="/ppt/tags/tag2161.xml" ContentType="application/vnd.openxmlformats-officedocument.presentationml.tags+xml"/>
  <Override PartName="/ppt/tags/tag2162.xml" ContentType="application/vnd.openxmlformats-officedocument.presentationml.tags+xml"/>
  <Override PartName="/ppt/tags/tag2163.xml" ContentType="application/vnd.openxmlformats-officedocument.presentationml.tags+xml"/>
  <Override PartName="/ppt/tags/tag2164.xml" ContentType="application/vnd.openxmlformats-officedocument.presentationml.tags+xml"/>
  <Override PartName="/ppt/tags/tag2165.xml" ContentType="application/vnd.openxmlformats-officedocument.presentationml.tags+xml"/>
  <Override PartName="/ppt/tags/tag2166.xml" ContentType="application/vnd.openxmlformats-officedocument.presentationml.tags+xml"/>
  <Override PartName="/ppt/tags/tag2167.xml" ContentType="application/vnd.openxmlformats-officedocument.presentationml.tags+xml"/>
  <Override PartName="/ppt/tags/tag2168.xml" ContentType="application/vnd.openxmlformats-officedocument.presentationml.tags+xml"/>
  <Override PartName="/ppt/tags/tag2169.xml" ContentType="application/vnd.openxmlformats-officedocument.presentationml.tags+xml"/>
  <Override PartName="/ppt/tags/tag2170.xml" ContentType="application/vnd.openxmlformats-officedocument.presentationml.tags+xml"/>
  <Override PartName="/ppt/tags/tag2171.xml" ContentType="application/vnd.openxmlformats-officedocument.presentationml.tags+xml"/>
  <Override PartName="/ppt/tags/tag2172.xml" ContentType="application/vnd.openxmlformats-officedocument.presentationml.tags+xml"/>
  <Override PartName="/ppt/tags/tag2173.xml" ContentType="application/vnd.openxmlformats-officedocument.presentationml.tags+xml"/>
  <Override PartName="/ppt/tags/tag2174.xml" ContentType="application/vnd.openxmlformats-officedocument.presentationml.tags+xml"/>
  <Override PartName="/ppt/tags/tag2175.xml" ContentType="application/vnd.openxmlformats-officedocument.presentationml.tags+xml"/>
  <Override PartName="/ppt/tags/tag2176.xml" ContentType="application/vnd.openxmlformats-officedocument.presentationml.tags+xml"/>
  <Override PartName="/ppt/tags/tag2177.xml" ContentType="application/vnd.openxmlformats-officedocument.presentationml.tags+xml"/>
  <Override PartName="/ppt/tags/tag2178.xml" ContentType="application/vnd.openxmlformats-officedocument.presentationml.tags+xml"/>
  <Override PartName="/ppt/tags/tag2179.xml" ContentType="application/vnd.openxmlformats-officedocument.presentationml.tags+xml"/>
  <Override PartName="/ppt/tags/tag2180.xml" ContentType="application/vnd.openxmlformats-officedocument.presentationml.tags+xml"/>
  <Override PartName="/ppt/tags/tag2181.xml" ContentType="application/vnd.openxmlformats-officedocument.presentationml.tags+xml"/>
  <Override PartName="/ppt/tags/tag2182.xml" ContentType="application/vnd.openxmlformats-officedocument.presentationml.tags+xml"/>
  <Override PartName="/ppt/tags/tag2183.xml" ContentType="application/vnd.openxmlformats-officedocument.presentationml.tags+xml"/>
  <Override PartName="/ppt/tags/tag2184.xml" ContentType="application/vnd.openxmlformats-officedocument.presentationml.tags+xml"/>
  <Override PartName="/ppt/tags/tag2185.xml" ContentType="application/vnd.openxmlformats-officedocument.presentationml.tags+xml"/>
  <Override PartName="/ppt/tags/tag2186.xml" ContentType="application/vnd.openxmlformats-officedocument.presentationml.tags+xml"/>
  <Override PartName="/ppt/tags/tag2187.xml" ContentType="application/vnd.openxmlformats-officedocument.presentationml.tags+xml"/>
  <Override PartName="/ppt/tags/tag2188.xml" ContentType="application/vnd.openxmlformats-officedocument.presentationml.tags+xml"/>
  <Override PartName="/ppt/tags/tag2189.xml" ContentType="application/vnd.openxmlformats-officedocument.presentationml.tags+xml"/>
  <Override PartName="/ppt/tags/tag2190.xml" ContentType="application/vnd.openxmlformats-officedocument.presentationml.tags+xml"/>
  <Override PartName="/ppt/tags/tag2191.xml" ContentType="application/vnd.openxmlformats-officedocument.presentationml.tags+xml"/>
  <Override PartName="/ppt/tags/tag2192.xml" ContentType="application/vnd.openxmlformats-officedocument.presentationml.tags+xml"/>
  <Override PartName="/ppt/tags/tag2193.xml" ContentType="application/vnd.openxmlformats-officedocument.presentationml.tags+xml"/>
  <Override PartName="/ppt/tags/tag2194.xml" ContentType="application/vnd.openxmlformats-officedocument.presentationml.tags+xml"/>
  <Override PartName="/ppt/tags/tag2195.xml" ContentType="application/vnd.openxmlformats-officedocument.presentationml.tags+xml"/>
  <Override PartName="/ppt/tags/tag2196.xml" ContentType="application/vnd.openxmlformats-officedocument.presentationml.tags+xml"/>
  <Override PartName="/ppt/tags/tag2197.xml" ContentType="application/vnd.openxmlformats-officedocument.presentationml.tags+xml"/>
  <Override PartName="/ppt/tags/tag2198.xml" ContentType="application/vnd.openxmlformats-officedocument.presentationml.tags+xml"/>
  <Override PartName="/ppt/tags/tag2199.xml" ContentType="application/vnd.openxmlformats-officedocument.presentationml.tags+xml"/>
  <Override PartName="/ppt/tags/tag2200.xml" ContentType="application/vnd.openxmlformats-officedocument.presentationml.tags+xml"/>
  <Override PartName="/ppt/tags/tag2201.xml" ContentType="application/vnd.openxmlformats-officedocument.presentationml.tags+xml"/>
  <Override PartName="/ppt/tags/tag2202.xml" ContentType="application/vnd.openxmlformats-officedocument.presentationml.tags+xml"/>
  <Override PartName="/ppt/tags/tag2203.xml" ContentType="application/vnd.openxmlformats-officedocument.presentationml.tags+xml"/>
  <Override PartName="/ppt/tags/tag2204.xml" ContentType="application/vnd.openxmlformats-officedocument.presentationml.tags+xml"/>
  <Override PartName="/ppt/tags/tag2205.xml" ContentType="application/vnd.openxmlformats-officedocument.presentationml.tags+xml"/>
  <Override PartName="/ppt/tags/tag2206.xml" ContentType="application/vnd.openxmlformats-officedocument.presentationml.tags+xml"/>
  <Override PartName="/ppt/tags/tag2207.xml" ContentType="application/vnd.openxmlformats-officedocument.presentationml.tags+xml"/>
  <Override PartName="/ppt/tags/tag2208.xml" ContentType="application/vnd.openxmlformats-officedocument.presentationml.tags+xml"/>
  <Override PartName="/ppt/tags/tag2209.xml" ContentType="application/vnd.openxmlformats-officedocument.presentationml.tags+xml"/>
  <Override PartName="/ppt/tags/tag2210.xml" ContentType="application/vnd.openxmlformats-officedocument.presentationml.tags+xml"/>
  <Override PartName="/ppt/tags/tag2211.xml" ContentType="application/vnd.openxmlformats-officedocument.presentationml.tags+xml"/>
  <Override PartName="/ppt/tags/tag2212.xml" ContentType="application/vnd.openxmlformats-officedocument.presentationml.tags+xml"/>
  <Override PartName="/ppt/tags/tag2213.xml" ContentType="application/vnd.openxmlformats-officedocument.presentationml.tags+xml"/>
  <Override PartName="/ppt/tags/tag2214.xml" ContentType="application/vnd.openxmlformats-officedocument.presentationml.tags+xml"/>
  <Override PartName="/ppt/tags/tag2215.xml" ContentType="application/vnd.openxmlformats-officedocument.presentationml.tags+xml"/>
  <Override PartName="/ppt/tags/tag2216.xml" ContentType="application/vnd.openxmlformats-officedocument.presentationml.tags+xml"/>
  <Override PartName="/ppt/tags/tag2217.xml" ContentType="application/vnd.openxmlformats-officedocument.presentationml.tags+xml"/>
  <Override PartName="/ppt/tags/tag2218.xml" ContentType="application/vnd.openxmlformats-officedocument.presentationml.tags+xml"/>
  <Override PartName="/ppt/tags/tag2219.xml" ContentType="application/vnd.openxmlformats-officedocument.presentationml.tags+xml"/>
  <Override PartName="/ppt/tags/tag2220.xml" ContentType="application/vnd.openxmlformats-officedocument.presentationml.tags+xml"/>
  <Override PartName="/ppt/tags/tag2221.xml" ContentType="application/vnd.openxmlformats-officedocument.presentationml.tags+xml"/>
  <Override PartName="/ppt/tags/tag2222.xml" ContentType="application/vnd.openxmlformats-officedocument.presentationml.tags+xml"/>
  <Override PartName="/ppt/tags/tag2223.xml" ContentType="application/vnd.openxmlformats-officedocument.presentationml.tags+xml"/>
  <Override PartName="/ppt/tags/tag2224.xml" ContentType="application/vnd.openxmlformats-officedocument.presentationml.tags+xml"/>
  <Override PartName="/ppt/tags/tag2225.xml" ContentType="application/vnd.openxmlformats-officedocument.presentationml.tags+xml"/>
  <Override PartName="/ppt/tags/tag2226.xml" ContentType="application/vnd.openxmlformats-officedocument.presentationml.tags+xml"/>
  <Override PartName="/ppt/tags/tag2227.xml" ContentType="application/vnd.openxmlformats-officedocument.presentationml.tags+xml"/>
  <Override PartName="/ppt/tags/tag2228.xml" ContentType="application/vnd.openxmlformats-officedocument.presentationml.tags+xml"/>
  <Override PartName="/ppt/tags/tag2229.xml" ContentType="application/vnd.openxmlformats-officedocument.presentationml.tags+xml"/>
  <Override PartName="/ppt/tags/tag2230.xml" ContentType="application/vnd.openxmlformats-officedocument.presentationml.tags+xml"/>
  <Override PartName="/ppt/tags/tag2231.xml" ContentType="application/vnd.openxmlformats-officedocument.presentationml.tags+xml"/>
  <Override PartName="/ppt/tags/tag2232.xml" ContentType="application/vnd.openxmlformats-officedocument.presentationml.tags+xml"/>
  <Override PartName="/ppt/tags/tag2233.xml" ContentType="application/vnd.openxmlformats-officedocument.presentationml.tags+xml"/>
  <Override PartName="/ppt/tags/tag2234.xml" ContentType="application/vnd.openxmlformats-officedocument.presentationml.tags+xml"/>
  <Override PartName="/ppt/tags/tag2235.xml" ContentType="application/vnd.openxmlformats-officedocument.presentationml.tags+xml"/>
  <Override PartName="/ppt/tags/tag2236.xml" ContentType="application/vnd.openxmlformats-officedocument.presentationml.tags+xml"/>
  <Override PartName="/ppt/tags/tag2237.xml" ContentType="application/vnd.openxmlformats-officedocument.presentationml.tags+xml"/>
  <Override PartName="/ppt/tags/tag2238.xml" ContentType="application/vnd.openxmlformats-officedocument.presentationml.tags+xml"/>
  <Override PartName="/ppt/tags/tag2239.xml" ContentType="application/vnd.openxmlformats-officedocument.presentationml.tags+xml"/>
  <Override PartName="/ppt/tags/tag2240.xml" ContentType="application/vnd.openxmlformats-officedocument.presentationml.tags+xml"/>
  <Override PartName="/ppt/tags/tag2241.xml" ContentType="application/vnd.openxmlformats-officedocument.presentationml.tags+xml"/>
  <Override PartName="/ppt/tags/tag2242.xml" ContentType="application/vnd.openxmlformats-officedocument.presentationml.tags+xml"/>
  <Override PartName="/ppt/tags/tag2243.xml" ContentType="application/vnd.openxmlformats-officedocument.presentationml.tags+xml"/>
  <Override PartName="/ppt/tags/tag2244.xml" ContentType="application/vnd.openxmlformats-officedocument.presentationml.tags+xml"/>
  <Override PartName="/ppt/tags/tag2245.xml" ContentType="application/vnd.openxmlformats-officedocument.presentationml.tags+xml"/>
  <Override PartName="/ppt/tags/tag2246.xml" ContentType="application/vnd.openxmlformats-officedocument.presentationml.tags+xml"/>
  <Override PartName="/ppt/tags/tag2247.xml" ContentType="application/vnd.openxmlformats-officedocument.presentationml.tags+xml"/>
  <Override PartName="/ppt/tags/tag2248.xml" ContentType="application/vnd.openxmlformats-officedocument.presentationml.tags+xml"/>
  <Override PartName="/ppt/tags/tag2249.xml" ContentType="application/vnd.openxmlformats-officedocument.presentationml.tags+xml"/>
  <Override PartName="/ppt/tags/tag2250.xml" ContentType="application/vnd.openxmlformats-officedocument.presentationml.tags+xml"/>
  <Override PartName="/ppt/tags/tag2251.xml" ContentType="application/vnd.openxmlformats-officedocument.presentationml.tags+xml"/>
  <Override PartName="/ppt/notesSlides/notesSlide9.xml" ContentType="application/vnd.openxmlformats-officedocument.presentationml.notesSlide+xml"/>
  <Override PartName="/ppt/tags/tag2252.xml" ContentType="application/vnd.openxmlformats-officedocument.presentationml.tags+xml"/>
  <Override PartName="/ppt/tags/tag2253.xml" ContentType="application/vnd.openxmlformats-officedocument.presentationml.tags+xml"/>
  <Override PartName="/ppt/tags/tag2254.xml" ContentType="application/vnd.openxmlformats-officedocument.presentationml.tags+xml"/>
  <Override PartName="/ppt/tags/tag2255.xml" ContentType="application/vnd.openxmlformats-officedocument.presentationml.tags+xml"/>
  <Override PartName="/ppt/tags/tag2256.xml" ContentType="application/vnd.openxmlformats-officedocument.presentationml.tags+xml"/>
  <Override PartName="/ppt/tags/tag2257.xml" ContentType="application/vnd.openxmlformats-officedocument.presentationml.tags+xml"/>
  <Override PartName="/ppt/tags/tag2258.xml" ContentType="application/vnd.openxmlformats-officedocument.presentationml.tags+xml"/>
  <Override PartName="/ppt/tags/tag2259.xml" ContentType="application/vnd.openxmlformats-officedocument.presentationml.tags+xml"/>
  <Override PartName="/ppt/tags/tag2260.xml" ContentType="application/vnd.openxmlformats-officedocument.presentationml.tags+xml"/>
  <Override PartName="/ppt/tags/tag2261.xml" ContentType="application/vnd.openxmlformats-officedocument.presentationml.tags+xml"/>
  <Override PartName="/ppt/tags/tag2262.xml" ContentType="application/vnd.openxmlformats-officedocument.presentationml.tags+xml"/>
  <Override PartName="/ppt/tags/tag2263.xml" ContentType="application/vnd.openxmlformats-officedocument.presentationml.tags+xml"/>
  <Override PartName="/ppt/tags/tag2264.xml" ContentType="application/vnd.openxmlformats-officedocument.presentationml.tags+xml"/>
  <Override PartName="/ppt/tags/tag2265.xml" ContentType="application/vnd.openxmlformats-officedocument.presentationml.tags+xml"/>
  <Override PartName="/ppt/tags/tag2266.xml" ContentType="application/vnd.openxmlformats-officedocument.presentationml.tags+xml"/>
  <Override PartName="/ppt/tags/tag2267.xml" ContentType="application/vnd.openxmlformats-officedocument.presentationml.tags+xml"/>
  <Override PartName="/ppt/tags/tag2268.xml" ContentType="application/vnd.openxmlformats-officedocument.presentationml.tags+xml"/>
  <Override PartName="/ppt/tags/tag2269.xml" ContentType="application/vnd.openxmlformats-officedocument.presentationml.tags+xml"/>
  <Override PartName="/ppt/tags/tag2270.xml" ContentType="application/vnd.openxmlformats-officedocument.presentationml.tags+xml"/>
  <Override PartName="/ppt/tags/tag2271.xml" ContentType="application/vnd.openxmlformats-officedocument.presentationml.tags+xml"/>
  <Override PartName="/ppt/tags/tag2272.xml" ContentType="application/vnd.openxmlformats-officedocument.presentationml.tags+xml"/>
  <Override PartName="/ppt/tags/tag2273.xml" ContentType="application/vnd.openxmlformats-officedocument.presentationml.tags+xml"/>
  <Override PartName="/ppt/tags/tag2274.xml" ContentType="application/vnd.openxmlformats-officedocument.presentationml.tags+xml"/>
  <Override PartName="/ppt/tags/tag2275.xml" ContentType="application/vnd.openxmlformats-officedocument.presentationml.tags+xml"/>
  <Override PartName="/ppt/tags/tag2276.xml" ContentType="application/vnd.openxmlformats-officedocument.presentationml.tags+xml"/>
  <Override PartName="/ppt/tags/tag2277.xml" ContentType="application/vnd.openxmlformats-officedocument.presentationml.tags+xml"/>
  <Override PartName="/ppt/tags/tag2278.xml" ContentType="application/vnd.openxmlformats-officedocument.presentationml.tags+xml"/>
  <Override PartName="/ppt/tags/tag2279.xml" ContentType="application/vnd.openxmlformats-officedocument.presentationml.tags+xml"/>
  <Override PartName="/ppt/tags/tag2280.xml" ContentType="application/vnd.openxmlformats-officedocument.presentationml.tags+xml"/>
  <Override PartName="/ppt/tags/tag2281.xml" ContentType="application/vnd.openxmlformats-officedocument.presentationml.tags+xml"/>
  <Override PartName="/ppt/tags/tag2282.xml" ContentType="application/vnd.openxmlformats-officedocument.presentationml.tags+xml"/>
  <Override PartName="/ppt/tags/tag2283.xml" ContentType="application/vnd.openxmlformats-officedocument.presentationml.tags+xml"/>
  <Override PartName="/ppt/tags/tag2284.xml" ContentType="application/vnd.openxmlformats-officedocument.presentationml.tags+xml"/>
  <Override PartName="/ppt/tags/tag2285.xml" ContentType="application/vnd.openxmlformats-officedocument.presentationml.tags+xml"/>
  <Override PartName="/ppt/tags/tag2286.xml" ContentType="application/vnd.openxmlformats-officedocument.presentationml.tags+xml"/>
  <Override PartName="/ppt/tags/tag2287.xml" ContentType="application/vnd.openxmlformats-officedocument.presentationml.tags+xml"/>
  <Override PartName="/ppt/tags/tag2288.xml" ContentType="application/vnd.openxmlformats-officedocument.presentationml.tags+xml"/>
  <Override PartName="/ppt/tags/tag2289.xml" ContentType="application/vnd.openxmlformats-officedocument.presentationml.tags+xml"/>
  <Override PartName="/ppt/tags/tag2290.xml" ContentType="application/vnd.openxmlformats-officedocument.presentationml.tags+xml"/>
  <Override PartName="/ppt/tags/tag2291.xml" ContentType="application/vnd.openxmlformats-officedocument.presentationml.tags+xml"/>
  <Override PartName="/ppt/tags/tag2292.xml" ContentType="application/vnd.openxmlformats-officedocument.presentationml.tags+xml"/>
  <Override PartName="/ppt/tags/tag2293.xml" ContentType="application/vnd.openxmlformats-officedocument.presentationml.tags+xml"/>
  <Override PartName="/ppt/tags/tag2294.xml" ContentType="application/vnd.openxmlformats-officedocument.presentationml.tags+xml"/>
  <Override PartName="/ppt/tags/tag2295.xml" ContentType="application/vnd.openxmlformats-officedocument.presentationml.tags+xml"/>
  <Override PartName="/ppt/tags/tag2296.xml" ContentType="application/vnd.openxmlformats-officedocument.presentationml.tags+xml"/>
  <Override PartName="/ppt/tags/tag2297.xml" ContentType="application/vnd.openxmlformats-officedocument.presentationml.tags+xml"/>
  <Override PartName="/ppt/tags/tag2298.xml" ContentType="application/vnd.openxmlformats-officedocument.presentationml.tags+xml"/>
  <Override PartName="/ppt/tags/tag2299.xml" ContentType="application/vnd.openxmlformats-officedocument.presentationml.tags+xml"/>
  <Override PartName="/ppt/tags/tag2300.xml" ContentType="application/vnd.openxmlformats-officedocument.presentationml.tags+xml"/>
  <Override PartName="/ppt/tags/tag2301.xml" ContentType="application/vnd.openxmlformats-officedocument.presentationml.tags+xml"/>
  <Override PartName="/ppt/tags/tag2302.xml" ContentType="application/vnd.openxmlformats-officedocument.presentationml.tags+xml"/>
  <Override PartName="/ppt/tags/tag2303.xml" ContentType="application/vnd.openxmlformats-officedocument.presentationml.tags+xml"/>
  <Override PartName="/ppt/tags/tag2304.xml" ContentType="application/vnd.openxmlformats-officedocument.presentationml.tags+xml"/>
  <Override PartName="/ppt/tags/tag2305.xml" ContentType="application/vnd.openxmlformats-officedocument.presentationml.tags+xml"/>
  <Override PartName="/ppt/tags/tag2306.xml" ContentType="application/vnd.openxmlformats-officedocument.presentationml.tags+xml"/>
  <Override PartName="/ppt/tags/tag2307.xml" ContentType="application/vnd.openxmlformats-officedocument.presentationml.tags+xml"/>
  <Override PartName="/ppt/tags/tag2308.xml" ContentType="application/vnd.openxmlformats-officedocument.presentationml.tags+xml"/>
  <Override PartName="/ppt/tags/tag2309.xml" ContentType="application/vnd.openxmlformats-officedocument.presentationml.tags+xml"/>
  <Override PartName="/ppt/tags/tag2310.xml" ContentType="application/vnd.openxmlformats-officedocument.presentationml.tags+xml"/>
  <Override PartName="/ppt/tags/tag2311.xml" ContentType="application/vnd.openxmlformats-officedocument.presentationml.tags+xml"/>
  <Override PartName="/ppt/tags/tag2312.xml" ContentType="application/vnd.openxmlformats-officedocument.presentationml.tags+xml"/>
  <Override PartName="/ppt/tags/tag2313.xml" ContentType="application/vnd.openxmlformats-officedocument.presentationml.tags+xml"/>
  <Override PartName="/ppt/tags/tag2314.xml" ContentType="application/vnd.openxmlformats-officedocument.presentationml.tags+xml"/>
  <Override PartName="/ppt/tags/tag2315.xml" ContentType="application/vnd.openxmlformats-officedocument.presentationml.tags+xml"/>
  <Override PartName="/ppt/tags/tag2316.xml" ContentType="application/vnd.openxmlformats-officedocument.presentationml.tags+xml"/>
  <Override PartName="/ppt/tags/tag2317.xml" ContentType="application/vnd.openxmlformats-officedocument.presentationml.tags+xml"/>
  <Override PartName="/ppt/tags/tag2318.xml" ContentType="application/vnd.openxmlformats-officedocument.presentationml.tags+xml"/>
  <Override PartName="/ppt/tags/tag2319.xml" ContentType="application/vnd.openxmlformats-officedocument.presentationml.tags+xml"/>
  <Override PartName="/ppt/tags/tag2320.xml" ContentType="application/vnd.openxmlformats-officedocument.presentationml.tags+xml"/>
  <Override PartName="/ppt/tags/tag2321.xml" ContentType="application/vnd.openxmlformats-officedocument.presentationml.tags+xml"/>
  <Override PartName="/ppt/tags/tag2322.xml" ContentType="application/vnd.openxmlformats-officedocument.presentationml.tags+xml"/>
  <Override PartName="/ppt/tags/tag2323.xml" ContentType="application/vnd.openxmlformats-officedocument.presentationml.tags+xml"/>
  <Override PartName="/ppt/tags/tag2324.xml" ContentType="application/vnd.openxmlformats-officedocument.presentationml.tags+xml"/>
  <Override PartName="/ppt/tags/tag2325.xml" ContentType="application/vnd.openxmlformats-officedocument.presentationml.tags+xml"/>
  <Override PartName="/ppt/tags/tag2326.xml" ContentType="application/vnd.openxmlformats-officedocument.presentationml.tags+xml"/>
  <Override PartName="/ppt/tags/tag2327.xml" ContentType="application/vnd.openxmlformats-officedocument.presentationml.tags+xml"/>
  <Override PartName="/ppt/tags/tag2328.xml" ContentType="application/vnd.openxmlformats-officedocument.presentationml.tags+xml"/>
  <Override PartName="/ppt/tags/tag2329.xml" ContentType="application/vnd.openxmlformats-officedocument.presentationml.tags+xml"/>
  <Override PartName="/ppt/tags/tag2330.xml" ContentType="application/vnd.openxmlformats-officedocument.presentationml.tags+xml"/>
  <Override PartName="/ppt/tags/tag2331.xml" ContentType="application/vnd.openxmlformats-officedocument.presentationml.tags+xml"/>
  <Override PartName="/ppt/tags/tag2332.xml" ContentType="application/vnd.openxmlformats-officedocument.presentationml.tags+xml"/>
  <Override PartName="/ppt/tags/tag2333.xml" ContentType="application/vnd.openxmlformats-officedocument.presentationml.tags+xml"/>
  <Override PartName="/ppt/tags/tag2334.xml" ContentType="application/vnd.openxmlformats-officedocument.presentationml.tags+xml"/>
  <Override PartName="/ppt/tags/tag2335.xml" ContentType="application/vnd.openxmlformats-officedocument.presentationml.tags+xml"/>
  <Override PartName="/ppt/tags/tag2336.xml" ContentType="application/vnd.openxmlformats-officedocument.presentationml.tags+xml"/>
  <Override PartName="/ppt/tags/tag2337.xml" ContentType="application/vnd.openxmlformats-officedocument.presentationml.tags+xml"/>
  <Override PartName="/ppt/tags/tag2338.xml" ContentType="application/vnd.openxmlformats-officedocument.presentationml.tags+xml"/>
  <Override PartName="/ppt/tags/tag2339.xml" ContentType="application/vnd.openxmlformats-officedocument.presentationml.tags+xml"/>
  <Override PartName="/ppt/tags/tag2340.xml" ContentType="application/vnd.openxmlformats-officedocument.presentationml.tags+xml"/>
  <Override PartName="/ppt/tags/tag2341.xml" ContentType="application/vnd.openxmlformats-officedocument.presentationml.tags+xml"/>
  <Override PartName="/ppt/tags/tag2342.xml" ContentType="application/vnd.openxmlformats-officedocument.presentationml.tags+xml"/>
  <Override PartName="/ppt/tags/tag2343.xml" ContentType="application/vnd.openxmlformats-officedocument.presentationml.tags+xml"/>
  <Override PartName="/ppt/tags/tag2344.xml" ContentType="application/vnd.openxmlformats-officedocument.presentationml.tags+xml"/>
  <Override PartName="/ppt/tags/tag2345.xml" ContentType="application/vnd.openxmlformats-officedocument.presentationml.tags+xml"/>
  <Override PartName="/ppt/tags/tag2346.xml" ContentType="application/vnd.openxmlformats-officedocument.presentationml.tags+xml"/>
  <Override PartName="/ppt/tags/tag2347.xml" ContentType="application/vnd.openxmlformats-officedocument.presentationml.tags+xml"/>
  <Override PartName="/ppt/tags/tag2348.xml" ContentType="application/vnd.openxmlformats-officedocument.presentationml.tags+xml"/>
  <Override PartName="/ppt/tags/tag2349.xml" ContentType="application/vnd.openxmlformats-officedocument.presentationml.tags+xml"/>
  <Override PartName="/ppt/tags/tag2350.xml" ContentType="application/vnd.openxmlformats-officedocument.presentationml.tags+xml"/>
  <Override PartName="/ppt/tags/tag2351.xml" ContentType="application/vnd.openxmlformats-officedocument.presentationml.tags+xml"/>
  <Override PartName="/ppt/tags/tag2352.xml" ContentType="application/vnd.openxmlformats-officedocument.presentationml.tags+xml"/>
  <Override PartName="/ppt/tags/tag2353.xml" ContentType="application/vnd.openxmlformats-officedocument.presentationml.tags+xml"/>
  <Override PartName="/ppt/tags/tag2354.xml" ContentType="application/vnd.openxmlformats-officedocument.presentationml.tags+xml"/>
  <Override PartName="/ppt/tags/tag2355.xml" ContentType="application/vnd.openxmlformats-officedocument.presentationml.tags+xml"/>
  <Override PartName="/ppt/tags/tag2356.xml" ContentType="application/vnd.openxmlformats-officedocument.presentationml.tags+xml"/>
  <Override PartName="/ppt/tags/tag2357.xml" ContentType="application/vnd.openxmlformats-officedocument.presentationml.tags+xml"/>
  <Override PartName="/ppt/tags/tag2358.xml" ContentType="application/vnd.openxmlformats-officedocument.presentationml.tags+xml"/>
  <Override PartName="/ppt/tags/tag2359.xml" ContentType="application/vnd.openxmlformats-officedocument.presentationml.tags+xml"/>
  <Override PartName="/ppt/tags/tag2360.xml" ContentType="application/vnd.openxmlformats-officedocument.presentationml.tags+xml"/>
  <Override PartName="/ppt/tags/tag2361.xml" ContentType="application/vnd.openxmlformats-officedocument.presentationml.tags+xml"/>
  <Override PartName="/ppt/tags/tag2362.xml" ContentType="application/vnd.openxmlformats-officedocument.presentationml.tags+xml"/>
  <Override PartName="/ppt/tags/tag2363.xml" ContentType="application/vnd.openxmlformats-officedocument.presentationml.tags+xml"/>
  <Override PartName="/ppt/tags/tag2364.xml" ContentType="application/vnd.openxmlformats-officedocument.presentationml.tags+xml"/>
  <Override PartName="/ppt/tags/tag2365.xml" ContentType="application/vnd.openxmlformats-officedocument.presentationml.tags+xml"/>
  <Override PartName="/ppt/tags/tag2366.xml" ContentType="application/vnd.openxmlformats-officedocument.presentationml.tags+xml"/>
  <Override PartName="/ppt/tags/tag2367.xml" ContentType="application/vnd.openxmlformats-officedocument.presentationml.tags+xml"/>
  <Override PartName="/ppt/tags/tag2368.xml" ContentType="application/vnd.openxmlformats-officedocument.presentationml.tags+xml"/>
  <Override PartName="/ppt/tags/tag2369.xml" ContentType="application/vnd.openxmlformats-officedocument.presentationml.tags+xml"/>
  <Override PartName="/ppt/tags/tag2370.xml" ContentType="application/vnd.openxmlformats-officedocument.presentationml.tags+xml"/>
  <Override PartName="/ppt/tags/tag2371.xml" ContentType="application/vnd.openxmlformats-officedocument.presentationml.tags+xml"/>
  <Override PartName="/ppt/tags/tag2372.xml" ContentType="application/vnd.openxmlformats-officedocument.presentationml.tags+xml"/>
  <Override PartName="/ppt/tags/tag2373.xml" ContentType="application/vnd.openxmlformats-officedocument.presentationml.tags+xml"/>
  <Override PartName="/ppt/tags/tag2374.xml" ContentType="application/vnd.openxmlformats-officedocument.presentationml.tags+xml"/>
  <Override PartName="/ppt/tags/tag2375.xml" ContentType="application/vnd.openxmlformats-officedocument.presentationml.tags+xml"/>
  <Override PartName="/ppt/tags/tag2376.xml" ContentType="application/vnd.openxmlformats-officedocument.presentationml.tags+xml"/>
  <Override PartName="/ppt/tags/tag2377.xml" ContentType="application/vnd.openxmlformats-officedocument.presentationml.tags+xml"/>
  <Override PartName="/ppt/tags/tag2378.xml" ContentType="application/vnd.openxmlformats-officedocument.presentationml.tags+xml"/>
  <Override PartName="/ppt/tags/tag2379.xml" ContentType="application/vnd.openxmlformats-officedocument.presentationml.tags+xml"/>
  <Override PartName="/ppt/tags/tag2380.xml" ContentType="application/vnd.openxmlformats-officedocument.presentationml.tags+xml"/>
  <Override PartName="/ppt/tags/tag2381.xml" ContentType="application/vnd.openxmlformats-officedocument.presentationml.tags+xml"/>
  <Override PartName="/ppt/tags/tag2382.xml" ContentType="application/vnd.openxmlformats-officedocument.presentationml.tags+xml"/>
  <Override PartName="/ppt/tags/tag2383.xml" ContentType="application/vnd.openxmlformats-officedocument.presentationml.tags+xml"/>
  <Override PartName="/ppt/tags/tag2384.xml" ContentType="application/vnd.openxmlformats-officedocument.presentationml.tags+xml"/>
  <Override PartName="/ppt/tags/tag2385.xml" ContentType="application/vnd.openxmlformats-officedocument.presentationml.tags+xml"/>
  <Override PartName="/ppt/tags/tag2386.xml" ContentType="application/vnd.openxmlformats-officedocument.presentationml.tags+xml"/>
  <Override PartName="/ppt/tags/tag2387.xml" ContentType="application/vnd.openxmlformats-officedocument.presentationml.tags+xml"/>
  <Override PartName="/ppt/tags/tag2388.xml" ContentType="application/vnd.openxmlformats-officedocument.presentationml.tags+xml"/>
  <Override PartName="/ppt/tags/tag2389.xml" ContentType="application/vnd.openxmlformats-officedocument.presentationml.tags+xml"/>
  <Override PartName="/ppt/tags/tag2390.xml" ContentType="application/vnd.openxmlformats-officedocument.presentationml.tags+xml"/>
  <Override PartName="/ppt/tags/tag2391.xml" ContentType="application/vnd.openxmlformats-officedocument.presentationml.tags+xml"/>
  <Override PartName="/ppt/tags/tag2392.xml" ContentType="application/vnd.openxmlformats-officedocument.presentationml.tags+xml"/>
  <Override PartName="/ppt/tags/tag2393.xml" ContentType="application/vnd.openxmlformats-officedocument.presentationml.tags+xml"/>
  <Override PartName="/ppt/tags/tag2394.xml" ContentType="application/vnd.openxmlformats-officedocument.presentationml.tags+xml"/>
  <Override PartName="/ppt/tags/tag2395.xml" ContentType="application/vnd.openxmlformats-officedocument.presentationml.tags+xml"/>
  <Override PartName="/ppt/tags/tag2396.xml" ContentType="application/vnd.openxmlformats-officedocument.presentationml.tags+xml"/>
  <Override PartName="/ppt/tags/tag2397.xml" ContentType="application/vnd.openxmlformats-officedocument.presentationml.tags+xml"/>
  <Override PartName="/ppt/tags/tag2398.xml" ContentType="application/vnd.openxmlformats-officedocument.presentationml.tags+xml"/>
  <Override PartName="/ppt/tags/tag2399.xml" ContentType="application/vnd.openxmlformats-officedocument.presentationml.tags+xml"/>
  <Override PartName="/ppt/tags/tag2400.xml" ContentType="application/vnd.openxmlformats-officedocument.presentationml.tags+xml"/>
  <Override PartName="/ppt/tags/tag2401.xml" ContentType="application/vnd.openxmlformats-officedocument.presentationml.tags+xml"/>
  <Override PartName="/ppt/tags/tag2402.xml" ContentType="application/vnd.openxmlformats-officedocument.presentationml.tags+xml"/>
  <Override PartName="/ppt/tags/tag2403.xml" ContentType="application/vnd.openxmlformats-officedocument.presentationml.tags+xml"/>
  <Override PartName="/ppt/tags/tag2404.xml" ContentType="application/vnd.openxmlformats-officedocument.presentationml.tags+xml"/>
  <Override PartName="/ppt/tags/tag2405.xml" ContentType="application/vnd.openxmlformats-officedocument.presentationml.tags+xml"/>
  <Override PartName="/ppt/tags/tag2406.xml" ContentType="application/vnd.openxmlformats-officedocument.presentationml.tags+xml"/>
  <Override PartName="/ppt/tags/tag2407.xml" ContentType="application/vnd.openxmlformats-officedocument.presentationml.tags+xml"/>
  <Override PartName="/ppt/tags/tag2408.xml" ContentType="application/vnd.openxmlformats-officedocument.presentationml.tags+xml"/>
  <Override PartName="/ppt/tags/tag2409.xml" ContentType="application/vnd.openxmlformats-officedocument.presentationml.tags+xml"/>
  <Override PartName="/ppt/tags/tag2410.xml" ContentType="application/vnd.openxmlformats-officedocument.presentationml.tags+xml"/>
  <Override PartName="/ppt/tags/tag2411.xml" ContentType="application/vnd.openxmlformats-officedocument.presentationml.tags+xml"/>
  <Override PartName="/ppt/tags/tag2412.xml" ContentType="application/vnd.openxmlformats-officedocument.presentationml.tags+xml"/>
  <Override PartName="/ppt/tags/tag2413.xml" ContentType="application/vnd.openxmlformats-officedocument.presentationml.tags+xml"/>
  <Override PartName="/ppt/tags/tag2414.xml" ContentType="application/vnd.openxmlformats-officedocument.presentationml.tags+xml"/>
  <Override PartName="/ppt/tags/tag2415.xml" ContentType="application/vnd.openxmlformats-officedocument.presentationml.tags+xml"/>
  <Override PartName="/ppt/tags/tag2416.xml" ContentType="application/vnd.openxmlformats-officedocument.presentationml.tags+xml"/>
  <Override PartName="/ppt/tags/tag2417.xml" ContentType="application/vnd.openxmlformats-officedocument.presentationml.tags+xml"/>
  <Override PartName="/ppt/tags/tag2418.xml" ContentType="application/vnd.openxmlformats-officedocument.presentationml.tags+xml"/>
  <Override PartName="/ppt/tags/tag2419.xml" ContentType="application/vnd.openxmlformats-officedocument.presentationml.tags+xml"/>
  <Override PartName="/ppt/tags/tag2420.xml" ContentType="application/vnd.openxmlformats-officedocument.presentationml.tags+xml"/>
  <Override PartName="/ppt/tags/tag2421.xml" ContentType="application/vnd.openxmlformats-officedocument.presentationml.tags+xml"/>
  <Override PartName="/ppt/tags/tag2422.xml" ContentType="application/vnd.openxmlformats-officedocument.presentationml.tags+xml"/>
  <Override PartName="/ppt/tags/tag2423.xml" ContentType="application/vnd.openxmlformats-officedocument.presentationml.tags+xml"/>
  <Override PartName="/ppt/tags/tag2424.xml" ContentType="application/vnd.openxmlformats-officedocument.presentationml.tags+xml"/>
  <Override PartName="/ppt/tags/tag2425.xml" ContentType="application/vnd.openxmlformats-officedocument.presentationml.tags+xml"/>
  <Override PartName="/ppt/tags/tag2426.xml" ContentType="application/vnd.openxmlformats-officedocument.presentationml.tags+xml"/>
  <Override PartName="/ppt/tags/tag2427.xml" ContentType="application/vnd.openxmlformats-officedocument.presentationml.tags+xml"/>
  <Override PartName="/ppt/tags/tag2428.xml" ContentType="application/vnd.openxmlformats-officedocument.presentationml.tags+xml"/>
  <Override PartName="/ppt/tags/tag2429.xml" ContentType="application/vnd.openxmlformats-officedocument.presentationml.tags+xml"/>
  <Override PartName="/ppt/tags/tag2430.xml" ContentType="application/vnd.openxmlformats-officedocument.presentationml.tags+xml"/>
  <Override PartName="/ppt/tags/tag2431.xml" ContentType="application/vnd.openxmlformats-officedocument.presentationml.tags+xml"/>
  <Override PartName="/ppt/tags/tag2432.xml" ContentType="application/vnd.openxmlformats-officedocument.presentationml.tags+xml"/>
  <Override PartName="/ppt/tags/tag2433.xml" ContentType="application/vnd.openxmlformats-officedocument.presentationml.tags+xml"/>
  <Override PartName="/ppt/tags/tag2434.xml" ContentType="application/vnd.openxmlformats-officedocument.presentationml.tags+xml"/>
  <Override PartName="/ppt/tags/tag2435.xml" ContentType="application/vnd.openxmlformats-officedocument.presentationml.tags+xml"/>
  <Override PartName="/ppt/tags/tag2436.xml" ContentType="application/vnd.openxmlformats-officedocument.presentationml.tags+xml"/>
  <Override PartName="/ppt/tags/tag2437.xml" ContentType="application/vnd.openxmlformats-officedocument.presentationml.tags+xml"/>
  <Override PartName="/ppt/tags/tag2438.xml" ContentType="application/vnd.openxmlformats-officedocument.presentationml.tags+xml"/>
  <Override PartName="/ppt/tags/tag2439.xml" ContentType="application/vnd.openxmlformats-officedocument.presentationml.tags+xml"/>
  <Override PartName="/ppt/tags/tag2440.xml" ContentType="application/vnd.openxmlformats-officedocument.presentationml.tags+xml"/>
  <Override PartName="/ppt/tags/tag2441.xml" ContentType="application/vnd.openxmlformats-officedocument.presentationml.tags+xml"/>
  <Override PartName="/ppt/tags/tag2442.xml" ContentType="application/vnd.openxmlformats-officedocument.presentationml.tags+xml"/>
  <Override PartName="/ppt/tags/tag2443.xml" ContentType="application/vnd.openxmlformats-officedocument.presentationml.tags+xml"/>
  <Override PartName="/ppt/tags/tag2444.xml" ContentType="application/vnd.openxmlformats-officedocument.presentationml.tags+xml"/>
  <Override PartName="/ppt/tags/tag2445.xml" ContentType="application/vnd.openxmlformats-officedocument.presentationml.tags+xml"/>
  <Override PartName="/ppt/tags/tag2446.xml" ContentType="application/vnd.openxmlformats-officedocument.presentationml.tags+xml"/>
  <Override PartName="/ppt/tags/tag2447.xml" ContentType="application/vnd.openxmlformats-officedocument.presentationml.tags+xml"/>
  <Override PartName="/ppt/tags/tag2448.xml" ContentType="application/vnd.openxmlformats-officedocument.presentationml.tags+xml"/>
  <Override PartName="/ppt/tags/tag2449.xml" ContentType="application/vnd.openxmlformats-officedocument.presentationml.tags+xml"/>
  <Override PartName="/ppt/tags/tag2450.xml" ContentType="application/vnd.openxmlformats-officedocument.presentationml.tags+xml"/>
  <Override PartName="/ppt/tags/tag2451.xml" ContentType="application/vnd.openxmlformats-officedocument.presentationml.tags+xml"/>
  <Override PartName="/ppt/tags/tag2452.xml" ContentType="application/vnd.openxmlformats-officedocument.presentationml.tags+xml"/>
  <Override PartName="/ppt/tags/tag2453.xml" ContentType="application/vnd.openxmlformats-officedocument.presentationml.tags+xml"/>
  <Override PartName="/ppt/tags/tag2454.xml" ContentType="application/vnd.openxmlformats-officedocument.presentationml.tags+xml"/>
  <Override PartName="/ppt/tags/tag2455.xml" ContentType="application/vnd.openxmlformats-officedocument.presentationml.tags+xml"/>
  <Override PartName="/ppt/tags/tag2456.xml" ContentType="application/vnd.openxmlformats-officedocument.presentationml.tags+xml"/>
  <Override PartName="/ppt/tags/tag2457.xml" ContentType="application/vnd.openxmlformats-officedocument.presentationml.tags+xml"/>
  <Override PartName="/ppt/tags/tag2458.xml" ContentType="application/vnd.openxmlformats-officedocument.presentationml.tags+xml"/>
  <Override PartName="/ppt/tags/tag2459.xml" ContentType="application/vnd.openxmlformats-officedocument.presentationml.tags+xml"/>
  <Override PartName="/ppt/tags/tag2460.xml" ContentType="application/vnd.openxmlformats-officedocument.presentationml.tags+xml"/>
  <Override PartName="/ppt/tags/tag2461.xml" ContentType="application/vnd.openxmlformats-officedocument.presentationml.tags+xml"/>
  <Override PartName="/ppt/tags/tag2462.xml" ContentType="application/vnd.openxmlformats-officedocument.presentationml.tags+xml"/>
  <Override PartName="/ppt/tags/tag2463.xml" ContentType="application/vnd.openxmlformats-officedocument.presentationml.tags+xml"/>
  <Override PartName="/ppt/tags/tag2464.xml" ContentType="application/vnd.openxmlformats-officedocument.presentationml.tags+xml"/>
  <Override PartName="/ppt/tags/tag2465.xml" ContentType="application/vnd.openxmlformats-officedocument.presentationml.tags+xml"/>
  <Override PartName="/ppt/tags/tag2466.xml" ContentType="application/vnd.openxmlformats-officedocument.presentationml.tags+xml"/>
  <Override PartName="/ppt/tags/tag2467.xml" ContentType="application/vnd.openxmlformats-officedocument.presentationml.tags+xml"/>
  <Override PartName="/ppt/tags/tag2468.xml" ContentType="application/vnd.openxmlformats-officedocument.presentationml.tags+xml"/>
  <Override PartName="/ppt/tags/tag2469.xml" ContentType="application/vnd.openxmlformats-officedocument.presentationml.tags+xml"/>
  <Override PartName="/ppt/tags/tag2470.xml" ContentType="application/vnd.openxmlformats-officedocument.presentationml.tags+xml"/>
  <Override PartName="/ppt/tags/tag2471.xml" ContentType="application/vnd.openxmlformats-officedocument.presentationml.tags+xml"/>
  <Override PartName="/ppt/tags/tag2472.xml" ContentType="application/vnd.openxmlformats-officedocument.presentationml.tags+xml"/>
  <Override PartName="/ppt/tags/tag2473.xml" ContentType="application/vnd.openxmlformats-officedocument.presentationml.tags+xml"/>
  <Override PartName="/ppt/tags/tag2474.xml" ContentType="application/vnd.openxmlformats-officedocument.presentationml.tags+xml"/>
  <Override PartName="/ppt/tags/tag2475.xml" ContentType="application/vnd.openxmlformats-officedocument.presentationml.tags+xml"/>
  <Override PartName="/ppt/tags/tag2476.xml" ContentType="application/vnd.openxmlformats-officedocument.presentationml.tags+xml"/>
  <Override PartName="/ppt/tags/tag2477.xml" ContentType="application/vnd.openxmlformats-officedocument.presentationml.tags+xml"/>
  <Override PartName="/ppt/tags/tag2478.xml" ContentType="application/vnd.openxmlformats-officedocument.presentationml.tags+xml"/>
  <Override PartName="/ppt/tags/tag2479.xml" ContentType="application/vnd.openxmlformats-officedocument.presentationml.tags+xml"/>
  <Override PartName="/ppt/tags/tag2480.xml" ContentType="application/vnd.openxmlformats-officedocument.presentationml.tags+xml"/>
  <Override PartName="/ppt/notesSlides/notesSlide10.xml" ContentType="application/vnd.openxmlformats-officedocument.presentationml.notesSlide+xml"/>
  <Override PartName="/ppt/tags/tag2481.xml" ContentType="application/vnd.openxmlformats-officedocument.presentationml.tags+xml"/>
  <Override PartName="/ppt/tags/tag2482.xml" ContentType="application/vnd.openxmlformats-officedocument.presentationml.tags+xml"/>
  <Override PartName="/ppt/tags/tag2483.xml" ContentType="application/vnd.openxmlformats-officedocument.presentationml.tags+xml"/>
  <Override PartName="/ppt/tags/tag2484.xml" ContentType="application/vnd.openxmlformats-officedocument.presentationml.tags+xml"/>
  <Override PartName="/ppt/tags/tag2485.xml" ContentType="application/vnd.openxmlformats-officedocument.presentationml.tags+xml"/>
  <Override PartName="/ppt/tags/tag2486.xml" ContentType="application/vnd.openxmlformats-officedocument.presentationml.tags+xml"/>
  <Override PartName="/ppt/tags/tag2487.xml" ContentType="application/vnd.openxmlformats-officedocument.presentationml.tags+xml"/>
  <Override PartName="/ppt/tags/tag2488.xml" ContentType="application/vnd.openxmlformats-officedocument.presentationml.tags+xml"/>
  <Override PartName="/ppt/tags/tag2489.xml" ContentType="application/vnd.openxmlformats-officedocument.presentationml.tags+xml"/>
  <Override PartName="/ppt/tags/tag2490.xml" ContentType="application/vnd.openxmlformats-officedocument.presentationml.tags+xml"/>
  <Override PartName="/ppt/tags/tag2491.xml" ContentType="application/vnd.openxmlformats-officedocument.presentationml.tags+xml"/>
  <Override PartName="/ppt/tags/tag2492.xml" ContentType="application/vnd.openxmlformats-officedocument.presentationml.tags+xml"/>
  <Override PartName="/ppt/tags/tag2493.xml" ContentType="application/vnd.openxmlformats-officedocument.presentationml.tags+xml"/>
  <Override PartName="/ppt/tags/tag2494.xml" ContentType="application/vnd.openxmlformats-officedocument.presentationml.tags+xml"/>
  <Override PartName="/ppt/tags/tag2495.xml" ContentType="application/vnd.openxmlformats-officedocument.presentationml.tags+xml"/>
  <Override PartName="/ppt/tags/tag2496.xml" ContentType="application/vnd.openxmlformats-officedocument.presentationml.tags+xml"/>
  <Override PartName="/ppt/tags/tag2497.xml" ContentType="application/vnd.openxmlformats-officedocument.presentationml.tags+xml"/>
  <Override PartName="/ppt/tags/tag2498.xml" ContentType="application/vnd.openxmlformats-officedocument.presentationml.tags+xml"/>
  <Override PartName="/ppt/tags/tag2499.xml" ContentType="application/vnd.openxmlformats-officedocument.presentationml.tags+xml"/>
  <Override PartName="/ppt/tags/tag2500.xml" ContentType="application/vnd.openxmlformats-officedocument.presentationml.tags+xml"/>
  <Override PartName="/ppt/tags/tag2501.xml" ContentType="application/vnd.openxmlformats-officedocument.presentationml.tags+xml"/>
  <Override PartName="/ppt/tags/tag2502.xml" ContentType="application/vnd.openxmlformats-officedocument.presentationml.tags+xml"/>
  <Override PartName="/ppt/tags/tag2503.xml" ContentType="application/vnd.openxmlformats-officedocument.presentationml.tags+xml"/>
  <Override PartName="/ppt/tags/tag2504.xml" ContentType="application/vnd.openxmlformats-officedocument.presentationml.tags+xml"/>
  <Override PartName="/ppt/tags/tag2505.xml" ContentType="application/vnd.openxmlformats-officedocument.presentationml.tags+xml"/>
  <Override PartName="/ppt/tags/tag2506.xml" ContentType="application/vnd.openxmlformats-officedocument.presentationml.tags+xml"/>
  <Override PartName="/ppt/tags/tag2507.xml" ContentType="application/vnd.openxmlformats-officedocument.presentationml.tags+xml"/>
  <Override PartName="/ppt/tags/tag2508.xml" ContentType="application/vnd.openxmlformats-officedocument.presentationml.tags+xml"/>
  <Override PartName="/ppt/tags/tag2509.xml" ContentType="application/vnd.openxmlformats-officedocument.presentationml.tags+xml"/>
  <Override PartName="/ppt/tags/tag2510.xml" ContentType="application/vnd.openxmlformats-officedocument.presentationml.tags+xml"/>
  <Override PartName="/ppt/tags/tag2511.xml" ContentType="application/vnd.openxmlformats-officedocument.presentationml.tags+xml"/>
  <Override PartName="/ppt/tags/tag2512.xml" ContentType="application/vnd.openxmlformats-officedocument.presentationml.tags+xml"/>
  <Override PartName="/ppt/tags/tag2513.xml" ContentType="application/vnd.openxmlformats-officedocument.presentationml.tags+xml"/>
  <Override PartName="/ppt/tags/tag2514.xml" ContentType="application/vnd.openxmlformats-officedocument.presentationml.tags+xml"/>
  <Override PartName="/ppt/tags/tag2515.xml" ContentType="application/vnd.openxmlformats-officedocument.presentationml.tags+xml"/>
  <Override PartName="/ppt/tags/tag2516.xml" ContentType="application/vnd.openxmlformats-officedocument.presentationml.tags+xml"/>
  <Override PartName="/ppt/tags/tag2517.xml" ContentType="application/vnd.openxmlformats-officedocument.presentationml.tags+xml"/>
  <Override PartName="/ppt/tags/tag2518.xml" ContentType="application/vnd.openxmlformats-officedocument.presentationml.tags+xml"/>
  <Override PartName="/ppt/tags/tag2519.xml" ContentType="application/vnd.openxmlformats-officedocument.presentationml.tags+xml"/>
  <Override PartName="/ppt/tags/tag2520.xml" ContentType="application/vnd.openxmlformats-officedocument.presentationml.tags+xml"/>
  <Override PartName="/ppt/tags/tag2521.xml" ContentType="application/vnd.openxmlformats-officedocument.presentationml.tags+xml"/>
  <Override PartName="/ppt/tags/tag2522.xml" ContentType="application/vnd.openxmlformats-officedocument.presentationml.tags+xml"/>
  <Override PartName="/ppt/tags/tag2523.xml" ContentType="application/vnd.openxmlformats-officedocument.presentationml.tags+xml"/>
  <Override PartName="/ppt/tags/tag2524.xml" ContentType="application/vnd.openxmlformats-officedocument.presentationml.tags+xml"/>
  <Override PartName="/ppt/tags/tag2525.xml" ContentType="application/vnd.openxmlformats-officedocument.presentationml.tags+xml"/>
  <Override PartName="/ppt/tags/tag2526.xml" ContentType="application/vnd.openxmlformats-officedocument.presentationml.tags+xml"/>
  <Override PartName="/ppt/tags/tag2527.xml" ContentType="application/vnd.openxmlformats-officedocument.presentationml.tags+xml"/>
  <Override PartName="/ppt/tags/tag2528.xml" ContentType="application/vnd.openxmlformats-officedocument.presentationml.tags+xml"/>
  <Override PartName="/ppt/tags/tag2529.xml" ContentType="application/vnd.openxmlformats-officedocument.presentationml.tags+xml"/>
  <Override PartName="/ppt/tags/tag2530.xml" ContentType="application/vnd.openxmlformats-officedocument.presentationml.tags+xml"/>
  <Override PartName="/ppt/tags/tag2531.xml" ContentType="application/vnd.openxmlformats-officedocument.presentationml.tags+xml"/>
  <Override PartName="/ppt/tags/tag2532.xml" ContentType="application/vnd.openxmlformats-officedocument.presentationml.tags+xml"/>
  <Override PartName="/ppt/tags/tag2533.xml" ContentType="application/vnd.openxmlformats-officedocument.presentationml.tags+xml"/>
  <Override PartName="/ppt/tags/tag2534.xml" ContentType="application/vnd.openxmlformats-officedocument.presentationml.tags+xml"/>
  <Override PartName="/ppt/tags/tag2535.xml" ContentType="application/vnd.openxmlformats-officedocument.presentationml.tags+xml"/>
  <Override PartName="/ppt/tags/tag2536.xml" ContentType="application/vnd.openxmlformats-officedocument.presentationml.tags+xml"/>
  <Override PartName="/ppt/tags/tag2537.xml" ContentType="application/vnd.openxmlformats-officedocument.presentationml.tags+xml"/>
  <Override PartName="/ppt/tags/tag2538.xml" ContentType="application/vnd.openxmlformats-officedocument.presentationml.tags+xml"/>
  <Override PartName="/ppt/tags/tag2539.xml" ContentType="application/vnd.openxmlformats-officedocument.presentationml.tags+xml"/>
  <Override PartName="/ppt/tags/tag2540.xml" ContentType="application/vnd.openxmlformats-officedocument.presentationml.tags+xml"/>
  <Override PartName="/ppt/tags/tag2541.xml" ContentType="application/vnd.openxmlformats-officedocument.presentationml.tags+xml"/>
  <Override PartName="/ppt/tags/tag2542.xml" ContentType="application/vnd.openxmlformats-officedocument.presentationml.tags+xml"/>
  <Override PartName="/ppt/tags/tag2543.xml" ContentType="application/vnd.openxmlformats-officedocument.presentationml.tags+xml"/>
  <Override PartName="/ppt/tags/tag2544.xml" ContentType="application/vnd.openxmlformats-officedocument.presentationml.tags+xml"/>
  <Override PartName="/ppt/tags/tag2545.xml" ContentType="application/vnd.openxmlformats-officedocument.presentationml.tags+xml"/>
  <Override PartName="/ppt/tags/tag2546.xml" ContentType="application/vnd.openxmlformats-officedocument.presentationml.tags+xml"/>
  <Override PartName="/ppt/tags/tag2547.xml" ContentType="application/vnd.openxmlformats-officedocument.presentationml.tags+xml"/>
  <Override PartName="/ppt/tags/tag2548.xml" ContentType="application/vnd.openxmlformats-officedocument.presentationml.tags+xml"/>
  <Override PartName="/ppt/tags/tag2549.xml" ContentType="application/vnd.openxmlformats-officedocument.presentationml.tags+xml"/>
  <Override PartName="/ppt/tags/tag2550.xml" ContentType="application/vnd.openxmlformats-officedocument.presentationml.tags+xml"/>
  <Override PartName="/ppt/tags/tag2551.xml" ContentType="application/vnd.openxmlformats-officedocument.presentationml.tags+xml"/>
  <Override PartName="/ppt/tags/tag2552.xml" ContentType="application/vnd.openxmlformats-officedocument.presentationml.tags+xml"/>
  <Override PartName="/ppt/tags/tag2553.xml" ContentType="application/vnd.openxmlformats-officedocument.presentationml.tags+xml"/>
  <Override PartName="/ppt/tags/tag2554.xml" ContentType="application/vnd.openxmlformats-officedocument.presentationml.tags+xml"/>
  <Override PartName="/ppt/tags/tag2555.xml" ContentType="application/vnd.openxmlformats-officedocument.presentationml.tags+xml"/>
  <Override PartName="/ppt/tags/tag2556.xml" ContentType="application/vnd.openxmlformats-officedocument.presentationml.tags+xml"/>
  <Override PartName="/ppt/tags/tag2557.xml" ContentType="application/vnd.openxmlformats-officedocument.presentationml.tags+xml"/>
  <Override PartName="/ppt/tags/tag2558.xml" ContentType="application/vnd.openxmlformats-officedocument.presentationml.tags+xml"/>
  <Override PartName="/ppt/tags/tag2559.xml" ContentType="application/vnd.openxmlformats-officedocument.presentationml.tags+xml"/>
  <Override PartName="/ppt/tags/tag2560.xml" ContentType="application/vnd.openxmlformats-officedocument.presentationml.tags+xml"/>
  <Override PartName="/ppt/tags/tag2561.xml" ContentType="application/vnd.openxmlformats-officedocument.presentationml.tags+xml"/>
  <Override PartName="/ppt/tags/tag2562.xml" ContentType="application/vnd.openxmlformats-officedocument.presentationml.tags+xml"/>
  <Override PartName="/ppt/tags/tag2563.xml" ContentType="application/vnd.openxmlformats-officedocument.presentationml.tags+xml"/>
  <Override PartName="/ppt/tags/tag2564.xml" ContentType="application/vnd.openxmlformats-officedocument.presentationml.tags+xml"/>
  <Override PartName="/ppt/tags/tag2565.xml" ContentType="application/vnd.openxmlformats-officedocument.presentationml.tags+xml"/>
  <Override PartName="/ppt/tags/tag2566.xml" ContentType="application/vnd.openxmlformats-officedocument.presentationml.tags+xml"/>
  <Override PartName="/ppt/tags/tag2567.xml" ContentType="application/vnd.openxmlformats-officedocument.presentationml.tags+xml"/>
  <Override PartName="/ppt/tags/tag2568.xml" ContentType="application/vnd.openxmlformats-officedocument.presentationml.tags+xml"/>
  <Override PartName="/ppt/tags/tag2569.xml" ContentType="application/vnd.openxmlformats-officedocument.presentationml.tags+xml"/>
  <Override PartName="/ppt/tags/tag2570.xml" ContentType="application/vnd.openxmlformats-officedocument.presentationml.tags+xml"/>
  <Override PartName="/ppt/tags/tag2571.xml" ContentType="application/vnd.openxmlformats-officedocument.presentationml.tags+xml"/>
  <Override PartName="/ppt/tags/tag2572.xml" ContentType="application/vnd.openxmlformats-officedocument.presentationml.tags+xml"/>
  <Override PartName="/ppt/tags/tag2573.xml" ContentType="application/vnd.openxmlformats-officedocument.presentationml.tags+xml"/>
  <Override PartName="/ppt/tags/tag2574.xml" ContentType="application/vnd.openxmlformats-officedocument.presentationml.tags+xml"/>
  <Override PartName="/ppt/tags/tag2575.xml" ContentType="application/vnd.openxmlformats-officedocument.presentationml.tags+xml"/>
  <Override PartName="/ppt/tags/tag2576.xml" ContentType="application/vnd.openxmlformats-officedocument.presentationml.tags+xml"/>
  <Override PartName="/ppt/tags/tag2577.xml" ContentType="application/vnd.openxmlformats-officedocument.presentationml.tags+xml"/>
  <Override PartName="/ppt/tags/tag2578.xml" ContentType="application/vnd.openxmlformats-officedocument.presentationml.tags+xml"/>
  <Override PartName="/ppt/tags/tag2579.xml" ContentType="application/vnd.openxmlformats-officedocument.presentationml.tags+xml"/>
  <Override PartName="/ppt/tags/tag2580.xml" ContentType="application/vnd.openxmlformats-officedocument.presentationml.tags+xml"/>
  <Override PartName="/ppt/tags/tag2581.xml" ContentType="application/vnd.openxmlformats-officedocument.presentationml.tags+xml"/>
  <Override PartName="/ppt/tags/tag2582.xml" ContentType="application/vnd.openxmlformats-officedocument.presentationml.tags+xml"/>
  <Override PartName="/ppt/tags/tag2583.xml" ContentType="application/vnd.openxmlformats-officedocument.presentationml.tags+xml"/>
  <Override PartName="/ppt/tags/tag2584.xml" ContentType="application/vnd.openxmlformats-officedocument.presentationml.tags+xml"/>
  <Override PartName="/ppt/tags/tag2585.xml" ContentType="application/vnd.openxmlformats-officedocument.presentationml.tags+xml"/>
  <Override PartName="/ppt/tags/tag2586.xml" ContentType="application/vnd.openxmlformats-officedocument.presentationml.tags+xml"/>
  <Override PartName="/ppt/tags/tag2587.xml" ContentType="application/vnd.openxmlformats-officedocument.presentationml.tags+xml"/>
  <Override PartName="/ppt/tags/tag2588.xml" ContentType="application/vnd.openxmlformats-officedocument.presentationml.tags+xml"/>
  <Override PartName="/ppt/tags/tag2589.xml" ContentType="application/vnd.openxmlformats-officedocument.presentationml.tags+xml"/>
  <Override PartName="/ppt/tags/tag2590.xml" ContentType="application/vnd.openxmlformats-officedocument.presentationml.tags+xml"/>
  <Override PartName="/ppt/tags/tag2591.xml" ContentType="application/vnd.openxmlformats-officedocument.presentationml.tags+xml"/>
  <Override PartName="/ppt/tags/tag2592.xml" ContentType="application/vnd.openxmlformats-officedocument.presentationml.tags+xml"/>
  <Override PartName="/ppt/tags/tag2593.xml" ContentType="application/vnd.openxmlformats-officedocument.presentationml.tags+xml"/>
  <Override PartName="/ppt/tags/tag2594.xml" ContentType="application/vnd.openxmlformats-officedocument.presentationml.tags+xml"/>
  <Override PartName="/ppt/tags/tag2595.xml" ContentType="application/vnd.openxmlformats-officedocument.presentationml.tags+xml"/>
  <Override PartName="/ppt/tags/tag2596.xml" ContentType="application/vnd.openxmlformats-officedocument.presentationml.tags+xml"/>
  <Override PartName="/ppt/tags/tag2597.xml" ContentType="application/vnd.openxmlformats-officedocument.presentationml.tags+xml"/>
  <Override PartName="/ppt/tags/tag2598.xml" ContentType="application/vnd.openxmlformats-officedocument.presentationml.tags+xml"/>
  <Override PartName="/ppt/tags/tag2599.xml" ContentType="application/vnd.openxmlformats-officedocument.presentationml.tags+xml"/>
  <Override PartName="/ppt/tags/tag2600.xml" ContentType="application/vnd.openxmlformats-officedocument.presentationml.tags+xml"/>
  <Override PartName="/ppt/tags/tag2601.xml" ContentType="application/vnd.openxmlformats-officedocument.presentationml.tags+xml"/>
  <Override PartName="/ppt/tags/tag2602.xml" ContentType="application/vnd.openxmlformats-officedocument.presentationml.tags+xml"/>
  <Override PartName="/ppt/tags/tag2603.xml" ContentType="application/vnd.openxmlformats-officedocument.presentationml.tags+xml"/>
  <Override PartName="/ppt/tags/tag2604.xml" ContentType="application/vnd.openxmlformats-officedocument.presentationml.tags+xml"/>
  <Override PartName="/ppt/tags/tag2605.xml" ContentType="application/vnd.openxmlformats-officedocument.presentationml.tags+xml"/>
  <Override PartName="/ppt/tags/tag2606.xml" ContentType="application/vnd.openxmlformats-officedocument.presentationml.tags+xml"/>
  <Override PartName="/ppt/tags/tag2607.xml" ContentType="application/vnd.openxmlformats-officedocument.presentationml.tags+xml"/>
  <Override PartName="/ppt/tags/tag2608.xml" ContentType="application/vnd.openxmlformats-officedocument.presentationml.tags+xml"/>
  <Override PartName="/ppt/tags/tag2609.xml" ContentType="application/vnd.openxmlformats-officedocument.presentationml.tags+xml"/>
  <Override PartName="/ppt/tags/tag2610.xml" ContentType="application/vnd.openxmlformats-officedocument.presentationml.tags+xml"/>
  <Override PartName="/ppt/tags/tag2611.xml" ContentType="application/vnd.openxmlformats-officedocument.presentationml.tags+xml"/>
  <Override PartName="/ppt/tags/tag2612.xml" ContentType="application/vnd.openxmlformats-officedocument.presentationml.tags+xml"/>
  <Override PartName="/ppt/tags/tag2613.xml" ContentType="application/vnd.openxmlformats-officedocument.presentationml.tags+xml"/>
  <Override PartName="/ppt/tags/tag2614.xml" ContentType="application/vnd.openxmlformats-officedocument.presentationml.tags+xml"/>
  <Override PartName="/ppt/tags/tag2615.xml" ContentType="application/vnd.openxmlformats-officedocument.presentationml.tags+xml"/>
  <Override PartName="/ppt/tags/tag2616.xml" ContentType="application/vnd.openxmlformats-officedocument.presentationml.tags+xml"/>
  <Override PartName="/ppt/tags/tag2617.xml" ContentType="application/vnd.openxmlformats-officedocument.presentationml.tags+xml"/>
  <Override PartName="/ppt/tags/tag2618.xml" ContentType="application/vnd.openxmlformats-officedocument.presentationml.tags+xml"/>
  <Override PartName="/ppt/tags/tag2619.xml" ContentType="application/vnd.openxmlformats-officedocument.presentationml.tags+xml"/>
  <Override PartName="/ppt/tags/tag2620.xml" ContentType="application/vnd.openxmlformats-officedocument.presentationml.tags+xml"/>
  <Override PartName="/ppt/tags/tag2621.xml" ContentType="application/vnd.openxmlformats-officedocument.presentationml.tags+xml"/>
  <Override PartName="/ppt/tags/tag2622.xml" ContentType="application/vnd.openxmlformats-officedocument.presentationml.tags+xml"/>
  <Override PartName="/ppt/tags/tag2623.xml" ContentType="application/vnd.openxmlformats-officedocument.presentationml.tags+xml"/>
  <Override PartName="/ppt/tags/tag2624.xml" ContentType="application/vnd.openxmlformats-officedocument.presentationml.tags+xml"/>
  <Override PartName="/ppt/tags/tag2625.xml" ContentType="application/vnd.openxmlformats-officedocument.presentationml.tags+xml"/>
  <Override PartName="/ppt/tags/tag2626.xml" ContentType="application/vnd.openxmlformats-officedocument.presentationml.tags+xml"/>
  <Override PartName="/ppt/tags/tag2627.xml" ContentType="application/vnd.openxmlformats-officedocument.presentationml.tags+xml"/>
  <Override PartName="/ppt/tags/tag2628.xml" ContentType="application/vnd.openxmlformats-officedocument.presentationml.tags+xml"/>
  <Override PartName="/ppt/tags/tag2629.xml" ContentType="application/vnd.openxmlformats-officedocument.presentationml.tags+xml"/>
  <Override PartName="/ppt/tags/tag2630.xml" ContentType="application/vnd.openxmlformats-officedocument.presentationml.tags+xml"/>
  <Override PartName="/ppt/tags/tag2631.xml" ContentType="application/vnd.openxmlformats-officedocument.presentationml.tags+xml"/>
  <Override PartName="/ppt/tags/tag2632.xml" ContentType="application/vnd.openxmlformats-officedocument.presentationml.tags+xml"/>
  <Override PartName="/ppt/tags/tag2633.xml" ContentType="application/vnd.openxmlformats-officedocument.presentationml.tags+xml"/>
  <Override PartName="/ppt/tags/tag2634.xml" ContentType="application/vnd.openxmlformats-officedocument.presentationml.tags+xml"/>
  <Override PartName="/ppt/tags/tag2635.xml" ContentType="application/vnd.openxmlformats-officedocument.presentationml.tags+xml"/>
  <Override PartName="/ppt/tags/tag2636.xml" ContentType="application/vnd.openxmlformats-officedocument.presentationml.tags+xml"/>
  <Override PartName="/ppt/tags/tag2637.xml" ContentType="application/vnd.openxmlformats-officedocument.presentationml.tags+xml"/>
  <Override PartName="/ppt/tags/tag2638.xml" ContentType="application/vnd.openxmlformats-officedocument.presentationml.tags+xml"/>
  <Override PartName="/ppt/tags/tag2639.xml" ContentType="application/vnd.openxmlformats-officedocument.presentationml.tags+xml"/>
  <Override PartName="/ppt/tags/tag2640.xml" ContentType="application/vnd.openxmlformats-officedocument.presentationml.tags+xml"/>
  <Override PartName="/ppt/tags/tag2641.xml" ContentType="application/vnd.openxmlformats-officedocument.presentationml.tags+xml"/>
  <Override PartName="/ppt/tags/tag2642.xml" ContentType="application/vnd.openxmlformats-officedocument.presentationml.tags+xml"/>
  <Override PartName="/ppt/tags/tag2643.xml" ContentType="application/vnd.openxmlformats-officedocument.presentationml.tags+xml"/>
  <Override PartName="/ppt/tags/tag2644.xml" ContentType="application/vnd.openxmlformats-officedocument.presentationml.tags+xml"/>
  <Override PartName="/ppt/tags/tag2645.xml" ContentType="application/vnd.openxmlformats-officedocument.presentationml.tags+xml"/>
  <Override PartName="/ppt/tags/tag2646.xml" ContentType="application/vnd.openxmlformats-officedocument.presentationml.tags+xml"/>
  <Override PartName="/ppt/tags/tag2647.xml" ContentType="application/vnd.openxmlformats-officedocument.presentationml.tags+xml"/>
  <Override PartName="/ppt/tags/tag2648.xml" ContentType="application/vnd.openxmlformats-officedocument.presentationml.tags+xml"/>
  <Override PartName="/ppt/tags/tag2649.xml" ContentType="application/vnd.openxmlformats-officedocument.presentationml.tags+xml"/>
  <Override PartName="/ppt/tags/tag2650.xml" ContentType="application/vnd.openxmlformats-officedocument.presentationml.tags+xml"/>
  <Override PartName="/ppt/tags/tag2651.xml" ContentType="application/vnd.openxmlformats-officedocument.presentationml.tags+xml"/>
  <Override PartName="/ppt/tags/tag2652.xml" ContentType="application/vnd.openxmlformats-officedocument.presentationml.tags+xml"/>
  <Override PartName="/ppt/tags/tag2653.xml" ContentType="application/vnd.openxmlformats-officedocument.presentationml.tags+xml"/>
  <Override PartName="/ppt/tags/tag2654.xml" ContentType="application/vnd.openxmlformats-officedocument.presentationml.tags+xml"/>
  <Override PartName="/ppt/tags/tag2655.xml" ContentType="application/vnd.openxmlformats-officedocument.presentationml.tags+xml"/>
  <Override PartName="/ppt/tags/tag2656.xml" ContentType="application/vnd.openxmlformats-officedocument.presentationml.tags+xml"/>
  <Override PartName="/ppt/tags/tag2657.xml" ContentType="application/vnd.openxmlformats-officedocument.presentationml.tags+xml"/>
  <Override PartName="/ppt/tags/tag2658.xml" ContentType="application/vnd.openxmlformats-officedocument.presentationml.tags+xml"/>
  <Override PartName="/ppt/tags/tag2659.xml" ContentType="application/vnd.openxmlformats-officedocument.presentationml.tags+xml"/>
  <Override PartName="/ppt/tags/tag2660.xml" ContentType="application/vnd.openxmlformats-officedocument.presentationml.tags+xml"/>
  <Override PartName="/ppt/tags/tag2661.xml" ContentType="application/vnd.openxmlformats-officedocument.presentationml.tags+xml"/>
  <Override PartName="/ppt/tags/tag2662.xml" ContentType="application/vnd.openxmlformats-officedocument.presentationml.tags+xml"/>
  <Override PartName="/ppt/tags/tag2663.xml" ContentType="application/vnd.openxmlformats-officedocument.presentationml.tags+xml"/>
  <Override PartName="/ppt/tags/tag2664.xml" ContentType="application/vnd.openxmlformats-officedocument.presentationml.tags+xml"/>
  <Override PartName="/ppt/tags/tag2665.xml" ContentType="application/vnd.openxmlformats-officedocument.presentationml.tags+xml"/>
  <Override PartName="/ppt/tags/tag2666.xml" ContentType="application/vnd.openxmlformats-officedocument.presentationml.tags+xml"/>
  <Override PartName="/ppt/tags/tag2667.xml" ContentType="application/vnd.openxmlformats-officedocument.presentationml.tags+xml"/>
  <Override PartName="/ppt/tags/tag2668.xml" ContentType="application/vnd.openxmlformats-officedocument.presentationml.tags+xml"/>
  <Override PartName="/ppt/tags/tag2669.xml" ContentType="application/vnd.openxmlformats-officedocument.presentationml.tags+xml"/>
  <Override PartName="/ppt/tags/tag2670.xml" ContentType="application/vnd.openxmlformats-officedocument.presentationml.tags+xml"/>
  <Override PartName="/ppt/tags/tag2671.xml" ContentType="application/vnd.openxmlformats-officedocument.presentationml.tags+xml"/>
  <Override PartName="/ppt/tags/tag2672.xml" ContentType="application/vnd.openxmlformats-officedocument.presentationml.tags+xml"/>
  <Override PartName="/ppt/tags/tag2673.xml" ContentType="application/vnd.openxmlformats-officedocument.presentationml.tags+xml"/>
  <Override PartName="/ppt/tags/tag2674.xml" ContentType="application/vnd.openxmlformats-officedocument.presentationml.tags+xml"/>
  <Override PartName="/ppt/tags/tag2675.xml" ContentType="application/vnd.openxmlformats-officedocument.presentationml.tags+xml"/>
  <Override PartName="/ppt/tags/tag2676.xml" ContentType="application/vnd.openxmlformats-officedocument.presentationml.tags+xml"/>
  <Override PartName="/ppt/tags/tag2677.xml" ContentType="application/vnd.openxmlformats-officedocument.presentationml.tags+xml"/>
  <Override PartName="/ppt/tags/tag2678.xml" ContentType="application/vnd.openxmlformats-officedocument.presentationml.tags+xml"/>
  <Override PartName="/ppt/tags/tag2679.xml" ContentType="application/vnd.openxmlformats-officedocument.presentationml.tags+xml"/>
  <Override PartName="/ppt/tags/tag2680.xml" ContentType="application/vnd.openxmlformats-officedocument.presentationml.tags+xml"/>
  <Override PartName="/ppt/tags/tag2681.xml" ContentType="application/vnd.openxmlformats-officedocument.presentationml.tags+xml"/>
  <Override PartName="/ppt/tags/tag2682.xml" ContentType="application/vnd.openxmlformats-officedocument.presentationml.tags+xml"/>
  <Override PartName="/ppt/tags/tag2683.xml" ContentType="application/vnd.openxmlformats-officedocument.presentationml.tags+xml"/>
  <Override PartName="/ppt/tags/tag2684.xml" ContentType="application/vnd.openxmlformats-officedocument.presentationml.tags+xml"/>
  <Override PartName="/ppt/tags/tag2685.xml" ContentType="application/vnd.openxmlformats-officedocument.presentationml.tags+xml"/>
  <Override PartName="/ppt/tags/tag2686.xml" ContentType="application/vnd.openxmlformats-officedocument.presentationml.tags+xml"/>
  <Override PartName="/ppt/tags/tag2687.xml" ContentType="application/vnd.openxmlformats-officedocument.presentationml.tags+xml"/>
  <Override PartName="/ppt/tags/tag2688.xml" ContentType="application/vnd.openxmlformats-officedocument.presentationml.tags+xml"/>
  <Override PartName="/ppt/tags/tag2689.xml" ContentType="application/vnd.openxmlformats-officedocument.presentationml.tags+xml"/>
  <Override PartName="/ppt/tags/tag2690.xml" ContentType="application/vnd.openxmlformats-officedocument.presentationml.tags+xml"/>
  <Override PartName="/ppt/tags/tag2691.xml" ContentType="application/vnd.openxmlformats-officedocument.presentationml.tags+xml"/>
  <Override PartName="/ppt/tags/tag2692.xml" ContentType="application/vnd.openxmlformats-officedocument.presentationml.tags+xml"/>
  <Override PartName="/ppt/tags/tag2693.xml" ContentType="application/vnd.openxmlformats-officedocument.presentationml.tags+xml"/>
  <Override PartName="/ppt/tags/tag2694.xml" ContentType="application/vnd.openxmlformats-officedocument.presentationml.tags+xml"/>
  <Override PartName="/ppt/tags/tag2695.xml" ContentType="application/vnd.openxmlformats-officedocument.presentationml.tags+xml"/>
  <Override PartName="/ppt/tags/tag2696.xml" ContentType="application/vnd.openxmlformats-officedocument.presentationml.tags+xml"/>
  <Override PartName="/ppt/tags/tag2697.xml" ContentType="application/vnd.openxmlformats-officedocument.presentationml.tags+xml"/>
  <Override PartName="/ppt/tags/tag2698.xml" ContentType="application/vnd.openxmlformats-officedocument.presentationml.tags+xml"/>
  <Override PartName="/ppt/tags/tag2699.xml" ContentType="application/vnd.openxmlformats-officedocument.presentationml.tags+xml"/>
  <Override PartName="/ppt/notesSlides/notesSlide11.xml" ContentType="application/vnd.openxmlformats-officedocument.presentationml.notesSlide+xml"/>
  <Override PartName="/ppt/tags/tag2700.xml" ContentType="application/vnd.openxmlformats-officedocument.presentationml.tags+xml"/>
  <Override PartName="/ppt/tags/tag2701.xml" ContentType="application/vnd.openxmlformats-officedocument.presentationml.tags+xml"/>
  <Override PartName="/ppt/tags/tag2702.xml" ContentType="application/vnd.openxmlformats-officedocument.presentationml.tags+xml"/>
  <Override PartName="/ppt/tags/tag2703.xml" ContentType="application/vnd.openxmlformats-officedocument.presentationml.tags+xml"/>
  <Override PartName="/ppt/tags/tag2704.xml" ContentType="application/vnd.openxmlformats-officedocument.presentationml.tags+xml"/>
  <Override PartName="/ppt/tags/tag2705.xml" ContentType="application/vnd.openxmlformats-officedocument.presentationml.tags+xml"/>
  <Override PartName="/ppt/tags/tag2706.xml" ContentType="application/vnd.openxmlformats-officedocument.presentationml.tags+xml"/>
  <Override PartName="/ppt/tags/tag2707.xml" ContentType="application/vnd.openxmlformats-officedocument.presentationml.tags+xml"/>
  <Override PartName="/ppt/tags/tag2708.xml" ContentType="application/vnd.openxmlformats-officedocument.presentationml.tags+xml"/>
  <Override PartName="/ppt/tags/tag2709.xml" ContentType="application/vnd.openxmlformats-officedocument.presentationml.tags+xml"/>
  <Override PartName="/ppt/tags/tag2710.xml" ContentType="application/vnd.openxmlformats-officedocument.presentationml.tags+xml"/>
  <Override PartName="/ppt/tags/tag2711.xml" ContentType="application/vnd.openxmlformats-officedocument.presentationml.tags+xml"/>
  <Override PartName="/ppt/tags/tag2712.xml" ContentType="application/vnd.openxmlformats-officedocument.presentationml.tags+xml"/>
  <Override PartName="/ppt/tags/tag2713.xml" ContentType="application/vnd.openxmlformats-officedocument.presentationml.tags+xml"/>
  <Override PartName="/ppt/tags/tag2714.xml" ContentType="application/vnd.openxmlformats-officedocument.presentationml.tags+xml"/>
  <Override PartName="/ppt/tags/tag2715.xml" ContentType="application/vnd.openxmlformats-officedocument.presentationml.tags+xml"/>
  <Override PartName="/ppt/tags/tag2716.xml" ContentType="application/vnd.openxmlformats-officedocument.presentationml.tags+xml"/>
  <Override PartName="/ppt/tags/tag2717.xml" ContentType="application/vnd.openxmlformats-officedocument.presentationml.tags+xml"/>
  <Override PartName="/ppt/tags/tag2718.xml" ContentType="application/vnd.openxmlformats-officedocument.presentationml.tags+xml"/>
  <Override PartName="/ppt/tags/tag2719.xml" ContentType="application/vnd.openxmlformats-officedocument.presentationml.tags+xml"/>
  <Override PartName="/ppt/tags/tag2720.xml" ContentType="application/vnd.openxmlformats-officedocument.presentationml.tags+xml"/>
  <Override PartName="/ppt/tags/tag2721.xml" ContentType="application/vnd.openxmlformats-officedocument.presentationml.tags+xml"/>
  <Override PartName="/ppt/tags/tag2722.xml" ContentType="application/vnd.openxmlformats-officedocument.presentationml.tags+xml"/>
  <Override PartName="/ppt/tags/tag2723.xml" ContentType="application/vnd.openxmlformats-officedocument.presentationml.tags+xml"/>
  <Override PartName="/ppt/tags/tag2724.xml" ContentType="application/vnd.openxmlformats-officedocument.presentationml.tags+xml"/>
  <Override PartName="/ppt/tags/tag2725.xml" ContentType="application/vnd.openxmlformats-officedocument.presentationml.tags+xml"/>
  <Override PartName="/ppt/tags/tag2726.xml" ContentType="application/vnd.openxmlformats-officedocument.presentationml.tags+xml"/>
  <Override PartName="/ppt/tags/tag2727.xml" ContentType="application/vnd.openxmlformats-officedocument.presentationml.tags+xml"/>
  <Override PartName="/ppt/tags/tag2728.xml" ContentType="application/vnd.openxmlformats-officedocument.presentationml.tags+xml"/>
  <Override PartName="/ppt/tags/tag2729.xml" ContentType="application/vnd.openxmlformats-officedocument.presentationml.tags+xml"/>
  <Override PartName="/ppt/tags/tag2730.xml" ContentType="application/vnd.openxmlformats-officedocument.presentationml.tags+xml"/>
  <Override PartName="/ppt/tags/tag2731.xml" ContentType="application/vnd.openxmlformats-officedocument.presentationml.tags+xml"/>
  <Override PartName="/ppt/tags/tag2732.xml" ContentType="application/vnd.openxmlformats-officedocument.presentationml.tags+xml"/>
  <Override PartName="/ppt/tags/tag2733.xml" ContentType="application/vnd.openxmlformats-officedocument.presentationml.tags+xml"/>
  <Override PartName="/ppt/tags/tag2734.xml" ContentType="application/vnd.openxmlformats-officedocument.presentationml.tags+xml"/>
  <Override PartName="/ppt/tags/tag2735.xml" ContentType="application/vnd.openxmlformats-officedocument.presentationml.tags+xml"/>
  <Override PartName="/ppt/tags/tag2736.xml" ContentType="application/vnd.openxmlformats-officedocument.presentationml.tags+xml"/>
  <Override PartName="/ppt/tags/tag2737.xml" ContentType="application/vnd.openxmlformats-officedocument.presentationml.tags+xml"/>
  <Override PartName="/ppt/tags/tag2738.xml" ContentType="application/vnd.openxmlformats-officedocument.presentationml.tags+xml"/>
  <Override PartName="/ppt/tags/tag2739.xml" ContentType="application/vnd.openxmlformats-officedocument.presentationml.tags+xml"/>
  <Override PartName="/ppt/tags/tag2740.xml" ContentType="application/vnd.openxmlformats-officedocument.presentationml.tags+xml"/>
  <Override PartName="/ppt/tags/tag2741.xml" ContentType="application/vnd.openxmlformats-officedocument.presentationml.tags+xml"/>
  <Override PartName="/ppt/tags/tag2742.xml" ContentType="application/vnd.openxmlformats-officedocument.presentationml.tags+xml"/>
  <Override PartName="/ppt/tags/tag2743.xml" ContentType="application/vnd.openxmlformats-officedocument.presentationml.tags+xml"/>
  <Override PartName="/ppt/tags/tag2744.xml" ContentType="application/vnd.openxmlformats-officedocument.presentationml.tags+xml"/>
  <Override PartName="/ppt/tags/tag2745.xml" ContentType="application/vnd.openxmlformats-officedocument.presentationml.tags+xml"/>
  <Override PartName="/ppt/tags/tag2746.xml" ContentType="application/vnd.openxmlformats-officedocument.presentationml.tags+xml"/>
  <Override PartName="/ppt/tags/tag2747.xml" ContentType="application/vnd.openxmlformats-officedocument.presentationml.tags+xml"/>
  <Override PartName="/ppt/tags/tag2748.xml" ContentType="application/vnd.openxmlformats-officedocument.presentationml.tags+xml"/>
  <Override PartName="/ppt/tags/tag2749.xml" ContentType="application/vnd.openxmlformats-officedocument.presentationml.tags+xml"/>
  <Override PartName="/ppt/tags/tag2750.xml" ContentType="application/vnd.openxmlformats-officedocument.presentationml.tags+xml"/>
  <Override PartName="/ppt/tags/tag2751.xml" ContentType="application/vnd.openxmlformats-officedocument.presentationml.tags+xml"/>
  <Override PartName="/ppt/tags/tag2752.xml" ContentType="application/vnd.openxmlformats-officedocument.presentationml.tags+xml"/>
  <Override PartName="/ppt/tags/tag2753.xml" ContentType="application/vnd.openxmlformats-officedocument.presentationml.tags+xml"/>
  <Override PartName="/ppt/tags/tag2754.xml" ContentType="application/vnd.openxmlformats-officedocument.presentationml.tags+xml"/>
  <Override PartName="/ppt/tags/tag2755.xml" ContentType="application/vnd.openxmlformats-officedocument.presentationml.tags+xml"/>
  <Override PartName="/ppt/tags/tag2756.xml" ContentType="application/vnd.openxmlformats-officedocument.presentationml.tags+xml"/>
  <Override PartName="/ppt/tags/tag2757.xml" ContentType="application/vnd.openxmlformats-officedocument.presentationml.tags+xml"/>
  <Override PartName="/ppt/tags/tag2758.xml" ContentType="application/vnd.openxmlformats-officedocument.presentationml.tags+xml"/>
  <Override PartName="/ppt/tags/tag2759.xml" ContentType="application/vnd.openxmlformats-officedocument.presentationml.tags+xml"/>
  <Override PartName="/ppt/tags/tag2760.xml" ContentType="application/vnd.openxmlformats-officedocument.presentationml.tags+xml"/>
  <Override PartName="/ppt/tags/tag2761.xml" ContentType="application/vnd.openxmlformats-officedocument.presentationml.tags+xml"/>
  <Override PartName="/ppt/tags/tag2762.xml" ContentType="application/vnd.openxmlformats-officedocument.presentationml.tags+xml"/>
  <Override PartName="/ppt/tags/tag2763.xml" ContentType="application/vnd.openxmlformats-officedocument.presentationml.tags+xml"/>
  <Override PartName="/ppt/tags/tag2764.xml" ContentType="application/vnd.openxmlformats-officedocument.presentationml.tags+xml"/>
  <Override PartName="/ppt/tags/tag2765.xml" ContentType="application/vnd.openxmlformats-officedocument.presentationml.tags+xml"/>
  <Override PartName="/ppt/tags/tag2766.xml" ContentType="application/vnd.openxmlformats-officedocument.presentationml.tags+xml"/>
  <Override PartName="/ppt/tags/tag2767.xml" ContentType="application/vnd.openxmlformats-officedocument.presentationml.tags+xml"/>
  <Override PartName="/ppt/tags/tag2768.xml" ContentType="application/vnd.openxmlformats-officedocument.presentationml.tags+xml"/>
  <Override PartName="/ppt/tags/tag2769.xml" ContentType="application/vnd.openxmlformats-officedocument.presentationml.tags+xml"/>
  <Override PartName="/ppt/tags/tag2770.xml" ContentType="application/vnd.openxmlformats-officedocument.presentationml.tags+xml"/>
  <Override PartName="/ppt/tags/tag2771.xml" ContentType="application/vnd.openxmlformats-officedocument.presentationml.tags+xml"/>
  <Override PartName="/ppt/tags/tag2772.xml" ContentType="application/vnd.openxmlformats-officedocument.presentationml.tags+xml"/>
  <Override PartName="/ppt/tags/tag2773.xml" ContentType="application/vnd.openxmlformats-officedocument.presentationml.tags+xml"/>
  <Override PartName="/ppt/tags/tag2774.xml" ContentType="application/vnd.openxmlformats-officedocument.presentationml.tags+xml"/>
  <Override PartName="/ppt/tags/tag2775.xml" ContentType="application/vnd.openxmlformats-officedocument.presentationml.tags+xml"/>
  <Override PartName="/ppt/tags/tag2776.xml" ContentType="application/vnd.openxmlformats-officedocument.presentationml.tags+xml"/>
  <Override PartName="/ppt/tags/tag2777.xml" ContentType="application/vnd.openxmlformats-officedocument.presentationml.tags+xml"/>
  <Override PartName="/ppt/tags/tag2778.xml" ContentType="application/vnd.openxmlformats-officedocument.presentationml.tags+xml"/>
  <Override PartName="/ppt/tags/tag2779.xml" ContentType="application/vnd.openxmlformats-officedocument.presentationml.tags+xml"/>
  <Override PartName="/ppt/tags/tag2780.xml" ContentType="application/vnd.openxmlformats-officedocument.presentationml.tags+xml"/>
  <Override PartName="/ppt/tags/tag2781.xml" ContentType="application/vnd.openxmlformats-officedocument.presentationml.tags+xml"/>
  <Override PartName="/ppt/tags/tag2782.xml" ContentType="application/vnd.openxmlformats-officedocument.presentationml.tags+xml"/>
  <Override PartName="/ppt/tags/tag2783.xml" ContentType="application/vnd.openxmlformats-officedocument.presentationml.tags+xml"/>
  <Override PartName="/ppt/tags/tag2784.xml" ContentType="application/vnd.openxmlformats-officedocument.presentationml.tags+xml"/>
  <Override PartName="/ppt/tags/tag2785.xml" ContentType="application/vnd.openxmlformats-officedocument.presentationml.tags+xml"/>
  <Override PartName="/ppt/tags/tag2786.xml" ContentType="application/vnd.openxmlformats-officedocument.presentationml.tags+xml"/>
  <Override PartName="/ppt/tags/tag2787.xml" ContentType="application/vnd.openxmlformats-officedocument.presentationml.tags+xml"/>
  <Override PartName="/ppt/tags/tag2788.xml" ContentType="application/vnd.openxmlformats-officedocument.presentationml.tags+xml"/>
  <Override PartName="/ppt/tags/tag2789.xml" ContentType="application/vnd.openxmlformats-officedocument.presentationml.tags+xml"/>
  <Override PartName="/ppt/tags/tag2790.xml" ContentType="application/vnd.openxmlformats-officedocument.presentationml.tags+xml"/>
  <Override PartName="/ppt/tags/tag2791.xml" ContentType="application/vnd.openxmlformats-officedocument.presentationml.tags+xml"/>
  <Override PartName="/ppt/tags/tag2792.xml" ContentType="application/vnd.openxmlformats-officedocument.presentationml.tags+xml"/>
  <Override PartName="/ppt/tags/tag2793.xml" ContentType="application/vnd.openxmlformats-officedocument.presentationml.tags+xml"/>
  <Override PartName="/ppt/tags/tag2794.xml" ContentType="application/vnd.openxmlformats-officedocument.presentationml.tags+xml"/>
  <Override PartName="/ppt/tags/tag2795.xml" ContentType="application/vnd.openxmlformats-officedocument.presentationml.tags+xml"/>
  <Override PartName="/ppt/tags/tag2796.xml" ContentType="application/vnd.openxmlformats-officedocument.presentationml.tags+xml"/>
  <Override PartName="/ppt/tags/tag2797.xml" ContentType="application/vnd.openxmlformats-officedocument.presentationml.tags+xml"/>
  <Override PartName="/ppt/tags/tag2798.xml" ContentType="application/vnd.openxmlformats-officedocument.presentationml.tags+xml"/>
  <Override PartName="/ppt/tags/tag2799.xml" ContentType="application/vnd.openxmlformats-officedocument.presentationml.tags+xml"/>
  <Override PartName="/ppt/tags/tag2800.xml" ContentType="application/vnd.openxmlformats-officedocument.presentationml.tags+xml"/>
  <Override PartName="/ppt/tags/tag2801.xml" ContentType="application/vnd.openxmlformats-officedocument.presentationml.tags+xml"/>
  <Override PartName="/ppt/tags/tag2802.xml" ContentType="application/vnd.openxmlformats-officedocument.presentationml.tags+xml"/>
  <Override PartName="/ppt/tags/tag2803.xml" ContentType="application/vnd.openxmlformats-officedocument.presentationml.tags+xml"/>
  <Override PartName="/ppt/tags/tag2804.xml" ContentType="application/vnd.openxmlformats-officedocument.presentationml.tags+xml"/>
  <Override PartName="/ppt/tags/tag2805.xml" ContentType="application/vnd.openxmlformats-officedocument.presentationml.tags+xml"/>
  <Override PartName="/ppt/tags/tag2806.xml" ContentType="application/vnd.openxmlformats-officedocument.presentationml.tags+xml"/>
  <Override PartName="/ppt/tags/tag2807.xml" ContentType="application/vnd.openxmlformats-officedocument.presentationml.tags+xml"/>
  <Override PartName="/ppt/tags/tag2808.xml" ContentType="application/vnd.openxmlformats-officedocument.presentationml.tags+xml"/>
  <Override PartName="/ppt/tags/tag2809.xml" ContentType="application/vnd.openxmlformats-officedocument.presentationml.tags+xml"/>
  <Override PartName="/ppt/tags/tag2810.xml" ContentType="application/vnd.openxmlformats-officedocument.presentationml.tags+xml"/>
  <Override PartName="/ppt/tags/tag2811.xml" ContentType="application/vnd.openxmlformats-officedocument.presentationml.tags+xml"/>
  <Override PartName="/ppt/tags/tag2812.xml" ContentType="application/vnd.openxmlformats-officedocument.presentationml.tags+xml"/>
  <Override PartName="/ppt/tags/tag2813.xml" ContentType="application/vnd.openxmlformats-officedocument.presentationml.tags+xml"/>
  <Override PartName="/ppt/tags/tag2814.xml" ContentType="application/vnd.openxmlformats-officedocument.presentationml.tags+xml"/>
  <Override PartName="/ppt/tags/tag2815.xml" ContentType="application/vnd.openxmlformats-officedocument.presentationml.tags+xml"/>
  <Override PartName="/ppt/tags/tag2816.xml" ContentType="application/vnd.openxmlformats-officedocument.presentationml.tags+xml"/>
  <Override PartName="/ppt/tags/tag2817.xml" ContentType="application/vnd.openxmlformats-officedocument.presentationml.tags+xml"/>
  <Override PartName="/ppt/tags/tag2818.xml" ContentType="application/vnd.openxmlformats-officedocument.presentationml.tags+xml"/>
  <Override PartName="/ppt/tags/tag2819.xml" ContentType="application/vnd.openxmlformats-officedocument.presentationml.tags+xml"/>
  <Override PartName="/ppt/tags/tag2820.xml" ContentType="application/vnd.openxmlformats-officedocument.presentationml.tags+xml"/>
  <Override PartName="/ppt/tags/tag2821.xml" ContentType="application/vnd.openxmlformats-officedocument.presentationml.tags+xml"/>
  <Override PartName="/ppt/tags/tag2822.xml" ContentType="application/vnd.openxmlformats-officedocument.presentationml.tags+xml"/>
  <Override PartName="/ppt/tags/tag2823.xml" ContentType="application/vnd.openxmlformats-officedocument.presentationml.tags+xml"/>
  <Override PartName="/ppt/tags/tag2824.xml" ContentType="application/vnd.openxmlformats-officedocument.presentationml.tags+xml"/>
  <Override PartName="/ppt/tags/tag2825.xml" ContentType="application/vnd.openxmlformats-officedocument.presentationml.tags+xml"/>
  <Override PartName="/ppt/tags/tag2826.xml" ContentType="application/vnd.openxmlformats-officedocument.presentationml.tags+xml"/>
  <Override PartName="/ppt/tags/tag2827.xml" ContentType="application/vnd.openxmlformats-officedocument.presentationml.tags+xml"/>
  <Override PartName="/ppt/tags/tag2828.xml" ContentType="application/vnd.openxmlformats-officedocument.presentationml.tags+xml"/>
  <Override PartName="/ppt/tags/tag2829.xml" ContentType="application/vnd.openxmlformats-officedocument.presentationml.tags+xml"/>
  <Override PartName="/ppt/tags/tag2830.xml" ContentType="application/vnd.openxmlformats-officedocument.presentationml.tags+xml"/>
  <Override PartName="/ppt/tags/tag2831.xml" ContentType="application/vnd.openxmlformats-officedocument.presentationml.tags+xml"/>
  <Override PartName="/ppt/tags/tag2832.xml" ContentType="application/vnd.openxmlformats-officedocument.presentationml.tags+xml"/>
  <Override PartName="/ppt/tags/tag2833.xml" ContentType="application/vnd.openxmlformats-officedocument.presentationml.tags+xml"/>
  <Override PartName="/ppt/tags/tag2834.xml" ContentType="application/vnd.openxmlformats-officedocument.presentationml.tags+xml"/>
  <Override PartName="/ppt/tags/tag2835.xml" ContentType="application/vnd.openxmlformats-officedocument.presentationml.tags+xml"/>
  <Override PartName="/ppt/tags/tag2836.xml" ContentType="application/vnd.openxmlformats-officedocument.presentationml.tags+xml"/>
  <Override PartName="/ppt/tags/tag2837.xml" ContentType="application/vnd.openxmlformats-officedocument.presentationml.tags+xml"/>
  <Override PartName="/ppt/tags/tag2838.xml" ContentType="application/vnd.openxmlformats-officedocument.presentationml.tags+xml"/>
  <Override PartName="/ppt/tags/tag2839.xml" ContentType="application/vnd.openxmlformats-officedocument.presentationml.tags+xml"/>
  <Override PartName="/ppt/tags/tag2840.xml" ContentType="application/vnd.openxmlformats-officedocument.presentationml.tags+xml"/>
  <Override PartName="/ppt/tags/tag2841.xml" ContentType="application/vnd.openxmlformats-officedocument.presentationml.tags+xml"/>
  <Override PartName="/ppt/tags/tag2842.xml" ContentType="application/vnd.openxmlformats-officedocument.presentationml.tags+xml"/>
  <Override PartName="/ppt/tags/tag2843.xml" ContentType="application/vnd.openxmlformats-officedocument.presentationml.tags+xml"/>
  <Override PartName="/ppt/tags/tag2844.xml" ContentType="application/vnd.openxmlformats-officedocument.presentationml.tags+xml"/>
  <Override PartName="/ppt/tags/tag2845.xml" ContentType="application/vnd.openxmlformats-officedocument.presentationml.tags+xml"/>
  <Override PartName="/ppt/tags/tag2846.xml" ContentType="application/vnd.openxmlformats-officedocument.presentationml.tags+xml"/>
  <Override PartName="/ppt/tags/tag2847.xml" ContentType="application/vnd.openxmlformats-officedocument.presentationml.tags+xml"/>
  <Override PartName="/ppt/tags/tag2848.xml" ContentType="application/vnd.openxmlformats-officedocument.presentationml.tags+xml"/>
  <Override PartName="/ppt/tags/tag2849.xml" ContentType="application/vnd.openxmlformats-officedocument.presentationml.tags+xml"/>
  <Override PartName="/ppt/tags/tag2850.xml" ContentType="application/vnd.openxmlformats-officedocument.presentationml.tags+xml"/>
  <Override PartName="/ppt/tags/tag2851.xml" ContentType="application/vnd.openxmlformats-officedocument.presentationml.tags+xml"/>
  <Override PartName="/ppt/tags/tag2852.xml" ContentType="application/vnd.openxmlformats-officedocument.presentationml.tags+xml"/>
  <Override PartName="/ppt/tags/tag2853.xml" ContentType="application/vnd.openxmlformats-officedocument.presentationml.tags+xml"/>
  <Override PartName="/ppt/tags/tag2854.xml" ContentType="application/vnd.openxmlformats-officedocument.presentationml.tags+xml"/>
  <Override PartName="/ppt/tags/tag2855.xml" ContentType="application/vnd.openxmlformats-officedocument.presentationml.tags+xml"/>
  <Override PartName="/ppt/tags/tag2856.xml" ContentType="application/vnd.openxmlformats-officedocument.presentationml.tags+xml"/>
  <Override PartName="/ppt/tags/tag2857.xml" ContentType="application/vnd.openxmlformats-officedocument.presentationml.tags+xml"/>
  <Override PartName="/ppt/tags/tag2858.xml" ContentType="application/vnd.openxmlformats-officedocument.presentationml.tags+xml"/>
  <Override PartName="/ppt/tags/tag2859.xml" ContentType="application/vnd.openxmlformats-officedocument.presentationml.tags+xml"/>
  <Override PartName="/ppt/tags/tag2860.xml" ContentType="application/vnd.openxmlformats-officedocument.presentationml.tags+xml"/>
  <Override PartName="/ppt/tags/tag2861.xml" ContentType="application/vnd.openxmlformats-officedocument.presentationml.tags+xml"/>
  <Override PartName="/ppt/tags/tag2862.xml" ContentType="application/vnd.openxmlformats-officedocument.presentationml.tags+xml"/>
  <Override PartName="/ppt/tags/tag2863.xml" ContentType="application/vnd.openxmlformats-officedocument.presentationml.tags+xml"/>
  <Override PartName="/ppt/tags/tag2864.xml" ContentType="application/vnd.openxmlformats-officedocument.presentationml.tags+xml"/>
  <Override PartName="/ppt/tags/tag2865.xml" ContentType="application/vnd.openxmlformats-officedocument.presentationml.tags+xml"/>
  <Override PartName="/ppt/tags/tag2866.xml" ContentType="application/vnd.openxmlformats-officedocument.presentationml.tags+xml"/>
  <Override PartName="/ppt/tags/tag2867.xml" ContentType="application/vnd.openxmlformats-officedocument.presentationml.tags+xml"/>
  <Override PartName="/ppt/tags/tag2868.xml" ContentType="application/vnd.openxmlformats-officedocument.presentationml.tags+xml"/>
  <Override PartName="/ppt/tags/tag2869.xml" ContentType="application/vnd.openxmlformats-officedocument.presentationml.tags+xml"/>
  <Override PartName="/ppt/tags/tag2870.xml" ContentType="application/vnd.openxmlformats-officedocument.presentationml.tags+xml"/>
  <Override PartName="/ppt/tags/tag2871.xml" ContentType="application/vnd.openxmlformats-officedocument.presentationml.tags+xml"/>
  <Override PartName="/ppt/tags/tag2872.xml" ContentType="application/vnd.openxmlformats-officedocument.presentationml.tags+xml"/>
  <Override PartName="/ppt/tags/tag2873.xml" ContentType="application/vnd.openxmlformats-officedocument.presentationml.tags+xml"/>
  <Override PartName="/ppt/tags/tag2874.xml" ContentType="application/vnd.openxmlformats-officedocument.presentationml.tags+xml"/>
  <Override PartName="/ppt/tags/tag2875.xml" ContentType="application/vnd.openxmlformats-officedocument.presentationml.tags+xml"/>
  <Override PartName="/ppt/tags/tag2876.xml" ContentType="application/vnd.openxmlformats-officedocument.presentationml.tags+xml"/>
  <Override PartName="/ppt/tags/tag2877.xml" ContentType="application/vnd.openxmlformats-officedocument.presentationml.tags+xml"/>
  <Override PartName="/ppt/tags/tag2878.xml" ContentType="application/vnd.openxmlformats-officedocument.presentationml.tags+xml"/>
  <Override PartName="/ppt/tags/tag2879.xml" ContentType="application/vnd.openxmlformats-officedocument.presentationml.tags+xml"/>
  <Override PartName="/ppt/tags/tag2880.xml" ContentType="application/vnd.openxmlformats-officedocument.presentationml.tags+xml"/>
  <Override PartName="/ppt/tags/tag2881.xml" ContentType="application/vnd.openxmlformats-officedocument.presentationml.tags+xml"/>
  <Override PartName="/ppt/tags/tag2882.xml" ContentType="application/vnd.openxmlformats-officedocument.presentationml.tags+xml"/>
  <Override PartName="/ppt/tags/tag2883.xml" ContentType="application/vnd.openxmlformats-officedocument.presentationml.tags+xml"/>
  <Override PartName="/ppt/tags/tag2884.xml" ContentType="application/vnd.openxmlformats-officedocument.presentationml.tags+xml"/>
  <Override PartName="/ppt/tags/tag2885.xml" ContentType="application/vnd.openxmlformats-officedocument.presentationml.tags+xml"/>
  <Override PartName="/ppt/tags/tag2886.xml" ContentType="application/vnd.openxmlformats-officedocument.presentationml.tags+xml"/>
  <Override PartName="/ppt/tags/tag2887.xml" ContentType="application/vnd.openxmlformats-officedocument.presentationml.tags+xml"/>
  <Override PartName="/ppt/tags/tag2888.xml" ContentType="application/vnd.openxmlformats-officedocument.presentationml.tags+xml"/>
  <Override PartName="/ppt/tags/tag2889.xml" ContentType="application/vnd.openxmlformats-officedocument.presentationml.tags+xml"/>
  <Override PartName="/ppt/tags/tag2890.xml" ContentType="application/vnd.openxmlformats-officedocument.presentationml.tags+xml"/>
  <Override PartName="/ppt/tags/tag2891.xml" ContentType="application/vnd.openxmlformats-officedocument.presentationml.tags+xml"/>
  <Override PartName="/ppt/tags/tag2892.xml" ContentType="application/vnd.openxmlformats-officedocument.presentationml.tags+xml"/>
  <Override PartName="/ppt/tags/tag2893.xml" ContentType="application/vnd.openxmlformats-officedocument.presentationml.tags+xml"/>
  <Override PartName="/ppt/tags/tag2894.xml" ContentType="application/vnd.openxmlformats-officedocument.presentationml.tags+xml"/>
  <Override PartName="/ppt/tags/tag2895.xml" ContentType="application/vnd.openxmlformats-officedocument.presentationml.tags+xml"/>
  <Override PartName="/ppt/tags/tag2896.xml" ContentType="application/vnd.openxmlformats-officedocument.presentationml.tags+xml"/>
  <Override PartName="/ppt/tags/tag2897.xml" ContentType="application/vnd.openxmlformats-officedocument.presentationml.tags+xml"/>
  <Override PartName="/ppt/tags/tag2898.xml" ContentType="application/vnd.openxmlformats-officedocument.presentationml.tags+xml"/>
  <Override PartName="/ppt/tags/tag2899.xml" ContentType="application/vnd.openxmlformats-officedocument.presentationml.tags+xml"/>
  <Override PartName="/ppt/tags/tag2900.xml" ContentType="application/vnd.openxmlformats-officedocument.presentationml.tags+xml"/>
  <Override PartName="/ppt/tags/tag2901.xml" ContentType="application/vnd.openxmlformats-officedocument.presentationml.tags+xml"/>
  <Override PartName="/ppt/tags/tag2902.xml" ContentType="application/vnd.openxmlformats-officedocument.presentationml.tags+xml"/>
  <Override PartName="/ppt/tags/tag2903.xml" ContentType="application/vnd.openxmlformats-officedocument.presentationml.tags+xml"/>
  <Override PartName="/ppt/tags/tag2904.xml" ContentType="application/vnd.openxmlformats-officedocument.presentationml.tags+xml"/>
  <Override PartName="/ppt/tags/tag2905.xml" ContentType="application/vnd.openxmlformats-officedocument.presentationml.tags+xml"/>
  <Override PartName="/ppt/tags/tag2906.xml" ContentType="application/vnd.openxmlformats-officedocument.presentationml.tags+xml"/>
  <Override PartName="/ppt/tags/tag2907.xml" ContentType="application/vnd.openxmlformats-officedocument.presentationml.tags+xml"/>
  <Override PartName="/ppt/tags/tag2908.xml" ContentType="application/vnd.openxmlformats-officedocument.presentationml.tags+xml"/>
  <Override PartName="/ppt/tags/tag2909.xml" ContentType="application/vnd.openxmlformats-officedocument.presentationml.tags+xml"/>
  <Override PartName="/ppt/tags/tag2910.xml" ContentType="application/vnd.openxmlformats-officedocument.presentationml.tags+xml"/>
  <Override PartName="/ppt/tags/tag2911.xml" ContentType="application/vnd.openxmlformats-officedocument.presentationml.tags+xml"/>
  <Override PartName="/ppt/tags/tag2912.xml" ContentType="application/vnd.openxmlformats-officedocument.presentationml.tags+xml"/>
  <Override PartName="/ppt/tags/tag2913.xml" ContentType="application/vnd.openxmlformats-officedocument.presentationml.tags+xml"/>
  <Override PartName="/ppt/tags/tag2914.xml" ContentType="application/vnd.openxmlformats-officedocument.presentationml.tags+xml"/>
  <Override PartName="/ppt/tags/tag2915.xml" ContentType="application/vnd.openxmlformats-officedocument.presentationml.tags+xml"/>
  <Override PartName="/ppt/tags/tag2916.xml" ContentType="application/vnd.openxmlformats-officedocument.presentationml.tags+xml"/>
  <Override PartName="/ppt/tags/tag2917.xml" ContentType="application/vnd.openxmlformats-officedocument.presentationml.tags+xml"/>
  <Override PartName="/ppt/tags/tag2918.xml" ContentType="application/vnd.openxmlformats-officedocument.presentationml.tags+xml"/>
  <Override PartName="/ppt/tags/tag2919.xml" ContentType="application/vnd.openxmlformats-officedocument.presentationml.tags+xml"/>
  <Override PartName="/ppt/tags/tag2920.xml" ContentType="application/vnd.openxmlformats-officedocument.presentationml.tags+xml"/>
  <Override PartName="/ppt/tags/tag2921.xml" ContentType="application/vnd.openxmlformats-officedocument.presentationml.tags+xml"/>
  <Override PartName="/ppt/tags/tag2922.xml" ContentType="application/vnd.openxmlformats-officedocument.presentationml.tags+xml"/>
  <Override PartName="/ppt/tags/tag2923.xml" ContentType="application/vnd.openxmlformats-officedocument.presentationml.tags+xml"/>
  <Override PartName="/ppt/tags/tag2924.xml" ContentType="application/vnd.openxmlformats-officedocument.presentationml.tags+xml"/>
  <Override PartName="/ppt/tags/tag2925.xml" ContentType="application/vnd.openxmlformats-officedocument.presentationml.tags+xml"/>
  <Override PartName="/ppt/tags/tag2926.xml" ContentType="application/vnd.openxmlformats-officedocument.presentationml.tags+xml"/>
  <Override PartName="/ppt/tags/tag2927.xml" ContentType="application/vnd.openxmlformats-officedocument.presentationml.tags+xml"/>
  <Override PartName="/ppt/tags/tag2928.xml" ContentType="application/vnd.openxmlformats-officedocument.presentationml.tags+xml"/>
  <Override PartName="/ppt/tags/tag2929.xml" ContentType="application/vnd.openxmlformats-officedocument.presentationml.tags+xml"/>
  <Override PartName="/ppt/tags/tag2930.xml" ContentType="application/vnd.openxmlformats-officedocument.presentationml.tags+xml"/>
  <Override PartName="/ppt/tags/tag2931.xml" ContentType="application/vnd.openxmlformats-officedocument.presentationml.tags+xml"/>
  <Override PartName="/ppt/tags/tag2932.xml" ContentType="application/vnd.openxmlformats-officedocument.presentationml.tags+xml"/>
  <Override PartName="/ppt/tags/tag2933.xml" ContentType="application/vnd.openxmlformats-officedocument.presentationml.tags+xml"/>
  <Override PartName="/ppt/tags/tag2934.xml" ContentType="application/vnd.openxmlformats-officedocument.presentationml.tags+xml"/>
  <Override PartName="/ppt/tags/tag2935.xml" ContentType="application/vnd.openxmlformats-officedocument.presentationml.tags+xml"/>
  <Override PartName="/ppt/tags/tag2936.xml" ContentType="application/vnd.openxmlformats-officedocument.presentationml.tags+xml"/>
  <Override PartName="/ppt/tags/tag2937.xml" ContentType="application/vnd.openxmlformats-officedocument.presentationml.tags+xml"/>
  <Override PartName="/ppt/tags/tag2938.xml" ContentType="application/vnd.openxmlformats-officedocument.presentationml.tags+xml"/>
  <Override PartName="/ppt/tags/tag2939.xml" ContentType="application/vnd.openxmlformats-officedocument.presentationml.tags+xml"/>
  <Override PartName="/ppt/tags/tag2940.xml" ContentType="application/vnd.openxmlformats-officedocument.presentationml.tags+xml"/>
  <Override PartName="/ppt/tags/tag2941.xml" ContentType="application/vnd.openxmlformats-officedocument.presentationml.tags+xml"/>
  <Override PartName="/ppt/tags/tag2942.xml" ContentType="application/vnd.openxmlformats-officedocument.presentationml.tags+xml"/>
  <Override PartName="/ppt/tags/tag2943.xml" ContentType="application/vnd.openxmlformats-officedocument.presentationml.tags+xml"/>
  <Override PartName="/ppt/tags/tag2944.xml" ContentType="application/vnd.openxmlformats-officedocument.presentationml.tags+xml"/>
  <Override PartName="/ppt/tags/tag2945.xml" ContentType="application/vnd.openxmlformats-officedocument.presentationml.tags+xml"/>
  <Override PartName="/ppt/tags/tag2946.xml" ContentType="application/vnd.openxmlformats-officedocument.presentationml.tags+xml"/>
  <Override PartName="/ppt/tags/tag2947.xml" ContentType="application/vnd.openxmlformats-officedocument.presentationml.tags+xml"/>
  <Override PartName="/ppt/tags/tag2948.xml" ContentType="application/vnd.openxmlformats-officedocument.presentationml.tags+xml"/>
  <Override PartName="/ppt/tags/tag2949.xml" ContentType="application/vnd.openxmlformats-officedocument.presentationml.tags+xml"/>
  <Override PartName="/ppt/tags/tag2950.xml" ContentType="application/vnd.openxmlformats-officedocument.presentationml.tags+xml"/>
  <Override PartName="/ppt/tags/tag2951.xml" ContentType="application/vnd.openxmlformats-officedocument.presentationml.tags+xml"/>
  <Override PartName="/ppt/tags/tag2952.xml" ContentType="application/vnd.openxmlformats-officedocument.presentationml.tags+xml"/>
  <Override PartName="/ppt/tags/tag2953.xml" ContentType="application/vnd.openxmlformats-officedocument.presentationml.tags+xml"/>
  <Override PartName="/ppt/tags/tag2954.xml" ContentType="application/vnd.openxmlformats-officedocument.presentationml.tags+xml"/>
  <Override PartName="/ppt/tags/tag2955.xml" ContentType="application/vnd.openxmlformats-officedocument.presentationml.tags+xml"/>
  <Override PartName="/ppt/tags/tag2956.xml" ContentType="application/vnd.openxmlformats-officedocument.presentationml.tags+xml"/>
  <Override PartName="/ppt/tags/tag2957.xml" ContentType="application/vnd.openxmlformats-officedocument.presentationml.tags+xml"/>
  <Override PartName="/ppt/tags/tag2958.xml" ContentType="application/vnd.openxmlformats-officedocument.presentationml.tags+xml"/>
  <Override PartName="/ppt/tags/tag2959.xml" ContentType="application/vnd.openxmlformats-officedocument.presentationml.tags+xml"/>
  <Override PartName="/ppt/tags/tag2960.xml" ContentType="application/vnd.openxmlformats-officedocument.presentationml.tags+xml"/>
  <Override PartName="/ppt/tags/tag2961.xml" ContentType="application/vnd.openxmlformats-officedocument.presentationml.tags+xml"/>
  <Override PartName="/ppt/tags/tag2962.xml" ContentType="application/vnd.openxmlformats-officedocument.presentationml.tags+xml"/>
  <Override PartName="/ppt/tags/tag2963.xml" ContentType="application/vnd.openxmlformats-officedocument.presentationml.tags+xml"/>
  <Override PartName="/ppt/tags/tag2964.xml" ContentType="application/vnd.openxmlformats-officedocument.presentationml.tags+xml"/>
  <Override PartName="/ppt/tags/tag2965.xml" ContentType="application/vnd.openxmlformats-officedocument.presentationml.tags+xml"/>
  <Override PartName="/ppt/tags/tag2966.xml" ContentType="application/vnd.openxmlformats-officedocument.presentationml.tags+xml"/>
  <Override PartName="/ppt/tags/tag2967.xml" ContentType="application/vnd.openxmlformats-officedocument.presentationml.tags+xml"/>
  <Override PartName="/ppt/tags/tag2968.xml" ContentType="application/vnd.openxmlformats-officedocument.presentationml.tags+xml"/>
  <Override PartName="/ppt/tags/tag2969.xml" ContentType="application/vnd.openxmlformats-officedocument.presentationml.tags+xml"/>
  <Override PartName="/ppt/tags/tag2970.xml" ContentType="application/vnd.openxmlformats-officedocument.presentationml.tags+xml"/>
  <Override PartName="/ppt/tags/tag2971.xml" ContentType="application/vnd.openxmlformats-officedocument.presentationml.tags+xml"/>
  <Override PartName="/ppt/tags/tag2972.xml" ContentType="application/vnd.openxmlformats-officedocument.presentationml.tags+xml"/>
  <Override PartName="/ppt/tags/tag2973.xml" ContentType="application/vnd.openxmlformats-officedocument.presentationml.tags+xml"/>
  <Override PartName="/ppt/tags/tag2974.xml" ContentType="application/vnd.openxmlformats-officedocument.presentationml.tags+xml"/>
  <Override PartName="/ppt/tags/tag2975.xml" ContentType="application/vnd.openxmlformats-officedocument.presentationml.tags+xml"/>
  <Override PartName="/ppt/tags/tag2976.xml" ContentType="application/vnd.openxmlformats-officedocument.presentationml.tags+xml"/>
  <Override PartName="/ppt/tags/tag2977.xml" ContentType="application/vnd.openxmlformats-officedocument.presentationml.tags+xml"/>
  <Override PartName="/ppt/tags/tag2978.xml" ContentType="application/vnd.openxmlformats-officedocument.presentationml.tags+xml"/>
  <Override PartName="/ppt/tags/tag2979.xml" ContentType="application/vnd.openxmlformats-officedocument.presentationml.tags+xml"/>
  <Override PartName="/ppt/tags/tag2980.xml" ContentType="application/vnd.openxmlformats-officedocument.presentationml.tags+xml"/>
  <Override PartName="/ppt/tags/tag2981.xml" ContentType="application/vnd.openxmlformats-officedocument.presentationml.tags+xml"/>
  <Override PartName="/ppt/tags/tag2982.xml" ContentType="application/vnd.openxmlformats-officedocument.presentationml.tags+xml"/>
  <Override PartName="/ppt/tags/tag2983.xml" ContentType="application/vnd.openxmlformats-officedocument.presentationml.tags+xml"/>
  <Override PartName="/ppt/tags/tag2984.xml" ContentType="application/vnd.openxmlformats-officedocument.presentationml.tags+xml"/>
  <Override PartName="/ppt/tags/tag2985.xml" ContentType="application/vnd.openxmlformats-officedocument.presentationml.tags+xml"/>
  <Override PartName="/ppt/tags/tag2986.xml" ContentType="application/vnd.openxmlformats-officedocument.presentationml.tags+xml"/>
  <Override PartName="/ppt/tags/tag2987.xml" ContentType="application/vnd.openxmlformats-officedocument.presentationml.tags+xml"/>
  <Override PartName="/ppt/tags/tag2988.xml" ContentType="application/vnd.openxmlformats-officedocument.presentationml.tags+xml"/>
  <Override PartName="/ppt/tags/tag2989.xml" ContentType="application/vnd.openxmlformats-officedocument.presentationml.tags+xml"/>
  <Override PartName="/ppt/tags/tag2990.xml" ContentType="application/vnd.openxmlformats-officedocument.presentationml.tags+xml"/>
  <Override PartName="/ppt/tags/tag2991.xml" ContentType="application/vnd.openxmlformats-officedocument.presentationml.tags+xml"/>
  <Override PartName="/ppt/tags/tag2992.xml" ContentType="application/vnd.openxmlformats-officedocument.presentationml.tags+xml"/>
  <Override PartName="/ppt/tags/tag2993.xml" ContentType="application/vnd.openxmlformats-officedocument.presentationml.tags+xml"/>
  <Override PartName="/ppt/tags/tag2994.xml" ContentType="application/vnd.openxmlformats-officedocument.presentationml.tags+xml"/>
  <Override PartName="/ppt/tags/tag2995.xml" ContentType="application/vnd.openxmlformats-officedocument.presentationml.tags+xml"/>
  <Override PartName="/ppt/tags/tag2996.xml" ContentType="application/vnd.openxmlformats-officedocument.presentationml.tags+xml"/>
  <Override PartName="/ppt/tags/tag2997.xml" ContentType="application/vnd.openxmlformats-officedocument.presentationml.tags+xml"/>
  <Override PartName="/ppt/tags/tag2998.xml" ContentType="application/vnd.openxmlformats-officedocument.presentationml.tags+xml"/>
  <Override PartName="/ppt/tags/tag2999.xml" ContentType="application/vnd.openxmlformats-officedocument.presentationml.tags+xml"/>
  <Override PartName="/ppt/tags/tag3000.xml" ContentType="application/vnd.openxmlformats-officedocument.presentationml.tags+xml"/>
  <Override PartName="/ppt/tags/tag3001.xml" ContentType="application/vnd.openxmlformats-officedocument.presentationml.tags+xml"/>
  <Override PartName="/ppt/tags/tag3002.xml" ContentType="application/vnd.openxmlformats-officedocument.presentationml.tags+xml"/>
  <Override PartName="/ppt/tags/tag3003.xml" ContentType="application/vnd.openxmlformats-officedocument.presentationml.tags+xml"/>
  <Override PartName="/ppt/tags/tag3004.xml" ContentType="application/vnd.openxmlformats-officedocument.presentationml.tags+xml"/>
  <Override PartName="/ppt/tags/tag3005.xml" ContentType="application/vnd.openxmlformats-officedocument.presentationml.tags+xml"/>
  <Override PartName="/ppt/tags/tag3006.xml" ContentType="application/vnd.openxmlformats-officedocument.presentationml.tags+xml"/>
  <Override PartName="/ppt/tags/tag3007.xml" ContentType="application/vnd.openxmlformats-officedocument.presentationml.tags+xml"/>
  <Override PartName="/ppt/tags/tag3008.xml" ContentType="application/vnd.openxmlformats-officedocument.presentationml.tags+xml"/>
  <Override PartName="/ppt/tags/tag3009.xml" ContentType="application/vnd.openxmlformats-officedocument.presentationml.tags+xml"/>
  <Override PartName="/ppt/tags/tag3010.xml" ContentType="application/vnd.openxmlformats-officedocument.presentationml.tags+xml"/>
  <Override PartName="/ppt/tags/tag3011.xml" ContentType="application/vnd.openxmlformats-officedocument.presentationml.tags+xml"/>
  <Override PartName="/ppt/tags/tag3012.xml" ContentType="application/vnd.openxmlformats-officedocument.presentationml.tags+xml"/>
  <Override PartName="/ppt/tags/tag3013.xml" ContentType="application/vnd.openxmlformats-officedocument.presentationml.tags+xml"/>
  <Override PartName="/ppt/tags/tag3014.xml" ContentType="application/vnd.openxmlformats-officedocument.presentationml.tags+xml"/>
  <Override PartName="/ppt/tags/tag3015.xml" ContentType="application/vnd.openxmlformats-officedocument.presentationml.tags+xml"/>
  <Override PartName="/ppt/tags/tag3016.xml" ContentType="application/vnd.openxmlformats-officedocument.presentationml.tags+xml"/>
  <Override PartName="/ppt/tags/tag3017.xml" ContentType="application/vnd.openxmlformats-officedocument.presentationml.tags+xml"/>
  <Override PartName="/ppt/tags/tag3018.xml" ContentType="application/vnd.openxmlformats-officedocument.presentationml.tags+xml"/>
  <Override PartName="/ppt/tags/tag3019.xml" ContentType="application/vnd.openxmlformats-officedocument.presentationml.tags+xml"/>
  <Override PartName="/ppt/tags/tag3020.xml" ContentType="application/vnd.openxmlformats-officedocument.presentationml.tags+xml"/>
  <Override PartName="/ppt/tags/tag3021.xml" ContentType="application/vnd.openxmlformats-officedocument.presentationml.tags+xml"/>
  <Override PartName="/ppt/tags/tag3022.xml" ContentType="application/vnd.openxmlformats-officedocument.presentationml.tags+xml"/>
  <Override PartName="/ppt/tags/tag3023.xml" ContentType="application/vnd.openxmlformats-officedocument.presentationml.tags+xml"/>
  <Override PartName="/ppt/tags/tag3024.xml" ContentType="application/vnd.openxmlformats-officedocument.presentationml.tags+xml"/>
  <Override PartName="/ppt/tags/tag3025.xml" ContentType="application/vnd.openxmlformats-officedocument.presentationml.tags+xml"/>
  <Override PartName="/ppt/tags/tag3026.xml" ContentType="application/vnd.openxmlformats-officedocument.presentationml.tags+xml"/>
  <Override PartName="/ppt/tags/tag3027.xml" ContentType="application/vnd.openxmlformats-officedocument.presentationml.tags+xml"/>
  <Override PartName="/ppt/tags/tag3028.xml" ContentType="application/vnd.openxmlformats-officedocument.presentationml.tags+xml"/>
  <Override PartName="/ppt/tags/tag3029.xml" ContentType="application/vnd.openxmlformats-officedocument.presentationml.tags+xml"/>
  <Override PartName="/ppt/tags/tag3030.xml" ContentType="application/vnd.openxmlformats-officedocument.presentationml.tags+xml"/>
  <Override PartName="/ppt/tags/tag3031.xml" ContentType="application/vnd.openxmlformats-officedocument.presentationml.tags+xml"/>
  <Override PartName="/ppt/tags/tag3032.xml" ContentType="application/vnd.openxmlformats-officedocument.presentationml.tags+xml"/>
  <Override PartName="/ppt/tags/tag3033.xml" ContentType="application/vnd.openxmlformats-officedocument.presentationml.tags+xml"/>
  <Override PartName="/ppt/tags/tag3034.xml" ContentType="application/vnd.openxmlformats-officedocument.presentationml.tags+xml"/>
  <Override PartName="/ppt/tags/tag3035.xml" ContentType="application/vnd.openxmlformats-officedocument.presentationml.tags+xml"/>
  <Override PartName="/ppt/tags/tag3036.xml" ContentType="application/vnd.openxmlformats-officedocument.presentationml.tags+xml"/>
  <Override PartName="/ppt/tags/tag3037.xml" ContentType="application/vnd.openxmlformats-officedocument.presentationml.tags+xml"/>
  <Override PartName="/ppt/tags/tag3038.xml" ContentType="application/vnd.openxmlformats-officedocument.presentationml.tags+xml"/>
  <Override PartName="/ppt/tags/tag3039.xml" ContentType="application/vnd.openxmlformats-officedocument.presentationml.tags+xml"/>
  <Override PartName="/ppt/tags/tag3040.xml" ContentType="application/vnd.openxmlformats-officedocument.presentationml.tags+xml"/>
  <Override PartName="/ppt/tags/tag3041.xml" ContentType="application/vnd.openxmlformats-officedocument.presentationml.tags+xml"/>
  <Override PartName="/ppt/tags/tag3042.xml" ContentType="application/vnd.openxmlformats-officedocument.presentationml.tags+xml"/>
  <Override PartName="/ppt/tags/tag3043.xml" ContentType="application/vnd.openxmlformats-officedocument.presentationml.tags+xml"/>
  <Override PartName="/ppt/tags/tag3044.xml" ContentType="application/vnd.openxmlformats-officedocument.presentationml.tags+xml"/>
  <Override PartName="/ppt/tags/tag3045.xml" ContentType="application/vnd.openxmlformats-officedocument.presentationml.tags+xml"/>
  <Override PartName="/ppt/tags/tag3046.xml" ContentType="application/vnd.openxmlformats-officedocument.presentationml.tags+xml"/>
  <Override PartName="/ppt/tags/tag3047.xml" ContentType="application/vnd.openxmlformats-officedocument.presentationml.tags+xml"/>
  <Override PartName="/ppt/tags/tag3048.xml" ContentType="application/vnd.openxmlformats-officedocument.presentationml.tags+xml"/>
  <Override PartName="/ppt/tags/tag3049.xml" ContentType="application/vnd.openxmlformats-officedocument.presentationml.tags+xml"/>
  <Override PartName="/ppt/tags/tag3050.xml" ContentType="application/vnd.openxmlformats-officedocument.presentationml.tags+xml"/>
  <Override PartName="/ppt/tags/tag3051.xml" ContentType="application/vnd.openxmlformats-officedocument.presentationml.tags+xml"/>
  <Override PartName="/ppt/tags/tag3052.xml" ContentType="application/vnd.openxmlformats-officedocument.presentationml.tags+xml"/>
  <Override PartName="/ppt/tags/tag3053.xml" ContentType="application/vnd.openxmlformats-officedocument.presentationml.tags+xml"/>
  <Override PartName="/ppt/tags/tag3054.xml" ContentType="application/vnd.openxmlformats-officedocument.presentationml.tags+xml"/>
  <Override PartName="/ppt/tags/tag3055.xml" ContentType="application/vnd.openxmlformats-officedocument.presentationml.tags+xml"/>
  <Override PartName="/ppt/tags/tag3056.xml" ContentType="application/vnd.openxmlformats-officedocument.presentationml.tags+xml"/>
  <Override PartName="/ppt/tags/tag3057.xml" ContentType="application/vnd.openxmlformats-officedocument.presentationml.tags+xml"/>
  <Override PartName="/ppt/tags/tag3058.xml" ContentType="application/vnd.openxmlformats-officedocument.presentationml.tags+xml"/>
  <Override PartName="/ppt/tags/tag3059.xml" ContentType="application/vnd.openxmlformats-officedocument.presentationml.tags+xml"/>
  <Override PartName="/ppt/tags/tag3060.xml" ContentType="application/vnd.openxmlformats-officedocument.presentationml.tags+xml"/>
  <Override PartName="/ppt/notesSlides/notesSlide12.xml" ContentType="application/vnd.openxmlformats-officedocument.presentationml.notesSlide+xml"/>
  <Override PartName="/ppt/tags/tag3061.xml" ContentType="application/vnd.openxmlformats-officedocument.presentationml.tags+xml"/>
  <Override PartName="/ppt/tags/tag3062.xml" ContentType="application/vnd.openxmlformats-officedocument.presentationml.tags+xml"/>
  <Override PartName="/ppt/tags/tag3063.xml" ContentType="application/vnd.openxmlformats-officedocument.presentationml.tags+xml"/>
  <Override PartName="/ppt/tags/tag3064.xml" ContentType="application/vnd.openxmlformats-officedocument.presentationml.tags+xml"/>
  <Override PartName="/ppt/tags/tag3065.xml" ContentType="application/vnd.openxmlformats-officedocument.presentationml.tags+xml"/>
  <Override PartName="/ppt/tags/tag3066.xml" ContentType="application/vnd.openxmlformats-officedocument.presentationml.tags+xml"/>
  <Override PartName="/ppt/tags/tag3067.xml" ContentType="application/vnd.openxmlformats-officedocument.presentationml.tags+xml"/>
  <Override PartName="/ppt/tags/tag3068.xml" ContentType="application/vnd.openxmlformats-officedocument.presentationml.tags+xml"/>
  <Override PartName="/ppt/tags/tag3069.xml" ContentType="application/vnd.openxmlformats-officedocument.presentationml.tags+xml"/>
  <Override PartName="/ppt/tags/tag3070.xml" ContentType="application/vnd.openxmlformats-officedocument.presentationml.tags+xml"/>
  <Override PartName="/ppt/tags/tag3071.xml" ContentType="application/vnd.openxmlformats-officedocument.presentationml.tags+xml"/>
  <Override PartName="/ppt/tags/tag3072.xml" ContentType="application/vnd.openxmlformats-officedocument.presentationml.tags+xml"/>
  <Override PartName="/ppt/tags/tag3073.xml" ContentType="application/vnd.openxmlformats-officedocument.presentationml.tags+xml"/>
  <Override PartName="/ppt/tags/tag3074.xml" ContentType="application/vnd.openxmlformats-officedocument.presentationml.tags+xml"/>
  <Override PartName="/ppt/tags/tag3075.xml" ContentType="application/vnd.openxmlformats-officedocument.presentationml.tags+xml"/>
  <Override PartName="/ppt/tags/tag3076.xml" ContentType="application/vnd.openxmlformats-officedocument.presentationml.tags+xml"/>
  <Override PartName="/ppt/tags/tag3077.xml" ContentType="application/vnd.openxmlformats-officedocument.presentationml.tags+xml"/>
  <Override PartName="/ppt/tags/tag3078.xml" ContentType="application/vnd.openxmlformats-officedocument.presentationml.tags+xml"/>
  <Override PartName="/ppt/tags/tag3079.xml" ContentType="application/vnd.openxmlformats-officedocument.presentationml.tags+xml"/>
  <Override PartName="/ppt/tags/tag3080.xml" ContentType="application/vnd.openxmlformats-officedocument.presentationml.tags+xml"/>
  <Override PartName="/ppt/tags/tag3081.xml" ContentType="application/vnd.openxmlformats-officedocument.presentationml.tags+xml"/>
  <Override PartName="/ppt/tags/tag3082.xml" ContentType="application/vnd.openxmlformats-officedocument.presentationml.tags+xml"/>
  <Override PartName="/ppt/tags/tag3083.xml" ContentType="application/vnd.openxmlformats-officedocument.presentationml.tags+xml"/>
  <Override PartName="/ppt/tags/tag3084.xml" ContentType="application/vnd.openxmlformats-officedocument.presentationml.tags+xml"/>
  <Override PartName="/ppt/tags/tag3085.xml" ContentType="application/vnd.openxmlformats-officedocument.presentationml.tags+xml"/>
  <Override PartName="/ppt/tags/tag3086.xml" ContentType="application/vnd.openxmlformats-officedocument.presentationml.tags+xml"/>
  <Override PartName="/ppt/tags/tag3087.xml" ContentType="application/vnd.openxmlformats-officedocument.presentationml.tags+xml"/>
  <Override PartName="/ppt/tags/tag3088.xml" ContentType="application/vnd.openxmlformats-officedocument.presentationml.tags+xml"/>
  <Override PartName="/ppt/tags/tag3089.xml" ContentType="application/vnd.openxmlformats-officedocument.presentationml.tags+xml"/>
  <Override PartName="/ppt/tags/tag3090.xml" ContentType="application/vnd.openxmlformats-officedocument.presentationml.tags+xml"/>
  <Override PartName="/ppt/tags/tag3091.xml" ContentType="application/vnd.openxmlformats-officedocument.presentationml.tags+xml"/>
  <Override PartName="/ppt/tags/tag3092.xml" ContentType="application/vnd.openxmlformats-officedocument.presentationml.tags+xml"/>
  <Override PartName="/ppt/tags/tag3093.xml" ContentType="application/vnd.openxmlformats-officedocument.presentationml.tags+xml"/>
  <Override PartName="/ppt/tags/tag3094.xml" ContentType="application/vnd.openxmlformats-officedocument.presentationml.tags+xml"/>
  <Override PartName="/ppt/tags/tag3095.xml" ContentType="application/vnd.openxmlformats-officedocument.presentationml.tags+xml"/>
  <Override PartName="/ppt/tags/tag3096.xml" ContentType="application/vnd.openxmlformats-officedocument.presentationml.tags+xml"/>
  <Override PartName="/ppt/tags/tag3097.xml" ContentType="application/vnd.openxmlformats-officedocument.presentationml.tags+xml"/>
  <Override PartName="/ppt/tags/tag3098.xml" ContentType="application/vnd.openxmlformats-officedocument.presentationml.tags+xml"/>
  <Override PartName="/ppt/tags/tag3099.xml" ContentType="application/vnd.openxmlformats-officedocument.presentationml.tags+xml"/>
  <Override PartName="/ppt/tags/tag3100.xml" ContentType="application/vnd.openxmlformats-officedocument.presentationml.tags+xml"/>
  <Override PartName="/ppt/tags/tag3101.xml" ContentType="application/vnd.openxmlformats-officedocument.presentationml.tags+xml"/>
  <Override PartName="/ppt/tags/tag3102.xml" ContentType="application/vnd.openxmlformats-officedocument.presentationml.tags+xml"/>
  <Override PartName="/ppt/tags/tag3103.xml" ContentType="application/vnd.openxmlformats-officedocument.presentationml.tags+xml"/>
  <Override PartName="/ppt/tags/tag3104.xml" ContentType="application/vnd.openxmlformats-officedocument.presentationml.tags+xml"/>
  <Override PartName="/ppt/tags/tag3105.xml" ContentType="application/vnd.openxmlformats-officedocument.presentationml.tags+xml"/>
  <Override PartName="/ppt/tags/tag3106.xml" ContentType="application/vnd.openxmlformats-officedocument.presentationml.tags+xml"/>
  <Override PartName="/ppt/tags/tag3107.xml" ContentType="application/vnd.openxmlformats-officedocument.presentationml.tags+xml"/>
  <Override PartName="/ppt/tags/tag3108.xml" ContentType="application/vnd.openxmlformats-officedocument.presentationml.tags+xml"/>
  <Override PartName="/ppt/tags/tag3109.xml" ContentType="application/vnd.openxmlformats-officedocument.presentationml.tags+xml"/>
  <Override PartName="/ppt/tags/tag3110.xml" ContentType="application/vnd.openxmlformats-officedocument.presentationml.tags+xml"/>
  <Override PartName="/ppt/tags/tag3111.xml" ContentType="application/vnd.openxmlformats-officedocument.presentationml.tags+xml"/>
  <Override PartName="/ppt/tags/tag3112.xml" ContentType="application/vnd.openxmlformats-officedocument.presentationml.tags+xml"/>
  <Override PartName="/ppt/tags/tag3113.xml" ContentType="application/vnd.openxmlformats-officedocument.presentationml.tags+xml"/>
  <Override PartName="/ppt/tags/tag3114.xml" ContentType="application/vnd.openxmlformats-officedocument.presentationml.tags+xml"/>
  <Override PartName="/ppt/tags/tag3115.xml" ContentType="application/vnd.openxmlformats-officedocument.presentationml.tags+xml"/>
  <Override PartName="/ppt/tags/tag3116.xml" ContentType="application/vnd.openxmlformats-officedocument.presentationml.tags+xml"/>
  <Override PartName="/ppt/tags/tag3117.xml" ContentType="application/vnd.openxmlformats-officedocument.presentationml.tags+xml"/>
  <Override PartName="/ppt/tags/tag3118.xml" ContentType="application/vnd.openxmlformats-officedocument.presentationml.tags+xml"/>
  <Override PartName="/ppt/tags/tag3119.xml" ContentType="application/vnd.openxmlformats-officedocument.presentationml.tags+xml"/>
  <Override PartName="/ppt/tags/tag3120.xml" ContentType="application/vnd.openxmlformats-officedocument.presentationml.tags+xml"/>
  <Override PartName="/ppt/tags/tag3121.xml" ContentType="application/vnd.openxmlformats-officedocument.presentationml.tags+xml"/>
  <Override PartName="/ppt/tags/tag3122.xml" ContentType="application/vnd.openxmlformats-officedocument.presentationml.tags+xml"/>
  <Override PartName="/ppt/tags/tag3123.xml" ContentType="application/vnd.openxmlformats-officedocument.presentationml.tags+xml"/>
  <Override PartName="/ppt/tags/tag3124.xml" ContentType="application/vnd.openxmlformats-officedocument.presentationml.tags+xml"/>
  <Override PartName="/ppt/tags/tag3125.xml" ContentType="application/vnd.openxmlformats-officedocument.presentationml.tags+xml"/>
  <Override PartName="/ppt/tags/tag3126.xml" ContentType="application/vnd.openxmlformats-officedocument.presentationml.tags+xml"/>
  <Override PartName="/ppt/tags/tag3127.xml" ContentType="application/vnd.openxmlformats-officedocument.presentationml.tags+xml"/>
  <Override PartName="/ppt/tags/tag3128.xml" ContentType="application/vnd.openxmlformats-officedocument.presentationml.tags+xml"/>
  <Override PartName="/ppt/tags/tag3129.xml" ContentType="application/vnd.openxmlformats-officedocument.presentationml.tags+xml"/>
  <Override PartName="/ppt/tags/tag3130.xml" ContentType="application/vnd.openxmlformats-officedocument.presentationml.tags+xml"/>
  <Override PartName="/ppt/tags/tag3131.xml" ContentType="application/vnd.openxmlformats-officedocument.presentationml.tags+xml"/>
  <Override PartName="/ppt/tags/tag3132.xml" ContentType="application/vnd.openxmlformats-officedocument.presentationml.tags+xml"/>
  <Override PartName="/ppt/tags/tag3133.xml" ContentType="application/vnd.openxmlformats-officedocument.presentationml.tags+xml"/>
  <Override PartName="/ppt/tags/tag3134.xml" ContentType="application/vnd.openxmlformats-officedocument.presentationml.tags+xml"/>
  <Override PartName="/ppt/tags/tag3135.xml" ContentType="application/vnd.openxmlformats-officedocument.presentationml.tags+xml"/>
  <Override PartName="/ppt/tags/tag3136.xml" ContentType="application/vnd.openxmlformats-officedocument.presentationml.tags+xml"/>
  <Override PartName="/ppt/tags/tag3137.xml" ContentType="application/vnd.openxmlformats-officedocument.presentationml.tags+xml"/>
  <Override PartName="/ppt/tags/tag3138.xml" ContentType="application/vnd.openxmlformats-officedocument.presentationml.tags+xml"/>
  <Override PartName="/ppt/tags/tag3139.xml" ContentType="application/vnd.openxmlformats-officedocument.presentationml.tags+xml"/>
  <Override PartName="/ppt/tags/tag3140.xml" ContentType="application/vnd.openxmlformats-officedocument.presentationml.tags+xml"/>
  <Override PartName="/ppt/tags/tag3141.xml" ContentType="application/vnd.openxmlformats-officedocument.presentationml.tags+xml"/>
  <Override PartName="/ppt/tags/tag3142.xml" ContentType="application/vnd.openxmlformats-officedocument.presentationml.tags+xml"/>
  <Override PartName="/ppt/tags/tag3143.xml" ContentType="application/vnd.openxmlformats-officedocument.presentationml.tags+xml"/>
  <Override PartName="/ppt/tags/tag3144.xml" ContentType="application/vnd.openxmlformats-officedocument.presentationml.tags+xml"/>
  <Override PartName="/ppt/tags/tag3145.xml" ContentType="application/vnd.openxmlformats-officedocument.presentationml.tags+xml"/>
  <Override PartName="/ppt/tags/tag3146.xml" ContentType="application/vnd.openxmlformats-officedocument.presentationml.tags+xml"/>
  <Override PartName="/ppt/tags/tag3147.xml" ContentType="application/vnd.openxmlformats-officedocument.presentationml.tags+xml"/>
  <Override PartName="/ppt/tags/tag3148.xml" ContentType="application/vnd.openxmlformats-officedocument.presentationml.tags+xml"/>
  <Override PartName="/ppt/tags/tag3149.xml" ContentType="application/vnd.openxmlformats-officedocument.presentationml.tags+xml"/>
  <Override PartName="/ppt/tags/tag3150.xml" ContentType="application/vnd.openxmlformats-officedocument.presentationml.tags+xml"/>
  <Override PartName="/ppt/tags/tag3151.xml" ContentType="application/vnd.openxmlformats-officedocument.presentationml.tags+xml"/>
  <Override PartName="/ppt/tags/tag3152.xml" ContentType="application/vnd.openxmlformats-officedocument.presentationml.tags+xml"/>
  <Override PartName="/ppt/tags/tag3153.xml" ContentType="application/vnd.openxmlformats-officedocument.presentationml.tags+xml"/>
  <Override PartName="/ppt/tags/tag3154.xml" ContentType="application/vnd.openxmlformats-officedocument.presentationml.tags+xml"/>
  <Override PartName="/ppt/tags/tag3155.xml" ContentType="application/vnd.openxmlformats-officedocument.presentationml.tags+xml"/>
  <Override PartName="/ppt/tags/tag3156.xml" ContentType="application/vnd.openxmlformats-officedocument.presentationml.tags+xml"/>
  <Override PartName="/ppt/tags/tag3157.xml" ContentType="application/vnd.openxmlformats-officedocument.presentationml.tags+xml"/>
  <Override PartName="/ppt/tags/tag3158.xml" ContentType="application/vnd.openxmlformats-officedocument.presentationml.tags+xml"/>
  <Override PartName="/ppt/tags/tag3159.xml" ContentType="application/vnd.openxmlformats-officedocument.presentationml.tags+xml"/>
  <Override PartName="/ppt/tags/tag3160.xml" ContentType="application/vnd.openxmlformats-officedocument.presentationml.tags+xml"/>
  <Override PartName="/ppt/tags/tag3161.xml" ContentType="application/vnd.openxmlformats-officedocument.presentationml.tags+xml"/>
  <Override PartName="/ppt/tags/tag3162.xml" ContentType="application/vnd.openxmlformats-officedocument.presentationml.tags+xml"/>
  <Override PartName="/ppt/tags/tag3163.xml" ContentType="application/vnd.openxmlformats-officedocument.presentationml.tags+xml"/>
  <Override PartName="/ppt/tags/tag3164.xml" ContentType="application/vnd.openxmlformats-officedocument.presentationml.tags+xml"/>
  <Override PartName="/ppt/tags/tag3165.xml" ContentType="application/vnd.openxmlformats-officedocument.presentationml.tags+xml"/>
  <Override PartName="/ppt/tags/tag3166.xml" ContentType="application/vnd.openxmlformats-officedocument.presentationml.tags+xml"/>
  <Override PartName="/ppt/tags/tag3167.xml" ContentType="application/vnd.openxmlformats-officedocument.presentationml.tags+xml"/>
  <Override PartName="/ppt/tags/tag3168.xml" ContentType="application/vnd.openxmlformats-officedocument.presentationml.tags+xml"/>
  <Override PartName="/ppt/tags/tag3169.xml" ContentType="application/vnd.openxmlformats-officedocument.presentationml.tags+xml"/>
  <Override PartName="/ppt/tags/tag3170.xml" ContentType="application/vnd.openxmlformats-officedocument.presentationml.tags+xml"/>
  <Override PartName="/ppt/tags/tag3171.xml" ContentType="application/vnd.openxmlformats-officedocument.presentationml.tags+xml"/>
  <Override PartName="/ppt/tags/tag3172.xml" ContentType="application/vnd.openxmlformats-officedocument.presentationml.tags+xml"/>
  <Override PartName="/ppt/tags/tag3173.xml" ContentType="application/vnd.openxmlformats-officedocument.presentationml.tags+xml"/>
  <Override PartName="/ppt/tags/tag3174.xml" ContentType="application/vnd.openxmlformats-officedocument.presentationml.tags+xml"/>
  <Override PartName="/ppt/tags/tag3175.xml" ContentType="application/vnd.openxmlformats-officedocument.presentationml.tags+xml"/>
  <Override PartName="/ppt/tags/tag3176.xml" ContentType="application/vnd.openxmlformats-officedocument.presentationml.tags+xml"/>
  <Override PartName="/ppt/tags/tag3177.xml" ContentType="application/vnd.openxmlformats-officedocument.presentationml.tags+xml"/>
  <Override PartName="/ppt/tags/tag3178.xml" ContentType="application/vnd.openxmlformats-officedocument.presentationml.tags+xml"/>
  <Override PartName="/ppt/tags/tag3179.xml" ContentType="application/vnd.openxmlformats-officedocument.presentationml.tags+xml"/>
  <Override PartName="/ppt/tags/tag3180.xml" ContentType="application/vnd.openxmlformats-officedocument.presentationml.tags+xml"/>
  <Override PartName="/ppt/tags/tag3181.xml" ContentType="application/vnd.openxmlformats-officedocument.presentationml.tags+xml"/>
  <Override PartName="/ppt/tags/tag3182.xml" ContentType="application/vnd.openxmlformats-officedocument.presentationml.tags+xml"/>
  <Override PartName="/ppt/tags/tag3183.xml" ContentType="application/vnd.openxmlformats-officedocument.presentationml.tags+xml"/>
  <Override PartName="/ppt/tags/tag3184.xml" ContentType="application/vnd.openxmlformats-officedocument.presentationml.tags+xml"/>
  <Override PartName="/ppt/tags/tag3185.xml" ContentType="application/vnd.openxmlformats-officedocument.presentationml.tags+xml"/>
  <Override PartName="/ppt/tags/tag3186.xml" ContentType="application/vnd.openxmlformats-officedocument.presentationml.tags+xml"/>
  <Override PartName="/ppt/tags/tag3187.xml" ContentType="application/vnd.openxmlformats-officedocument.presentationml.tags+xml"/>
  <Override PartName="/ppt/tags/tag3188.xml" ContentType="application/vnd.openxmlformats-officedocument.presentationml.tags+xml"/>
  <Override PartName="/ppt/tags/tag3189.xml" ContentType="application/vnd.openxmlformats-officedocument.presentationml.tags+xml"/>
  <Override PartName="/ppt/tags/tag3190.xml" ContentType="application/vnd.openxmlformats-officedocument.presentationml.tags+xml"/>
  <Override PartName="/ppt/tags/tag3191.xml" ContentType="application/vnd.openxmlformats-officedocument.presentationml.tags+xml"/>
  <Override PartName="/ppt/tags/tag3192.xml" ContentType="application/vnd.openxmlformats-officedocument.presentationml.tags+xml"/>
  <Override PartName="/ppt/tags/tag3193.xml" ContentType="application/vnd.openxmlformats-officedocument.presentationml.tags+xml"/>
  <Override PartName="/ppt/tags/tag3194.xml" ContentType="application/vnd.openxmlformats-officedocument.presentationml.tags+xml"/>
  <Override PartName="/ppt/tags/tag3195.xml" ContentType="application/vnd.openxmlformats-officedocument.presentationml.tags+xml"/>
  <Override PartName="/ppt/tags/tag3196.xml" ContentType="application/vnd.openxmlformats-officedocument.presentationml.tags+xml"/>
  <Override PartName="/ppt/tags/tag3197.xml" ContentType="application/vnd.openxmlformats-officedocument.presentationml.tags+xml"/>
  <Override PartName="/ppt/tags/tag3198.xml" ContentType="application/vnd.openxmlformats-officedocument.presentationml.tags+xml"/>
  <Override PartName="/ppt/tags/tag3199.xml" ContentType="application/vnd.openxmlformats-officedocument.presentationml.tags+xml"/>
  <Override PartName="/ppt/tags/tag3200.xml" ContentType="application/vnd.openxmlformats-officedocument.presentationml.tags+xml"/>
  <Override PartName="/ppt/tags/tag3201.xml" ContentType="application/vnd.openxmlformats-officedocument.presentationml.tags+xml"/>
  <Override PartName="/ppt/tags/tag3202.xml" ContentType="application/vnd.openxmlformats-officedocument.presentationml.tags+xml"/>
  <Override PartName="/ppt/tags/tag3203.xml" ContentType="application/vnd.openxmlformats-officedocument.presentationml.tags+xml"/>
  <Override PartName="/ppt/tags/tag3204.xml" ContentType="application/vnd.openxmlformats-officedocument.presentationml.tags+xml"/>
  <Override PartName="/ppt/tags/tag3205.xml" ContentType="application/vnd.openxmlformats-officedocument.presentationml.tags+xml"/>
  <Override PartName="/ppt/tags/tag3206.xml" ContentType="application/vnd.openxmlformats-officedocument.presentationml.tags+xml"/>
  <Override PartName="/ppt/tags/tag3207.xml" ContentType="application/vnd.openxmlformats-officedocument.presentationml.tags+xml"/>
  <Override PartName="/ppt/tags/tag3208.xml" ContentType="application/vnd.openxmlformats-officedocument.presentationml.tags+xml"/>
  <Override PartName="/ppt/tags/tag3209.xml" ContentType="application/vnd.openxmlformats-officedocument.presentationml.tags+xml"/>
  <Override PartName="/ppt/tags/tag3210.xml" ContentType="application/vnd.openxmlformats-officedocument.presentationml.tags+xml"/>
  <Override PartName="/ppt/tags/tag3211.xml" ContentType="application/vnd.openxmlformats-officedocument.presentationml.tags+xml"/>
  <Override PartName="/ppt/tags/tag3212.xml" ContentType="application/vnd.openxmlformats-officedocument.presentationml.tags+xml"/>
  <Override PartName="/ppt/tags/tag3213.xml" ContentType="application/vnd.openxmlformats-officedocument.presentationml.tags+xml"/>
  <Override PartName="/ppt/tags/tag3214.xml" ContentType="application/vnd.openxmlformats-officedocument.presentationml.tags+xml"/>
  <Override PartName="/ppt/tags/tag3215.xml" ContentType="application/vnd.openxmlformats-officedocument.presentationml.tags+xml"/>
  <Override PartName="/ppt/tags/tag3216.xml" ContentType="application/vnd.openxmlformats-officedocument.presentationml.tags+xml"/>
  <Override PartName="/ppt/tags/tag3217.xml" ContentType="application/vnd.openxmlformats-officedocument.presentationml.tags+xml"/>
  <Override PartName="/ppt/tags/tag3218.xml" ContentType="application/vnd.openxmlformats-officedocument.presentationml.tags+xml"/>
  <Override PartName="/ppt/tags/tag3219.xml" ContentType="application/vnd.openxmlformats-officedocument.presentationml.tags+xml"/>
  <Override PartName="/ppt/tags/tag3220.xml" ContentType="application/vnd.openxmlformats-officedocument.presentationml.tags+xml"/>
  <Override PartName="/ppt/tags/tag3221.xml" ContentType="application/vnd.openxmlformats-officedocument.presentationml.tags+xml"/>
  <Override PartName="/ppt/tags/tag3222.xml" ContentType="application/vnd.openxmlformats-officedocument.presentationml.tags+xml"/>
  <Override PartName="/ppt/tags/tag3223.xml" ContentType="application/vnd.openxmlformats-officedocument.presentationml.tags+xml"/>
  <Override PartName="/ppt/tags/tag3224.xml" ContentType="application/vnd.openxmlformats-officedocument.presentationml.tags+xml"/>
  <Override PartName="/ppt/tags/tag3225.xml" ContentType="application/vnd.openxmlformats-officedocument.presentationml.tags+xml"/>
  <Override PartName="/ppt/tags/tag3226.xml" ContentType="application/vnd.openxmlformats-officedocument.presentationml.tags+xml"/>
  <Override PartName="/ppt/tags/tag3227.xml" ContentType="application/vnd.openxmlformats-officedocument.presentationml.tags+xml"/>
  <Override PartName="/ppt/tags/tag3228.xml" ContentType="application/vnd.openxmlformats-officedocument.presentationml.tags+xml"/>
  <Override PartName="/ppt/tags/tag3229.xml" ContentType="application/vnd.openxmlformats-officedocument.presentationml.tags+xml"/>
  <Override PartName="/ppt/tags/tag3230.xml" ContentType="application/vnd.openxmlformats-officedocument.presentationml.tags+xml"/>
  <Override PartName="/ppt/tags/tag3231.xml" ContentType="application/vnd.openxmlformats-officedocument.presentationml.tags+xml"/>
  <Override PartName="/ppt/tags/tag3232.xml" ContentType="application/vnd.openxmlformats-officedocument.presentationml.tags+xml"/>
  <Override PartName="/ppt/tags/tag3233.xml" ContentType="application/vnd.openxmlformats-officedocument.presentationml.tags+xml"/>
  <Override PartName="/ppt/tags/tag3234.xml" ContentType="application/vnd.openxmlformats-officedocument.presentationml.tags+xml"/>
  <Override PartName="/ppt/tags/tag3235.xml" ContentType="application/vnd.openxmlformats-officedocument.presentationml.tags+xml"/>
  <Override PartName="/ppt/tags/tag3236.xml" ContentType="application/vnd.openxmlformats-officedocument.presentationml.tags+xml"/>
  <Override PartName="/ppt/tags/tag3237.xml" ContentType="application/vnd.openxmlformats-officedocument.presentationml.tags+xml"/>
  <Override PartName="/ppt/tags/tag3238.xml" ContentType="application/vnd.openxmlformats-officedocument.presentationml.tags+xml"/>
  <Override PartName="/ppt/tags/tag3239.xml" ContentType="application/vnd.openxmlformats-officedocument.presentationml.tags+xml"/>
  <Override PartName="/ppt/tags/tag3240.xml" ContentType="application/vnd.openxmlformats-officedocument.presentationml.tags+xml"/>
  <Override PartName="/ppt/tags/tag3241.xml" ContentType="application/vnd.openxmlformats-officedocument.presentationml.tags+xml"/>
  <Override PartName="/ppt/tags/tag3242.xml" ContentType="application/vnd.openxmlformats-officedocument.presentationml.tags+xml"/>
  <Override PartName="/ppt/tags/tag3243.xml" ContentType="application/vnd.openxmlformats-officedocument.presentationml.tags+xml"/>
  <Override PartName="/ppt/tags/tag3244.xml" ContentType="application/vnd.openxmlformats-officedocument.presentationml.tags+xml"/>
  <Override PartName="/ppt/tags/tag3245.xml" ContentType="application/vnd.openxmlformats-officedocument.presentationml.tags+xml"/>
  <Override PartName="/ppt/tags/tag3246.xml" ContentType="application/vnd.openxmlformats-officedocument.presentationml.tags+xml"/>
  <Override PartName="/ppt/tags/tag3247.xml" ContentType="application/vnd.openxmlformats-officedocument.presentationml.tags+xml"/>
  <Override PartName="/ppt/tags/tag3248.xml" ContentType="application/vnd.openxmlformats-officedocument.presentationml.tags+xml"/>
  <Override PartName="/ppt/tags/tag3249.xml" ContentType="application/vnd.openxmlformats-officedocument.presentationml.tags+xml"/>
  <Override PartName="/ppt/tags/tag3250.xml" ContentType="application/vnd.openxmlformats-officedocument.presentationml.tags+xml"/>
  <Override PartName="/ppt/tags/tag3251.xml" ContentType="application/vnd.openxmlformats-officedocument.presentationml.tags+xml"/>
  <Override PartName="/ppt/tags/tag3252.xml" ContentType="application/vnd.openxmlformats-officedocument.presentationml.tags+xml"/>
  <Override PartName="/ppt/tags/tag3253.xml" ContentType="application/vnd.openxmlformats-officedocument.presentationml.tags+xml"/>
  <Override PartName="/ppt/tags/tag3254.xml" ContentType="application/vnd.openxmlformats-officedocument.presentationml.tags+xml"/>
  <Override PartName="/ppt/tags/tag3255.xml" ContentType="application/vnd.openxmlformats-officedocument.presentationml.tags+xml"/>
  <Override PartName="/ppt/tags/tag3256.xml" ContentType="application/vnd.openxmlformats-officedocument.presentationml.tags+xml"/>
  <Override PartName="/ppt/tags/tag3257.xml" ContentType="application/vnd.openxmlformats-officedocument.presentationml.tags+xml"/>
  <Override PartName="/ppt/tags/tag3258.xml" ContentType="application/vnd.openxmlformats-officedocument.presentationml.tags+xml"/>
  <Override PartName="/ppt/tags/tag3259.xml" ContentType="application/vnd.openxmlformats-officedocument.presentationml.tags+xml"/>
  <Override PartName="/ppt/tags/tag3260.xml" ContentType="application/vnd.openxmlformats-officedocument.presentationml.tags+xml"/>
  <Override PartName="/ppt/tags/tag3261.xml" ContentType="application/vnd.openxmlformats-officedocument.presentationml.tags+xml"/>
  <Override PartName="/ppt/tags/tag3262.xml" ContentType="application/vnd.openxmlformats-officedocument.presentationml.tags+xml"/>
  <Override PartName="/ppt/tags/tag3263.xml" ContentType="application/vnd.openxmlformats-officedocument.presentationml.tags+xml"/>
  <Override PartName="/ppt/tags/tag3264.xml" ContentType="application/vnd.openxmlformats-officedocument.presentationml.tags+xml"/>
  <Override PartName="/ppt/tags/tag3265.xml" ContentType="application/vnd.openxmlformats-officedocument.presentationml.tags+xml"/>
  <Override PartName="/ppt/tags/tag3266.xml" ContentType="application/vnd.openxmlformats-officedocument.presentationml.tags+xml"/>
  <Override PartName="/ppt/tags/tag3267.xml" ContentType="application/vnd.openxmlformats-officedocument.presentationml.tags+xml"/>
  <Override PartName="/ppt/tags/tag3268.xml" ContentType="application/vnd.openxmlformats-officedocument.presentationml.tags+xml"/>
  <Override PartName="/ppt/tags/tag3269.xml" ContentType="application/vnd.openxmlformats-officedocument.presentationml.tags+xml"/>
  <Override PartName="/ppt/tags/tag3270.xml" ContentType="application/vnd.openxmlformats-officedocument.presentationml.tags+xml"/>
  <Override PartName="/ppt/tags/tag3271.xml" ContentType="application/vnd.openxmlformats-officedocument.presentationml.tags+xml"/>
  <Override PartName="/ppt/tags/tag3272.xml" ContentType="application/vnd.openxmlformats-officedocument.presentationml.tags+xml"/>
  <Override PartName="/ppt/tags/tag3273.xml" ContentType="application/vnd.openxmlformats-officedocument.presentationml.tags+xml"/>
  <Override PartName="/ppt/tags/tag3274.xml" ContentType="application/vnd.openxmlformats-officedocument.presentationml.tags+xml"/>
  <Override PartName="/ppt/tags/tag3275.xml" ContentType="application/vnd.openxmlformats-officedocument.presentationml.tags+xml"/>
  <Override PartName="/ppt/tags/tag3276.xml" ContentType="application/vnd.openxmlformats-officedocument.presentationml.tags+xml"/>
  <Override PartName="/ppt/tags/tag3277.xml" ContentType="application/vnd.openxmlformats-officedocument.presentationml.tags+xml"/>
  <Override PartName="/ppt/tags/tag3278.xml" ContentType="application/vnd.openxmlformats-officedocument.presentationml.tags+xml"/>
  <Override PartName="/ppt/tags/tag3279.xml" ContentType="application/vnd.openxmlformats-officedocument.presentationml.tags+xml"/>
  <Override PartName="/ppt/tags/tag3280.xml" ContentType="application/vnd.openxmlformats-officedocument.presentationml.tags+xml"/>
  <Override PartName="/ppt/tags/tag3281.xml" ContentType="application/vnd.openxmlformats-officedocument.presentationml.tags+xml"/>
  <Override PartName="/ppt/tags/tag3282.xml" ContentType="application/vnd.openxmlformats-officedocument.presentationml.tags+xml"/>
  <Override PartName="/ppt/tags/tag3283.xml" ContentType="application/vnd.openxmlformats-officedocument.presentationml.tags+xml"/>
  <Override PartName="/ppt/tags/tag3284.xml" ContentType="application/vnd.openxmlformats-officedocument.presentationml.tags+xml"/>
  <Override PartName="/ppt/tags/tag3285.xml" ContentType="application/vnd.openxmlformats-officedocument.presentationml.tags+xml"/>
  <Override PartName="/ppt/tags/tag3286.xml" ContentType="application/vnd.openxmlformats-officedocument.presentationml.tags+xml"/>
  <Override PartName="/ppt/tags/tag3287.xml" ContentType="application/vnd.openxmlformats-officedocument.presentationml.tags+xml"/>
  <Override PartName="/ppt/tags/tag3288.xml" ContentType="application/vnd.openxmlformats-officedocument.presentationml.tags+xml"/>
  <Override PartName="/ppt/tags/tag3289.xml" ContentType="application/vnd.openxmlformats-officedocument.presentationml.tags+xml"/>
  <Override PartName="/ppt/tags/tag3290.xml" ContentType="application/vnd.openxmlformats-officedocument.presentationml.tags+xml"/>
  <Override PartName="/ppt/tags/tag3291.xml" ContentType="application/vnd.openxmlformats-officedocument.presentationml.tags+xml"/>
  <Override PartName="/ppt/tags/tag3292.xml" ContentType="application/vnd.openxmlformats-officedocument.presentationml.tags+xml"/>
  <Override PartName="/ppt/tags/tag3293.xml" ContentType="application/vnd.openxmlformats-officedocument.presentationml.tags+xml"/>
  <Override PartName="/ppt/tags/tag3294.xml" ContentType="application/vnd.openxmlformats-officedocument.presentationml.tags+xml"/>
  <Override PartName="/ppt/tags/tag3295.xml" ContentType="application/vnd.openxmlformats-officedocument.presentationml.tags+xml"/>
  <Override PartName="/ppt/tags/tag3296.xml" ContentType="application/vnd.openxmlformats-officedocument.presentationml.tags+xml"/>
  <Override PartName="/ppt/tags/tag3297.xml" ContentType="application/vnd.openxmlformats-officedocument.presentationml.tags+xml"/>
  <Override PartName="/ppt/tags/tag3298.xml" ContentType="application/vnd.openxmlformats-officedocument.presentationml.tags+xml"/>
  <Override PartName="/ppt/tags/tag3299.xml" ContentType="application/vnd.openxmlformats-officedocument.presentationml.tags+xml"/>
  <Override PartName="/ppt/tags/tag3300.xml" ContentType="application/vnd.openxmlformats-officedocument.presentationml.tags+xml"/>
  <Override PartName="/ppt/tags/tag3301.xml" ContentType="application/vnd.openxmlformats-officedocument.presentationml.tags+xml"/>
  <Override PartName="/ppt/tags/tag3302.xml" ContentType="application/vnd.openxmlformats-officedocument.presentationml.tags+xml"/>
  <Override PartName="/ppt/tags/tag3303.xml" ContentType="application/vnd.openxmlformats-officedocument.presentationml.tags+xml"/>
  <Override PartName="/ppt/tags/tag3304.xml" ContentType="application/vnd.openxmlformats-officedocument.presentationml.tags+xml"/>
  <Override PartName="/ppt/tags/tag3305.xml" ContentType="application/vnd.openxmlformats-officedocument.presentationml.tags+xml"/>
  <Override PartName="/ppt/tags/tag3306.xml" ContentType="application/vnd.openxmlformats-officedocument.presentationml.tags+xml"/>
  <Override PartName="/ppt/tags/tag3307.xml" ContentType="application/vnd.openxmlformats-officedocument.presentationml.tags+xml"/>
  <Override PartName="/ppt/tags/tag3308.xml" ContentType="application/vnd.openxmlformats-officedocument.presentationml.tags+xml"/>
  <Override PartName="/ppt/tags/tag3309.xml" ContentType="application/vnd.openxmlformats-officedocument.presentationml.tags+xml"/>
  <Override PartName="/ppt/tags/tag3310.xml" ContentType="application/vnd.openxmlformats-officedocument.presentationml.tags+xml"/>
  <Override PartName="/ppt/tags/tag3311.xml" ContentType="application/vnd.openxmlformats-officedocument.presentationml.tags+xml"/>
  <Override PartName="/ppt/tags/tag3312.xml" ContentType="application/vnd.openxmlformats-officedocument.presentationml.tags+xml"/>
  <Override PartName="/ppt/tags/tag3313.xml" ContentType="application/vnd.openxmlformats-officedocument.presentationml.tags+xml"/>
  <Override PartName="/ppt/tags/tag3314.xml" ContentType="application/vnd.openxmlformats-officedocument.presentationml.tags+xml"/>
  <Override PartName="/ppt/tags/tag3315.xml" ContentType="application/vnd.openxmlformats-officedocument.presentationml.tags+xml"/>
  <Override PartName="/ppt/tags/tag3316.xml" ContentType="application/vnd.openxmlformats-officedocument.presentationml.tags+xml"/>
  <Override PartName="/ppt/tags/tag3317.xml" ContentType="application/vnd.openxmlformats-officedocument.presentationml.tags+xml"/>
  <Override PartName="/ppt/tags/tag3318.xml" ContentType="application/vnd.openxmlformats-officedocument.presentationml.tags+xml"/>
  <Override PartName="/ppt/tags/tag3319.xml" ContentType="application/vnd.openxmlformats-officedocument.presentationml.tags+xml"/>
  <Override PartName="/ppt/tags/tag3320.xml" ContentType="application/vnd.openxmlformats-officedocument.presentationml.tags+xml"/>
  <Override PartName="/ppt/tags/tag3321.xml" ContentType="application/vnd.openxmlformats-officedocument.presentationml.tags+xml"/>
  <Override PartName="/ppt/tags/tag3322.xml" ContentType="application/vnd.openxmlformats-officedocument.presentationml.tags+xml"/>
  <Override PartName="/ppt/tags/tag3323.xml" ContentType="application/vnd.openxmlformats-officedocument.presentationml.tags+xml"/>
  <Override PartName="/ppt/tags/tag3324.xml" ContentType="application/vnd.openxmlformats-officedocument.presentationml.tags+xml"/>
  <Override PartName="/ppt/tags/tag3325.xml" ContentType="application/vnd.openxmlformats-officedocument.presentationml.tags+xml"/>
  <Override PartName="/ppt/tags/tag3326.xml" ContentType="application/vnd.openxmlformats-officedocument.presentationml.tags+xml"/>
  <Override PartName="/ppt/tags/tag3327.xml" ContentType="application/vnd.openxmlformats-officedocument.presentationml.tags+xml"/>
  <Override PartName="/ppt/tags/tag3328.xml" ContentType="application/vnd.openxmlformats-officedocument.presentationml.tags+xml"/>
  <Override PartName="/ppt/tags/tag3329.xml" ContentType="application/vnd.openxmlformats-officedocument.presentationml.tags+xml"/>
  <Override PartName="/ppt/tags/tag3330.xml" ContentType="application/vnd.openxmlformats-officedocument.presentationml.tags+xml"/>
  <Override PartName="/ppt/tags/tag3331.xml" ContentType="application/vnd.openxmlformats-officedocument.presentationml.tags+xml"/>
  <Override PartName="/ppt/tags/tag3332.xml" ContentType="application/vnd.openxmlformats-officedocument.presentationml.tags+xml"/>
  <Override PartName="/ppt/notesSlides/notesSlide13.xml" ContentType="application/vnd.openxmlformats-officedocument.presentationml.notesSlide+xml"/>
  <Override PartName="/ppt/tags/tag3333.xml" ContentType="application/vnd.openxmlformats-officedocument.presentationml.tags+xml"/>
  <Override PartName="/ppt/tags/tag3334.xml" ContentType="application/vnd.openxmlformats-officedocument.presentationml.tags+xml"/>
  <Override PartName="/ppt/tags/tag3335.xml" ContentType="application/vnd.openxmlformats-officedocument.presentationml.tags+xml"/>
  <Override PartName="/ppt/tags/tag3336.xml" ContentType="application/vnd.openxmlformats-officedocument.presentationml.tags+xml"/>
  <Override PartName="/ppt/tags/tag3337.xml" ContentType="application/vnd.openxmlformats-officedocument.presentationml.tags+xml"/>
  <Override PartName="/ppt/tags/tag3338.xml" ContentType="application/vnd.openxmlformats-officedocument.presentationml.tags+xml"/>
  <Override PartName="/ppt/tags/tag3339.xml" ContentType="application/vnd.openxmlformats-officedocument.presentationml.tags+xml"/>
  <Override PartName="/ppt/tags/tag3340.xml" ContentType="application/vnd.openxmlformats-officedocument.presentationml.tags+xml"/>
  <Override PartName="/ppt/tags/tag3341.xml" ContentType="application/vnd.openxmlformats-officedocument.presentationml.tags+xml"/>
  <Override PartName="/ppt/tags/tag3342.xml" ContentType="application/vnd.openxmlformats-officedocument.presentationml.tags+xml"/>
  <Override PartName="/ppt/tags/tag3343.xml" ContentType="application/vnd.openxmlformats-officedocument.presentationml.tags+xml"/>
  <Override PartName="/ppt/tags/tag3344.xml" ContentType="application/vnd.openxmlformats-officedocument.presentationml.tags+xml"/>
  <Override PartName="/ppt/tags/tag3345.xml" ContentType="application/vnd.openxmlformats-officedocument.presentationml.tags+xml"/>
  <Override PartName="/ppt/tags/tag3346.xml" ContentType="application/vnd.openxmlformats-officedocument.presentationml.tags+xml"/>
  <Override PartName="/ppt/tags/tag3347.xml" ContentType="application/vnd.openxmlformats-officedocument.presentationml.tags+xml"/>
  <Override PartName="/ppt/tags/tag3348.xml" ContentType="application/vnd.openxmlformats-officedocument.presentationml.tags+xml"/>
  <Override PartName="/ppt/tags/tag3349.xml" ContentType="application/vnd.openxmlformats-officedocument.presentationml.tags+xml"/>
  <Override PartName="/ppt/tags/tag3350.xml" ContentType="application/vnd.openxmlformats-officedocument.presentationml.tags+xml"/>
  <Override PartName="/ppt/tags/tag3351.xml" ContentType="application/vnd.openxmlformats-officedocument.presentationml.tags+xml"/>
  <Override PartName="/ppt/tags/tag3352.xml" ContentType="application/vnd.openxmlformats-officedocument.presentationml.tags+xml"/>
  <Override PartName="/ppt/tags/tag3353.xml" ContentType="application/vnd.openxmlformats-officedocument.presentationml.tags+xml"/>
  <Override PartName="/ppt/tags/tag3354.xml" ContentType="application/vnd.openxmlformats-officedocument.presentationml.tags+xml"/>
  <Override PartName="/ppt/tags/tag3355.xml" ContentType="application/vnd.openxmlformats-officedocument.presentationml.tags+xml"/>
  <Override PartName="/ppt/tags/tag3356.xml" ContentType="application/vnd.openxmlformats-officedocument.presentationml.tags+xml"/>
  <Override PartName="/ppt/tags/tag3357.xml" ContentType="application/vnd.openxmlformats-officedocument.presentationml.tags+xml"/>
  <Override PartName="/ppt/tags/tag3358.xml" ContentType="application/vnd.openxmlformats-officedocument.presentationml.tags+xml"/>
  <Override PartName="/ppt/tags/tag3359.xml" ContentType="application/vnd.openxmlformats-officedocument.presentationml.tags+xml"/>
  <Override PartName="/ppt/tags/tag3360.xml" ContentType="application/vnd.openxmlformats-officedocument.presentationml.tags+xml"/>
  <Override PartName="/ppt/tags/tag3361.xml" ContentType="application/vnd.openxmlformats-officedocument.presentationml.tags+xml"/>
  <Override PartName="/ppt/tags/tag3362.xml" ContentType="application/vnd.openxmlformats-officedocument.presentationml.tags+xml"/>
  <Override PartName="/ppt/tags/tag3363.xml" ContentType="application/vnd.openxmlformats-officedocument.presentationml.tags+xml"/>
  <Override PartName="/ppt/tags/tag3364.xml" ContentType="application/vnd.openxmlformats-officedocument.presentationml.tags+xml"/>
  <Override PartName="/ppt/tags/tag3365.xml" ContentType="application/vnd.openxmlformats-officedocument.presentationml.tags+xml"/>
  <Override PartName="/ppt/tags/tag3366.xml" ContentType="application/vnd.openxmlformats-officedocument.presentationml.tags+xml"/>
  <Override PartName="/ppt/tags/tag3367.xml" ContentType="application/vnd.openxmlformats-officedocument.presentationml.tags+xml"/>
  <Override PartName="/ppt/tags/tag3368.xml" ContentType="application/vnd.openxmlformats-officedocument.presentationml.tags+xml"/>
  <Override PartName="/ppt/tags/tag3369.xml" ContentType="application/vnd.openxmlformats-officedocument.presentationml.tags+xml"/>
  <Override PartName="/ppt/tags/tag3370.xml" ContentType="application/vnd.openxmlformats-officedocument.presentationml.tags+xml"/>
  <Override PartName="/ppt/tags/tag3371.xml" ContentType="application/vnd.openxmlformats-officedocument.presentationml.tags+xml"/>
  <Override PartName="/ppt/tags/tag3372.xml" ContentType="application/vnd.openxmlformats-officedocument.presentationml.tags+xml"/>
  <Override PartName="/ppt/tags/tag3373.xml" ContentType="application/vnd.openxmlformats-officedocument.presentationml.tags+xml"/>
  <Override PartName="/ppt/tags/tag3374.xml" ContentType="application/vnd.openxmlformats-officedocument.presentationml.tags+xml"/>
  <Override PartName="/ppt/tags/tag3375.xml" ContentType="application/vnd.openxmlformats-officedocument.presentationml.tags+xml"/>
  <Override PartName="/ppt/tags/tag3376.xml" ContentType="application/vnd.openxmlformats-officedocument.presentationml.tags+xml"/>
  <Override PartName="/ppt/tags/tag3377.xml" ContentType="application/vnd.openxmlformats-officedocument.presentationml.tags+xml"/>
  <Override PartName="/ppt/tags/tag3378.xml" ContentType="application/vnd.openxmlformats-officedocument.presentationml.tags+xml"/>
  <Override PartName="/ppt/tags/tag3379.xml" ContentType="application/vnd.openxmlformats-officedocument.presentationml.tags+xml"/>
  <Override PartName="/ppt/tags/tag3380.xml" ContentType="application/vnd.openxmlformats-officedocument.presentationml.tags+xml"/>
  <Override PartName="/ppt/tags/tag3381.xml" ContentType="application/vnd.openxmlformats-officedocument.presentationml.tags+xml"/>
  <Override PartName="/ppt/tags/tag3382.xml" ContentType="application/vnd.openxmlformats-officedocument.presentationml.tags+xml"/>
  <Override PartName="/ppt/tags/tag3383.xml" ContentType="application/vnd.openxmlformats-officedocument.presentationml.tags+xml"/>
  <Override PartName="/ppt/tags/tag3384.xml" ContentType="application/vnd.openxmlformats-officedocument.presentationml.tags+xml"/>
  <Override PartName="/ppt/tags/tag3385.xml" ContentType="application/vnd.openxmlformats-officedocument.presentationml.tags+xml"/>
  <Override PartName="/ppt/tags/tag3386.xml" ContentType="application/vnd.openxmlformats-officedocument.presentationml.tags+xml"/>
  <Override PartName="/ppt/tags/tag3387.xml" ContentType="application/vnd.openxmlformats-officedocument.presentationml.tags+xml"/>
  <Override PartName="/ppt/tags/tag3388.xml" ContentType="application/vnd.openxmlformats-officedocument.presentationml.tags+xml"/>
  <Override PartName="/ppt/tags/tag3389.xml" ContentType="application/vnd.openxmlformats-officedocument.presentationml.tags+xml"/>
  <Override PartName="/ppt/tags/tag3390.xml" ContentType="application/vnd.openxmlformats-officedocument.presentationml.tags+xml"/>
  <Override PartName="/ppt/tags/tag3391.xml" ContentType="application/vnd.openxmlformats-officedocument.presentationml.tags+xml"/>
  <Override PartName="/ppt/tags/tag3392.xml" ContentType="application/vnd.openxmlformats-officedocument.presentationml.tags+xml"/>
  <Override PartName="/ppt/tags/tag3393.xml" ContentType="application/vnd.openxmlformats-officedocument.presentationml.tags+xml"/>
  <Override PartName="/ppt/tags/tag3394.xml" ContentType="application/vnd.openxmlformats-officedocument.presentationml.tags+xml"/>
  <Override PartName="/ppt/tags/tag3395.xml" ContentType="application/vnd.openxmlformats-officedocument.presentationml.tags+xml"/>
  <Override PartName="/ppt/tags/tag3396.xml" ContentType="application/vnd.openxmlformats-officedocument.presentationml.tags+xml"/>
  <Override PartName="/ppt/tags/tag3397.xml" ContentType="application/vnd.openxmlformats-officedocument.presentationml.tags+xml"/>
  <Override PartName="/ppt/tags/tag3398.xml" ContentType="application/vnd.openxmlformats-officedocument.presentationml.tags+xml"/>
  <Override PartName="/ppt/tags/tag3399.xml" ContentType="application/vnd.openxmlformats-officedocument.presentationml.tags+xml"/>
  <Override PartName="/ppt/tags/tag3400.xml" ContentType="application/vnd.openxmlformats-officedocument.presentationml.tags+xml"/>
  <Override PartName="/ppt/tags/tag3401.xml" ContentType="application/vnd.openxmlformats-officedocument.presentationml.tags+xml"/>
  <Override PartName="/ppt/tags/tag3402.xml" ContentType="application/vnd.openxmlformats-officedocument.presentationml.tags+xml"/>
  <Override PartName="/ppt/tags/tag3403.xml" ContentType="application/vnd.openxmlformats-officedocument.presentationml.tags+xml"/>
  <Override PartName="/ppt/tags/tag3404.xml" ContentType="application/vnd.openxmlformats-officedocument.presentationml.tags+xml"/>
  <Override PartName="/ppt/tags/tag3405.xml" ContentType="application/vnd.openxmlformats-officedocument.presentationml.tags+xml"/>
  <Override PartName="/ppt/tags/tag3406.xml" ContentType="application/vnd.openxmlformats-officedocument.presentationml.tags+xml"/>
  <Override PartName="/ppt/tags/tag3407.xml" ContentType="application/vnd.openxmlformats-officedocument.presentationml.tags+xml"/>
  <Override PartName="/ppt/tags/tag3408.xml" ContentType="application/vnd.openxmlformats-officedocument.presentationml.tags+xml"/>
  <Override PartName="/ppt/tags/tag3409.xml" ContentType="application/vnd.openxmlformats-officedocument.presentationml.tags+xml"/>
  <Override PartName="/ppt/tags/tag3410.xml" ContentType="application/vnd.openxmlformats-officedocument.presentationml.tags+xml"/>
  <Override PartName="/ppt/tags/tag3411.xml" ContentType="application/vnd.openxmlformats-officedocument.presentationml.tags+xml"/>
  <Override PartName="/ppt/tags/tag3412.xml" ContentType="application/vnd.openxmlformats-officedocument.presentationml.tags+xml"/>
  <Override PartName="/ppt/tags/tag3413.xml" ContentType="application/vnd.openxmlformats-officedocument.presentationml.tags+xml"/>
  <Override PartName="/ppt/tags/tag3414.xml" ContentType="application/vnd.openxmlformats-officedocument.presentationml.tags+xml"/>
  <Override PartName="/ppt/tags/tag3415.xml" ContentType="application/vnd.openxmlformats-officedocument.presentationml.tags+xml"/>
  <Override PartName="/ppt/tags/tag3416.xml" ContentType="application/vnd.openxmlformats-officedocument.presentationml.tags+xml"/>
  <Override PartName="/ppt/tags/tag3417.xml" ContentType="application/vnd.openxmlformats-officedocument.presentationml.tags+xml"/>
  <Override PartName="/ppt/tags/tag3418.xml" ContentType="application/vnd.openxmlformats-officedocument.presentationml.tags+xml"/>
  <Override PartName="/ppt/tags/tag3419.xml" ContentType="application/vnd.openxmlformats-officedocument.presentationml.tags+xml"/>
  <Override PartName="/ppt/tags/tag3420.xml" ContentType="application/vnd.openxmlformats-officedocument.presentationml.tags+xml"/>
  <Override PartName="/ppt/tags/tag3421.xml" ContentType="application/vnd.openxmlformats-officedocument.presentationml.tags+xml"/>
  <Override PartName="/ppt/tags/tag3422.xml" ContentType="application/vnd.openxmlformats-officedocument.presentationml.tags+xml"/>
  <Override PartName="/ppt/tags/tag3423.xml" ContentType="application/vnd.openxmlformats-officedocument.presentationml.tags+xml"/>
  <Override PartName="/ppt/tags/tag3424.xml" ContentType="application/vnd.openxmlformats-officedocument.presentationml.tags+xml"/>
  <Override PartName="/ppt/tags/tag3425.xml" ContentType="application/vnd.openxmlformats-officedocument.presentationml.tags+xml"/>
  <Override PartName="/ppt/tags/tag3426.xml" ContentType="application/vnd.openxmlformats-officedocument.presentationml.tags+xml"/>
  <Override PartName="/ppt/tags/tag3427.xml" ContentType="application/vnd.openxmlformats-officedocument.presentationml.tags+xml"/>
  <Override PartName="/ppt/tags/tag3428.xml" ContentType="application/vnd.openxmlformats-officedocument.presentationml.tags+xml"/>
  <Override PartName="/ppt/tags/tag3429.xml" ContentType="application/vnd.openxmlformats-officedocument.presentationml.tags+xml"/>
  <Override PartName="/ppt/tags/tag3430.xml" ContentType="application/vnd.openxmlformats-officedocument.presentationml.tags+xml"/>
  <Override PartName="/ppt/tags/tag3431.xml" ContentType="application/vnd.openxmlformats-officedocument.presentationml.tags+xml"/>
  <Override PartName="/ppt/tags/tag3432.xml" ContentType="application/vnd.openxmlformats-officedocument.presentationml.tags+xml"/>
  <Override PartName="/ppt/tags/tag3433.xml" ContentType="application/vnd.openxmlformats-officedocument.presentationml.tags+xml"/>
  <Override PartName="/ppt/tags/tag3434.xml" ContentType="application/vnd.openxmlformats-officedocument.presentationml.tags+xml"/>
  <Override PartName="/ppt/tags/tag3435.xml" ContentType="application/vnd.openxmlformats-officedocument.presentationml.tags+xml"/>
  <Override PartName="/ppt/tags/tag3436.xml" ContentType="application/vnd.openxmlformats-officedocument.presentationml.tags+xml"/>
  <Override PartName="/ppt/tags/tag3437.xml" ContentType="application/vnd.openxmlformats-officedocument.presentationml.tags+xml"/>
  <Override PartName="/ppt/tags/tag3438.xml" ContentType="application/vnd.openxmlformats-officedocument.presentationml.tags+xml"/>
  <Override PartName="/ppt/tags/tag3439.xml" ContentType="application/vnd.openxmlformats-officedocument.presentationml.tags+xml"/>
  <Override PartName="/ppt/tags/tag3440.xml" ContentType="application/vnd.openxmlformats-officedocument.presentationml.tags+xml"/>
  <Override PartName="/ppt/tags/tag3441.xml" ContentType="application/vnd.openxmlformats-officedocument.presentationml.tags+xml"/>
  <Override PartName="/ppt/tags/tag3442.xml" ContentType="application/vnd.openxmlformats-officedocument.presentationml.tags+xml"/>
  <Override PartName="/ppt/tags/tag3443.xml" ContentType="application/vnd.openxmlformats-officedocument.presentationml.tags+xml"/>
  <Override PartName="/ppt/tags/tag3444.xml" ContentType="application/vnd.openxmlformats-officedocument.presentationml.tags+xml"/>
  <Override PartName="/ppt/tags/tag3445.xml" ContentType="application/vnd.openxmlformats-officedocument.presentationml.tags+xml"/>
  <Override PartName="/ppt/tags/tag3446.xml" ContentType="application/vnd.openxmlformats-officedocument.presentationml.tags+xml"/>
  <Override PartName="/ppt/tags/tag3447.xml" ContentType="application/vnd.openxmlformats-officedocument.presentationml.tags+xml"/>
  <Override PartName="/ppt/tags/tag3448.xml" ContentType="application/vnd.openxmlformats-officedocument.presentationml.tags+xml"/>
  <Override PartName="/ppt/tags/tag3449.xml" ContentType="application/vnd.openxmlformats-officedocument.presentationml.tags+xml"/>
  <Override PartName="/ppt/tags/tag3450.xml" ContentType="application/vnd.openxmlformats-officedocument.presentationml.tags+xml"/>
  <Override PartName="/ppt/tags/tag3451.xml" ContentType="application/vnd.openxmlformats-officedocument.presentationml.tags+xml"/>
  <Override PartName="/ppt/tags/tag3452.xml" ContentType="application/vnd.openxmlformats-officedocument.presentationml.tags+xml"/>
  <Override PartName="/ppt/tags/tag3453.xml" ContentType="application/vnd.openxmlformats-officedocument.presentationml.tags+xml"/>
  <Override PartName="/ppt/tags/tag3454.xml" ContentType="application/vnd.openxmlformats-officedocument.presentationml.tags+xml"/>
  <Override PartName="/ppt/tags/tag3455.xml" ContentType="application/vnd.openxmlformats-officedocument.presentationml.tags+xml"/>
  <Override PartName="/ppt/tags/tag3456.xml" ContentType="application/vnd.openxmlformats-officedocument.presentationml.tags+xml"/>
  <Override PartName="/ppt/tags/tag3457.xml" ContentType="application/vnd.openxmlformats-officedocument.presentationml.tags+xml"/>
  <Override PartName="/ppt/tags/tag3458.xml" ContentType="application/vnd.openxmlformats-officedocument.presentationml.tags+xml"/>
  <Override PartName="/ppt/tags/tag3459.xml" ContentType="application/vnd.openxmlformats-officedocument.presentationml.tags+xml"/>
  <Override PartName="/ppt/tags/tag3460.xml" ContentType="application/vnd.openxmlformats-officedocument.presentationml.tags+xml"/>
  <Override PartName="/ppt/tags/tag3461.xml" ContentType="application/vnd.openxmlformats-officedocument.presentationml.tags+xml"/>
  <Override PartName="/ppt/tags/tag3462.xml" ContentType="application/vnd.openxmlformats-officedocument.presentationml.tags+xml"/>
  <Override PartName="/ppt/tags/tag3463.xml" ContentType="application/vnd.openxmlformats-officedocument.presentationml.tags+xml"/>
  <Override PartName="/ppt/tags/tag3464.xml" ContentType="application/vnd.openxmlformats-officedocument.presentationml.tags+xml"/>
  <Override PartName="/ppt/tags/tag3465.xml" ContentType="application/vnd.openxmlformats-officedocument.presentationml.tags+xml"/>
  <Override PartName="/ppt/tags/tag3466.xml" ContentType="application/vnd.openxmlformats-officedocument.presentationml.tags+xml"/>
  <Override PartName="/ppt/tags/tag3467.xml" ContentType="application/vnd.openxmlformats-officedocument.presentationml.tags+xml"/>
  <Override PartName="/ppt/tags/tag3468.xml" ContentType="application/vnd.openxmlformats-officedocument.presentationml.tags+xml"/>
  <Override PartName="/ppt/tags/tag3469.xml" ContentType="application/vnd.openxmlformats-officedocument.presentationml.tags+xml"/>
  <Override PartName="/ppt/tags/tag3470.xml" ContentType="application/vnd.openxmlformats-officedocument.presentationml.tags+xml"/>
  <Override PartName="/ppt/tags/tag3471.xml" ContentType="application/vnd.openxmlformats-officedocument.presentationml.tags+xml"/>
  <Override PartName="/ppt/tags/tag3472.xml" ContentType="application/vnd.openxmlformats-officedocument.presentationml.tags+xml"/>
  <Override PartName="/ppt/tags/tag3473.xml" ContentType="application/vnd.openxmlformats-officedocument.presentationml.tags+xml"/>
  <Override PartName="/ppt/tags/tag3474.xml" ContentType="application/vnd.openxmlformats-officedocument.presentationml.tags+xml"/>
  <Override PartName="/ppt/tags/tag3475.xml" ContentType="application/vnd.openxmlformats-officedocument.presentationml.tags+xml"/>
  <Override PartName="/ppt/tags/tag3476.xml" ContentType="application/vnd.openxmlformats-officedocument.presentationml.tags+xml"/>
  <Override PartName="/ppt/tags/tag3477.xml" ContentType="application/vnd.openxmlformats-officedocument.presentationml.tags+xml"/>
  <Override PartName="/ppt/tags/tag3478.xml" ContentType="application/vnd.openxmlformats-officedocument.presentationml.tags+xml"/>
  <Override PartName="/ppt/tags/tag3479.xml" ContentType="application/vnd.openxmlformats-officedocument.presentationml.tags+xml"/>
  <Override PartName="/ppt/tags/tag3480.xml" ContentType="application/vnd.openxmlformats-officedocument.presentationml.tags+xml"/>
  <Override PartName="/ppt/tags/tag3481.xml" ContentType="application/vnd.openxmlformats-officedocument.presentationml.tags+xml"/>
  <Override PartName="/ppt/tags/tag3482.xml" ContentType="application/vnd.openxmlformats-officedocument.presentationml.tags+xml"/>
  <Override PartName="/ppt/tags/tag3483.xml" ContentType="application/vnd.openxmlformats-officedocument.presentationml.tags+xml"/>
  <Override PartName="/ppt/tags/tag3484.xml" ContentType="application/vnd.openxmlformats-officedocument.presentationml.tags+xml"/>
  <Override PartName="/ppt/tags/tag3485.xml" ContentType="application/vnd.openxmlformats-officedocument.presentationml.tags+xml"/>
  <Override PartName="/ppt/tags/tag3486.xml" ContentType="application/vnd.openxmlformats-officedocument.presentationml.tags+xml"/>
  <Override PartName="/ppt/tags/tag3487.xml" ContentType="application/vnd.openxmlformats-officedocument.presentationml.tags+xml"/>
  <Override PartName="/ppt/tags/tag3488.xml" ContentType="application/vnd.openxmlformats-officedocument.presentationml.tags+xml"/>
  <Override PartName="/ppt/tags/tag3489.xml" ContentType="application/vnd.openxmlformats-officedocument.presentationml.tags+xml"/>
  <Override PartName="/ppt/tags/tag3490.xml" ContentType="application/vnd.openxmlformats-officedocument.presentationml.tags+xml"/>
  <Override PartName="/ppt/tags/tag3491.xml" ContentType="application/vnd.openxmlformats-officedocument.presentationml.tags+xml"/>
  <Override PartName="/ppt/tags/tag3492.xml" ContentType="application/vnd.openxmlformats-officedocument.presentationml.tags+xml"/>
  <Override PartName="/ppt/tags/tag3493.xml" ContentType="application/vnd.openxmlformats-officedocument.presentationml.tags+xml"/>
  <Override PartName="/ppt/tags/tag3494.xml" ContentType="application/vnd.openxmlformats-officedocument.presentationml.tags+xml"/>
  <Override PartName="/ppt/tags/tag3495.xml" ContentType="application/vnd.openxmlformats-officedocument.presentationml.tags+xml"/>
  <Override PartName="/ppt/tags/tag3496.xml" ContentType="application/vnd.openxmlformats-officedocument.presentationml.tags+xml"/>
  <Override PartName="/ppt/tags/tag3497.xml" ContentType="application/vnd.openxmlformats-officedocument.presentationml.tags+xml"/>
  <Override PartName="/ppt/tags/tag3498.xml" ContentType="application/vnd.openxmlformats-officedocument.presentationml.tags+xml"/>
  <Override PartName="/ppt/tags/tag3499.xml" ContentType="application/vnd.openxmlformats-officedocument.presentationml.tags+xml"/>
  <Override PartName="/ppt/tags/tag3500.xml" ContentType="application/vnd.openxmlformats-officedocument.presentationml.tags+xml"/>
  <Override PartName="/ppt/tags/tag3501.xml" ContentType="application/vnd.openxmlformats-officedocument.presentationml.tags+xml"/>
  <Override PartName="/ppt/tags/tag3502.xml" ContentType="application/vnd.openxmlformats-officedocument.presentationml.tags+xml"/>
  <Override PartName="/ppt/tags/tag3503.xml" ContentType="application/vnd.openxmlformats-officedocument.presentationml.tags+xml"/>
  <Override PartName="/ppt/tags/tag3504.xml" ContentType="application/vnd.openxmlformats-officedocument.presentationml.tags+xml"/>
  <Override PartName="/ppt/tags/tag3505.xml" ContentType="application/vnd.openxmlformats-officedocument.presentationml.tags+xml"/>
  <Override PartName="/ppt/tags/tag3506.xml" ContentType="application/vnd.openxmlformats-officedocument.presentationml.tags+xml"/>
  <Override PartName="/ppt/tags/tag3507.xml" ContentType="application/vnd.openxmlformats-officedocument.presentationml.tags+xml"/>
  <Override PartName="/ppt/tags/tag3508.xml" ContentType="application/vnd.openxmlformats-officedocument.presentationml.tags+xml"/>
  <Override PartName="/ppt/tags/tag3509.xml" ContentType="application/vnd.openxmlformats-officedocument.presentationml.tags+xml"/>
  <Override PartName="/ppt/tags/tag3510.xml" ContentType="application/vnd.openxmlformats-officedocument.presentationml.tags+xml"/>
  <Override PartName="/ppt/tags/tag3511.xml" ContentType="application/vnd.openxmlformats-officedocument.presentationml.tags+xml"/>
  <Override PartName="/ppt/tags/tag3512.xml" ContentType="application/vnd.openxmlformats-officedocument.presentationml.tags+xml"/>
  <Override PartName="/ppt/tags/tag3513.xml" ContentType="application/vnd.openxmlformats-officedocument.presentationml.tags+xml"/>
  <Override PartName="/ppt/tags/tag3514.xml" ContentType="application/vnd.openxmlformats-officedocument.presentationml.tags+xml"/>
  <Override PartName="/ppt/tags/tag3515.xml" ContentType="application/vnd.openxmlformats-officedocument.presentationml.tags+xml"/>
  <Override PartName="/ppt/tags/tag3516.xml" ContentType="application/vnd.openxmlformats-officedocument.presentationml.tags+xml"/>
  <Override PartName="/ppt/tags/tag3517.xml" ContentType="application/vnd.openxmlformats-officedocument.presentationml.tags+xml"/>
  <Override PartName="/ppt/tags/tag3518.xml" ContentType="application/vnd.openxmlformats-officedocument.presentationml.tags+xml"/>
  <Override PartName="/ppt/tags/tag3519.xml" ContentType="application/vnd.openxmlformats-officedocument.presentationml.tags+xml"/>
  <Override PartName="/ppt/tags/tag3520.xml" ContentType="application/vnd.openxmlformats-officedocument.presentationml.tags+xml"/>
  <Override PartName="/ppt/tags/tag3521.xml" ContentType="application/vnd.openxmlformats-officedocument.presentationml.tags+xml"/>
  <Override PartName="/ppt/tags/tag3522.xml" ContentType="application/vnd.openxmlformats-officedocument.presentationml.tags+xml"/>
  <Override PartName="/ppt/tags/tag3523.xml" ContentType="application/vnd.openxmlformats-officedocument.presentationml.tags+xml"/>
  <Override PartName="/ppt/tags/tag3524.xml" ContentType="application/vnd.openxmlformats-officedocument.presentationml.tags+xml"/>
  <Override PartName="/ppt/tags/tag3525.xml" ContentType="application/vnd.openxmlformats-officedocument.presentationml.tags+xml"/>
  <Override PartName="/ppt/tags/tag3526.xml" ContentType="application/vnd.openxmlformats-officedocument.presentationml.tags+xml"/>
  <Override PartName="/ppt/tags/tag3527.xml" ContentType="application/vnd.openxmlformats-officedocument.presentationml.tags+xml"/>
  <Override PartName="/ppt/tags/tag3528.xml" ContentType="application/vnd.openxmlformats-officedocument.presentationml.tags+xml"/>
  <Override PartName="/ppt/tags/tag3529.xml" ContentType="application/vnd.openxmlformats-officedocument.presentationml.tags+xml"/>
  <Override PartName="/ppt/tags/tag3530.xml" ContentType="application/vnd.openxmlformats-officedocument.presentationml.tags+xml"/>
  <Override PartName="/ppt/tags/tag3531.xml" ContentType="application/vnd.openxmlformats-officedocument.presentationml.tags+xml"/>
  <Override PartName="/ppt/tags/tag3532.xml" ContentType="application/vnd.openxmlformats-officedocument.presentationml.tags+xml"/>
  <Override PartName="/ppt/tags/tag3533.xml" ContentType="application/vnd.openxmlformats-officedocument.presentationml.tags+xml"/>
  <Override PartName="/ppt/tags/tag3534.xml" ContentType="application/vnd.openxmlformats-officedocument.presentationml.tags+xml"/>
  <Override PartName="/ppt/tags/tag3535.xml" ContentType="application/vnd.openxmlformats-officedocument.presentationml.tags+xml"/>
  <Override PartName="/ppt/tags/tag3536.xml" ContentType="application/vnd.openxmlformats-officedocument.presentationml.tags+xml"/>
  <Override PartName="/ppt/tags/tag3537.xml" ContentType="application/vnd.openxmlformats-officedocument.presentationml.tags+xml"/>
  <Override PartName="/ppt/tags/tag3538.xml" ContentType="application/vnd.openxmlformats-officedocument.presentationml.tags+xml"/>
  <Override PartName="/ppt/tags/tag3539.xml" ContentType="application/vnd.openxmlformats-officedocument.presentationml.tags+xml"/>
  <Override PartName="/ppt/tags/tag3540.xml" ContentType="application/vnd.openxmlformats-officedocument.presentationml.tags+xml"/>
  <Override PartName="/ppt/tags/tag3541.xml" ContentType="application/vnd.openxmlformats-officedocument.presentationml.tags+xml"/>
  <Override PartName="/ppt/tags/tag3542.xml" ContentType="application/vnd.openxmlformats-officedocument.presentationml.tags+xml"/>
  <Override PartName="/ppt/tags/tag3543.xml" ContentType="application/vnd.openxmlformats-officedocument.presentationml.tags+xml"/>
  <Override PartName="/ppt/tags/tag3544.xml" ContentType="application/vnd.openxmlformats-officedocument.presentationml.tags+xml"/>
  <Override PartName="/ppt/tags/tag3545.xml" ContentType="application/vnd.openxmlformats-officedocument.presentationml.tags+xml"/>
  <Override PartName="/ppt/tags/tag3546.xml" ContentType="application/vnd.openxmlformats-officedocument.presentationml.tags+xml"/>
  <Override PartName="/ppt/tags/tag3547.xml" ContentType="application/vnd.openxmlformats-officedocument.presentationml.tags+xml"/>
  <Override PartName="/ppt/tags/tag3548.xml" ContentType="application/vnd.openxmlformats-officedocument.presentationml.tags+xml"/>
  <Override PartName="/ppt/tags/tag3549.xml" ContentType="application/vnd.openxmlformats-officedocument.presentationml.tags+xml"/>
  <Override PartName="/ppt/tags/tag3550.xml" ContentType="application/vnd.openxmlformats-officedocument.presentationml.tags+xml"/>
  <Override PartName="/ppt/tags/tag355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tag13970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258" r:id="rId2"/>
    <p:sldId id="521" r:id="rId3"/>
    <p:sldId id="931" r:id="rId4"/>
    <p:sldId id="782" r:id="rId5"/>
    <p:sldId id="797" r:id="rId6"/>
    <p:sldId id="798" r:id="rId7"/>
    <p:sldId id="799" r:id="rId8"/>
    <p:sldId id="800" r:id="rId9"/>
    <p:sldId id="815" r:id="rId10"/>
    <p:sldId id="781" r:id="rId11"/>
    <p:sldId id="820" r:id="rId12"/>
    <p:sldId id="570" r:id="rId13"/>
    <p:sldId id="834" r:id="rId14"/>
    <p:sldId id="835" r:id="rId15"/>
    <p:sldId id="850" r:id="rId16"/>
    <p:sldId id="865" r:id="rId17"/>
    <p:sldId id="932" r:id="rId18"/>
    <p:sldId id="934" r:id="rId19"/>
    <p:sldId id="922" r:id="rId20"/>
    <p:sldId id="924" r:id="rId21"/>
    <p:sldId id="936" r:id="rId22"/>
    <p:sldId id="735" r:id="rId23"/>
    <p:sldId id="891" r:id="rId24"/>
    <p:sldId id="906" r:id="rId25"/>
    <p:sldId id="893" r:id="rId26"/>
    <p:sldId id="937" r:id="rId27"/>
    <p:sldId id="892" r:id="rId28"/>
    <p:sldId id="927" r:id="rId29"/>
    <p:sldId id="720" r:id="rId30"/>
  </p:sldIdLst>
  <p:sldSz cx="9144000" cy="6858000" type="screen4x3"/>
  <p:notesSz cx="6858000" cy="9144000"/>
  <p:custDataLst>
    <p:tags r:id="rId33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99" userDrawn="1">
          <p15:clr>
            <a:srgbClr val="A4A3A4"/>
          </p15:clr>
        </p15:guide>
        <p15:guide id="2" pos="269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CCFF"/>
    <a:srgbClr val="990099"/>
    <a:srgbClr val="CCFFFF"/>
    <a:srgbClr val="FF3399"/>
    <a:srgbClr val="99CCFF"/>
    <a:srgbClr val="CCECFF"/>
    <a:srgbClr val="FFCC99"/>
    <a:srgbClr val="FFCCFF"/>
    <a:srgbClr val="CC99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25" autoAdjust="0"/>
    <p:restoredTop sz="95768" autoAdjust="0"/>
  </p:normalViewPr>
  <p:slideViewPr>
    <p:cSldViewPr showGuides="1">
      <p:cViewPr varScale="1">
        <p:scale>
          <a:sx n="91" d="100"/>
          <a:sy n="91" d="100"/>
        </p:scale>
        <p:origin x="1088" y="36"/>
      </p:cViewPr>
      <p:guideLst>
        <p:guide orient="horz" pos="1699"/>
        <p:guide pos="269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5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1914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1914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1914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B9C60E3C-46FB-46DC-BD8E-DECE327E31D9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064FB4F7-8A2D-4878-9281-C3C2BF0373C5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学时（</a:t>
            </a:r>
            <a:r>
              <a:rPr lang="en-US" altLang="zh-CN" dirty="0"/>
              <a:t>4.1-4.3</a:t>
            </a:r>
            <a:r>
              <a:rPr lang="zh-CN" altLang="en-US" dirty="0"/>
              <a:t>），</a:t>
            </a:r>
            <a:r>
              <a:rPr lang="en-US" altLang="zh-CN" dirty="0"/>
              <a:t>2</a:t>
            </a:r>
            <a:r>
              <a:rPr lang="zh-CN" altLang="en-US" dirty="0"/>
              <a:t>学时（</a:t>
            </a:r>
            <a:r>
              <a:rPr lang="en-US" altLang="zh-CN" dirty="0"/>
              <a:t>4.4</a:t>
            </a:r>
            <a:r>
              <a:rPr lang="zh-CN" altLang="en-US" dirty="0"/>
              <a:t>），国庆补</a:t>
            </a:r>
            <a:r>
              <a:rPr lang="en-US" altLang="zh-CN" dirty="0"/>
              <a:t>2</a:t>
            </a:r>
            <a:r>
              <a:rPr lang="zh-CN" altLang="en-US" dirty="0"/>
              <a:t>学时（实验）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  <a:t>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注：存储包含改变</a:t>
            </a:r>
            <a:r>
              <a:rPr lang="en-US" altLang="zh-CN" dirty="0"/>
              <a:t> (</a:t>
            </a:r>
            <a:r>
              <a:rPr lang="zh-CN" altLang="en-US" dirty="0"/>
              <a:t>写入</a:t>
            </a:r>
            <a:r>
              <a:rPr lang="en-US" altLang="zh-CN" dirty="0"/>
              <a:t>)     </a:t>
            </a:r>
            <a:r>
              <a:rPr lang="zh-CN" altLang="en-US" dirty="0"/>
              <a:t>引子：增加控制信号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引子：增加使能端，用使能端协助控制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思考：多级门电路串联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53979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思考</a:t>
            </a:r>
            <a:r>
              <a:rPr lang="zh-CN" altLang="en-US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r>
              <a:rPr lang="en-US" altLang="zh-CN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D</a:t>
            </a:r>
            <a:r>
              <a:rPr lang="en-US" altLang="zh-CN" baseline="-25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连接输入，</a:t>
            </a:r>
            <a:r>
              <a:rPr lang="en-US" altLang="zh-CN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D</a:t>
            </a:r>
            <a:r>
              <a:rPr lang="en-US" altLang="zh-CN" baseline="-25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</a:t>
            </a:r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连接</a:t>
            </a:r>
            <a:r>
              <a:rPr lang="en-US" altLang="zh-CN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Q</a:t>
            </a:r>
            <a:r>
              <a:rPr lang="en-US" altLang="zh-CN" baseline="-25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i-1</a:t>
            </a:r>
            <a:endParaRPr lang="zh-CN" altLang="en-US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思考</a:t>
            </a:r>
            <a:r>
              <a:rPr lang="zh-CN" altLang="en-US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：写入相同的值（自身</a:t>
            </a:r>
            <a:r>
              <a:rPr lang="en-US" altLang="zh-CN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Q</a:t>
            </a:r>
            <a:r>
              <a:rPr lang="zh-CN" altLang="en-US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端连接到</a:t>
            </a:r>
            <a:r>
              <a:rPr lang="en-US" altLang="zh-CN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D</a:t>
            </a:r>
            <a:r>
              <a:rPr lang="zh-CN" altLang="en-US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端），</a:t>
            </a:r>
            <a:r>
              <a:rPr lang="en-US" altLang="zh-CN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4</a:t>
            </a:r>
            <a:r>
              <a:rPr lang="zh-CN" altLang="en-US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种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721496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思考：选用具有相应功能的触发器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思考</a:t>
            </a:r>
            <a:r>
              <a:rPr lang="zh-CN" altLang="en-US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r>
              <a:rPr lang="zh-CN" altLang="en-US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后者更好，前者异步清零，</a:t>
            </a:r>
            <a:r>
              <a:rPr lang="en-US" altLang="zh-CN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QBQC</a:t>
            </a:r>
            <a:r>
              <a:rPr lang="zh-CN" altLang="en-US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有毛刺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C31B15-8AAE-400E-8B54-4B0535C6637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781408-89F6-4C5E-85F1-A62B1622164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38BAFD-D46A-4D98-B56B-A2E4045AF5F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C8CD47-3CD7-456E-8447-171C2A0CD20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0AEF4E-52FA-41DE-B29C-0FAB10F79B5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660C4A-9F48-48BC-AC32-C625B5058F9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100392" y="6453336"/>
            <a:ext cx="1040904" cy="360040"/>
          </a:xfrm>
          <a:blipFill dpi="0" rotWithShape="1">
            <a:blip r:embed="rId2">
              <a:alphaModFix amt="70000"/>
            </a:blip>
            <a:srcRect/>
            <a:tile tx="0" ty="0" sx="100000" sy="100000" flip="none" algn="tl"/>
          </a:blipFill>
        </p:spPr>
        <p:txBody>
          <a:bodyPr lIns="18000" tIns="10800" rIns="18000" bIns="10800" anchor="ctr" anchorCtr="0"/>
          <a:lstStyle>
            <a:lvl1pPr algn="ctr">
              <a:defRPr sz="1600"/>
            </a:lvl1pPr>
          </a:lstStyle>
          <a:p>
            <a:fld id="{D4956B0B-AB87-4307-BB1D-829EC9002D4F}" type="slidenum">
              <a:rPr lang="en-US" altLang="zh-CN" smtClean="0"/>
              <a:t>‹#›</a:t>
            </a:fld>
            <a:endParaRPr lang="en-US" altLang="zh-CN"/>
          </a:p>
        </p:txBody>
      </p:sp>
      <p:sp>
        <p:nvSpPr>
          <p:cNvPr id="6" name="灯片编号占位符 3"/>
          <p:cNvSpPr txBox="1"/>
          <p:nvPr userDrawn="1"/>
        </p:nvSpPr>
        <p:spPr bwMode="auto">
          <a:xfrm>
            <a:off x="2704" y="6453336"/>
            <a:ext cx="1184920" cy="360040"/>
          </a:xfrm>
          <a:prstGeom prst="rect">
            <a:avLst/>
          </a:prstGeom>
          <a:blipFill dpi="0" rotWithShape="1">
            <a:blip r:embed="rId2">
              <a:alphaModFix amt="70000"/>
            </a:blip>
            <a:srcRect/>
            <a:tile tx="0" ty="0" sx="100000" sy="100000" flip="none" algn="tl"/>
          </a:blipFill>
          <a:ln w="9525">
            <a:noFill/>
            <a:miter lim="800000"/>
          </a:ln>
          <a:effectLst/>
        </p:spPr>
        <p:txBody>
          <a:bodyPr vert="horz" wrap="square" lIns="18000" tIns="10800" rIns="18000" bIns="10800" numCol="1" anchor="ctr" anchorCtr="0" compatLnSpc="1"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umimoji="1" sz="16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SEU.CSE.RGL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4B0925-ED3B-4093-8760-25E736EA3E4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18EA6A-C686-4D06-B2CF-B75658A6F9C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3F9708-0814-4B5F-8625-E1D4ECA0891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A93B77-EF59-460C-BD4F-964341D8BB3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13225536-7DD7-4159-B7E6-5CC8C732343A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tags" Target="../tags/tag15.xml"/><Relationship Id="rId18" Type="http://schemas.openxmlformats.org/officeDocument/2006/relationships/tags" Target="../tags/tag20.xml"/><Relationship Id="rId26" Type="http://schemas.openxmlformats.org/officeDocument/2006/relationships/tags" Target="../tags/tag28.xml"/><Relationship Id="rId3" Type="http://schemas.openxmlformats.org/officeDocument/2006/relationships/tags" Target="../tags/tag5.xml"/><Relationship Id="rId21" Type="http://schemas.openxmlformats.org/officeDocument/2006/relationships/tags" Target="../tags/tag23.xml"/><Relationship Id="rId34" Type="http://schemas.openxmlformats.org/officeDocument/2006/relationships/tags" Target="../tags/tag36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tags" Target="../tags/tag19.xml"/><Relationship Id="rId25" Type="http://schemas.openxmlformats.org/officeDocument/2006/relationships/tags" Target="../tags/tag27.xml"/><Relationship Id="rId33" Type="http://schemas.openxmlformats.org/officeDocument/2006/relationships/tags" Target="../tags/tag35.xml"/><Relationship Id="rId2" Type="http://schemas.openxmlformats.org/officeDocument/2006/relationships/tags" Target="../tags/tag4.xml"/><Relationship Id="rId16" Type="http://schemas.openxmlformats.org/officeDocument/2006/relationships/tags" Target="../tags/tag18.xml"/><Relationship Id="rId20" Type="http://schemas.openxmlformats.org/officeDocument/2006/relationships/tags" Target="../tags/tag22.xml"/><Relationship Id="rId29" Type="http://schemas.openxmlformats.org/officeDocument/2006/relationships/tags" Target="../tags/tag31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24" Type="http://schemas.openxmlformats.org/officeDocument/2006/relationships/tags" Target="../tags/tag26.xml"/><Relationship Id="rId32" Type="http://schemas.openxmlformats.org/officeDocument/2006/relationships/tags" Target="../tags/tag34.xml"/><Relationship Id="rId5" Type="http://schemas.openxmlformats.org/officeDocument/2006/relationships/tags" Target="../tags/tag7.xml"/><Relationship Id="rId15" Type="http://schemas.openxmlformats.org/officeDocument/2006/relationships/tags" Target="../tags/tag17.xml"/><Relationship Id="rId23" Type="http://schemas.openxmlformats.org/officeDocument/2006/relationships/tags" Target="../tags/tag25.xml"/><Relationship Id="rId28" Type="http://schemas.openxmlformats.org/officeDocument/2006/relationships/tags" Target="../tags/tag30.xml"/><Relationship Id="rId36" Type="http://schemas.openxmlformats.org/officeDocument/2006/relationships/notesSlide" Target="../notesSlides/notesSlide2.xml"/><Relationship Id="rId10" Type="http://schemas.openxmlformats.org/officeDocument/2006/relationships/tags" Target="../tags/tag12.xml"/><Relationship Id="rId19" Type="http://schemas.openxmlformats.org/officeDocument/2006/relationships/tags" Target="../tags/tag21.xml"/><Relationship Id="rId31" Type="http://schemas.openxmlformats.org/officeDocument/2006/relationships/tags" Target="../tags/tag33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Relationship Id="rId22" Type="http://schemas.openxmlformats.org/officeDocument/2006/relationships/tags" Target="../tags/tag24.xml"/><Relationship Id="rId27" Type="http://schemas.openxmlformats.org/officeDocument/2006/relationships/tags" Target="../tags/tag29.xml"/><Relationship Id="rId30" Type="http://schemas.openxmlformats.org/officeDocument/2006/relationships/tags" Target="../tags/tag32.xml"/><Relationship Id="rId35" Type="http://schemas.openxmlformats.org/officeDocument/2006/relationships/slideLayout" Target="../slideLayouts/slideLayout7.xml"/><Relationship Id="rId8" Type="http://schemas.openxmlformats.org/officeDocument/2006/relationships/tags" Target="../tags/tag10.xml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tags" Target="../tags/tag62.xml"/><Relationship Id="rId117" Type="http://schemas.openxmlformats.org/officeDocument/2006/relationships/tags" Target="../tags/tag153.xml"/><Relationship Id="rId21" Type="http://schemas.openxmlformats.org/officeDocument/2006/relationships/tags" Target="../tags/tag57.xml"/><Relationship Id="rId42" Type="http://schemas.openxmlformats.org/officeDocument/2006/relationships/tags" Target="../tags/tag78.xml"/><Relationship Id="rId47" Type="http://schemas.openxmlformats.org/officeDocument/2006/relationships/tags" Target="../tags/tag83.xml"/><Relationship Id="rId63" Type="http://schemas.openxmlformats.org/officeDocument/2006/relationships/tags" Target="../tags/tag99.xml"/><Relationship Id="rId68" Type="http://schemas.openxmlformats.org/officeDocument/2006/relationships/tags" Target="../tags/tag104.xml"/><Relationship Id="rId84" Type="http://schemas.openxmlformats.org/officeDocument/2006/relationships/tags" Target="../tags/tag120.xml"/><Relationship Id="rId89" Type="http://schemas.openxmlformats.org/officeDocument/2006/relationships/tags" Target="../tags/tag125.xml"/><Relationship Id="rId112" Type="http://schemas.openxmlformats.org/officeDocument/2006/relationships/tags" Target="../tags/tag148.xml"/><Relationship Id="rId16" Type="http://schemas.openxmlformats.org/officeDocument/2006/relationships/tags" Target="../tags/tag52.xml"/><Relationship Id="rId107" Type="http://schemas.openxmlformats.org/officeDocument/2006/relationships/tags" Target="../tags/tag143.xml"/><Relationship Id="rId11" Type="http://schemas.openxmlformats.org/officeDocument/2006/relationships/tags" Target="../tags/tag47.xml"/><Relationship Id="rId32" Type="http://schemas.openxmlformats.org/officeDocument/2006/relationships/tags" Target="../tags/tag68.xml"/><Relationship Id="rId37" Type="http://schemas.openxmlformats.org/officeDocument/2006/relationships/tags" Target="../tags/tag73.xml"/><Relationship Id="rId53" Type="http://schemas.openxmlformats.org/officeDocument/2006/relationships/tags" Target="../tags/tag89.xml"/><Relationship Id="rId58" Type="http://schemas.openxmlformats.org/officeDocument/2006/relationships/tags" Target="../tags/tag94.xml"/><Relationship Id="rId74" Type="http://schemas.openxmlformats.org/officeDocument/2006/relationships/tags" Target="../tags/tag110.xml"/><Relationship Id="rId79" Type="http://schemas.openxmlformats.org/officeDocument/2006/relationships/tags" Target="../tags/tag115.xml"/><Relationship Id="rId102" Type="http://schemas.openxmlformats.org/officeDocument/2006/relationships/tags" Target="../tags/tag138.xml"/><Relationship Id="rId5" Type="http://schemas.openxmlformats.org/officeDocument/2006/relationships/tags" Target="../tags/tag41.xml"/><Relationship Id="rId90" Type="http://schemas.openxmlformats.org/officeDocument/2006/relationships/tags" Target="../tags/tag126.xml"/><Relationship Id="rId95" Type="http://schemas.openxmlformats.org/officeDocument/2006/relationships/tags" Target="../tags/tag131.xml"/><Relationship Id="rId22" Type="http://schemas.openxmlformats.org/officeDocument/2006/relationships/tags" Target="../tags/tag58.xml"/><Relationship Id="rId27" Type="http://schemas.openxmlformats.org/officeDocument/2006/relationships/tags" Target="../tags/tag63.xml"/><Relationship Id="rId43" Type="http://schemas.openxmlformats.org/officeDocument/2006/relationships/tags" Target="../tags/tag79.xml"/><Relationship Id="rId48" Type="http://schemas.openxmlformats.org/officeDocument/2006/relationships/tags" Target="../tags/tag84.xml"/><Relationship Id="rId64" Type="http://schemas.openxmlformats.org/officeDocument/2006/relationships/tags" Target="../tags/tag100.xml"/><Relationship Id="rId69" Type="http://schemas.openxmlformats.org/officeDocument/2006/relationships/tags" Target="../tags/tag105.xml"/><Relationship Id="rId113" Type="http://schemas.openxmlformats.org/officeDocument/2006/relationships/tags" Target="../tags/tag149.xml"/><Relationship Id="rId118" Type="http://schemas.openxmlformats.org/officeDocument/2006/relationships/tags" Target="../tags/tag154.xml"/><Relationship Id="rId80" Type="http://schemas.openxmlformats.org/officeDocument/2006/relationships/tags" Target="../tags/tag116.xml"/><Relationship Id="rId85" Type="http://schemas.openxmlformats.org/officeDocument/2006/relationships/tags" Target="../tags/tag121.xml"/><Relationship Id="rId12" Type="http://schemas.openxmlformats.org/officeDocument/2006/relationships/tags" Target="../tags/tag48.xml"/><Relationship Id="rId17" Type="http://schemas.openxmlformats.org/officeDocument/2006/relationships/tags" Target="../tags/tag53.xml"/><Relationship Id="rId33" Type="http://schemas.openxmlformats.org/officeDocument/2006/relationships/tags" Target="../tags/tag69.xml"/><Relationship Id="rId38" Type="http://schemas.openxmlformats.org/officeDocument/2006/relationships/tags" Target="../tags/tag74.xml"/><Relationship Id="rId59" Type="http://schemas.openxmlformats.org/officeDocument/2006/relationships/tags" Target="../tags/tag95.xml"/><Relationship Id="rId103" Type="http://schemas.openxmlformats.org/officeDocument/2006/relationships/tags" Target="../tags/tag139.xml"/><Relationship Id="rId108" Type="http://schemas.openxmlformats.org/officeDocument/2006/relationships/tags" Target="../tags/tag144.xml"/><Relationship Id="rId54" Type="http://schemas.openxmlformats.org/officeDocument/2006/relationships/tags" Target="../tags/tag90.xml"/><Relationship Id="rId70" Type="http://schemas.openxmlformats.org/officeDocument/2006/relationships/tags" Target="../tags/tag106.xml"/><Relationship Id="rId75" Type="http://schemas.openxmlformats.org/officeDocument/2006/relationships/tags" Target="../tags/tag111.xml"/><Relationship Id="rId91" Type="http://schemas.openxmlformats.org/officeDocument/2006/relationships/tags" Target="../tags/tag127.xml"/><Relationship Id="rId96" Type="http://schemas.openxmlformats.org/officeDocument/2006/relationships/tags" Target="../tags/tag132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23" Type="http://schemas.openxmlformats.org/officeDocument/2006/relationships/tags" Target="../tags/tag59.xml"/><Relationship Id="rId28" Type="http://schemas.openxmlformats.org/officeDocument/2006/relationships/tags" Target="../tags/tag64.xml"/><Relationship Id="rId49" Type="http://schemas.openxmlformats.org/officeDocument/2006/relationships/tags" Target="../tags/tag85.xml"/><Relationship Id="rId114" Type="http://schemas.openxmlformats.org/officeDocument/2006/relationships/tags" Target="../tags/tag150.xml"/><Relationship Id="rId119" Type="http://schemas.openxmlformats.org/officeDocument/2006/relationships/slideLayout" Target="../slideLayouts/slideLayout7.xml"/><Relationship Id="rId10" Type="http://schemas.openxmlformats.org/officeDocument/2006/relationships/tags" Target="../tags/tag46.xml"/><Relationship Id="rId31" Type="http://schemas.openxmlformats.org/officeDocument/2006/relationships/tags" Target="../tags/tag67.xml"/><Relationship Id="rId44" Type="http://schemas.openxmlformats.org/officeDocument/2006/relationships/tags" Target="../tags/tag80.xml"/><Relationship Id="rId52" Type="http://schemas.openxmlformats.org/officeDocument/2006/relationships/tags" Target="../tags/tag88.xml"/><Relationship Id="rId60" Type="http://schemas.openxmlformats.org/officeDocument/2006/relationships/tags" Target="../tags/tag96.xml"/><Relationship Id="rId65" Type="http://schemas.openxmlformats.org/officeDocument/2006/relationships/tags" Target="../tags/tag101.xml"/><Relationship Id="rId73" Type="http://schemas.openxmlformats.org/officeDocument/2006/relationships/tags" Target="../tags/tag109.xml"/><Relationship Id="rId78" Type="http://schemas.openxmlformats.org/officeDocument/2006/relationships/tags" Target="../tags/tag114.xml"/><Relationship Id="rId81" Type="http://schemas.openxmlformats.org/officeDocument/2006/relationships/tags" Target="../tags/tag117.xml"/><Relationship Id="rId86" Type="http://schemas.openxmlformats.org/officeDocument/2006/relationships/tags" Target="../tags/tag122.xml"/><Relationship Id="rId94" Type="http://schemas.openxmlformats.org/officeDocument/2006/relationships/tags" Target="../tags/tag130.xml"/><Relationship Id="rId99" Type="http://schemas.openxmlformats.org/officeDocument/2006/relationships/tags" Target="../tags/tag135.xml"/><Relationship Id="rId101" Type="http://schemas.openxmlformats.org/officeDocument/2006/relationships/tags" Target="../tags/tag137.xml"/><Relationship Id="rId4" Type="http://schemas.openxmlformats.org/officeDocument/2006/relationships/tags" Target="../tags/tag40.xml"/><Relationship Id="rId9" Type="http://schemas.openxmlformats.org/officeDocument/2006/relationships/tags" Target="../tags/tag45.xml"/><Relationship Id="rId13" Type="http://schemas.openxmlformats.org/officeDocument/2006/relationships/tags" Target="../tags/tag49.xml"/><Relationship Id="rId18" Type="http://schemas.openxmlformats.org/officeDocument/2006/relationships/tags" Target="../tags/tag54.xml"/><Relationship Id="rId39" Type="http://schemas.openxmlformats.org/officeDocument/2006/relationships/tags" Target="../tags/tag75.xml"/><Relationship Id="rId109" Type="http://schemas.openxmlformats.org/officeDocument/2006/relationships/tags" Target="../tags/tag145.xml"/><Relationship Id="rId34" Type="http://schemas.openxmlformats.org/officeDocument/2006/relationships/tags" Target="../tags/tag70.xml"/><Relationship Id="rId50" Type="http://schemas.openxmlformats.org/officeDocument/2006/relationships/tags" Target="../tags/tag86.xml"/><Relationship Id="rId55" Type="http://schemas.openxmlformats.org/officeDocument/2006/relationships/tags" Target="../tags/tag91.xml"/><Relationship Id="rId76" Type="http://schemas.openxmlformats.org/officeDocument/2006/relationships/tags" Target="../tags/tag112.xml"/><Relationship Id="rId97" Type="http://schemas.openxmlformats.org/officeDocument/2006/relationships/tags" Target="../tags/tag133.xml"/><Relationship Id="rId104" Type="http://schemas.openxmlformats.org/officeDocument/2006/relationships/tags" Target="../tags/tag140.xml"/><Relationship Id="rId7" Type="http://schemas.openxmlformats.org/officeDocument/2006/relationships/tags" Target="../tags/tag43.xml"/><Relationship Id="rId71" Type="http://schemas.openxmlformats.org/officeDocument/2006/relationships/tags" Target="../tags/tag107.xml"/><Relationship Id="rId92" Type="http://schemas.openxmlformats.org/officeDocument/2006/relationships/tags" Target="../tags/tag128.xml"/><Relationship Id="rId2" Type="http://schemas.openxmlformats.org/officeDocument/2006/relationships/tags" Target="../tags/tag38.xml"/><Relationship Id="rId29" Type="http://schemas.openxmlformats.org/officeDocument/2006/relationships/tags" Target="../tags/tag65.xml"/><Relationship Id="rId24" Type="http://schemas.openxmlformats.org/officeDocument/2006/relationships/tags" Target="../tags/tag60.xml"/><Relationship Id="rId40" Type="http://schemas.openxmlformats.org/officeDocument/2006/relationships/tags" Target="../tags/tag76.xml"/><Relationship Id="rId45" Type="http://schemas.openxmlformats.org/officeDocument/2006/relationships/tags" Target="../tags/tag81.xml"/><Relationship Id="rId66" Type="http://schemas.openxmlformats.org/officeDocument/2006/relationships/tags" Target="../tags/tag102.xml"/><Relationship Id="rId87" Type="http://schemas.openxmlformats.org/officeDocument/2006/relationships/tags" Target="../tags/tag123.xml"/><Relationship Id="rId110" Type="http://schemas.openxmlformats.org/officeDocument/2006/relationships/tags" Target="../tags/tag146.xml"/><Relationship Id="rId115" Type="http://schemas.openxmlformats.org/officeDocument/2006/relationships/tags" Target="../tags/tag151.xml"/><Relationship Id="rId61" Type="http://schemas.openxmlformats.org/officeDocument/2006/relationships/tags" Target="../tags/tag97.xml"/><Relationship Id="rId82" Type="http://schemas.openxmlformats.org/officeDocument/2006/relationships/tags" Target="../tags/tag118.xml"/><Relationship Id="rId19" Type="http://schemas.openxmlformats.org/officeDocument/2006/relationships/tags" Target="../tags/tag55.xml"/><Relationship Id="rId14" Type="http://schemas.openxmlformats.org/officeDocument/2006/relationships/tags" Target="../tags/tag50.xml"/><Relationship Id="rId30" Type="http://schemas.openxmlformats.org/officeDocument/2006/relationships/tags" Target="../tags/tag66.xml"/><Relationship Id="rId35" Type="http://schemas.openxmlformats.org/officeDocument/2006/relationships/tags" Target="../tags/tag71.xml"/><Relationship Id="rId56" Type="http://schemas.openxmlformats.org/officeDocument/2006/relationships/tags" Target="../tags/tag92.xml"/><Relationship Id="rId77" Type="http://schemas.openxmlformats.org/officeDocument/2006/relationships/tags" Target="../tags/tag113.xml"/><Relationship Id="rId100" Type="http://schemas.openxmlformats.org/officeDocument/2006/relationships/tags" Target="../tags/tag136.xml"/><Relationship Id="rId105" Type="http://schemas.openxmlformats.org/officeDocument/2006/relationships/tags" Target="../tags/tag141.xml"/><Relationship Id="rId8" Type="http://schemas.openxmlformats.org/officeDocument/2006/relationships/tags" Target="../tags/tag44.xml"/><Relationship Id="rId51" Type="http://schemas.openxmlformats.org/officeDocument/2006/relationships/tags" Target="../tags/tag87.xml"/><Relationship Id="rId72" Type="http://schemas.openxmlformats.org/officeDocument/2006/relationships/tags" Target="../tags/tag108.xml"/><Relationship Id="rId93" Type="http://schemas.openxmlformats.org/officeDocument/2006/relationships/tags" Target="../tags/tag129.xml"/><Relationship Id="rId98" Type="http://schemas.openxmlformats.org/officeDocument/2006/relationships/tags" Target="../tags/tag134.xml"/><Relationship Id="rId3" Type="http://schemas.openxmlformats.org/officeDocument/2006/relationships/tags" Target="../tags/tag39.xml"/><Relationship Id="rId25" Type="http://schemas.openxmlformats.org/officeDocument/2006/relationships/tags" Target="../tags/tag61.xml"/><Relationship Id="rId46" Type="http://schemas.openxmlformats.org/officeDocument/2006/relationships/tags" Target="../tags/tag82.xml"/><Relationship Id="rId67" Type="http://schemas.openxmlformats.org/officeDocument/2006/relationships/tags" Target="../tags/tag103.xml"/><Relationship Id="rId116" Type="http://schemas.openxmlformats.org/officeDocument/2006/relationships/tags" Target="../tags/tag152.xml"/><Relationship Id="rId20" Type="http://schemas.openxmlformats.org/officeDocument/2006/relationships/tags" Target="../tags/tag56.xml"/><Relationship Id="rId41" Type="http://schemas.openxmlformats.org/officeDocument/2006/relationships/tags" Target="../tags/tag77.xml"/><Relationship Id="rId62" Type="http://schemas.openxmlformats.org/officeDocument/2006/relationships/tags" Target="../tags/tag98.xml"/><Relationship Id="rId83" Type="http://schemas.openxmlformats.org/officeDocument/2006/relationships/tags" Target="../tags/tag119.xml"/><Relationship Id="rId88" Type="http://schemas.openxmlformats.org/officeDocument/2006/relationships/tags" Target="../tags/tag124.xml"/><Relationship Id="rId111" Type="http://schemas.openxmlformats.org/officeDocument/2006/relationships/tags" Target="../tags/tag147.xml"/><Relationship Id="rId15" Type="http://schemas.openxmlformats.org/officeDocument/2006/relationships/tags" Target="../tags/tag51.xml"/><Relationship Id="rId36" Type="http://schemas.openxmlformats.org/officeDocument/2006/relationships/tags" Target="../tags/tag72.xml"/><Relationship Id="rId57" Type="http://schemas.openxmlformats.org/officeDocument/2006/relationships/tags" Target="../tags/tag93.xml"/><Relationship Id="rId106" Type="http://schemas.openxmlformats.org/officeDocument/2006/relationships/tags" Target="../tags/tag142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tags" Target="../tags/tag271.xml"/><Relationship Id="rId21" Type="http://schemas.openxmlformats.org/officeDocument/2006/relationships/tags" Target="../tags/tag175.xml"/><Relationship Id="rId42" Type="http://schemas.openxmlformats.org/officeDocument/2006/relationships/tags" Target="../tags/tag196.xml"/><Relationship Id="rId47" Type="http://schemas.openxmlformats.org/officeDocument/2006/relationships/tags" Target="../tags/tag201.xml"/><Relationship Id="rId63" Type="http://schemas.openxmlformats.org/officeDocument/2006/relationships/tags" Target="../tags/tag217.xml"/><Relationship Id="rId68" Type="http://schemas.openxmlformats.org/officeDocument/2006/relationships/tags" Target="../tags/tag222.xml"/><Relationship Id="rId84" Type="http://schemas.openxmlformats.org/officeDocument/2006/relationships/tags" Target="../tags/tag238.xml"/><Relationship Id="rId89" Type="http://schemas.openxmlformats.org/officeDocument/2006/relationships/tags" Target="../tags/tag243.xml"/><Relationship Id="rId112" Type="http://schemas.openxmlformats.org/officeDocument/2006/relationships/tags" Target="../tags/tag266.xml"/><Relationship Id="rId16" Type="http://schemas.openxmlformats.org/officeDocument/2006/relationships/tags" Target="../tags/tag170.xml"/><Relationship Id="rId107" Type="http://schemas.openxmlformats.org/officeDocument/2006/relationships/tags" Target="../tags/tag261.xml"/><Relationship Id="rId11" Type="http://schemas.openxmlformats.org/officeDocument/2006/relationships/tags" Target="../tags/tag165.xml"/><Relationship Id="rId32" Type="http://schemas.openxmlformats.org/officeDocument/2006/relationships/tags" Target="../tags/tag186.xml"/><Relationship Id="rId37" Type="http://schemas.openxmlformats.org/officeDocument/2006/relationships/tags" Target="../tags/tag191.xml"/><Relationship Id="rId53" Type="http://schemas.openxmlformats.org/officeDocument/2006/relationships/tags" Target="../tags/tag207.xml"/><Relationship Id="rId58" Type="http://schemas.openxmlformats.org/officeDocument/2006/relationships/tags" Target="../tags/tag212.xml"/><Relationship Id="rId74" Type="http://schemas.openxmlformats.org/officeDocument/2006/relationships/tags" Target="../tags/tag228.xml"/><Relationship Id="rId79" Type="http://schemas.openxmlformats.org/officeDocument/2006/relationships/tags" Target="../tags/tag233.xml"/><Relationship Id="rId102" Type="http://schemas.openxmlformats.org/officeDocument/2006/relationships/tags" Target="../tags/tag256.xml"/><Relationship Id="rId123" Type="http://schemas.openxmlformats.org/officeDocument/2006/relationships/tags" Target="../tags/tag277.xml"/><Relationship Id="rId128" Type="http://schemas.openxmlformats.org/officeDocument/2006/relationships/tags" Target="../tags/tag282.xml"/><Relationship Id="rId5" Type="http://schemas.openxmlformats.org/officeDocument/2006/relationships/tags" Target="../tags/tag159.xml"/><Relationship Id="rId90" Type="http://schemas.openxmlformats.org/officeDocument/2006/relationships/tags" Target="../tags/tag244.xml"/><Relationship Id="rId95" Type="http://schemas.openxmlformats.org/officeDocument/2006/relationships/tags" Target="../tags/tag249.xml"/><Relationship Id="rId22" Type="http://schemas.openxmlformats.org/officeDocument/2006/relationships/tags" Target="../tags/tag176.xml"/><Relationship Id="rId27" Type="http://schemas.openxmlformats.org/officeDocument/2006/relationships/tags" Target="../tags/tag181.xml"/><Relationship Id="rId43" Type="http://schemas.openxmlformats.org/officeDocument/2006/relationships/tags" Target="../tags/tag197.xml"/><Relationship Id="rId48" Type="http://schemas.openxmlformats.org/officeDocument/2006/relationships/tags" Target="../tags/tag202.xml"/><Relationship Id="rId64" Type="http://schemas.openxmlformats.org/officeDocument/2006/relationships/tags" Target="../tags/tag218.xml"/><Relationship Id="rId69" Type="http://schemas.openxmlformats.org/officeDocument/2006/relationships/tags" Target="../tags/tag223.xml"/><Relationship Id="rId113" Type="http://schemas.openxmlformats.org/officeDocument/2006/relationships/tags" Target="../tags/tag267.xml"/><Relationship Id="rId118" Type="http://schemas.openxmlformats.org/officeDocument/2006/relationships/tags" Target="../tags/tag272.xml"/><Relationship Id="rId80" Type="http://schemas.openxmlformats.org/officeDocument/2006/relationships/tags" Target="../tags/tag234.xml"/><Relationship Id="rId85" Type="http://schemas.openxmlformats.org/officeDocument/2006/relationships/tags" Target="../tags/tag239.xml"/><Relationship Id="rId12" Type="http://schemas.openxmlformats.org/officeDocument/2006/relationships/tags" Target="../tags/tag166.xml"/><Relationship Id="rId17" Type="http://schemas.openxmlformats.org/officeDocument/2006/relationships/tags" Target="../tags/tag171.xml"/><Relationship Id="rId33" Type="http://schemas.openxmlformats.org/officeDocument/2006/relationships/tags" Target="../tags/tag187.xml"/><Relationship Id="rId38" Type="http://schemas.openxmlformats.org/officeDocument/2006/relationships/tags" Target="../tags/tag192.xml"/><Relationship Id="rId59" Type="http://schemas.openxmlformats.org/officeDocument/2006/relationships/tags" Target="../tags/tag213.xml"/><Relationship Id="rId103" Type="http://schemas.openxmlformats.org/officeDocument/2006/relationships/tags" Target="../tags/tag257.xml"/><Relationship Id="rId108" Type="http://schemas.openxmlformats.org/officeDocument/2006/relationships/tags" Target="../tags/tag262.xml"/><Relationship Id="rId124" Type="http://schemas.openxmlformats.org/officeDocument/2006/relationships/tags" Target="../tags/tag278.xml"/><Relationship Id="rId129" Type="http://schemas.openxmlformats.org/officeDocument/2006/relationships/tags" Target="../tags/tag283.xml"/><Relationship Id="rId54" Type="http://schemas.openxmlformats.org/officeDocument/2006/relationships/tags" Target="../tags/tag208.xml"/><Relationship Id="rId70" Type="http://schemas.openxmlformats.org/officeDocument/2006/relationships/tags" Target="../tags/tag224.xml"/><Relationship Id="rId75" Type="http://schemas.openxmlformats.org/officeDocument/2006/relationships/tags" Target="../tags/tag229.xml"/><Relationship Id="rId91" Type="http://schemas.openxmlformats.org/officeDocument/2006/relationships/tags" Target="../tags/tag245.xml"/><Relationship Id="rId96" Type="http://schemas.openxmlformats.org/officeDocument/2006/relationships/tags" Target="../tags/tag250.xml"/><Relationship Id="rId1" Type="http://schemas.openxmlformats.org/officeDocument/2006/relationships/tags" Target="../tags/tag155.xml"/><Relationship Id="rId6" Type="http://schemas.openxmlformats.org/officeDocument/2006/relationships/tags" Target="../tags/tag160.xml"/><Relationship Id="rId23" Type="http://schemas.openxmlformats.org/officeDocument/2006/relationships/tags" Target="../tags/tag177.xml"/><Relationship Id="rId28" Type="http://schemas.openxmlformats.org/officeDocument/2006/relationships/tags" Target="../tags/tag182.xml"/><Relationship Id="rId49" Type="http://schemas.openxmlformats.org/officeDocument/2006/relationships/tags" Target="../tags/tag203.xml"/><Relationship Id="rId114" Type="http://schemas.openxmlformats.org/officeDocument/2006/relationships/tags" Target="../tags/tag268.xml"/><Relationship Id="rId119" Type="http://schemas.openxmlformats.org/officeDocument/2006/relationships/tags" Target="../tags/tag273.xml"/><Relationship Id="rId44" Type="http://schemas.openxmlformats.org/officeDocument/2006/relationships/tags" Target="../tags/tag198.xml"/><Relationship Id="rId60" Type="http://schemas.openxmlformats.org/officeDocument/2006/relationships/tags" Target="../tags/tag214.xml"/><Relationship Id="rId65" Type="http://schemas.openxmlformats.org/officeDocument/2006/relationships/tags" Target="../tags/tag219.xml"/><Relationship Id="rId81" Type="http://schemas.openxmlformats.org/officeDocument/2006/relationships/tags" Target="../tags/tag235.xml"/><Relationship Id="rId86" Type="http://schemas.openxmlformats.org/officeDocument/2006/relationships/tags" Target="../tags/tag240.xml"/><Relationship Id="rId130" Type="http://schemas.openxmlformats.org/officeDocument/2006/relationships/tags" Target="../tags/tag284.xml"/><Relationship Id="rId13" Type="http://schemas.openxmlformats.org/officeDocument/2006/relationships/tags" Target="../tags/tag167.xml"/><Relationship Id="rId18" Type="http://schemas.openxmlformats.org/officeDocument/2006/relationships/tags" Target="../tags/tag172.xml"/><Relationship Id="rId39" Type="http://schemas.openxmlformats.org/officeDocument/2006/relationships/tags" Target="../tags/tag193.xml"/><Relationship Id="rId109" Type="http://schemas.openxmlformats.org/officeDocument/2006/relationships/tags" Target="../tags/tag263.xml"/><Relationship Id="rId34" Type="http://schemas.openxmlformats.org/officeDocument/2006/relationships/tags" Target="../tags/tag188.xml"/><Relationship Id="rId50" Type="http://schemas.openxmlformats.org/officeDocument/2006/relationships/tags" Target="../tags/tag204.xml"/><Relationship Id="rId55" Type="http://schemas.openxmlformats.org/officeDocument/2006/relationships/tags" Target="../tags/tag209.xml"/><Relationship Id="rId76" Type="http://schemas.openxmlformats.org/officeDocument/2006/relationships/tags" Target="../tags/tag230.xml"/><Relationship Id="rId97" Type="http://schemas.openxmlformats.org/officeDocument/2006/relationships/tags" Target="../tags/tag251.xml"/><Relationship Id="rId104" Type="http://schemas.openxmlformats.org/officeDocument/2006/relationships/tags" Target="../tags/tag258.xml"/><Relationship Id="rId120" Type="http://schemas.openxmlformats.org/officeDocument/2006/relationships/tags" Target="../tags/tag274.xml"/><Relationship Id="rId125" Type="http://schemas.openxmlformats.org/officeDocument/2006/relationships/tags" Target="../tags/tag279.xml"/><Relationship Id="rId7" Type="http://schemas.openxmlformats.org/officeDocument/2006/relationships/tags" Target="../tags/tag161.xml"/><Relationship Id="rId71" Type="http://schemas.openxmlformats.org/officeDocument/2006/relationships/tags" Target="../tags/tag225.xml"/><Relationship Id="rId92" Type="http://schemas.openxmlformats.org/officeDocument/2006/relationships/tags" Target="../tags/tag246.xml"/><Relationship Id="rId2" Type="http://schemas.openxmlformats.org/officeDocument/2006/relationships/tags" Target="../tags/tag156.xml"/><Relationship Id="rId29" Type="http://schemas.openxmlformats.org/officeDocument/2006/relationships/tags" Target="../tags/tag183.xml"/><Relationship Id="rId24" Type="http://schemas.openxmlformats.org/officeDocument/2006/relationships/tags" Target="../tags/tag178.xml"/><Relationship Id="rId40" Type="http://schemas.openxmlformats.org/officeDocument/2006/relationships/tags" Target="../tags/tag194.xml"/><Relationship Id="rId45" Type="http://schemas.openxmlformats.org/officeDocument/2006/relationships/tags" Target="../tags/tag199.xml"/><Relationship Id="rId66" Type="http://schemas.openxmlformats.org/officeDocument/2006/relationships/tags" Target="../tags/tag220.xml"/><Relationship Id="rId87" Type="http://schemas.openxmlformats.org/officeDocument/2006/relationships/tags" Target="../tags/tag241.xml"/><Relationship Id="rId110" Type="http://schemas.openxmlformats.org/officeDocument/2006/relationships/tags" Target="../tags/tag264.xml"/><Relationship Id="rId115" Type="http://schemas.openxmlformats.org/officeDocument/2006/relationships/tags" Target="../tags/tag269.xml"/><Relationship Id="rId131" Type="http://schemas.openxmlformats.org/officeDocument/2006/relationships/slideLayout" Target="../slideLayouts/slideLayout7.xml"/><Relationship Id="rId61" Type="http://schemas.openxmlformats.org/officeDocument/2006/relationships/tags" Target="../tags/tag215.xml"/><Relationship Id="rId82" Type="http://schemas.openxmlformats.org/officeDocument/2006/relationships/tags" Target="../tags/tag236.xml"/><Relationship Id="rId19" Type="http://schemas.openxmlformats.org/officeDocument/2006/relationships/tags" Target="../tags/tag173.xml"/><Relationship Id="rId14" Type="http://schemas.openxmlformats.org/officeDocument/2006/relationships/tags" Target="../tags/tag168.xml"/><Relationship Id="rId30" Type="http://schemas.openxmlformats.org/officeDocument/2006/relationships/tags" Target="../tags/tag184.xml"/><Relationship Id="rId35" Type="http://schemas.openxmlformats.org/officeDocument/2006/relationships/tags" Target="../tags/tag189.xml"/><Relationship Id="rId56" Type="http://schemas.openxmlformats.org/officeDocument/2006/relationships/tags" Target="../tags/tag210.xml"/><Relationship Id="rId77" Type="http://schemas.openxmlformats.org/officeDocument/2006/relationships/tags" Target="../tags/tag231.xml"/><Relationship Id="rId100" Type="http://schemas.openxmlformats.org/officeDocument/2006/relationships/tags" Target="../tags/tag254.xml"/><Relationship Id="rId105" Type="http://schemas.openxmlformats.org/officeDocument/2006/relationships/tags" Target="../tags/tag259.xml"/><Relationship Id="rId126" Type="http://schemas.openxmlformats.org/officeDocument/2006/relationships/tags" Target="../tags/tag280.xml"/><Relationship Id="rId8" Type="http://schemas.openxmlformats.org/officeDocument/2006/relationships/tags" Target="../tags/tag162.xml"/><Relationship Id="rId51" Type="http://schemas.openxmlformats.org/officeDocument/2006/relationships/tags" Target="../tags/tag205.xml"/><Relationship Id="rId72" Type="http://schemas.openxmlformats.org/officeDocument/2006/relationships/tags" Target="../tags/tag226.xml"/><Relationship Id="rId93" Type="http://schemas.openxmlformats.org/officeDocument/2006/relationships/tags" Target="../tags/tag247.xml"/><Relationship Id="rId98" Type="http://schemas.openxmlformats.org/officeDocument/2006/relationships/tags" Target="../tags/tag252.xml"/><Relationship Id="rId121" Type="http://schemas.openxmlformats.org/officeDocument/2006/relationships/tags" Target="../tags/tag275.xml"/><Relationship Id="rId3" Type="http://schemas.openxmlformats.org/officeDocument/2006/relationships/tags" Target="../tags/tag157.xml"/><Relationship Id="rId25" Type="http://schemas.openxmlformats.org/officeDocument/2006/relationships/tags" Target="../tags/tag179.xml"/><Relationship Id="rId46" Type="http://schemas.openxmlformats.org/officeDocument/2006/relationships/tags" Target="../tags/tag200.xml"/><Relationship Id="rId67" Type="http://schemas.openxmlformats.org/officeDocument/2006/relationships/tags" Target="../tags/tag221.xml"/><Relationship Id="rId116" Type="http://schemas.openxmlformats.org/officeDocument/2006/relationships/tags" Target="../tags/tag270.xml"/><Relationship Id="rId20" Type="http://schemas.openxmlformats.org/officeDocument/2006/relationships/tags" Target="../tags/tag174.xml"/><Relationship Id="rId41" Type="http://schemas.openxmlformats.org/officeDocument/2006/relationships/tags" Target="../tags/tag195.xml"/><Relationship Id="rId62" Type="http://schemas.openxmlformats.org/officeDocument/2006/relationships/tags" Target="../tags/tag216.xml"/><Relationship Id="rId83" Type="http://schemas.openxmlformats.org/officeDocument/2006/relationships/tags" Target="../tags/tag237.xml"/><Relationship Id="rId88" Type="http://schemas.openxmlformats.org/officeDocument/2006/relationships/tags" Target="../tags/tag242.xml"/><Relationship Id="rId111" Type="http://schemas.openxmlformats.org/officeDocument/2006/relationships/tags" Target="../tags/tag265.xml"/><Relationship Id="rId132" Type="http://schemas.openxmlformats.org/officeDocument/2006/relationships/notesSlide" Target="../notesSlides/notesSlide3.xml"/><Relationship Id="rId15" Type="http://schemas.openxmlformats.org/officeDocument/2006/relationships/tags" Target="../tags/tag169.xml"/><Relationship Id="rId36" Type="http://schemas.openxmlformats.org/officeDocument/2006/relationships/tags" Target="../tags/tag190.xml"/><Relationship Id="rId57" Type="http://schemas.openxmlformats.org/officeDocument/2006/relationships/tags" Target="../tags/tag211.xml"/><Relationship Id="rId106" Type="http://schemas.openxmlformats.org/officeDocument/2006/relationships/tags" Target="../tags/tag260.xml"/><Relationship Id="rId127" Type="http://schemas.openxmlformats.org/officeDocument/2006/relationships/tags" Target="../tags/tag281.xml"/><Relationship Id="rId10" Type="http://schemas.openxmlformats.org/officeDocument/2006/relationships/tags" Target="../tags/tag164.xml"/><Relationship Id="rId31" Type="http://schemas.openxmlformats.org/officeDocument/2006/relationships/tags" Target="../tags/tag185.xml"/><Relationship Id="rId52" Type="http://schemas.openxmlformats.org/officeDocument/2006/relationships/tags" Target="../tags/tag206.xml"/><Relationship Id="rId73" Type="http://schemas.openxmlformats.org/officeDocument/2006/relationships/tags" Target="../tags/tag227.xml"/><Relationship Id="rId78" Type="http://schemas.openxmlformats.org/officeDocument/2006/relationships/tags" Target="../tags/tag232.xml"/><Relationship Id="rId94" Type="http://schemas.openxmlformats.org/officeDocument/2006/relationships/tags" Target="../tags/tag248.xml"/><Relationship Id="rId99" Type="http://schemas.openxmlformats.org/officeDocument/2006/relationships/tags" Target="../tags/tag253.xml"/><Relationship Id="rId101" Type="http://schemas.openxmlformats.org/officeDocument/2006/relationships/tags" Target="../tags/tag255.xml"/><Relationship Id="rId122" Type="http://schemas.openxmlformats.org/officeDocument/2006/relationships/tags" Target="../tags/tag276.xml"/><Relationship Id="rId4" Type="http://schemas.openxmlformats.org/officeDocument/2006/relationships/tags" Target="../tags/tag158.xml"/><Relationship Id="rId9" Type="http://schemas.openxmlformats.org/officeDocument/2006/relationships/tags" Target="../tags/tag163.xml"/><Relationship Id="rId26" Type="http://schemas.openxmlformats.org/officeDocument/2006/relationships/tags" Target="../tags/tag180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tags" Target="../tags/tag401.xml"/><Relationship Id="rId21" Type="http://schemas.openxmlformats.org/officeDocument/2006/relationships/tags" Target="../tags/tag305.xml"/><Relationship Id="rId42" Type="http://schemas.openxmlformats.org/officeDocument/2006/relationships/tags" Target="../tags/tag326.xml"/><Relationship Id="rId63" Type="http://schemas.openxmlformats.org/officeDocument/2006/relationships/tags" Target="../tags/tag347.xml"/><Relationship Id="rId84" Type="http://schemas.openxmlformats.org/officeDocument/2006/relationships/tags" Target="../tags/tag368.xml"/><Relationship Id="rId138" Type="http://schemas.openxmlformats.org/officeDocument/2006/relationships/tags" Target="../tags/tag422.xml"/><Relationship Id="rId159" Type="http://schemas.openxmlformats.org/officeDocument/2006/relationships/tags" Target="../tags/tag443.xml"/><Relationship Id="rId170" Type="http://schemas.openxmlformats.org/officeDocument/2006/relationships/tags" Target="../tags/tag454.xml"/><Relationship Id="rId107" Type="http://schemas.openxmlformats.org/officeDocument/2006/relationships/tags" Target="../tags/tag391.xml"/><Relationship Id="rId11" Type="http://schemas.openxmlformats.org/officeDocument/2006/relationships/tags" Target="../tags/tag295.xml"/><Relationship Id="rId32" Type="http://schemas.openxmlformats.org/officeDocument/2006/relationships/tags" Target="../tags/tag316.xml"/><Relationship Id="rId53" Type="http://schemas.openxmlformats.org/officeDocument/2006/relationships/tags" Target="../tags/tag337.xml"/><Relationship Id="rId74" Type="http://schemas.openxmlformats.org/officeDocument/2006/relationships/tags" Target="../tags/tag358.xml"/><Relationship Id="rId128" Type="http://schemas.openxmlformats.org/officeDocument/2006/relationships/tags" Target="../tags/tag412.xml"/><Relationship Id="rId149" Type="http://schemas.openxmlformats.org/officeDocument/2006/relationships/tags" Target="../tags/tag433.xml"/><Relationship Id="rId5" Type="http://schemas.openxmlformats.org/officeDocument/2006/relationships/tags" Target="../tags/tag289.xml"/><Relationship Id="rId95" Type="http://schemas.openxmlformats.org/officeDocument/2006/relationships/tags" Target="../tags/tag379.xml"/><Relationship Id="rId160" Type="http://schemas.openxmlformats.org/officeDocument/2006/relationships/tags" Target="../tags/tag444.xml"/><Relationship Id="rId181" Type="http://schemas.openxmlformats.org/officeDocument/2006/relationships/image" Target="../media/image3.png"/><Relationship Id="rId22" Type="http://schemas.openxmlformats.org/officeDocument/2006/relationships/tags" Target="../tags/tag306.xml"/><Relationship Id="rId43" Type="http://schemas.openxmlformats.org/officeDocument/2006/relationships/tags" Target="../tags/tag327.xml"/><Relationship Id="rId64" Type="http://schemas.openxmlformats.org/officeDocument/2006/relationships/tags" Target="../tags/tag348.xml"/><Relationship Id="rId118" Type="http://schemas.openxmlformats.org/officeDocument/2006/relationships/tags" Target="../tags/tag402.xml"/><Relationship Id="rId139" Type="http://schemas.openxmlformats.org/officeDocument/2006/relationships/tags" Target="../tags/tag423.xml"/><Relationship Id="rId85" Type="http://schemas.openxmlformats.org/officeDocument/2006/relationships/tags" Target="../tags/tag369.xml"/><Relationship Id="rId150" Type="http://schemas.openxmlformats.org/officeDocument/2006/relationships/tags" Target="../tags/tag434.xml"/><Relationship Id="rId171" Type="http://schemas.openxmlformats.org/officeDocument/2006/relationships/tags" Target="../tags/tag455.xml"/><Relationship Id="rId12" Type="http://schemas.openxmlformats.org/officeDocument/2006/relationships/tags" Target="../tags/tag296.xml"/><Relationship Id="rId33" Type="http://schemas.openxmlformats.org/officeDocument/2006/relationships/tags" Target="../tags/tag317.xml"/><Relationship Id="rId108" Type="http://schemas.openxmlformats.org/officeDocument/2006/relationships/tags" Target="../tags/tag392.xml"/><Relationship Id="rId129" Type="http://schemas.openxmlformats.org/officeDocument/2006/relationships/tags" Target="../tags/tag413.xml"/><Relationship Id="rId54" Type="http://schemas.openxmlformats.org/officeDocument/2006/relationships/tags" Target="../tags/tag338.xml"/><Relationship Id="rId75" Type="http://schemas.openxmlformats.org/officeDocument/2006/relationships/tags" Target="../tags/tag359.xml"/><Relationship Id="rId96" Type="http://schemas.openxmlformats.org/officeDocument/2006/relationships/tags" Target="../tags/tag380.xml"/><Relationship Id="rId140" Type="http://schemas.openxmlformats.org/officeDocument/2006/relationships/tags" Target="../tags/tag424.xml"/><Relationship Id="rId161" Type="http://schemas.openxmlformats.org/officeDocument/2006/relationships/tags" Target="../tags/tag445.xml"/><Relationship Id="rId6" Type="http://schemas.openxmlformats.org/officeDocument/2006/relationships/tags" Target="../tags/tag290.xml"/><Relationship Id="rId23" Type="http://schemas.openxmlformats.org/officeDocument/2006/relationships/tags" Target="../tags/tag307.xml"/><Relationship Id="rId119" Type="http://schemas.openxmlformats.org/officeDocument/2006/relationships/tags" Target="../tags/tag403.xml"/><Relationship Id="rId44" Type="http://schemas.openxmlformats.org/officeDocument/2006/relationships/tags" Target="../tags/tag328.xml"/><Relationship Id="rId60" Type="http://schemas.openxmlformats.org/officeDocument/2006/relationships/tags" Target="../tags/tag344.xml"/><Relationship Id="rId65" Type="http://schemas.openxmlformats.org/officeDocument/2006/relationships/tags" Target="../tags/tag349.xml"/><Relationship Id="rId81" Type="http://schemas.openxmlformats.org/officeDocument/2006/relationships/tags" Target="../tags/tag365.xml"/><Relationship Id="rId86" Type="http://schemas.openxmlformats.org/officeDocument/2006/relationships/tags" Target="../tags/tag370.xml"/><Relationship Id="rId130" Type="http://schemas.openxmlformats.org/officeDocument/2006/relationships/tags" Target="../tags/tag414.xml"/><Relationship Id="rId135" Type="http://schemas.openxmlformats.org/officeDocument/2006/relationships/tags" Target="../tags/tag419.xml"/><Relationship Id="rId151" Type="http://schemas.openxmlformats.org/officeDocument/2006/relationships/tags" Target="../tags/tag435.xml"/><Relationship Id="rId156" Type="http://schemas.openxmlformats.org/officeDocument/2006/relationships/tags" Target="../tags/tag440.xml"/><Relationship Id="rId177" Type="http://schemas.openxmlformats.org/officeDocument/2006/relationships/notesSlide" Target="../notesSlides/notesSlide4.xml"/><Relationship Id="rId172" Type="http://schemas.openxmlformats.org/officeDocument/2006/relationships/tags" Target="../tags/tag456.xml"/><Relationship Id="rId13" Type="http://schemas.openxmlformats.org/officeDocument/2006/relationships/tags" Target="../tags/tag297.xml"/><Relationship Id="rId18" Type="http://schemas.openxmlformats.org/officeDocument/2006/relationships/tags" Target="../tags/tag302.xml"/><Relationship Id="rId39" Type="http://schemas.openxmlformats.org/officeDocument/2006/relationships/tags" Target="../tags/tag323.xml"/><Relationship Id="rId109" Type="http://schemas.openxmlformats.org/officeDocument/2006/relationships/tags" Target="../tags/tag393.xml"/><Relationship Id="rId34" Type="http://schemas.openxmlformats.org/officeDocument/2006/relationships/tags" Target="../tags/tag318.xml"/><Relationship Id="rId50" Type="http://schemas.openxmlformats.org/officeDocument/2006/relationships/tags" Target="../tags/tag334.xml"/><Relationship Id="rId55" Type="http://schemas.openxmlformats.org/officeDocument/2006/relationships/tags" Target="../tags/tag339.xml"/><Relationship Id="rId76" Type="http://schemas.openxmlformats.org/officeDocument/2006/relationships/tags" Target="../tags/tag360.xml"/><Relationship Id="rId97" Type="http://schemas.openxmlformats.org/officeDocument/2006/relationships/tags" Target="../tags/tag381.xml"/><Relationship Id="rId104" Type="http://schemas.openxmlformats.org/officeDocument/2006/relationships/tags" Target="../tags/tag388.xml"/><Relationship Id="rId120" Type="http://schemas.openxmlformats.org/officeDocument/2006/relationships/tags" Target="../tags/tag404.xml"/><Relationship Id="rId125" Type="http://schemas.openxmlformats.org/officeDocument/2006/relationships/tags" Target="../tags/tag409.xml"/><Relationship Id="rId141" Type="http://schemas.openxmlformats.org/officeDocument/2006/relationships/tags" Target="../tags/tag425.xml"/><Relationship Id="rId146" Type="http://schemas.openxmlformats.org/officeDocument/2006/relationships/tags" Target="../tags/tag430.xml"/><Relationship Id="rId167" Type="http://schemas.openxmlformats.org/officeDocument/2006/relationships/tags" Target="../tags/tag451.xml"/><Relationship Id="rId7" Type="http://schemas.openxmlformats.org/officeDocument/2006/relationships/tags" Target="../tags/tag291.xml"/><Relationship Id="rId71" Type="http://schemas.openxmlformats.org/officeDocument/2006/relationships/tags" Target="../tags/tag355.xml"/><Relationship Id="rId92" Type="http://schemas.openxmlformats.org/officeDocument/2006/relationships/tags" Target="../tags/tag376.xml"/><Relationship Id="rId162" Type="http://schemas.openxmlformats.org/officeDocument/2006/relationships/tags" Target="../tags/tag446.xml"/><Relationship Id="rId2" Type="http://schemas.openxmlformats.org/officeDocument/2006/relationships/tags" Target="../tags/tag286.xml"/><Relationship Id="rId29" Type="http://schemas.openxmlformats.org/officeDocument/2006/relationships/tags" Target="../tags/tag313.xml"/><Relationship Id="rId24" Type="http://schemas.openxmlformats.org/officeDocument/2006/relationships/tags" Target="../tags/tag308.xml"/><Relationship Id="rId40" Type="http://schemas.openxmlformats.org/officeDocument/2006/relationships/tags" Target="../tags/tag324.xml"/><Relationship Id="rId45" Type="http://schemas.openxmlformats.org/officeDocument/2006/relationships/tags" Target="../tags/tag329.xml"/><Relationship Id="rId66" Type="http://schemas.openxmlformats.org/officeDocument/2006/relationships/tags" Target="../tags/tag350.xml"/><Relationship Id="rId87" Type="http://schemas.openxmlformats.org/officeDocument/2006/relationships/tags" Target="../tags/tag371.xml"/><Relationship Id="rId110" Type="http://schemas.openxmlformats.org/officeDocument/2006/relationships/tags" Target="../tags/tag394.xml"/><Relationship Id="rId115" Type="http://schemas.openxmlformats.org/officeDocument/2006/relationships/tags" Target="../tags/tag399.xml"/><Relationship Id="rId131" Type="http://schemas.openxmlformats.org/officeDocument/2006/relationships/tags" Target="../tags/tag415.xml"/><Relationship Id="rId136" Type="http://schemas.openxmlformats.org/officeDocument/2006/relationships/tags" Target="../tags/tag420.xml"/><Relationship Id="rId157" Type="http://schemas.openxmlformats.org/officeDocument/2006/relationships/tags" Target="../tags/tag441.xml"/><Relationship Id="rId178" Type="http://schemas.openxmlformats.org/officeDocument/2006/relationships/tags" Target="../tags/tag291.xml"/><Relationship Id="rId61" Type="http://schemas.openxmlformats.org/officeDocument/2006/relationships/tags" Target="../tags/tag345.xml"/><Relationship Id="rId82" Type="http://schemas.openxmlformats.org/officeDocument/2006/relationships/tags" Target="../tags/tag366.xml"/><Relationship Id="rId152" Type="http://schemas.openxmlformats.org/officeDocument/2006/relationships/tags" Target="../tags/tag436.xml"/><Relationship Id="rId173" Type="http://schemas.openxmlformats.org/officeDocument/2006/relationships/tags" Target="../tags/tag457.xml"/><Relationship Id="rId19" Type="http://schemas.openxmlformats.org/officeDocument/2006/relationships/tags" Target="../tags/tag303.xml"/><Relationship Id="rId14" Type="http://schemas.openxmlformats.org/officeDocument/2006/relationships/tags" Target="../tags/tag298.xml"/><Relationship Id="rId30" Type="http://schemas.openxmlformats.org/officeDocument/2006/relationships/tags" Target="../tags/tag314.xml"/><Relationship Id="rId35" Type="http://schemas.openxmlformats.org/officeDocument/2006/relationships/tags" Target="../tags/tag319.xml"/><Relationship Id="rId56" Type="http://schemas.openxmlformats.org/officeDocument/2006/relationships/tags" Target="../tags/tag340.xml"/><Relationship Id="rId77" Type="http://schemas.openxmlformats.org/officeDocument/2006/relationships/tags" Target="../tags/tag361.xml"/><Relationship Id="rId100" Type="http://schemas.openxmlformats.org/officeDocument/2006/relationships/tags" Target="../tags/tag384.xml"/><Relationship Id="rId105" Type="http://schemas.openxmlformats.org/officeDocument/2006/relationships/tags" Target="../tags/tag389.xml"/><Relationship Id="rId126" Type="http://schemas.openxmlformats.org/officeDocument/2006/relationships/tags" Target="../tags/tag410.xml"/><Relationship Id="rId147" Type="http://schemas.openxmlformats.org/officeDocument/2006/relationships/tags" Target="../tags/tag431.xml"/><Relationship Id="rId168" Type="http://schemas.openxmlformats.org/officeDocument/2006/relationships/tags" Target="../tags/tag452.xml"/><Relationship Id="rId8" Type="http://schemas.openxmlformats.org/officeDocument/2006/relationships/tags" Target="../tags/tag292.xml"/><Relationship Id="rId51" Type="http://schemas.openxmlformats.org/officeDocument/2006/relationships/tags" Target="../tags/tag335.xml"/><Relationship Id="rId72" Type="http://schemas.openxmlformats.org/officeDocument/2006/relationships/tags" Target="../tags/tag356.xml"/><Relationship Id="rId93" Type="http://schemas.openxmlformats.org/officeDocument/2006/relationships/tags" Target="../tags/tag377.xml"/><Relationship Id="rId98" Type="http://schemas.openxmlformats.org/officeDocument/2006/relationships/tags" Target="../tags/tag382.xml"/><Relationship Id="rId121" Type="http://schemas.openxmlformats.org/officeDocument/2006/relationships/tags" Target="../tags/tag405.xml"/><Relationship Id="rId142" Type="http://schemas.openxmlformats.org/officeDocument/2006/relationships/tags" Target="../tags/tag426.xml"/><Relationship Id="rId163" Type="http://schemas.openxmlformats.org/officeDocument/2006/relationships/tags" Target="../tags/tag447.xml"/><Relationship Id="rId3" Type="http://schemas.openxmlformats.org/officeDocument/2006/relationships/tags" Target="../tags/tag287.xml"/><Relationship Id="rId25" Type="http://schemas.openxmlformats.org/officeDocument/2006/relationships/tags" Target="../tags/tag309.xml"/><Relationship Id="rId46" Type="http://schemas.openxmlformats.org/officeDocument/2006/relationships/tags" Target="../tags/tag330.xml"/><Relationship Id="rId67" Type="http://schemas.openxmlformats.org/officeDocument/2006/relationships/tags" Target="../tags/tag351.xml"/><Relationship Id="rId116" Type="http://schemas.openxmlformats.org/officeDocument/2006/relationships/tags" Target="../tags/tag400.xml"/><Relationship Id="rId137" Type="http://schemas.openxmlformats.org/officeDocument/2006/relationships/tags" Target="../tags/tag421.xml"/><Relationship Id="rId158" Type="http://schemas.openxmlformats.org/officeDocument/2006/relationships/tags" Target="../tags/tag442.xml"/><Relationship Id="rId20" Type="http://schemas.openxmlformats.org/officeDocument/2006/relationships/tags" Target="../tags/tag304.xml"/><Relationship Id="rId41" Type="http://schemas.openxmlformats.org/officeDocument/2006/relationships/tags" Target="../tags/tag325.xml"/><Relationship Id="rId62" Type="http://schemas.openxmlformats.org/officeDocument/2006/relationships/tags" Target="../tags/tag346.xml"/><Relationship Id="rId83" Type="http://schemas.openxmlformats.org/officeDocument/2006/relationships/tags" Target="../tags/tag367.xml"/><Relationship Id="rId88" Type="http://schemas.openxmlformats.org/officeDocument/2006/relationships/tags" Target="../tags/tag372.xml"/><Relationship Id="rId111" Type="http://schemas.openxmlformats.org/officeDocument/2006/relationships/tags" Target="../tags/tag395.xml"/><Relationship Id="rId132" Type="http://schemas.openxmlformats.org/officeDocument/2006/relationships/tags" Target="../tags/tag416.xml"/><Relationship Id="rId153" Type="http://schemas.openxmlformats.org/officeDocument/2006/relationships/tags" Target="../tags/tag437.xml"/><Relationship Id="rId174" Type="http://schemas.openxmlformats.org/officeDocument/2006/relationships/tags" Target="../tags/tag458.xml"/><Relationship Id="rId179" Type="http://schemas.openxmlformats.org/officeDocument/2006/relationships/image" Target="../media/image2.png"/><Relationship Id="rId15" Type="http://schemas.openxmlformats.org/officeDocument/2006/relationships/tags" Target="../tags/tag299.xml"/><Relationship Id="rId36" Type="http://schemas.openxmlformats.org/officeDocument/2006/relationships/tags" Target="../tags/tag320.xml"/><Relationship Id="rId57" Type="http://schemas.openxmlformats.org/officeDocument/2006/relationships/tags" Target="../tags/tag341.xml"/><Relationship Id="rId106" Type="http://schemas.openxmlformats.org/officeDocument/2006/relationships/tags" Target="../tags/tag390.xml"/><Relationship Id="rId127" Type="http://schemas.openxmlformats.org/officeDocument/2006/relationships/tags" Target="../tags/tag411.xml"/><Relationship Id="rId10" Type="http://schemas.openxmlformats.org/officeDocument/2006/relationships/tags" Target="../tags/tag294.xml"/><Relationship Id="rId31" Type="http://schemas.openxmlformats.org/officeDocument/2006/relationships/tags" Target="../tags/tag315.xml"/><Relationship Id="rId52" Type="http://schemas.openxmlformats.org/officeDocument/2006/relationships/tags" Target="../tags/tag336.xml"/><Relationship Id="rId73" Type="http://schemas.openxmlformats.org/officeDocument/2006/relationships/tags" Target="../tags/tag357.xml"/><Relationship Id="rId78" Type="http://schemas.openxmlformats.org/officeDocument/2006/relationships/tags" Target="../tags/tag362.xml"/><Relationship Id="rId94" Type="http://schemas.openxmlformats.org/officeDocument/2006/relationships/tags" Target="../tags/tag378.xml"/><Relationship Id="rId99" Type="http://schemas.openxmlformats.org/officeDocument/2006/relationships/tags" Target="../tags/tag383.xml"/><Relationship Id="rId101" Type="http://schemas.openxmlformats.org/officeDocument/2006/relationships/tags" Target="../tags/tag385.xml"/><Relationship Id="rId122" Type="http://schemas.openxmlformats.org/officeDocument/2006/relationships/tags" Target="../tags/tag406.xml"/><Relationship Id="rId143" Type="http://schemas.openxmlformats.org/officeDocument/2006/relationships/tags" Target="../tags/tag427.xml"/><Relationship Id="rId148" Type="http://schemas.openxmlformats.org/officeDocument/2006/relationships/tags" Target="../tags/tag432.xml"/><Relationship Id="rId164" Type="http://schemas.openxmlformats.org/officeDocument/2006/relationships/tags" Target="../tags/tag448.xml"/><Relationship Id="rId169" Type="http://schemas.openxmlformats.org/officeDocument/2006/relationships/tags" Target="../tags/tag453.xml"/><Relationship Id="rId4" Type="http://schemas.openxmlformats.org/officeDocument/2006/relationships/tags" Target="../tags/tag288.xml"/><Relationship Id="rId9" Type="http://schemas.openxmlformats.org/officeDocument/2006/relationships/tags" Target="../tags/tag293.xml"/><Relationship Id="rId180" Type="http://schemas.openxmlformats.org/officeDocument/2006/relationships/tags" Target="../tags/tag293.xml"/><Relationship Id="rId26" Type="http://schemas.openxmlformats.org/officeDocument/2006/relationships/tags" Target="../tags/tag310.xml"/><Relationship Id="rId47" Type="http://schemas.openxmlformats.org/officeDocument/2006/relationships/tags" Target="../tags/tag331.xml"/><Relationship Id="rId68" Type="http://schemas.openxmlformats.org/officeDocument/2006/relationships/tags" Target="../tags/tag352.xml"/><Relationship Id="rId89" Type="http://schemas.openxmlformats.org/officeDocument/2006/relationships/tags" Target="../tags/tag373.xml"/><Relationship Id="rId112" Type="http://schemas.openxmlformats.org/officeDocument/2006/relationships/tags" Target="../tags/tag396.xml"/><Relationship Id="rId133" Type="http://schemas.openxmlformats.org/officeDocument/2006/relationships/tags" Target="../tags/tag417.xml"/><Relationship Id="rId154" Type="http://schemas.openxmlformats.org/officeDocument/2006/relationships/tags" Target="../tags/tag438.xml"/><Relationship Id="rId175" Type="http://schemas.openxmlformats.org/officeDocument/2006/relationships/tags" Target="../tags/tag459.xml"/><Relationship Id="rId16" Type="http://schemas.openxmlformats.org/officeDocument/2006/relationships/tags" Target="../tags/tag300.xml"/><Relationship Id="rId37" Type="http://schemas.openxmlformats.org/officeDocument/2006/relationships/tags" Target="../tags/tag321.xml"/><Relationship Id="rId58" Type="http://schemas.openxmlformats.org/officeDocument/2006/relationships/tags" Target="../tags/tag342.xml"/><Relationship Id="rId79" Type="http://schemas.openxmlformats.org/officeDocument/2006/relationships/tags" Target="../tags/tag363.xml"/><Relationship Id="rId102" Type="http://schemas.openxmlformats.org/officeDocument/2006/relationships/tags" Target="../tags/tag386.xml"/><Relationship Id="rId123" Type="http://schemas.openxmlformats.org/officeDocument/2006/relationships/tags" Target="../tags/tag407.xml"/><Relationship Id="rId144" Type="http://schemas.openxmlformats.org/officeDocument/2006/relationships/tags" Target="../tags/tag428.xml"/><Relationship Id="rId90" Type="http://schemas.openxmlformats.org/officeDocument/2006/relationships/tags" Target="../tags/tag374.xml"/><Relationship Id="rId165" Type="http://schemas.openxmlformats.org/officeDocument/2006/relationships/tags" Target="../tags/tag449.xml"/><Relationship Id="rId27" Type="http://schemas.openxmlformats.org/officeDocument/2006/relationships/tags" Target="../tags/tag311.xml"/><Relationship Id="rId48" Type="http://schemas.openxmlformats.org/officeDocument/2006/relationships/tags" Target="../tags/tag332.xml"/><Relationship Id="rId69" Type="http://schemas.openxmlformats.org/officeDocument/2006/relationships/tags" Target="../tags/tag353.xml"/><Relationship Id="rId113" Type="http://schemas.openxmlformats.org/officeDocument/2006/relationships/tags" Target="../tags/tag397.xml"/><Relationship Id="rId134" Type="http://schemas.openxmlformats.org/officeDocument/2006/relationships/tags" Target="../tags/tag418.xml"/><Relationship Id="rId80" Type="http://schemas.openxmlformats.org/officeDocument/2006/relationships/tags" Target="../tags/tag364.xml"/><Relationship Id="rId155" Type="http://schemas.openxmlformats.org/officeDocument/2006/relationships/tags" Target="../tags/tag439.xml"/><Relationship Id="rId176" Type="http://schemas.openxmlformats.org/officeDocument/2006/relationships/slideLayout" Target="../slideLayouts/slideLayout7.xml"/><Relationship Id="rId17" Type="http://schemas.openxmlformats.org/officeDocument/2006/relationships/tags" Target="../tags/tag301.xml"/><Relationship Id="rId38" Type="http://schemas.openxmlformats.org/officeDocument/2006/relationships/tags" Target="../tags/tag322.xml"/><Relationship Id="rId59" Type="http://schemas.openxmlformats.org/officeDocument/2006/relationships/tags" Target="../tags/tag343.xml"/><Relationship Id="rId103" Type="http://schemas.openxmlformats.org/officeDocument/2006/relationships/tags" Target="../tags/tag387.xml"/><Relationship Id="rId124" Type="http://schemas.openxmlformats.org/officeDocument/2006/relationships/tags" Target="../tags/tag408.xml"/><Relationship Id="rId70" Type="http://schemas.openxmlformats.org/officeDocument/2006/relationships/tags" Target="../tags/tag354.xml"/><Relationship Id="rId91" Type="http://schemas.openxmlformats.org/officeDocument/2006/relationships/tags" Target="../tags/tag375.xml"/><Relationship Id="rId145" Type="http://schemas.openxmlformats.org/officeDocument/2006/relationships/tags" Target="../tags/tag429.xml"/><Relationship Id="rId166" Type="http://schemas.openxmlformats.org/officeDocument/2006/relationships/tags" Target="../tags/tag450.xml"/><Relationship Id="rId1" Type="http://schemas.openxmlformats.org/officeDocument/2006/relationships/tags" Target="../tags/tag285.xml"/><Relationship Id="rId28" Type="http://schemas.openxmlformats.org/officeDocument/2006/relationships/tags" Target="../tags/tag312.xml"/><Relationship Id="rId49" Type="http://schemas.openxmlformats.org/officeDocument/2006/relationships/tags" Target="../tags/tag333.xml"/><Relationship Id="rId114" Type="http://schemas.openxmlformats.org/officeDocument/2006/relationships/tags" Target="../tags/tag398.xml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tags" Target="../tags/tag485.xml"/><Relationship Id="rId117" Type="http://schemas.openxmlformats.org/officeDocument/2006/relationships/tags" Target="../tags/tag576.xml"/><Relationship Id="rId21" Type="http://schemas.openxmlformats.org/officeDocument/2006/relationships/tags" Target="../tags/tag480.xml"/><Relationship Id="rId42" Type="http://schemas.openxmlformats.org/officeDocument/2006/relationships/tags" Target="../tags/tag501.xml"/><Relationship Id="rId47" Type="http://schemas.openxmlformats.org/officeDocument/2006/relationships/tags" Target="../tags/tag506.xml"/><Relationship Id="rId63" Type="http://schemas.openxmlformats.org/officeDocument/2006/relationships/tags" Target="../tags/tag522.xml"/><Relationship Id="rId68" Type="http://schemas.openxmlformats.org/officeDocument/2006/relationships/tags" Target="../tags/tag527.xml"/><Relationship Id="rId84" Type="http://schemas.openxmlformats.org/officeDocument/2006/relationships/tags" Target="../tags/tag543.xml"/><Relationship Id="rId89" Type="http://schemas.openxmlformats.org/officeDocument/2006/relationships/tags" Target="../tags/tag548.xml"/><Relationship Id="rId112" Type="http://schemas.openxmlformats.org/officeDocument/2006/relationships/tags" Target="../tags/tag571.xml"/><Relationship Id="rId16" Type="http://schemas.openxmlformats.org/officeDocument/2006/relationships/tags" Target="../tags/tag475.xml"/><Relationship Id="rId107" Type="http://schemas.openxmlformats.org/officeDocument/2006/relationships/tags" Target="../tags/tag566.xml"/><Relationship Id="rId11" Type="http://schemas.openxmlformats.org/officeDocument/2006/relationships/tags" Target="../tags/tag470.xml"/><Relationship Id="rId32" Type="http://schemas.openxmlformats.org/officeDocument/2006/relationships/tags" Target="../tags/tag491.xml"/><Relationship Id="rId37" Type="http://schemas.openxmlformats.org/officeDocument/2006/relationships/tags" Target="../tags/tag496.xml"/><Relationship Id="rId53" Type="http://schemas.openxmlformats.org/officeDocument/2006/relationships/tags" Target="../tags/tag512.xml"/><Relationship Id="rId58" Type="http://schemas.openxmlformats.org/officeDocument/2006/relationships/tags" Target="../tags/tag517.xml"/><Relationship Id="rId74" Type="http://schemas.openxmlformats.org/officeDocument/2006/relationships/tags" Target="../tags/tag533.xml"/><Relationship Id="rId79" Type="http://schemas.openxmlformats.org/officeDocument/2006/relationships/tags" Target="../tags/tag538.xml"/><Relationship Id="rId102" Type="http://schemas.openxmlformats.org/officeDocument/2006/relationships/tags" Target="../tags/tag561.xml"/><Relationship Id="rId5" Type="http://schemas.openxmlformats.org/officeDocument/2006/relationships/tags" Target="../tags/tag464.xml"/><Relationship Id="rId90" Type="http://schemas.openxmlformats.org/officeDocument/2006/relationships/tags" Target="../tags/tag549.xml"/><Relationship Id="rId95" Type="http://schemas.openxmlformats.org/officeDocument/2006/relationships/tags" Target="../tags/tag554.xml"/><Relationship Id="rId22" Type="http://schemas.openxmlformats.org/officeDocument/2006/relationships/tags" Target="../tags/tag481.xml"/><Relationship Id="rId27" Type="http://schemas.openxmlformats.org/officeDocument/2006/relationships/tags" Target="../tags/tag486.xml"/><Relationship Id="rId43" Type="http://schemas.openxmlformats.org/officeDocument/2006/relationships/tags" Target="../tags/tag502.xml"/><Relationship Id="rId48" Type="http://schemas.openxmlformats.org/officeDocument/2006/relationships/tags" Target="../tags/tag507.xml"/><Relationship Id="rId64" Type="http://schemas.openxmlformats.org/officeDocument/2006/relationships/tags" Target="../tags/tag523.xml"/><Relationship Id="rId69" Type="http://schemas.openxmlformats.org/officeDocument/2006/relationships/tags" Target="../tags/tag528.xml"/><Relationship Id="rId113" Type="http://schemas.openxmlformats.org/officeDocument/2006/relationships/tags" Target="../tags/tag572.xml"/><Relationship Id="rId118" Type="http://schemas.openxmlformats.org/officeDocument/2006/relationships/slideLayout" Target="../slideLayouts/slideLayout7.xml"/><Relationship Id="rId80" Type="http://schemas.openxmlformats.org/officeDocument/2006/relationships/tags" Target="../tags/tag539.xml"/><Relationship Id="rId85" Type="http://schemas.openxmlformats.org/officeDocument/2006/relationships/tags" Target="../tags/tag544.xml"/><Relationship Id="rId12" Type="http://schemas.openxmlformats.org/officeDocument/2006/relationships/tags" Target="../tags/tag471.xml"/><Relationship Id="rId17" Type="http://schemas.openxmlformats.org/officeDocument/2006/relationships/tags" Target="../tags/tag476.xml"/><Relationship Id="rId33" Type="http://schemas.openxmlformats.org/officeDocument/2006/relationships/tags" Target="../tags/tag492.xml"/><Relationship Id="rId38" Type="http://schemas.openxmlformats.org/officeDocument/2006/relationships/tags" Target="../tags/tag497.xml"/><Relationship Id="rId59" Type="http://schemas.openxmlformats.org/officeDocument/2006/relationships/tags" Target="../tags/tag518.xml"/><Relationship Id="rId103" Type="http://schemas.openxmlformats.org/officeDocument/2006/relationships/tags" Target="../tags/tag562.xml"/><Relationship Id="rId108" Type="http://schemas.openxmlformats.org/officeDocument/2006/relationships/tags" Target="../tags/tag567.xml"/><Relationship Id="rId54" Type="http://schemas.openxmlformats.org/officeDocument/2006/relationships/tags" Target="../tags/tag513.xml"/><Relationship Id="rId70" Type="http://schemas.openxmlformats.org/officeDocument/2006/relationships/tags" Target="../tags/tag529.xml"/><Relationship Id="rId75" Type="http://schemas.openxmlformats.org/officeDocument/2006/relationships/tags" Target="../tags/tag534.xml"/><Relationship Id="rId91" Type="http://schemas.openxmlformats.org/officeDocument/2006/relationships/tags" Target="../tags/tag550.xml"/><Relationship Id="rId96" Type="http://schemas.openxmlformats.org/officeDocument/2006/relationships/tags" Target="../tags/tag555.xml"/><Relationship Id="rId1" Type="http://schemas.openxmlformats.org/officeDocument/2006/relationships/tags" Target="../tags/tag460.xml"/><Relationship Id="rId6" Type="http://schemas.openxmlformats.org/officeDocument/2006/relationships/tags" Target="../tags/tag465.xml"/><Relationship Id="rId23" Type="http://schemas.openxmlformats.org/officeDocument/2006/relationships/tags" Target="../tags/tag482.xml"/><Relationship Id="rId28" Type="http://schemas.openxmlformats.org/officeDocument/2006/relationships/tags" Target="../tags/tag487.xml"/><Relationship Id="rId49" Type="http://schemas.openxmlformats.org/officeDocument/2006/relationships/tags" Target="../tags/tag508.xml"/><Relationship Id="rId114" Type="http://schemas.openxmlformats.org/officeDocument/2006/relationships/tags" Target="../tags/tag573.xml"/><Relationship Id="rId119" Type="http://schemas.openxmlformats.org/officeDocument/2006/relationships/tags" Target="../tags/tag465.xml"/><Relationship Id="rId10" Type="http://schemas.openxmlformats.org/officeDocument/2006/relationships/tags" Target="../tags/tag469.xml"/><Relationship Id="rId31" Type="http://schemas.openxmlformats.org/officeDocument/2006/relationships/tags" Target="../tags/tag490.xml"/><Relationship Id="rId44" Type="http://schemas.openxmlformats.org/officeDocument/2006/relationships/tags" Target="../tags/tag503.xml"/><Relationship Id="rId52" Type="http://schemas.openxmlformats.org/officeDocument/2006/relationships/tags" Target="../tags/tag511.xml"/><Relationship Id="rId60" Type="http://schemas.openxmlformats.org/officeDocument/2006/relationships/tags" Target="../tags/tag519.xml"/><Relationship Id="rId65" Type="http://schemas.openxmlformats.org/officeDocument/2006/relationships/tags" Target="../tags/tag524.xml"/><Relationship Id="rId73" Type="http://schemas.openxmlformats.org/officeDocument/2006/relationships/tags" Target="../tags/tag532.xml"/><Relationship Id="rId78" Type="http://schemas.openxmlformats.org/officeDocument/2006/relationships/tags" Target="../tags/tag537.xml"/><Relationship Id="rId81" Type="http://schemas.openxmlformats.org/officeDocument/2006/relationships/tags" Target="../tags/tag540.xml"/><Relationship Id="rId86" Type="http://schemas.openxmlformats.org/officeDocument/2006/relationships/tags" Target="../tags/tag545.xml"/><Relationship Id="rId94" Type="http://schemas.openxmlformats.org/officeDocument/2006/relationships/tags" Target="../tags/tag553.xml"/><Relationship Id="rId99" Type="http://schemas.openxmlformats.org/officeDocument/2006/relationships/tags" Target="../tags/tag558.xml"/><Relationship Id="rId101" Type="http://schemas.openxmlformats.org/officeDocument/2006/relationships/tags" Target="../tags/tag560.xml"/><Relationship Id="rId4" Type="http://schemas.openxmlformats.org/officeDocument/2006/relationships/tags" Target="../tags/tag463.xml"/><Relationship Id="rId9" Type="http://schemas.openxmlformats.org/officeDocument/2006/relationships/tags" Target="../tags/tag468.xml"/><Relationship Id="rId13" Type="http://schemas.openxmlformats.org/officeDocument/2006/relationships/tags" Target="../tags/tag472.xml"/><Relationship Id="rId18" Type="http://schemas.openxmlformats.org/officeDocument/2006/relationships/tags" Target="../tags/tag477.xml"/><Relationship Id="rId39" Type="http://schemas.openxmlformats.org/officeDocument/2006/relationships/tags" Target="../tags/tag498.xml"/><Relationship Id="rId109" Type="http://schemas.openxmlformats.org/officeDocument/2006/relationships/tags" Target="../tags/tag568.xml"/><Relationship Id="rId34" Type="http://schemas.openxmlformats.org/officeDocument/2006/relationships/tags" Target="../tags/tag493.xml"/><Relationship Id="rId50" Type="http://schemas.openxmlformats.org/officeDocument/2006/relationships/tags" Target="../tags/tag509.xml"/><Relationship Id="rId55" Type="http://schemas.openxmlformats.org/officeDocument/2006/relationships/tags" Target="../tags/tag514.xml"/><Relationship Id="rId76" Type="http://schemas.openxmlformats.org/officeDocument/2006/relationships/tags" Target="../tags/tag535.xml"/><Relationship Id="rId97" Type="http://schemas.openxmlformats.org/officeDocument/2006/relationships/tags" Target="../tags/tag556.xml"/><Relationship Id="rId104" Type="http://schemas.openxmlformats.org/officeDocument/2006/relationships/tags" Target="../tags/tag563.xml"/><Relationship Id="rId120" Type="http://schemas.openxmlformats.org/officeDocument/2006/relationships/image" Target="../media/image4.png"/><Relationship Id="rId7" Type="http://schemas.openxmlformats.org/officeDocument/2006/relationships/tags" Target="../tags/tag466.xml"/><Relationship Id="rId71" Type="http://schemas.openxmlformats.org/officeDocument/2006/relationships/tags" Target="../tags/tag530.xml"/><Relationship Id="rId92" Type="http://schemas.openxmlformats.org/officeDocument/2006/relationships/tags" Target="../tags/tag551.xml"/><Relationship Id="rId2" Type="http://schemas.openxmlformats.org/officeDocument/2006/relationships/tags" Target="../tags/tag461.xml"/><Relationship Id="rId29" Type="http://schemas.openxmlformats.org/officeDocument/2006/relationships/tags" Target="../tags/tag488.xml"/><Relationship Id="rId24" Type="http://schemas.openxmlformats.org/officeDocument/2006/relationships/tags" Target="../tags/tag483.xml"/><Relationship Id="rId40" Type="http://schemas.openxmlformats.org/officeDocument/2006/relationships/tags" Target="../tags/tag499.xml"/><Relationship Id="rId45" Type="http://schemas.openxmlformats.org/officeDocument/2006/relationships/tags" Target="../tags/tag504.xml"/><Relationship Id="rId66" Type="http://schemas.openxmlformats.org/officeDocument/2006/relationships/tags" Target="../tags/tag525.xml"/><Relationship Id="rId87" Type="http://schemas.openxmlformats.org/officeDocument/2006/relationships/tags" Target="../tags/tag546.xml"/><Relationship Id="rId110" Type="http://schemas.openxmlformats.org/officeDocument/2006/relationships/tags" Target="../tags/tag569.xml"/><Relationship Id="rId115" Type="http://schemas.openxmlformats.org/officeDocument/2006/relationships/tags" Target="../tags/tag574.xml"/><Relationship Id="rId61" Type="http://schemas.openxmlformats.org/officeDocument/2006/relationships/tags" Target="../tags/tag520.xml"/><Relationship Id="rId82" Type="http://schemas.openxmlformats.org/officeDocument/2006/relationships/tags" Target="../tags/tag541.xml"/><Relationship Id="rId19" Type="http://schemas.openxmlformats.org/officeDocument/2006/relationships/tags" Target="../tags/tag478.xml"/><Relationship Id="rId14" Type="http://schemas.openxmlformats.org/officeDocument/2006/relationships/tags" Target="../tags/tag473.xml"/><Relationship Id="rId30" Type="http://schemas.openxmlformats.org/officeDocument/2006/relationships/tags" Target="../tags/tag489.xml"/><Relationship Id="rId35" Type="http://schemas.openxmlformats.org/officeDocument/2006/relationships/tags" Target="../tags/tag494.xml"/><Relationship Id="rId56" Type="http://schemas.openxmlformats.org/officeDocument/2006/relationships/tags" Target="../tags/tag515.xml"/><Relationship Id="rId77" Type="http://schemas.openxmlformats.org/officeDocument/2006/relationships/tags" Target="../tags/tag536.xml"/><Relationship Id="rId100" Type="http://schemas.openxmlformats.org/officeDocument/2006/relationships/tags" Target="../tags/tag559.xml"/><Relationship Id="rId105" Type="http://schemas.openxmlformats.org/officeDocument/2006/relationships/tags" Target="../tags/tag564.xml"/><Relationship Id="rId8" Type="http://schemas.openxmlformats.org/officeDocument/2006/relationships/tags" Target="../tags/tag467.xml"/><Relationship Id="rId51" Type="http://schemas.openxmlformats.org/officeDocument/2006/relationships/tags" Target="../tags/tag510.xml"/><Relationship Id="rId72" Type="http://schemas.openxmlformats.org/officeDocument/2006/relationships/tags" Target="../tags/tag531.xml"/><Relationship Id="rId93" Type="http://schemas.openxmlformats.org/officeDocument/2006/relationships/tags" Target="../tags/tag552.xml"/><Relationship Id="rId98" Type="http://schemas.openxmlformats.org/officeDocument/2006/relationships/tags" Target="../tags/tag557.xml"/><Relationship Id="rId3" Type="http://schemas.openxmlformats.org/officeDocument/2006/relationships/tags" Target="../tags/tag462.xml"/><Relationship Id="rId25" Type="http://schemas.openxmlformats.org/officeDocument/2006/relationships/tags" Target="../tags/tag484.xml"/><Relationship Id="rId46" Type="http://schemas.openxmlformats.org/officeDocument/2006/relationships/tags" Target="../tags/tag505.xml"/><Relationship Id="rId67" Type="http://schemas.openxmlformats.org/officeDocument/2006/relationships/tags" Target="../tags/tag526.xml"/><Relationship Id="rId116" Type="http://schemas.openxmlformats.org/officeDocument/2006/relationships/tags" Target="../tags/tag575.xml"/><Relationship Id="rId20" Type="http://schemas.openxmlformats.org/officeDocument/2006/relationships/tags" Target="../tags/tag479.xml"/><Relationship Id="rId41" Type="http://schemas.openxmlformats.org/officeDocument/2006/relationships/tags" Target="../tags/tag500.xml"/><Relationship Id="rId62" Type="http://schemas.openxmlformats.org/officeDocument/2006/relationships/tags" Target="../tags/tag521.xml"/><Relationship Id="rId83" Type="http://schemas.openxmlformats.org/officeDocument/2006/relationships/tags" Target="../tags/tag542.xml"/><Relationship Id="rId88" Type="http://schemas.openxmlformats.org/officeDocument/2006/relationships/tags" Target="../tags/tag547.xml"/><Relationship Id="rId111" Type="http://schemas.openxmlformats.org/officeDocument/2006/relationships/tags" Target="../tags/tag570.xml"/><Relationship Id="rId15" Type="http://schemas.openxmlformats.org/officeDocument/2006/relationships/tags" Target="../tags/tag474.xml"/><Relationship Id="rId36" Type="http://schemas.openxmlformats.org/officeDocument/2006/relationships/tags" Target="../tags/tag495.xml"/><Relationship Id="rId57" Type="http://schemas.openxmlformats.org/officeDocument/2006/relationships/tags" Target="../tags/tag516.xml"/><Relationship Id="rId106" Type="http://schemas.openxmlformats.org/officeDocument/2006/relationships/tags" Target="../tags/tag565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tags" Target="../tags/tag693.xml"/><Relationship Id="rId21" Type="http://schemas.openxmlformats.org/officeDocument/2006/relationships/tags" Target="../tags/tag597.xml"/><Relationship Id="rId42" Type="http://schemas.openxmlformats.org/officeDocument/2006/relationships/tags" Target="../tags/tag618.xml"/><Relationship Id="rId63" Type="http://schemas.openxmlformats.org/officeDocument/2006/relationships/tags" Target="../tags/tag639.xml"/><Relationship Id="rId84" Type="http://schemas.openxmlformats.org/officeDocument/2006/relationships/tags" Target="../tags/tag660.xml"/><Relationship Id="rId138" Type="http://schemas.openxmlformats.org/officeDocument/2006/relationships/tags" Target="../tags/tag714.xml"/><Relationship Id="rId107" Type="http://schemas.openxmlformats.org/officeDocument/2006/relationships/tags" Target="../tags/tag683.xml"/><Relationship Id="rId11" Type="http://schemas.openxmlformats.org/officeDocument/2006/relationships/tags" Target="../tags/tag587.xml"/><Relationship Id="rId32" Type="http://schemas.openxmlformats.org/officeDocument/2006/relationships/tags" Target="../tags/tag608.xml"/><Relationship Id="rId37" Type="http://schemas.openxmlformats.org/officeDocument/2006/relationships/tags" Target="../tags/tag613.xml"/><Relationship Id="rId53" Type="http://schemas.openxmlformats.org/officeDocument/2006/relationships/tags" Target="../tags/tag629.xml"/><Relationship Id="rId58" Type="http://schemas.openxmlformats.org/officeDocument/2006/relationships/tags" Target="../tags/tag634.xml"/><Relationship Id="rId74" Type="http://schemas.openxmlformats.org/officeDocument/2006/relationships/tags" Target="../tags/tag650.xml"/><Relationship Id="rId79" Type="http://schemas.openxmlformats.org/officeDocument/2006/relationships/tags" Target="../tags/tag655.xml"/><Relationship Id="rId102" Type="http://schemas.openxmlformats.org/officeDocument/2006/relationships/tags" Target="../tags/tag678.xml"/><Relationship Id="rId123" Type="http://schemas.openxmlformats.org/officeDocument/2006/relationships/tags" Target="../tags/tag699.xml"/><Relationship Id="rId128" Type="http://schemas.openxmlformats.org/officeDocument/2006/relationships/tags" Target="../tags/tag704.xml"/><Relationship Id="rId5" Type="http://schemas.openxmlformats.org/officeDocument/2006/relationships/tags" Target="../tags/tag581.xml"/><Relationship Id="rId90" Type="http://schemas.openxmlformats.org/officeDocument/2006/relationships/tags" Target="../tags/tag666.xml"/><Relationship Id="rId95" Type="http://schemas.openxmlformats.org/officeDocument/2006/relationships/tags" Target="../tags/tag671.xml"/><Relationship Id="rId22" Type="http://schemas.openxmlformats.org/officeDocument/2006/relationships/tags" Target="../tags/tag598.xml"/><Relationship Id="rId27" Type="http://schemas.openxmlformats.org/officeDocument/2006/relationships/tags" Target="../tags/tag603.xml"/><Relationship Id="rId43" Type="http://schemas.openxmlformats.org/officeDocument/2006/relationships/tags" Target="../tags/tag619.xml"/><Relationship Id="rId48" Type="http://schemas.openxmlformats.org/officeDocument/2006/relationships/tags" Target="../tags/tag624.xml"/><Relationship Id="rId64" Type="http://schemas.openxmlformats.org/officeDocument/2006/relationships/tags" Target="../tags/tag640.xml"/><Relationship Id="rId69" Type="http://schemas.openxmlformats.org/officeDocument/2006/relationships/tags" Target="../tags/tag645.xml"/><Relationship Id="rId113" Type="http://schemas.openxmlformats.org/officeDocument/2006/relationships/tags" Target="../tags/tag689.xml"/><Relationship Id="rId118" Type="http://schemas.openxmlformats.org/officeDocument/2006/relationships/tags" Target="../tags/tag694.xml"/><Relationship Id="rId134" Type="http://schemas.openxmlformats.org/officeDocument/2006/relationships/tags" Target="../tags/tag710.xml"/><Relationship Id="rId139" Type="http://schemas.openxmlformats.org/officeDocument/2006/relationships/tags" Target="../tags/tag715.xml"/><Relationship Id="rId80" Type="http://schemas.openxmlformats.org/officeDocument/2006/relationships/tags" Target="../tags/tag656.xml"/><Relationship Id="rId85" Type="http://schemas.openxmlformats.org/officeDocument/2006/relationships/tags" Target="../tags/tag661.xml"/><Relationship Id="rId12" Type="http://schemas.openxmlformats.org/officeDocument/2006/relationships/tags" Target="../tags/tag588.xml"/><Relationship Id="rId17" Type="http://schemas.openxmlformats.org/officeDocument/2006/relationships/tags" Target="../tags/tag593.xml"/><Relationship Id="rId33" Type="http://schemas.openxmlformats.org/officeDocument/2006/relationships/tags" Target="../tags/tag609.xml"/><Relationship Id="rId38" Type="http://schemas.openxmlformats.org/officeDocument/2006/relationships/tags" Target="../tags/tag614.xml"/><Relationship Id="rId59" Type="http://schemas.openxmlformats.org/officeDocument/2006/relationships/tags" Target="../tags/tag635.xml"/><Relationship Id="rId103" Type="http://schemas.openxmlformats.org/officeDocument/2006/relationships/tags" Target="../tags/tag679.xml"/><Relationship Id="rId108" Type="http://schemas.openxmlformats.org/officeDocument/2006/relationships/tags" Target="../tags/tag684.xml"/><Relationship Id="rId124" Type="http://schemas.openxmlformats.org/officeDocument/2006/relationships/tags" Target="../tags/tag700.xml"/><Relationship Id="rId129" Type="http://schemas.openxmlformats.org/officeDocument/2006/relationships/tags" Target="../tags/tag705.xml"/><Relationship Id="rId54" Type="http://schemas.openxmlformats.org/officeDocument/2006/relationships/tags" Target="../tags/tag630.xml"/><Relationship Id="rId70" Type="http://schemas.openxmlformats.org/officeDocument/2006/relationships/tags" Target="../tags/tag646.xml"/><Relationship Id="rId75" Type="http://schemas.openxmlformats.org/officeDocument/2006/relationships/tags" Target="../tags/tag651.xml"/><Relationship Id="rId91" Type="http://schemas.openxmlformats.org/officeDocument/2006/relationships/tags" Target="../tags/tag667.xml"/><Relationship Id="rId96" Type="http://schemas.openxmlformats.org/officeDocument/2006/relationships/tags" Target="../tags/tag672.xml"/><Relationship Id="rId140" Type="http://schemas.openxmlformats.org/officeDocument/2006/relationships/tags" Target="../tags/tag716.xml"/><Relationship Id="rId1" Type="http://schemas.openxmlformats.org/officeDocument/2006/relationships/tags" Target="../tags/tag577.xml"/><Relationship Id="rId6" Type="http://schemas.openxmlformats.org/officeDocument/2006/relationships/tags" Target="../tags/tag582.xml"/><Relationship Id="rId23" Type="http://schemas.openxmlformats.org/officeDocument/2006/relationships/tags" Target="../tags/tag599.xml"/><Relationship Id="rId28" Type="http://schemas.openxmlformats.org/officeDocument/2006/relationships/tags" Target="../tags/tag604.xml"/><Relationship Id="rId49" Type="http://schemas.openxmlformats.org/officeDocument/2006/relationships/tags" Target="../tags/tag625.xml"/><Relationship Id="rId114" Type="http://schemas.openxmlformats.org/officeDocument/2006/relationships/tags" Target="../tags/tag690.xml"/><Relationship Id="rId119" Type="http://schemas.openxmlformats.org/officeDocument/2006/relationships/tags" Target="../tags/tag695.xml"/><Relationship Id="rId44" Type="http://schemas.openxmlformats.org/officeDocument/2006/relationships/tags" Target="../tags/tag620.xml"/><Relationship Id="rId60" Type="http://schemas.openxmlformats.org/officeDocument/2006/relationships/tags" Target="../tags/tag636.xml"/><Relationship Id="rId65" Type="http://schemas.openxmlformats.org/officeDocument/2006/relationships/tags" Target="../tags/tag641.xml"/><Relationship Id="rId81" Type="http://schemas.openxmlformats.org/officeDocument/2006/relationships/tags" Target="../tags/tag657.xml"/><Relationship Id="rId86" Type="http://schemas.openxmlformats.org/officeDocument/2006/relationships/tags" Target="../tags/tag662.xml"/><Relationship Id="rId130" Type="http://schemas.openxmlformats.org/officeDocument/2006/relationships/tags" Target="../tags/tag706.xml"/><Relationship Id="rId135" Type="http://schemas.openxmlformats.org/officeDocument/2006/relationships/tags" Target="../tags/tag711.xml"/><Relationship Id="rId13" Type="http://schemas.openxmlformats.org/officeDocument/2006/relationships/tags" Target="../tags/tag589.xml"/><Relationship Id="rId18" Type="http://schemas.openxmlformats.org/officeDocument/2006/relationships/tags" Target="../tags/tag594.xml"/><Relationship Id="rId39" Type="http://schemas.openxmlformats.org/officeDocument/2006/relationships/tags" Target="../tags/tag615.xml"/><Relationship Id="rId109" Type="http://schemas.openxmlformats.org/officeDocument/2006/relationships/tags" Target="../tags/tag685.xml"/><Relationship Id="rId34" Type="http://schemas.openxmlformats.org/officeDocument/2006/relationships/tags" Target="../tags/tag610.xml"/><Relationship Id="rId50" Type="http://schemas.openxmlformats.org/officeDocument/2006/relationships/tags" Target="../tags/tag626.xml"/><Relationship Id="rId55" Type="http://schemas.openxmlformats.org/officeDocument/2006/relationships/tags" Target="../tags/tag631.xml"/><Relationship Id="rId76" Type="http://schemas.openxmlformats.org/officeDocument/2006/relationships/tags" Target="../tags/tag652.xml"/><Relationship Id="rId97" Type="http://schemas.openxmlformats.org/officeDocument/2006/relationships/tags" Target="../tags/tag673.xml"/><Relationship Id="rId104" Type="http://schemas.openxmlformats.org/officeDocument/2006/relationships/tags" Target="../tags/tag680.xml"/><Relationship Id="rId120" Type="http://schemas.openxmlformats.org/officeDocument/2006/relationships/tags" Target="../tags/tag696.xml"/><Relationship Id="rId125" Type="http://schemas.openxmlformats.org/officeDocument/2006/relationships/tags" Target="../tags/tag701.xml"/><Relationship Id="rId141" Type="http://schemas.openxmlformats.org/officeDocument/2006/relationships/slideLayout" Target="../slideLayouts/slideLayout7.xml"/><Relationship Id="rId7" Type="http://schemas.openxmlformats.org/officeDocument/2006/relationships/tags" Target="../tags/tag583.xml"/><Relationship Id="rId71" Type="http://schemas.openxmlformats.org/officeDocument/2006/relationships/tags" Target="../tags/tag647.xml"/><Relationship Id="rId92" Type="http://schemas.openxmlformats.org/officeDocument/2006/relationships/tags" Target="../tags/tag668.xml"/><Relationship Id="rId2" Type="http://schemas.openxmlformats.org/officeDocument/2006/relationships/tags" Target="../tags/tag578.xml"/><Relationship Id="rId29" Type="http://schemas.openxmlformats.org/officeDocument/2006/relationships/tags" Target="../tags/tag605.xml"/><Relationship Id="rId24" Type="http://schemas.openxmlformats.org/officeDocument/2006/relationships/tags" Target="../tags/tag600.xml"/><Relationship Id="rId40" Type="http://schemas.openxmlformats.org/officeDocument/2006/relationships/tags" Target="../tags/tag616.xml"/><Relationship Id="rId45" Type="http://schemas.openxmlformats.org/officeDocument/2006/relationships/tags" Target="../tags/tag621.xml"/><Relationship Id="rId66" Type="http://schemas.openxmlformats.org/officeDocument/2006/relationships/tags" Target="../tags/tag642.xml"/><Relationship Id="rId87" Type="http://schemas.openxmlformats.org/officeDocument/2006/relationships/tags" Target="../tags/tag663.xml"/><Relationship Id="rId110" Type="http://schemas.openxmlformats.org/officeDocument/2006/relationships/tags" Target="../tags/tag686.xml"/><Relationship Id="rId115" Type="http://schemas.openxmlformats.org/officeDocument/2006/relationships/tags" Target="../tags/tag691.xml"/><Relationship Id="rId131" Type="http://schemas.openxmlformats.org/officeDocument/2006/relationships/tags" Target="../tags/tag707.xml"/><Relationship Id="rId136" Type="http://schemas.openxmlformats.org/officeDocument/2006/relationships/tags" Target="../tags/tag712.xml"/><Relationship Id="rId61" Type="http://schemas.openxmlformats.org/officeDocument/2006/relationships/tags" Target="../tags/tag637.xml"/><Relationship Id="rId82" Type="http://schemas.openxmlformats.org/officeDocument/2006/relationships/tags" Target="../tags/tag658.xml"/><Relationship Id="rId19" Type="http://schemas.openxmlformats.org/officeDocument/2006/relationships/tags" Target="../tags/tag595.xml"/><Relationship Id="rId14" Type="http://schemas.openxmlformats.org/officeDocument/2006/relationships/tags" Target="../tags/tag590.xml"/><Relationship Id="rId30" Type="http://schemas.openxmlformats.org/officeDocument/2006/relationships/tags" Target="../tags/tag606.xml"/><Relationship Id="rId35" Type="http://schemas.openxmlformats.org/officeDocument/2006/relationships/tags" Target="../tags/tag611.xml"/><Relationship Id="rId56" Type="http://schemas.openxmlformats.org/officeDocument/2006/relationships/tags" Target="../tags/tag632.xml"/><Relationship Id="rId77" Type="http://schemas.openxmlformats.org/officeDocument/2006/relationships/tags" Target="../tags/tag653.xml"/><Relationship Id="rId100" Type="http://schemas.openxmlformats.org/officeDocument/2006/relationships/tags" Target="../tags/tag676.xml"/><Relationship Id="rId105" Type="http://schemas.openxmlformats.org/officeDocument/2006/relationships/tags" Target="../tags/tag681.xml"/><Relationship Id="rId126" Type="http://schemas.openxmlformats.org/officeDocument/2006/relationships/tags" Target="../tags/tag702.xml"/><Relationship Id="rId8" Type="http://schemas.openxmlformats.org/officeDocument/2006/relationships/tags" Target="../tags/tag584.xml"/><Relationship Id="rId51" Type="http://schemas.openxmlformats.org/officeDocument/2006/relationships/tags" Target="../tags/tag627.xml"/><Relationship Id="rId72" Type="http://schemas.openxmlformats.org/officeDocument/2006/relationships/tags" Target="../tags/tag648.xml"/><Relationship Id="rId93" Type="http://schemas.openxmlformats.org/officeDocument/2006/relationships/tags" Target="../tags/tag669.xml"/><Relationship Id="rId98" Type="http://schemas.openxmlformats.org/officeDocument/2006/relationships/tags" Target="../tags/tag674.xml"/><Relationship Id="rId121" Type="http://schemas.openxmlformats.org/officeDocument/2006/relationships/tags" Target="../tags/tag697.xml"/><Relationship Id="rId142" Type="http://schemas.openxmlformats.org/officeDocument/2006/relationships/slide" Target="slide9.xml"/><Relationship Id="rId3" Type="http://schemas.openxmlformats.org/officeDocument/2006/relationships/tags" Target="../tags/tag579.xml"/><Relationship Id="rId25" Type="http://schemas.openxmlformats.org/officeDocument/2006/relationships/tags" Target="../tags/tag601.xml"/><Relationship Id="rId46" Type="http://schemas.openxmlformats.org/officeDocument/2006/relationships/tags" Target="../tags/tag622.xml"/><Relationship Id="rId67" Type="http://schemas.openxmlformats.org/officeDocument/2006/relationships/tags" Target="../tags/tag643.xml"/><Relationship Id="rId116" Type="http://schemas.openxmlformats.org/officeDocument/2006/relationships/tags" Target="../tags/tag692.xml"/><Relationship Id="rId137" Type="http://schemas.openxmlformats.org/officeDocument/2006/relationships/tags" Target="../tags/tag713.xml"/><Relationship Id="rId20" Type="http://schemas.openxmlformats.org/officeDocument/2006/relationships/tags" Target="../tags/tag596.xml"/><Relationship Id="rId41" Type="http://schemas.openxmlformats.org/officeDocument/2006/relationships/tags" Target="../tags/tag617.xml"/><Relationship Id="rId62" Type="http://schemas.openxmlformats.org/officeDocument/2006/relationships/tags" Target="../tags/tag638.xml"/><Relationship Id="rId83" Type="http://schemas.openxmlformats.org/officeDocument/2006/relationships/tags" Target="../tags/tag659.xml"/><Relationship Id="rId88" Type="http://schemas.openxmlformats.org/officeDocument/2006/relationships/tags" Target="../tags/tag664.xml"/><Relationship Id="rId111" Type="http://schemas.openxmlformats.org/officeDocument/2006/relationships/tags" Target="../tags/tag687.xml"/><Relationship Id="rId132" Type="http://schemas.openxmlformats.org/officeDocument/2006/relationships/tags" Target="../tags/tag708.xml"/><Relationship Id="rId15" Type="http://schemas.openxmlformats.org/officeDocument/2006/relationships/tags" Target="../tags/tag591.xml"/><Relationship Id="rId36" Type="http://schemas.openxmlformats.org/officeDocument/2006/relationships/tags" Target="../tags/tag612.xml"/><Relationship Id="rId57" Type="http://schemas.openxmlformats.org/officeDocument/2006/relationships/tags" Target="../tags/tag633.xml"/><Relationship Id="rId106" Type="http://schemas.openxmlformats.org/officeDocument/2006/relationships/tags" Target="../tags/tag682.xml"/><Relationship Id="rId127" Type="http://schemas.openxmlformats.org/officeDocument/2006/relationships/tags" Target="../tags/tag703.xml"/><Relationship Id="rId10" Type="http://schemas.openxmlformats.org/officeDocument/2006/relationships/tags" Target="../tags/tag586.xml"/><Relationship Id="rId31" Type="http://schemas.openxmlformats.org/officeDocument/2006/relationships/tags" Target="../tags/tag607.xml"/><Relationship Id="rId52" Type="http://schemas.openxmlformats.org/officeDocument/2006/relationships/tags" Target="../tags/tag628.xml"/><Relationship Id="rId73" Type="http://schemas.openxmlformats.org/officeDocument/2006/relationships/tags" Target="../tags/tag649.xml"/><Relationship Id="rId78" Type="http://schemas.openxmlformats.org/officeDocument/2006/relationships/tags" Target="../tags/tag654.xml"/><Relationship Id="rId94" Type="http://schemas.openxmlformats.org/officeDocument/2006/relationships/tags" Target="../tags/tag670.xml"/><Relationship Id="rId99" Type="http://schemas.openxmlformats.org/officeDocument/2006/relationships/tags" Target="../tags/tag675.xml"/><Relationship Id="rId101" Type="http://schemas.openxmlformats.org/officeDocument/2006/relationships/tags" Target="../tags/tag677.xml"/><Relationship Id="rId122" Type="http://schemas.openxmlformats.org/officeDocument/2006/relationships/tags" Target="../tags/tag698.xml"/><Relationship Id="rId4" Type="http://schemas.openxmlformats.org/officeDocument/2006/relationships/tags" Target="../tags/tag580.xml"/><Relationship Id="rId9" Type="http://schemas.openxmlformats.org/officeDocument/2006/relationships/tags" Target="../tags/tag585.xml"/><Relationship Id="rId26" Type="http://schemas.openxmlformats.org/officeDocument/2006/relationships/tags" Target="../tags/tag602.xml"/><Relationship Id="rId47" Type="http://schemas.openxmlformats.org/officeDocument/2006/relationships/tags" Target="../tags/tag623.xml"/><Relationship Id="rId68" Type="http://schemas.openxmlformats.org/officeDocument/2006/relationships/tags" Target="../tags/tag644.xml"/><Relationship Id="rId89" Type="http://schemas.openxmlformats.org/officeDocument/2006/relationships/tags" Target="../tags/tag665.xml"/><Relationship Id="rId112" Type="http://schemas.openxmlformats.org/officeDocument/2006/relationships/tags" Target="../tags/tag688.xml"/><Relationship Id="rId133" Type="http://schemas.openxmlformats.org/officeDocument/2006/relationships/tags" Target="../tags/tag709.xml"/><Relationship Id="rId16" Type="http://schemas.openxmlformats.org/officeDocument/2006/relationships/tags" Target="../tags/tag592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tags" Target="../tags/tag833.xml"/><Relationship Id="rId21" Type="http://schemas.openxmlformats.org/officeDocument/2006/relationships/tags" Target="../tags/tag737.xml"/><Relationship Id="rId42" Type="http://schemas.openxmlformats.org/officeDocument/2006/relationships/tags" Target="../tags/tag758.xml"/><Relationship Id="rId63" Type="http://schemas.openxmlformats.org/officeDocument/2006/relationships/tags" Target="../tags/tag779.xml"/><Relationship Id="rId84" Type="http://schemas.openxmlformats.org/officeDocument/2006/relationships/tags" Target="../tags/tag800.xml"/><Relationship Id="rId138" Type="http://schemas.openxmlformats.org/officeDocument/2006/relationships/tags" Target="../tags/tag854.xml"/><Relationship Id="rId159" Type="http://schemas.openxmlformats.org/officeDocument/2006/relationships/tags" Target="../tags/tag875.xml"/><Relationship Id="rId170" Type="http://schemas.openxmlformats.org/officeDocument/2006/relationships/tags" Target="../tags/tag886.xml"/><Relationship Id="rId107" Type="http://schemas.openxmlformats.org/officeDocument/2006/relationships/tags" Target="../tags/tag823.xml"/><Relationship Id="rId11" Type="http://schemas.openxmlformats.org/officeDocument/2006/relationships/tags" Target="../tags/tag727.xml"/><Relationship Id="rId32" Type="http://schemas.openxmlformats.org/officeDocument/2006/relationships/tags" Target="../tags/tag748.xml"/><Relationship Id="rId53" Type="http://schemas.openxmlformats.org/officeDocument/2006/relationships/tags" Target="../tags/tag769.xml"/><Relationship Id="rId74" Type="http://schemas.openxmlformats.org/officeDocument/2006/relationships/tags" Target="../tags/tag790.xml"/><Relationship Id="rId128" Type="http://schemas.openxmlformats.org/officeDocument/2006/relationships/tags" Target="../tags/tag844.xml"/><Relationship Id="rId149" Type="http://schemas.openxmlformats.org/officeDocument/2006/relationships/tags" Target="../tags/tag865.xml"/><Relationship Id="rId5" Type="http://schemas.openxmlformats.org/officeDocument/2006/relationships/tags" Target="../tags/tag721.xml"/><Relationship Id="rId95" Type="http://schemas.openxmlformats.org/officeDocument/2006/relationships/tags" Target="../tags/tag811.xml"/><Relationship Id="rId160" Type="http://schemas.openxmlformats.org/officeDocument/2006/relationships/tags" Target="../tags/tag876.xml"/><Relationship Id="rId22" Type="http://schemas.openxmlformats.org/officeDocument/2006/relationships/tags" Target="../tags/tag738.xml"/><Relationship Id="rId43" Type="http://schemas.openxmlformats.org/officeDocument/2006/relationships/tags" Target="../tags/tag759.xml"/><Relationship Id="rId64" Type="http://schemas.openxmlformats.org/officeDocument/2006/relationships/tags" Target="../tags/tag780.xml"/><Relationship Id="rId118" Type="http://schemas.openxmlformats.org/officeDocument/2006/relationships/tags" Target="../tags/tag834.xml"/><Relationship Id="rId139" Type="http://schemas.openxmlformats.org/officeDocument/2006/relationships/tags" Target="../tags/tag855.xml"/><Relationship Id="rId85" Type="http://schemas.openxmlformats.org/officeDocument/2006/relationships/tags" Target="../tags/tag801.xml"/><Relationship Id="rId150" Type="http://schemas.openxmlformats.org/officeDocument/2006/relationships/tags" Target="../tags/tag866.xml"/><Relationship Id="rId171" Type="http://schemas.openxmlformats.org/officeDocument/2006/relationships/tags" Target="../tags/tag887.xml"/><Relationship Id="rId12" Type="http://schemas.openxmlformats.org/officeDocument/2006/relationships/tags" Target="../tags/tag728.xml"/><Relationship Id="rId33" Type="http://schemas.openxmlformats.org/officeDocument/2006/relationships/tags" Target="../tags/tag749.xml"/><Relationship Id="rId108" Type="http://schemas.openxmlformats.org/officeDocument/2006/relationships/tags" Target="../tags/tag824.xml"/><Relationship Id="rId129" Type="http://schemas.openxmlformats.org/officeDocument/2006/relationships/tags" Target="../tags/tag845.xml"/><Relationship Id="rId54" Type="http://schemas.openxmlformats.org/officeDocument/2006/relationships/tags" Target="../tags/tag770.xml"/><Relationship Id="rId75" Type="http://schemas.openxmlformats.org/officeDocument/2006/relationships/tags" Target="../tags/tag791.xml"/><Relationship Id="rId96" Type="http://schemas.openxmlformats.org/officeDocument/2006/relationships/tags" Target="../tags/tag812.xml"/><Relationship Id="rId140" Type="http://schemas.openxmlformats.org/officeDocument/2006/relationships/tags" Target="../tags/tag856.xml"/><Relationship Id="rId161" Type="http://schemas.openxmlformats.org/officeDocument/2006/relationships/tags" Target="../tags/tag877.xml"/><Relationship Id="rId1" Type="http://schemas.openxmlformats.org/officeDocument/2006/relationships/tags" Target="../tags/tag717.xml"/><Relationship Id="rId6" Type="http://schemas.openxmlformats.org/officeDocument/2006/relationships/tags" Target="../tags/tag722.xml"/><Relationship Id="rId23" Type="http://schemas.openxmlformats.org/officeDocument/2006/relationships/tags" Target="../tags/tag739.xml"/><Relationship Id="rId28" Type="http://schemas.openxmlformats.org/officeDocument/2006/relationships/tags" Target="../tags/tag744.xml"/><Relationship Id="rId49" Type="http://schemas.openxmlformats.org/officeDocument/2006/relationships/tags" Target="../tags/tag765.xml"/><Relationship Id="rId114" Type="http://schemas.openxmlformats.org/officeDocument/2006/relationships/tags" Target="../tags/tag830.xml"/><Relationship Id="rId119" Type="http://schemas.openxmlformats.org/officeDocument/2006/relationships/tags" Target="../tags/tag835.xml"/><Relationship Id="rId44" Type="http://schemas.openxmlformats.org/officeDocument/2006/relationships/tags" Target="../tags/tag760.xml"/><Relationship Id="rId60" Type="http://schemas.openxmlformats.org/officeDocument/2006/relationships/tags" Target="../tags/tag776.xml"/><Relationship Id="rId65" Type="http://schemas.openxmlformats.org/officeDocument/2006/relationships/tags" Target="../tags/tag781.xml"/><Relationship Id="rId81" Type="http://schemas.openxmlformats.org/officeDocument/2006/relationships/tags" Target="../tags/tag797.xml"/><Relationship Id="rId86" Type="http://schemas.openxmlformats.org/officeDocument/2006/relationships/tags" Target="../tags/tag802.xml"/><Relationship Id="rId130" Type="http://schemas.openxmlformats.org/officeDocument/2006/relationships/tags" Target="../tags/tag846.xml"/><Relationship Id="rId135" Type="http://schemas.openxmlformats.org/officeDocument/2006/relationships/tags" Target="../tags/tag851.xml"/><Relationship Id="rId151" Type="http://schemas.openxmlformats.org/officeDocument/2006/relationships/tags" Target="../tags/tag867.xml"/><Relationship Id="rId156" Type="http://schemas.openxmlformats.org/officeDocument/2006/relationships/tags" Target="../tags/tag872.xml"/><Relationship Id="rId172" Type="http://schemas.openxmlformats.org/officeDocument/2006/relationships/tags" Target="../tags/tag888.xml"/><Relationship Id="rId13" Type="http://schemas.openxmlformats.org/officeDocument/2006/relationships/tags" Target="../tags/tag729.xml"/><Relationship Id="rId18" Type="http://schemas.openxmlformats.org/officeDocument/2006/relationships/tags" Target="../tags/tag734.xml"/><Relationship Id="rId39" Type="http://schemas.openxmlformats.org/officeDocument/2006/relationships/tags" Target="../tags/tag755.xml"/><Relationship Id="rId109" Type="http://schemas.openxmlformats.org/officeDocument/2006/relationships/tags" Target="../tags/tag825.xml"/><Relationship Id="rId34" Type="http://schemas.openxmlformats.org/officeDocument/2006/relationships/tags" Target="../tags/tag750.xml"/><Relationship Id="rId50" Type="http://schemas.openxmlformats.org/officeDocument/2006/relationships/tags" Target="../tags/tag766.xml"/><Relationship Id="rId55" Type="http://schemas.openxmlformats.org/officeDocument/2006/relationships/tags" Target="../tags/tag771.xml"/><Relationship Id="rId76" Type="http://schemas.openxmlformats.org/officeDocument/2006/relationships/tags" Target="../tags/tag792.xml"/><Relationship Id="rId97" Type="http://schemas.openxmlformats.org/officeDocument/2006/relationships/tags" Target="../tags/tag813.xml"/><Relationship Id="rId104" Type="http://schemas.openxmlformats.org/officeDocument/2006/relationships/tags" Target="../tags/tag820.xml"/><Relationship Id="rId120" Type="http://schemas.openxmlformats.org/officeDocument/2006/relationships/tags" Target="../tags/tag836.xml"/><Relationship Id="rId125" Type="http://schemas.openxmlformats.org/officeDocument/2006/relationships/tags" Target="../tags/tag841.xml"/><Relationship Id="rId141" Type="http://schemas.openxmlformats.org/officeDocument/2006/relationships/tags" Target="../tags/tag857.xml"/><Relationship Id="rId146" Type="http://schemas.openxmlformats.org/officeDocument/2006/relationships/tags" Target="../tags/tag862.xml"/><Relationship Id="rId167" Type="http://schemas.openxmlformats.org/officeDocument/2006/relationships/tags" Target="../tags/tag883.xml"/><Relationship Id="rId7" Type="http://schemas.openxmlformats.org/officeDocument/2006/relationships/tags" Target="../tags/tag723.xml"/><Relationship Id="rId71" Type="http://schemas.openxmlformats.org/officeDocument/2006/relationships/tags" Target="../tags/tag787.xml"/><Relationship Id="rId92" Type="http://schemas.openxmlformats.org/officeDocument/2006/relationships/tags" Target="../tags/tag808.xml"/><Relationship Id="rId162" Type="http://schemas.openxmlformats.org/officeDocument/2006/relationships/tags" Target="../tags/tag878.xml"/><Relationship Id="rId2" Type="http://schemas.openxmlformats.org/officeDocument/2006/relationships/tags" Target="../tags/tag718.xml"/><Relationship Id="rId29" Type="http://schemas.openxmlformats.org/officeDocument/2006/relationships/tags" Target="../tags/tag745.xml"/><Relationship Id="rId24" Type="http://schemas.openxmlformats.org/officeDocument/2006/relationships/tags" Target="../tags/tag740.xml"/><Relationship Id="rId40" Type="http://schemas.openxmlformats.org/officeDocument/2006/relationships/tags" Target="../tags/tag756.xml"/><Relationship Id="rId45" Type="http://schemas.openxmlformats.org/officeDocument/2006/relationships/tags" Target="../tags/tag761.xml"/><Relationship Id="rId66" Type="http://schemas.openxmlformats.org/officeDocument/2006/relationships/tags" Target="../tags/tag782.xml"/><Relationship Id="rId87" Type="http://schemas.openxmlformats.org/officeDocument/2006/relationships/tags" Target="../tags/tag803.xml"/><Relationship Id="rId110" Type="http://schemas.openxmlformats.org/officeDocument/2006/relationships/tags" Target="../tags/tag826.xml"/><Relationship Id="rId115" Type="http://schemas.openxmlformats.org/officeDocument/2006/relationships/tags" Target="../tags/tag831.xml"/><Relationship Id="rId131" Type="http://schemas.openxmlformats.org/officeDocument/2006/relationships/tags" Target="../tags/tag847.xml"/><Relationship Id="rId136" Type="http://schemas.openxmlformats.org/officeDocument/2006/relationships/tags" Target="../tags/tag852.xml"/><Relationship Id="rId157" Type="http://schemas.openxmlformats.org/officeDocument/2006/relationships/tags" Target="../tags/tag873.xml"/><Relationship Id="rId61" Type="http://schemas.openxmlformats.org/officeDocument/2006/relationships/tags" Target="../tags/tag777.xml"/><Relationship Id="rId82" Type="http://schemas.openxmlformats.org/officeDocument/2006/relationships/tags" Target="../tags/tag798.xml"/><Relationship Id="rId152" Type="http://schemas.openxmlformats.org/officeDocument/2006/relationships/tags" Target="../tags/tag868.xml"/><Relationship Id="rId173" Type="http://schemas.openxmlformats.org/officeDocument/2006/relationships/slideLayout" Target="../slideLayouts/slideLayout7.xml"/><Relationship Id="rId19" Type="http://schemas.openxmlformats.org/officeDocument/2006/relationships/tags" Target="../tags/tag735.xml"/><Relationship Id="rId14" Type="http://schemas.openxmlformats.org/officeDocument/2006/relationships/tags" Target="../tags/tag730.xml"/><Relationship Id="rId30" Type="http://schemas.openxmlformats.org/officeDocument/2006/relationships/tags" Target="../tags/tag746.xml"/><Relationship Id="rId35" Type="http://schemas.openxmlformats.org/officeDocument/2006/relationships/tags" Target="../tags/tag751.xml"/><Relationship Id="rId56" Type="http://schemas.openxmlformats.org/officeDocument/2006/relationships/tags" Target="../tags/tag772.xml"/><Relationship Id="rId77" Type="http://schemas.openxmlformats.org/officeDocument/2006/relationships/tags" Target="../tags/tag793.xml"/><Relationship Id="rId100" Type="http://schemas.openxmlformats.org/officeDocument/2006/relationships/tags" Target="../tags/tag816.xml"/><Relationship Id="rId105" Type="http://schemas.openxmlformats.org/officeDocument/2006/relationships/tags" Target="../tags/tag821.xml"/><Relationship Id="rId126" Type="http://schemas.openxmlformats.org/officeDocument/2006/relationships/tags" Target="../tags/tag842.xml"/><Relationship Id="rId147" Type="http://schemas.openxmlformats.org/officeDocument/2006/relationships/tags" Target="../tags/tag863.xml"/><Relationship Id="rId168" Type="http://schemas.openxmlformats.org/officeDocument/2006/relationships/tags" Target="../tags/tag884.xml"/><Relationship Id="rId8" Type="http://schemas.openxmlformats.org/officeDocument/2006/relationships/tags" Target="../tags/tag724.xml"/><Relationship Id="rId51" Type="http://schemas.openxmlformats.org/officeDocument/2006/relationships/tags" Target="../tags/tag767.xml"/><Relationship Id="rId72" Type="http://schemas.openxmlformats.org/officeDocument/2006/relationships/tags" Target="../tags/tag788.xml"/><Relationship Id="rId93" Type="http://schemas.openxmlformats.org/officeDocument/2006/relationships/tags" Target="../tags/tag809.xml"/><Relationship Id="rId98" Type="http://schemas.openxmlformats.org/officeDocument/2006/relationships/tags" Target="../tags/tag814.xml"/><Relationship Id="rId121" Type="http://schemas.openxmlformats.org/officeDocument/2006/relationships/tags" Target="../tags/tag837.xml"/><Relationship Id="rId142" Type="http://schemas.openxmlformats.org/officeDocument/2006/relationships/tags" Target="../tags/tag858.xml"/><Relationship Id="rId163" Type="http://schemas.openxmlformats.org/officeDocument/2006/relationships/tags" Target="../tags/tag879.xml"/><Relationship Id="rId3" Type="http://schemas.openxmlformats.org/officeDocument/2006/relationships/tags" Target="../tags/tag719.xml"/><Relationship Id="rId25" Type="http://schemas.openxmlformats.org/officeDocument/2006/relationships/tags" Target="../tags/tag741.xml"/><Relationship Id="rId46" Type="http://schemas.openxmlformats.org/officeDocument/2006/relationships/tags" Target="../tags/tag762.xml"/><Relationship Id="rId67" Type="http://schemas.openxmlformats.org/officeDocument/2006/relationships/tags" Target="../tags/tag783.xml"/><Relationship Id="rId116" Type="http://schemas.openxmlformats.org/officeDocument/2006/relationships/tags" Target="../tags/tag832.xml"/><Relationship Id="rId137" Type="http://schemas.openxmlformats.org/officeDocument/2006/relationships/tags" Target="../tags/tag853.xml"/><Relationship Id="rId158" Type="http://schemas.openxmlformats.org/officeDocument/2006/relationships/tags" Target="../tags/tag874.xml"/><Relationship Id="rId20" Type="http://schemas.openxmlformats.org/officeDocument/2006/relationships/tags" Target="../tags/tag736.xml"/><Relationship Id="rId41" Type="http://schemas.openxmlformats.org/officeDocument/2006/relationships/tags" Target="../tags/tag757.xml"/><Relationship Id="rId62" Type="http://schemas.openxmlformats.org/officeDocument/2006/relationships/tags" Target="../tags/tag778.xml"/><Relationship Id="rId83" Type="http://schemas.openxmlformats.org/officeDocument/2006/relationships/tags" Target="../tags/tag799.xml"/><Relationship Id="rId88" Type="http://schemas.openxmlformats.org/officeDocument/2006/relationships/tags" Target="../tags/tag804.xml"/><Relationship Id="rId111" Type="http://schemas.openxmlformats.org/officeDocument/2006/relationships/tags" Target="../tags/tag827.xml"/><Relationship Id="rId132" Type="http://schemas.openxmlformats.org/officeDocument/2006/relationships/tags" Target="../tags/tag848.xml"/><Relationship Id="rId153" Type="http://schemas.openxmlformats.org/officeDocument/2006/relationships/tags" Target="../tags/tag869.xml"/><Relationship Id="rId174" Type="http://schemas.openxmlformats.org/officeDocument/2006/relationships/notesSlide" Target="../notesSlides/notesSlide5.xml"/><Relationship Id="rId15" Type="http://schemas.openxmlformats.org/officeDocument/2006/relationships/tags" Target="../tags/tag731.xml"/><Relationship Id="rId36" Type="http://schemas.openxmlformats.org/officeDocument/2006/relationships/tags" Target="../tags/tag752.xml"/><Relationship Id="rId57" Type="http://schemas.openxmlformats.org/officeDocument/2006/relationships/tags" Target="../tags/tag773.xml"/><Relationship Id="rId106" Type="http://schemas.openxmlformats.org/officeDocument/2006/relationships/tags" Target="../tags/tag822.xml"/><Relationship Id="rId127" Type="http://schemas.openxmlformats.org/officeDocument/2006/relationships/tags" Target="../tags/tag843.xml"/><Relationship Id="rId10" Type="http://schemas.openxmlformats.org/officeDocument/2006/relationships/tags" Target="../tags/tag726.xml"/><Relationship Id="rId31" Type="http://schemas.openxmlformats.org/officeDocument/2006/relationships/tags" Target="../tags/tag747.xml"/><Relationship Id="rId52" Type="http://schemas.openxmlformats.org/officeDocument/2006/relationships/tags" Target="../tags/tag768.xml"/><Relationship Id="rId73" Type="http://schemas.openxmlformats.org/officeDocument/2006/relationships/tags" Target="../tags/tag789.xml"/><Relationship Id="rId78" Type="http://schemas.openxmlformats.org/officeDocument/2006/relationships/tags" Target="../tags/tag794.xml"/><Relationship Id="rId94" Type="http://schemas.openxmlformats.org/officeDocument/2006/relationships/tags" Target="../tags/tag810.xml"/><Relationship Id="rId99" Type="http://schemas.openxmlformats.org/officeDocument/2006/relationships/tags" Target="../tags/tag815.xml"/><Relationship Id="rId101" Type="http://schemas.openxmlformats.org/officeDocument/2006/relationships/tags" Target="../tags/tag817.xml"/><Relationship Id="rId122" Type="http://schemas.openxmlformats.org/officeDocument/2006/relationships/tags" Target="../tags/tag838.xml"/><Relationship Id="rId143" Type="http://schemas.openxmlformats.org/officeDocument/2006/relationships/tags" Target="../tags/tag859.xml"/><Relationship Id="rId148" Type="http://schemas.openxmlformats.org/officeDocument/2006/relationships/tags" Target="../tags/tag864.xml"/><Relationship Id="rId164" Type="http://schemas.openxmlformats.org/officeDocument/2006/relationships/tags" Target="../tags/tag880.xml"/><Relationship Id="rId169" Type="http://schemas.openxmlformats.org/officeDocument/2006/relationships/tags" Target="../tags/tag885.xml"/><Relationship Id="rId4" Type="http://schemas.openxmlformats.org/officeDocument/2006/relationships/tags" Target="../tags/tag720.xml"/><Relationship Id="rId9" Type="http://schemas.openxmlformats.org/officeDocument/2006/relationships/tags" Target="../tags/tag725.xml"/><Relationship Id="rId26" Type="http://schemas.openxmlformats.org/officeDocument/2006/relationships/tags" Target="../tags/tag742.xml"/><Relationship Id="rId47" Type="http://schemas.openxmlformats.org/officeDocument/2006/relationships/tags" Target="../tags/tag763.xml"/><Relationship Id="rId68" Type="http://schemas.openxmlformats.org/officeDocument/2006/relationships/tags" Target="../tags/tag784.xml"/><Relationship Id="rId89" Type="http://schemas.openxmlformats.org/officeDocument/2006/relationships/tags" Target="../tags/tag805.xml"/><Relationship Id="rId112" Type="http://schemas.openxmlformats.org/officeDocument/2006/relationships/tags" Target="../tags/tag828.xml"/><Relationship Id="rId133" Type="http://schemas.openxmlformats.org/officeDocument/2006/relationships/tags" Target="../tags/tag849.xml"/><Relationship Id="rId154" Type="http://schemas.openxmlformats.org/officeDocument/2006/relationships/tags" Target="../tags/tag870.xml"/><Relationship Id="rId175" Type="http://schemas.openxmlformats.org/officeDocument/2006/relationships/tags" Target="../tags/tag722.xml"/><Relationship Id="rId16" Type="http://schemas.openxmlformats.org/officeDocument/2006/relationships/tags" Target="../tags/tag732.xml"/><Relationship Id="rId37" Type="http://schemas.openxmlformats.org/officeDocument/2006/relationships/tags" Target="../tags/tag753.xml"/><Relationship Id="rId58" Type="http://schemas.openxmlformats.org/officeDocument/2006/relationships/tags" Target="../tags/tag774.xml"/><Relationship Id="rId79" Type="http://schemas.openxmlformats.org/officeDocument/2006/relationships/tags" Target="../tags/tag795.xml"/><Relationship Id="rId102" Type="http://schemas.openxmlformats.org/officeDocument/2006/relationships/tags" Target="../tags/tag818.xml"/><Relationship Id="rId123" Type="http://schemas.openxmlformats.org/officeDocument/2006/relationships/tags" Target="../tags/tag839.xml"/><Relationship Id="rId144" Type="http://schemas.openxmlformats.org/officeDocument/2006/relationships/tags" Target="../tags/tag860.xml"/><Relationship Id="rId90" Type="http://schemas.openxmlformats.org/officeDocument/2006/relationships/tags" Target="../tags/tag806.xml"/><Relationship Id="rId165" Type="http://schemas.openxmlformats.org/officeDocument/2006/relationships/tags" Target="../tags/tag881.xml"/><Relationship Id="rId27" Type="http://schemas.openxmlformats.org/officeDocument/2006/relationships/tags" Target="../tags/tag743.xml"/><Relationship Id="rId48" Type="http://schemas.openxmlformats.org/officeDocument/2006/relationships/tags" Target="../tags/tag764.xml"/><Relationship Id="rId69" Type="http://schemas.openxmlformats.org/officeDocument/2006/relationships/tags" Target="../tags/tag785.xml"/><Relationship Id="rId113" Type="http://schemas.openxmlformats.org/officeDocument/2006/relationships/tags" Target="../tags/tag829.xml"/><Relationship Id="rId134" Type="http://schemas.openxmlformats.org/officeDocument/2006/relationships/tags" Target="../tags/tag850.xml"/><Relationship Id="rId80" Type="http://schemas.openxmlformats.org/officeDocument/2006/relationships/tags" Target="../tags/tag796.xml"/><Relationship Id="rId155" Type="http://schemas.openxmlformats.org/officeDocument/2006/relationships/tags" Target="../tags/tag871.xml"/><Relationship Id="rId176" Type="http://schemas.openxmlformats.org/officeDocument/2006/relationships/image" Target="../media/image5.png"/><Relationship Id="rId17" Type="http://schemas.openxmlformats.org/officeDocument/2006/relationships/tags" Target="../tags/tag733.xml"/><Relationship Id="rId38" Type="http://schemas.openxmlformats.org/officeDocument/2006/relationships/tags" Target="../tags/tag754.xml"/><Relationship Id="rId59" Type="http://schemas.openxmlformats.org/officeDocument/2006/relationships/tags" Target="../tags/tag775.xml"/><Relationship Id="rId103" Type="http://schemas.openxmlformats.org/officeDocument/2006/relationships/tags" Target="../tags/tag819.xml"/><Relationship Id="rId124" Type="http://schemas.openxmlformats.org/officeDocument/2006/relationships/tags" Target="../tags/tag840.xml"/><Relationship Id="rId70" Type="http://schemas.openxmlformats.org/officeDocument/2006/relationships/tags" Target="../tags/tag786.xml"/><Relationship Id="rId91" Type="http://schemas.openxmlformats.org/officeDocument/2006/relationships/tags" Target="../tags/tag807.xml"/><Relationship Id="rId145" Type="http://schemas.openxmlformats.org/officeDocument/2006/relationships/tags" Target="../tags/tag861.xml"/><Relationship Id="rId166" Type="http://schemas.openxmlformats.org/officeDocument/2006/relationships/tags" Target="../tags/tag882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tags" Target="../tags/tag1005.xml"/><Relationship Id="rId21" Type="http://schemas.openxmlformats.org/officeDocument/2006/relationships/tags" Target="../tags/tag909.xml"/><Relationship Id="rId42" Type="http://schemas.openxmlformats.org/officeDocument/2006/relationships/tags" Target="../tags/tag930.xml"/><Relationship Id="rId63" Type="http://schemas.openxmlformats.org/officeDocument/2006/relationships/tags" Target="../tags/tag951.xml"/><Relationship Id="rId84" Type="http://schemas.openxmlformats.org/officeDocument/2006/relationships/tags" Target="../tags/tag972.xml"/><Relationship Id="rId138" Type="http://schemas.openxmlformats.org/officeDocument/2006/relationships/tags" Target="../tags/tag1026.xml"/><Relationship Id="rId159" Type="http://schemas.openxmlformats.org/officeDocument/2006/relationships/tags" Target="../tags/tag1047.xml"/><Relationship Id="rId170" Type="http://schemas.openxmlformats.org/officeDocument/2006/relationships/tags" Target="../tags/tag1058.xml"/><Relationship Id="rId107" Type="http://schemas.openxmlformats.org/officeDocument/2006/relationships/tags" Target="../tags/tag995.xml"/><Relationship Id="rId11" Type="http://schemas.openxmlformats.org/officeDocument/2006/relationships/tags" Target="../tags/tag899.xml"/><Relationship Id="rId32" Type="http://schemas.openxmlformats.org/officeDocument/2006/relationships/tags" Target="../tags/tag920.xml"/><Relationship Id="rId53" Type="http://schemas.openxmlformats.org/officeDocument/2006/relationships/tags" Target="../tags/tag941.xml"/><Relationship Id="rId74" Type="http://schemas.openxmlformats.org/officeDocument/2006/relationships/tags" Target="../tags/tag962.xml"/><Relationship Id="rId128" Type="http://schemas.openxmlformats.org/officeDocument/2006/relationships/tags" Target="../tags/tag1016.xml"/><Relationship Id="rId149" Type="http://schemas.openxmlformats.org/officeDocument/2006/relationships/tags" Target="../tags/tag1037.xml"/><Relationship Id="rId5" Type="http://schemas.openxmlformats.org/officeDocument/2006/relationships/tags" Target="../tags/tag893.xml"/><Relationship Id="rId95" Type="http://schemas.openxmlformats.org/officeDocument/2006/relationships/tags" Target="../tags/tag983.xml"/><Relationship Id="rId160" Type="http://schemas.openxmlformats.org/officeDocument/2006/relationships/tags" Target="../tags/tag1048.xml"/><Relationship Id="rId22" Type="http://schemas.openxmlformats.org/officeDocument/2006/relationships/tags" Target="../tags/tag910.xml"/><Relationship Id="rId43" Type="http://schemas.openxmlformats.org/officeDocument/2006/relationships/tags" Target="../tags/tag931.xml"/><Relationship Id="rId64" Type="http://schemas.openxmlformats.org/officeDocument/2006/relationships/tags" Target="../tags/tag952.xml"/><Relationship Id="rId118" Type="http://schemas.openxmlformats.org/officeDocument/2006/relationships/tags" Target="../tags/tag1006.xml"/><Relationship Id="rId139" Type="http://schemas.openxmlformats.org/officeDocument/2006/relationships/tags" Target="../tags/tag1027.xml"/><Relationship Id="rId85" Type="http://schemas.openxmlformats.org/officeDocument/2006/relationships/tags" Target="../tags/tag973.xml"/><Relationship Id="rId150" Type="http://schemas.openxmlformats.org/officeDocument/2006/relationships/tags" Target="../tags/tag1038.xml"/><Relationship Id="rId171" Type="http://schemas.openxmlformats.org/officeDocument/2006/relationships/tags" Target="../tags/tag1059.xml"/><Relationship Id="rId12" Type="http://schemas.openxmlformats.org/officeDocument/2006/relationships/tags" Target="../tags/tag900.xml"/><Relationship Id="rId33" Type="http://schemas.openxmlformats.org/officeDocument/2006/relationships/tags" Target="../tags/tag921.xml"/><Relationship Id="rId108" Type="http://schemas.openxmlformats.org/officeDocument/2006/relationships/tags" Target="../tags/tag996.xml"/><Relationship Id="rId129" Type="http://schemas.openxmlformats.org/officeDocument/2006/relationships/tags" Target="../tags/tag1017.xml"/><Relationship Id="rId54" Type="http://schemas.openxmlformats.org/officeDocument/2006/relationships/tags" Target="../tags/tag942.xml"/><Relationship Id="rId75" Type="http://schemas.openxmlformats.org/officeDocument/2006/relationships/tags" Target="../tags/tag963.xml"/><Relationship Id="rId96" Type="http://schemas.openxmlformats.org/officeDocument/2006/relationships/tags" Target="../tags/tag984.xml"/><Relationship Id="rId140" Type="http://schemas.openxmlformats.org/officeDocument/2006/relationships/tags" Target="../tags/tag1028.xml"/><Relationship Id="rId161" Type="http://schemas.openxmlformats.org/officeDocument/2006/relationships/tags" Target="../tags/tag1049.xml"/><Relationship Id="rId6" Type="http://schemas.openxmlformats.org/officeDocument/2006/relationships/tags" Target="../tags/tag894.xml"/><Relationship Id="rId23" Type="http://schemas.openxmlformats.org/officeDocument/2006/relationships/tags" Target="../tags/tag911.xml"/><Relationship Id="rId28" Type="http://schemas.openxmlformats.org/officeDocument/2006/relationships/tags" Target="../tags/tag916.xml"/><Relationship Id="rId49" Type="http://schemas.openxmlformats.org/officeDocument/2006/relationships/tags" Target="../tags/tag937.xml"/><Relationship Id="rId114" Type="http://schemas.openxmlformats.org/officeDocument/2006/relationships/tags" Target="../tags/tag1002.xml"/><Relationship Id="rId119" Type="http://schemas.openxmlformats.org/officeDocument/2006/relationships/tags" Target="../tags/tag1007.xml"/><Relationship Id="rId44" Type="http://schemas.openxmlformats.org/officeDocument/2006/relationships/tags" Target="../tags/tag932.xml"/><Relationship Id="rId60" Type="http://schemas.openxmlformats.org/officeDocument/2006/relationships/tags" Target="../tags/tag948.xml"/><Relationship Id="rId65" Type="http://schemas.openxmlformats.org/officeDocument/2006/relationships/tags" Target="../tags/tag953.xml"/><Relationship Id="rId81" Type="http://schemas.openxmlformats.org/officeDocument/2006/relationships/tags" Target="../tags/tag969.xml"/><Relationship Id="rId86" Type="http://schemas.openxmlformats.org/officeDocument/2006/relationships/tags" Target="../tags/tag974.xml"/><Relationship Id="rId130" Type="http://schemas.openxmlformats.org/officeDocument/2006/relationships/tags" Target="../tags/tag1018.xml"/><Relationship Id="rId135" Type="http://schemas.openxmlformats.org/officeDocument/2006/relationships/tags" Target="../tags/tag1023.xml"/><Relationship Id="rId151" Type="http://schemas.openxmlformats.org/officeDocument/2006/relationships/tags" Target="../tags/tag1039.xml"/><Relationship Id="rId156" Type="http://schemas.openxmlformats.org/officeDocument/2006/relationships/tags" Target="../tags/tag1044.xml"/><Relationship Id="rId177" Type="http://schemas.openxmlformats.org/officeDocument/2006/relationships/tags" Target="../tags/tag1065.xml"/><Relationship Id="rId172" Type="http://schemas.openxmlformats.org/officeDocument/2006/relationships/tags" Target="../tags/tag1060.xml"/><Relationship Id="rId13" Type="http://schemas.openxmlformats.org/officeDocument/2006/relationships/tags" Target="../tags/tag901.xml"/><Relationship Id="rId18" Type="http://schemas.openxmlformats.org/officeDocument/2006/relationships/tags" Target="../tags/tag906.xml"/><Relationship Id="rId39" Type="http://schemas.openxmlformats.org/officeDocument/2006/relationships/tags" Target="../tags/tag927.xml"/><Relationship Id="rId109" Type="http://schemas.openxmlformats.org/officeDocument/2006/relationships/tags" Target="../tags/tag997.xml"/><Relationship Id="rId34" Type="http://schemas.openxmlformats.org/officeDocument/2006/relationships/tags" Target="../tags/tag922.xml"/><Relationship Id="rId50" Type="http://schemas.openxmlformats.org/officeDocument/2006/relationships/tags" Target="../tags/tag938.xml"/><Relationship Id="rId55" Type="http://schemas.openxmlformats.org/officeDocument/2006/relationships/tags" Target="../tags/tag943.xml"/><Relationship Id="rId76" Type="http://schemas.openxmlformats.org/officeDocument/2006/relationships/tags" Target="../tags/tag964.xml"/><Relationship Id="rId97" Type="http://schemas.openxmlformats.org/officeDocument/2006/relationships/tags" Target="../tags/tag985.xml"/><Relationship Id="rId104" Type="http://schemas.openxmlformats.org/officeDocument/2006/relationships/tags" Target="../tags/tag992.xml"/><Relationship Id="rId120" Type="http://schemas.openxmlformats.org/officeDocument/2006/relationships/tags" Target="../tags/tag1008.xml"/><Relationship Id="rId125" Type="http://schemas.openxmlformats.org/officeDocument/2006/relationships/tags" Target="../tags/tag1013.xml"/><Relationship Id="rId141" Type="http://schemas.openxmlformats.org/officeDocument/2006/relationships/tags" Target="../tags/tag1029.xml"/><Relationship Id="rId146" Type="http://schemas.openxmlformats.org/officeDocument/2006/relationships/tags" Target="../tags/tag1034.xml"/><Relationship Id="rId167" Type="http://schemas.openxmlformats.org/officeDocument/2006/relationships/tags" Target="../tags/tag1055.xml"/><Relationship Id="rId7" Type="http://schemas.openxmlformats.org/officeDocument/2006/relationships/tags" Target="../tags/tag895.xml"/><Relationship Id="rId71" Type="http://schemas.openxmlformats.org/officeDocument/2006/relationships/tags" Target="../tags/tag959.xml"/><Relationship Id="rId92" Type="http://schemas.openxmlformats.org/officeDocument/2006/relationships/tags" Target="../tags/tag980.xml"/><Relationship Id="rId162" Type="http://schemas.openxmlformats.org/officeDocument/2006/relationships/tags" Target="../tags/tag1050.xml"/><Relationship Id="rId2" Type="http://schemas.openxmlformats.org/officeDocument/2006/relationships/tags" Target="../tags/tag890.xml"/><Relationship Id="rId29" Type="http://schemas.openxmlformats.org/officeDocument/2006/relationships/tags" Target="../tags/tag917.xml"/><Relationship Id="rId24" Type="http://schemas.openxmlformats.org/officeDocument/2006/relationships/tags" Target="../tags/tag912.xml"/><Relationship Id="rId40" Type="http://schemas.openxmlformats.org/officeDocument/2006/relationships/tags" Target="../tags/tag928.xml"/><Relationship Id="rId45" Type="http://schemas.openxmlformats.org/officeDocument/2006/relationships/tags" Target="../tags/tag933.xml"/><Relationship Id="rId66" Type="http://schemas.openxmlformats.org/officeDocument/2006/relationships/tags" Target="../tags/tag954.xml"/><Relationship Id="rId87" Type="http://schemas.openxmlformats.org/officeDocument/2006/relationships/tags" Target="../tags/tag975.xml"/><Relationship Id="rId110" Type="http://schemas.openxmlformats.org/officeDocument/2006/relationships/tags" Target="../tags/tag998.xml"/><Relationship Id="rId115" Type="http://schemas.openxmlformats.org/officeDocument/2006/relationships/tags" Target="../tags/tag1003.xml"/><Relationship Id="rId131" Type="http://schemas.openxmlformats.org/officeDocument/2006/relationships/tags" Target="../tags/tag1019.xml"/><Relationship Id="rId136" Type="http://schemas.openxmlformats.org/officeDocument/2006/relationships/tags" Target="../tags/tag1024.xml"/><Relationship Id="rId157" Type="http://schemas.openxmlformats.org/officeDocument/2006/relationships/tags" Target="../tags/tag1045.xml"/><Relationship Id="rId178" Type="http://schemas.openxmlformats.org/officeDocument/2006/relationships/slideLayout" Target="../slideLayouts/slideLayout7.xml"/><Relationship Id="rId61" Type="http://schemas.openxmlformats.org/officeDocument/2006/relationships/tags" Target="../tags/tag949.xml"/><Relationship Id="rId82" Type="http://schemas.openxmlformats.org/officeDocument/2006/relationships/tags" Target="../tags/tag970.xml"/><Relationship Id="rId152" Type="http://schemas.openxmlformats.org/officeDocument/2006/relationships/tags" Target="../tags/tag1040.xml"/><Relationship Id="rId173" Type="http://schemas.openxmlformats.org/officeDocument/2006/relationships/tags" Target="../tags/tag1061.xml"/><Relationship Id="rId19" Type="http://schemas.openxmlformats.org/officeDocument/2006/relationships/tags" Target="../tags/tag907.xml"/><Relationship Id="rId14" Type="http://schemas.openxmlformats.org/officeDocument/2006/relationships/tags" Target="../tags/tag902.xml"/><Relationship Id="rId30" Type="http://schemas.openxmlformats.org/officeDocument/2006/relationships/tags" Target="../tags/tag918.xml"/><Relationship Id="rId35" Type="http://schemas.openxmlformats.org/officeDocument/2006/relationships/tags" Target="../tags/tag923.xml"/><Relationship Id="rId56" Type="http://schemas.openxmlformats.org/officeDocument/2006/relationships/tags" Target="../tags/tag944.xml"/><Relationship Id="rId77" Type="http://schemas.openxmlformats.org/officeDocument/2006/relationships/tags" Target="../tags/tag965.xml"/><Relationship Id="rId100" Type="http://schemas.openxmlformats.org/officeDocument/2006/relationships/tags" Target="../tags/tag988.xml"/><Relationship Id="rId105" Type="http://schemas.openxmlformats.org/officeDocument/2006/relationships/tags" Target="../tags/tag993.xml"/><Relationship Id="rId126" Type="http://schemas.openxmlformats.org/officeDocument/2006/relationships/tags" Target="../tags/tag1014.xml"/><Relationship Id="rId147" Type="http://schemas.openxmlformats.org/officeDocument/2006/relationships/tags" Target="../tags/tag1035.xml"/><Relationship Id="rId168" Type="http://schemas.openxmlformats.org/officeDocument/2006/relationships/tags" Target="../tags/tag1056.xml"/><Relationship Id="rId8" Type="http://schemas.openxmlformats.org/officeDocument/2006/relationships/tags" Target="../tags/tag896.xml"/><Relationship Id="rId51" Type="http://schemas.openxmlformats.org/officeDocument/2006/relationships/tags" Target="../tags/tag939.xml"/><Relationship Id="rId72" Type="http://schemas.openxmlformats.org/officeDocument/2006/relationships/tags" Target="../tags/tag960.xml"/><Relationship Id="rId93" Type="http://schemas.openxmlformats.org/officeDocument/2006/relationships/tags" Target="../tags/tag981.xml"/><Relationship Id="rId98" Type="http://schemas.openxmlformats.org/officeDocument/2006/relationships/tags" Target="../tags/tag986.xml"/><Relationship Id="rId121" Type="http://schemas.openxmlformats.org/officeDocument/2006/relationships/tags" Target="../tags/tag1009.xml"/><Relationship Id="rId142" Type="http://schemas.openxmlformats.org/officeDocument/2006/relationships/tags" Target="../tags/tag1030.xml"/><Relationship Id="rId163" Type="http://schemas.openxmlformats.org/officeDocument/2006/relationships/tags" Target="../tags/tag1051.xml"/><Relationship Id="rId3" Type="http://schemas.openxmlformats.org/officeDocument/2006/relationships/tags" Target="../tags/tag891.xml"/><Relationship Id="rId25" Type="http://schemas.openxmlformats.org/officeDocument/2006/relationships/tags" Target="../tags/tag913.xml"/><Relationship Id="rId46" Type="http://schemas.openxmlformats.org/officeDocument/2006/relationships/tags" Target="../tags/tag934.xml"/><Relationship Id="rId67" Type="http://schemas.openxmlformats.org/officeDocument/2006/relationships/tags" Target="../tags/tag955.xml"/><Relationship Id="rId116" Type="http://schemas.openxmlformats.org/officeDocument/2006/relationships/tags" Target="../tags/tag1004.xml"/><Relationship Id="rId137" Type="http://schemas.openxmlformats.org/officeDocument/2006/relationships/tags" Target="../tags/tag1025.xml"/><Relationship Id="rId158" Type="http://schemas.openxmlformats.org/officeDocument/2006/relationships/tags" Target="../tags/tag1046.xml"/><Relationship Id="rId20" Type="http://schemas.openxmlformats.org/officeDocument/2006/relationships/tags" Target="../tags/tag908.xml"/><Relationship Id="rId41" Type="http://schemas.openxmlformats.org/officeDocument/2006/relationships/tags" Target="../tags/tag929.xml"/><Relationship Id="rId62" Type="http://schemas.openxmlformats.org/officeDocument/2006/relationships/tags" Target="../tags/tag950.xml"/><Relationship Id="rId83" Type="http://schemas.openxmlformats.org/officeDocument/2006/relationships/tags" Target="../tags/tag971.xml"/><Relationship Id="rId88" Type="http://schemas.openxmlformats.org/officeDocument/2006/relationships/tags" Target="../tags/tag976.xml"/><Relationship Id="rId111" Type="http://schemas.openxmlformats.org/officeDocument/2006/relationships/tags" Target="../tags/tag999.xml"/><Relationship Id="rId132" Type="http://schemas.openxmlformats.org/officeDocument/2006/relationships/tags" Target="../tags/tag1020.xml"/><Relationship Id="rId153" Type="http://schemas.openxmlformats.org/officeDocument/2006/relationships/tags" Target="../tags/tag1041.xml"/><Relationship Id="rId174" Type="http://schemas.openxmlformats.org/officeDocument/2006/relationships/tags" Target="../tags/tag1062.xml"/><Relationship Id="rId179" Type="http://schemas.openxmlformats.org/officeDocument/2006/relationships/notesSlide" Target="../notesSlides/notesSlide6.xml"/><Relationship Id="rId15" Type="http://schemas.openxmlformats.org/officeDocument/2006/relationships/tags" Target="../tags/tag903.xml"/><Relationship Id="rId36" Type="http://schemas.openxmlformats.org/officeDocument/2006/relationships/tags" Target="../tags/tag924.xml"/><Relationship Id="rId57" Type="http://schemas.openxmlformats.org/officeDocument/2006/relationships/tags" Target="../tags/tag945.xml"/><Relationship Id="rId106" Type="http://schemas.openxmlformats.org/officeDocument/2006/relationships/tags" Target="../tags/tag994.xml"/><Relationship Id="rId127" Type="http://schemas.openxmlformats.org/officeDocument/2006/relationships/tags" Target="../tags/tag1015.xml"/><Relationship Id="rId10" Type="http://schemas.openxmlformats.org/officeDocument/2006/relationships/tags" Target="../tags/tag898.xml"/><Relationship Id="rId31" Type="http://schemas.openxmlformats.org/officeDocument/2006/relationships/tags" Target="../tags/tag919.xml"/><Relationship Id="rId52" Type="http://schemas.openxmlformats.org/officeDocument/2006/relationships/tags" Target="../tags/tag940.xml"/><Relationship Id="rId73" Type="http://schemas.openxmlformats.org/officeDocument/2006/relationships/tags" Target="../tags/tag961.xml"/><Relationship Id="rId78" Type="http://schemas.openxmlformats.org/officeDocument/2006/relationships/tags" Target="../tags/tag966.xml"/><Relationship Id="rId94" Type="http://schemas.openxmlformats.org/officeDocument/2006/relationships/tags" Target="../tags/tag982.xml"/><Relationship Id="rId99" Type="http://schemas.openxmlformats.org/officeDocument/2006/relationships/tags" Target="../tags/tag987.xml"/><Relationship Id="rId101" Type="http://schemas.openxmlformats.org/officeDocument/2006/relationships/tags" Target="../tags/tag989.xml"/><Relationship Id="rId122" Type="http://schemas.openxmlformats.org/officeDocument/2006/relationships/tags" Target="../tags/tag1010.xml"/><Relationship Id="rId143" Type="http://schemas.openxmlformats.org/officeDocument/2006/relationships/tags" Target="../tags/tag1031.xml"/><Relationship Id="rId148" Type="http://schemas.openxmlformats.org/officeDocument/2006/relationships/tags" Target="../tags/tag1036.xml"/><Relationship Id="rId164" Type="http://schemas.openxmlformats.org/officeDocument/2006/relationships/tags" Target="../tags/tag1052.xml"/><Relationship Id="rId169" Type="http://schemas.openxmlformats.org/officeDocument/2006/relationships/tags" Target="../tags/tag1057.xml"/><Relationship Id="rId4" Type="http://schemas.openxmlformats.org/officeDocument/2006/relationships/tags" Target="../tags/tag892.xml"/><Relationship Id="rId9" Type="http://schemas.openxmlformats.org/officeDocument/2006/relationships/tags" Target="../tags/tag897.xml"/><Relationship Id="rId180" Type="http://schemas.openxmlformats.org/officeDocument/2006/relationships/slide" Target="slide7.xml"/><Relationship Id="rId26" Type="http://schemas.openxmlformats.org/officeDocument/2006/relationships/tags" Target="../tags/tag914.xml"/><Relationship Id="rId47" Type="http://schemas.openxmlformats.org/officeDocument/2006/relationships/tags" Target="../tags/tag935.xml"/><Relationship Id="rId68" Type="http://schemas.openxmlformats.org/officeDocument/2006/relationships/tags" Target="../tags/tag956.xml"/><Relationship Id="rId89" Type="http://schemas.openxmlformats.org/officeDocument/2006/relationships/tags" Target="../tags/tag977.xml"/><Relationship Id="rId112" Type="http://schemas.openxmlformats.org/officeDocument/2006/relationships/tags" Target="../tags/tag1000.xml"/><Relationship Id="rId133" Type="http://schemas.openxmlformats.org/officeDocument/2006/relationships/tags" Target="../tags/tag1021.xml"/><Relationship Id="rId154" Type="http://schemas.openxmlformats.org/officeDocument/2006/relationships/tags" Target="../tags/tag1042.xml"/><Relationship Id="rId175" Type="http://schemas.openxmlformats.org/officeDocument/2006/relationships/tags" Target="../tags/tag1063.xml"/><Relationship Id="rId16" Type="http://schemas.openxmlformats.org/officeDocument/2006/relationships/tags" Target="../tags/tag904.xml"/><Relationship Id="rId37" Type="http://schemas.openxmlformats.org/officeDocument/2006/relationships/tags" Target="../tags/tag925.xml"/><Relationship Id="rId58" Type="http://schemas.openxmlformats.org/officeDocument/2006/relationships/tags" Target="../tags/tag946.xml"/><Relationship Id="rId79" Type="http://schemas.openxmlformats.org/officeDocument/2006/relationships/tags" Target="../tags/tag967.xml"/><Relationship Id="rId102" Type="http://schemas.openxmlformats.org/officeDocument/2006/relationships/tags" Target="../tags/tag990.xml"/><Relationship Id="rId123" Type="http://schemas.openxmlformats.org/officeDocument/2006/relationships/tags" Target="../tags/tag1011.xml"/><Relationship Id="rId144" Type="http://schemas.openxmlformats.org/officeDocument/2006/relationships/tags" Target="../tags/tag1032.xml"/><Relationship Id="rId90" Type="http://schemas.openxmlformats.org/officeDocument/2006/relationships/tags" Target="../tags/tag978.xml"/><Relationship Id="rId165" Type="http://schemas.openxmlformats.org/officeDocument/2006/relationships/tags" Target="../tags/tag1053.xml"/><Relationship Id="rId27" Type="http://schemas.openxmlformats.org/officeDocument/2006/relationships/tags" Target="../tags/tag915.xml"/><Relationship Id="rId48" Type="http://schemas.openxmlformats.org/officeDocument/2006/relationships/tags" Target="../tags/tag936.xml"/><Relationship Id="rId69" Type="http://schemas.openxmlformats.org/officeDocument/2006/relationships/tags" Target="../tags/tag957.xml"/><Relationship Id="rId113" Type="http://schemas.openxmlformats.org/officeDocument/2006/relationships/tags" Target="../tags/tag1001.xml"/><Relationship Id="rId134" Type="http://schemas.openxmlformats.org/officeDocument/2006/relationships/tags" Target="../tags/tag1022.xml"/><Relationship Id="rId80" Type="http://schemas.openxmlformats.org/officeDocument/2006/relationships/tags" Target="../tags/tag968.xml"/><Relationship Id="rId155" Type="http://schemas.openxmlformats.org/officeDocument/2006/relationships/tags" Target="../tags/tag1043.xml"/><Relationship Id="rId176" Type="http://schemas.openxmlformats.org/officeDocument/2006/relationships/tags" Target="../tags/tag1064.xml"/><Relationship Id="rId17" Type="http://schemas.openxmlformats.org/officeDocument/2006/relationships/tags" Target="../tags/tag905.xml"/><Relationship Id="rId38" Type="http://schemas.openxmlformats.org/officeDocument/2006/relationships/tags" Target="../tags/tag926.xml"/><Relationship Id="rId59" Type="http://schemas.openxmlformats.org/officeDocument/2006/relationships/tags" Target="../tags/tag947.xml"/><Relationship Id="rId103" Type="http://schemas.openxmlformats.org/officeDocument/2006/relationships/tags" Target="../tags/tag991.xml"/><Relationship Id="rId124" Type="http://schemas.openxmlformats.org/officeDocument/2006/relationships/tags" Target="../tags/tag1012.xml"/><Relationship Id="rId70" Type="http://schemas.openxmlformats.org/officeDocument/2006/relationships/tags" Target="../tags/tag958.xml"/><Relationship Id="rId91" Type="http://schemas.openxmlformats.org/officeDocument/2006/relationships/tags" Target="../tags/tag979.xml"/><Relationship Id="rId145" Type="http://schemas.openxmlformats.org/officeDocument/2006/relationships/tags" Target="../tags/tag1033.xml"/><Relationship Id="rId166" Type="http://schemas.openxmlformats.org/officeDocument/2006/relationships/tags" Target="../tags/tag1054.xml"/><Relationship Id="rId1" Type="http://schemas.openxmlformats.org/officeDocument/2006/relationships/tags" Target="../tags/tag889.xml"/></Relationships>
</file>

<file path=ppt/slides/_rels/slide10.xml.rels><?xml version="1.0" encoding="UTF-8" standalone="yes"?>
<Relationships xmlns="http://schemas.openxmlformats.org/package/2006/relationships"><Relationship Id="rId26" Type="http://schemas.openxmlformats.org/officeDocument/2006/relationships/tags" Target="../tags/tag1091.xml"/><Relationship Id="rId21" Type="http://schemas.openxmlformats.org/officeDocument/2006/relationships/tags" Target="../tags/tag1086.xml"/><Relationship Id="rId42" Type="http://schemas.openxmlformats.org/officeDocument/2006/relationships/tags" Target="../tags/tag1107.xml"/><Relationship Id="rId47" Type="http://schemas.openxmlformats.org/officeDocument/2006/relationships/tags" Target="../tags/tag1112.xml"/><Relationship Id="rId63" Type="http://schemas.openxmlformats.org/officeDocument/2006/relationships/tags" Target="../tags/tag1128.xml"/><Relationship Id="rId68" Type="http://schemas.openxmlformats.org/officeDocument/2006/relationships/tags" Target="../tags/tag1133.xml"/><Relationship Id="rId84" Type="http://schemas.openxmlformats.org/officeDocument/2006/relationships/tags" Target="../tags/tag1149.xml"/><Relationship Id="rId89" Type="http://schemas.openxmlformats.org/officeDocument/2006/relationships/tags" Target="../tags/tag1154.xml"/><Relationship Id="rId112" Type="http://schemas.openxmlformats.org/officeDocument/2006/relationships/tags" Target="../tags/tag1074.xml"/><Relationship Id="rId16" Type="http://schemas.openxmlformats.org/officeDocument/2006/relationships/tags" Target="../tags/tag1081.xml"/><Relationship Id="rId107" Type="http://schemas.openxmlformats.org/officeDocument/2006/relationships/tags" Target="../tags/tag1172.xml"/><Relationship Id="rId11" Type="http://schemas.openxmlformats.org/officeDocument/2006/relationships/tags" Target="../tags/tag1076.xml"/><Relationship Id="rId32" Type="http://schemas.openxmlformats.org/officeDocument/2006/relationships/tags" Target="../tags/tag1097.xml"/><Relationship Id="rId37" Type="http://schemas.openxmlformats.org/officeDocument/2006/relationships/tags" Target="../tags/tag1102.xml"/><Relationship Id="rId53" Type="http://schemas.openxmlformats.org/officeDocument/2006/relationships/tags" Target="../tags/tag1118.xml"/><Relationship Id="rId58" Type="http://schemas.openxmlformats.org/officeDocument/2006/relationships/tags" Target="../tags/tag1123.xml"/><Relationship Id="rId74" Type="http://schemas.openxmlformats.org/officeDocument/2006/relationships/tags" Target="../tags/tag1139.xml"/><Relationship Id="rId79" Type="http://schemas.openxmlformats.org/officeDocument/2006/relationships/tags" Target="../tags/tag1144.xml"/><Relationship Id="rId102" Type="http://schemas.openxmlformats.org/officeDocument/2006/relationships/tags" Target="../tags/tag1167.xml"/><Relationship Id="rId5" Type="http://schemas.openxmlformats.org/officeDocument/2006/relationships/tags" Target="../tags/tag1070.xml"/><Relationship Id="rId90" Type="http://schemas.openxmlformats.org/officeDocument/2006/relationships/tags" Target="../tags/tag1155.xml"/><Relationship Id="rId95" Type="http://schemas.openxmlformats.org/officeDocument/2006/relationships/tags" Target="../tags/tag1160.xml"/><Relationship Id="rId22" Type="http://schemas.openxmlformats.org/officeDocument/2006/relationships/tags" Target="../tags/tag1087.xml"/><Relationship Id="rId27" Type="http://schemas.openxmlformats.org/officeDocument/2006/relationships/tags" Target="../tags/tag1092.xml"/><Relationship Id="rId43" Type="http://schemas.openxmlformats.org/officeDocument/2006/relationships/tags" Target="../tags/tag1108.xml"/><Relationship Id="rId48" Type="http://schemas.openxmlformats.org/officeDocument/2006/relationships/tags" Target="../tags/tag1113.xml"/><Relationship Id="rId64" Type="http://schemas.openxmlformats.org/officeDocument/2006/relationships/tags" Target="../tags/tag1129.xml"/><Relationship Id="rId69" Type="http://schemas.openxmlformats.org/officeDocument/2006/relationships/tags" Target="../tags/tag1134.xml"/><Relationship Id="rId113" Type="http://schemas.openxmlformats.org/officeDocument/2006/relationships/image" Target="../media/image7.png"/><Relationship Id="rId80" Type="http://schemas.openxmlformats.org/officeDocument/2006/relationships/tags" Target="../tags/tag1145.xml"/><Relationship Id="rId85" Type="http://schemas.openxmlformats.org/officeDocument/2006/relationships/tags" Target="../tags/tag1150.xml"/><Relationship Id="rId12" Type="http://schemas.openxmlformats.org/officeDocument/2006/relationships/tags" Target="../tags/tag1077.xml"/><Relationship Id="rId17" Type="http://schemas.openxmlformats.org/officeDocument/2006/relationships/tags" Target="../tags/tag1082.xml"/><Relationship Id="rId33" Type="http://schemas.openxmlformats.org/officeDocument/2006/relationships/tags" Target="../tags/tag1098.xml"/><Relationship Id="rId38" Type="http://schemas.openxmlformats.org/officeDocument/2006/relationships/tags" Target="../tags/tag1103.xml"/><Relationship Id="rId59" Type="http://schemas.openxmlformats.org/officeDocument/2006/relationships/tags" Target="../tags/tag1124.xml"/><Relationship Id="rId103" Type="http://schemas.openxmlformats.org/officeDocument/2006/relationships/tags" Target="../tags/tag1168.xml"/><Relationship Id="rId108" Type="http://schemas.openxmlformats.org/officeDocument/2006/relationships/tags" Target="../tags/tag1173.xml"/><Relationship Id="rId54" Type="http://schemas.openxmlformats.org/officeDocument/2006/relationships/tags" Target="../tags/tag1119.xml"/><Relationship Id="rId70" Type="http://schemas.openxmlformats.org/officeDocument/2006/relationships/tags" Target="../tags/tag1135.xml"/><Relationship Id="rId75" Type="http://schemas.openxmlformats.org/officeDocument/2006/relationships/tags" Target="../tags/tag1140.xml"/><Relationship Id="rId91" Type="http://schemas.openxmlformats.org/officeDocument/2006/relationships/tags" Target="../tags/tag1156.xml"/><Relationship Id="rId96" Type="http://schemas.openxmlformats.org/officeDocument/2006/relationships/tags" Target="../tags/tag1161.xml"/><Relationship Id="rId1" Type="http://schemas.openxmlformats.org/officeDocument/2006/relationships/tags" Target="../tags/tag1066.xml"/><Relationship Id="rId6" Type="http://schemas.openxmlformats.org/officeDocument/2006/relationships/tags" Target="../tags/tag1071.xml"/><Relationship Id="rId15" Type="http://schemas.openxmlformats.org/officeDocument/2006/relationships/tags" Target="../tags/tag1080.xml"/><Relationship Id="rId23" Type="http://schemas.openxmlformats.org/officeDocument/2006/relationships/tags" Target="../tags/tag1088.xml"/><Relationship Id="rId28" Type="http://schemas.openxmlformats.org/officeDocument/2006/relationships/tags" Target="../tags/tag1093.xml"/><Relationship Id="rId36" Type="http://schemas.openxmlformats.org/officeDocument/2006/relationships/tags" Target="../tags/tag1101.xml"/><Relationship Id="rId49" Type="http://schemas.openxmlformats.org/officeDocument/2006/relationships/tags" Target="../tags/tag1114.xml"/><Relationship Id="rId57" Type="http://schemas.openxmlformats.org/officeDocument/2006/relationships/tags" Target="../tags/tag1122.xml"/><Relationship Id="rId106" Type="http://schemas.openxmlformats.org/officeDocument/2006/relationships/tags" Target="../tags/tag1171.xml"/><Relationship Id="rId114" Type="http://schemas.openxmlformats.org/officeDocument/2006/relationships/slide" Target="slide13.xml"/><Relationship Id="rId10" Type="http://schemas.openxmlformats.org/officeDocument/2006/relationships/tags" Target="../tags/tag1075.xml"/><Relationship Id="rId31" Type="http://schemas.openxmlformats.org/officeDocument/2006/relationships/tags" Target="../tags/tag1096.xml"/><Relationship Id="rId44" Type="http://schemas.openxmlformats.org/officeDocument/2006/relationships/tags" Target="../tags/tag1109.xml"/><Relationship Id="rId52" Type="http://schemas.openxmlformats.org/officeDocument/2006/relationships/tags" Target="../tags/tag1117.xml"/><Relationship Id="rId60" Type="http://schemas.openxmlformats.org/officeDocument/2006/relationships/tags" Target="../tags/tag1125.xml"/><Relationship Id="rId65" Type="http://schemas.openxmlformats.org/officeDocument/2006/relationships/tags" Target="../tags/tag1130.xml"/><Relationship Id="rId73" Type="http://schemas.openxmlformats.org/officeDocument/2006/relationships/tags" Target="../tags/tag1138.xml"/><Relationship Id="rId78" Type="http://schemas.openxmlformats.org/officeDocument/2006/relationships/tags" Target="../tags/tag1143.xml"/><Relationship Id="rId81" Type="http://schemas.openxmlformats.org/officeDocument/2006/relationships/tags" Target="../tags/tag1146.xml"/><Relationship Id="rId86" Type="http://schemas.openxmlformats.org/officeDocument/2006/relationships/tags" Target="../tags/tag1151.xml"/><Relationship Id="rId94" Type="http://schemas.openxmlformats.org/officeDocument/2006/relationships/tags" Target="../tags/tag1159.xml"/><Relationship Id="rId99" Type="http://schemas.openxmlformats.org/officeDocument/2006/relationships/tags" Target="../tags/tag1164.xml"/><Relationship Id="rId101" Type="http://schemas.openxmlformats.org/officeDocument/2006/relationships/tags" Target="../tags/tag1166.xml"/><Relationship Id="rId4" Type="http://schemas.openxmlformats.org/officeDocument/2006/relationships/tags" Target="../tags/tag1069.xml"/><Relationship Id="rId9" Type="http://schemas.openxmlformats.org/officeDocument/2006/relationships/tags" Target="../tags/tag1074.xml"/><Relationship Id="rId13" Type="http://schemas.openxmlformats.org/officeDocument/2006/relationships/tags" Target="../tags/tag1078.xml"/><Relationship Id="rId18" Type="http://schemas.openxmlformats.org/officeDocument/2006/relationships/tags" Target="../tags/tag1083.xml"/><Relationship Id="rId39" Type="http://schemas.openxmlformats.org/officeDocument/2006/relationships/tags" Target="../tags/tag1104.xml"/><Relationship Id="rId109" Type="http://schemas.openxmlformats.org/officeDocument/2006/relationships/slideLayout" Target="../slideLayouts/slideLayout7.xml"/><Relationship Id="rId34" Type="http://schemas.openxmlformats.org/officeDocument/2006/relationships/tags" Target="../tags/tag1099.xml"/><Relationship Id="rId50" Type="http://schemas.openxmlformats.org/officeDocument/2006/relationships/tags" Target="../tags/tag1115.xml"/><Relationship Id="rId55" Type="http://schemas.openxmlformats.org/officeDocument/2006/relationships/tags" Target="../tags/tag1120.xml"/><Relationship Id="rId76" Type="http://schemas.openxmlformats.org/officeDocument/2006/relationships/tags" Target="../tags/tag1141.xml"/><Relationship Id="rId97" Type="http://schemas.openxmlformats.org/officeDocument/2006/relationships/tags" Target="../tags/tag1162.xml"/><Relationship Id="rId104" Type="http://schemas.openxmlformats.org/officeDocument/2006/relationships/tags" Target="../tags/tag1169.xml"/><Relationship Id="rId7" Type="http://schemas.openxmlformats.org/officeDocument/2006/relationships/tags" Target="../tags/tag1072.xml"/><Relationship Id="rId71" Type="http://schemas.openxmlformats.org/officeDocument/2006/relationships/tags" Target="../tags/tag1136.xml"/><Relationship Id="rId92" Type="http://schemas.openxmlformats.org/officeDocument/2006/relationships/tags" Target="../tags/tag1157.xml"/><Relationship Id="rId2" Type="http://schemas.openxmlformats.org/officeDocument/2006/relationships/tags" Target="../tags/tag1067.xml"/><Relationship Id="rId29" Type="http://schemas.openxmlformats.org/officeDocument/2006/relationships/tags" Target="../tags/tag1094.xml"/><Relationship Id="rId24" Type="http://schemas.openxmlformats.org/officeDocument/2006/relationships/tags" Target="../tags/tag1089.xml"/><Relationship Id="rId40" Type="http://schemas.openxmlformats.org/officeDocument/2006/relationships/tags" Target="../tags/tag1105.xml"/><Relationship Id="rId45" Type="http://schemas.openxmlformats.org/officeDocument/2006/relationships/tags" Target="../tags/tag1110.xml"/><Relationship Id="rId66" Type="http://schemas.openxmlformats.org/officeDocument/2006/relationships/tags" Target="../tags/tag1131.xml"/><Relationship Id="rId87" Type="http://schemas.openxmlformats.org/officeDocument/2006/relationships/tags" Target="../tags/tag1152.xml"/><Relationship Id="rId110" Type="http://schemas.openxmlformats.org/officeDocument/2006/relationships/tags" Target="../tags/tag1072.xml"/><Relationship Id="rId115" Type="http://schemas.openxmlformats.org/officeDocument/2006/relationships/slide" Target="slide26.xml"/><Relationship Id="rId61" Type="http://schemas.openxmlformats.org/officeDocument/2006/relationships/tags" Target="../tags/tag1126.xml"/><Relationship Id="rId82" Type="http://schemas.openxmlformats.org/officeDocument/2006/relationships/tags" Target="../tags/tag1147.xml"/><Relationship Id="rId19" Type="http://schemas.openxmlformats.org/officeDocument/2006/relationships/tags" Target="../tags/tag1084.xml"/><Relationship Id="rId14" Type="http://schemas.openxmlformats.org/officeDocument/2006/relationships/tags" Target="../tags/tag1079.xml"/><Relationship Id="rId30" Type="http://schemas.openxmlformats.org/officeDocument/2006/relationships/tags" Target="../tags/tag1095.xml"/><Relationship Id="rId35" Type="http://schemas.openxmlformats.org/officeDocument/2006/relationships/tags" Target="../tags/tag1100.xml"/><Relationship Id="rId56" Type="http://schemas.openxmlformats.org/officeDocument/2006/relationships/tags" Target="../tags/tag1121.xml"/><Relationship Id="rId77" Type="http://schemas.openxmlformats.org/officeDocument/2006/relationships/tags" Target="../tags/tag1142.xml"/><Relationship Id="rId100" Type="http://schemas.openxmlformats.org/officeDocument/2006/relationships/tags" Target="../tags/tag1165.xml"/><Relationship Id="rId105" Type="http://schemas.openxmlformats.org/officeDocument/2006/relationships/tags" Target="../tags/tag1170.xml"/><Relationship Id="rId8" Type="http://schemas.openxmlformats.org/officeDocument/2006/relationships/tags" Target="../tags/tag1073.xml"/><Relationship Id="rId51" Type="http://schemas.openxmlformats.org/officeDocument/2006/relationships/tags" Target="../tags/tag1116.xml"/><Relationship Id="rId72" Type="http://schemas.openxmlformats.org/officeDocument/2006/relationships/tags" Target="../tags/tag1137.xml"/><Relationship Id="rId93" Type="http://schemas.openxmlformats.org/officeDocument/2006/relationships/tags" Target="../tags/tag1158.xml"/><Relationship Id="rId98" Type="http://schemas.openxmlformats.org/officeDocument/2006/relationships/tags" Target="../tags/tag1163.xml"/><Relationship Id="rId3" Type="http://schemas.openxmlformats.org/officeDocument/2006/relationships/tags" Target="../tags/tag1068.xml"/><Relationship Id="rId25" Type="http://schemas.openxmlformats.org/officeDocument/2006/relationships/tags" Target="../tags/tag1090.xml"/><Relationship Id="rId46" Type="http://schemas.openxmlformats.org/officeDocument/2006/relationships/tags" Target="../tags/tag1111.xml"/><Relationship Id="rId67" Type="http://schemas.openxmlformats.org/officeDocument/2006/relationships/tags" Target="../tags/tag1132.xml"/><Relationship Id="rId20" Type="http://schemas.openxmlformats.org/officeDocument/2006/relationships/tags" Target="../tags/tag1085.xml"/><Relationship Id="rId41" Type="http://schemas.openxmlformats.org/officeDocument/2006/relationships/tags" Target="../tags/tag1106.xml"/><Relationship Id="rId62" Type="http://schemas.openxmlformats.org/officeDocument/2006/relationships/tags" Target="../tags/tag1127.xml"/><Relationship Id="rId83" Type="http://schemas.openxmlformats.org/officeDocument/2006/relationships/tags" Target="../tags/tag1148.xml"/><Relationship Id="rId88" Type="http://schemas.openxmlformats.org/officeDocument/2006/relationships/tags" Target="../tags/tag1153.xml"/><Relationship Id="rId11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tags" Target="../tags/tag1290.xml"/><Relationship Id="rId21" Type="http://schemas.openxmlformats.org/officeDocument/2006/relationships/tags" Target="../tags/tag1194.xml"/><Relationship Id="rId42" Type="http://schemas.openxmlformats.org/officeDocument/2006/relationships/tags" Target="../tags/tag1215.xml"/><Relationship Id="rId63" Type="http://schemas.openxmlformats.org/officeDocument/2006/relationships/tags" Target="../tags/tag1236.xml"/><Relationship Id="rId84" Type="http://schemas.openxmlformats.org/officeDocument/2006/relationships/tags" Target="../tags/tag1257.xml"/><Relationship Id="rId138" Type="http://schemas.openxmlformats.org/officeDocument/2006/relationships/tags" Target="../tags/tag1311.xml"/><Relationship Id="rId107" Type="http://schemas.openxmlformats.org/officeDocument/2006/relationships/tags" Target="../tags/tag1280.xml"/><Relationship Id="rId11" Type="http://schemas.openxmlformats.org/officeDocument/2006/relationships/tags" Target="../tags/tag1184.xml"/><Relationship Id="rId32" Type="http://schemas.openxmlformats.org/officeDocument/2006/relationships/tags" Target="../tags/tag1205.xml"/><Relationship Id="rId37" Type="http://schemas.openxmlformats.org/officeDocument/2006/relationships/tags" Target="../tags/tag1210.xml"/><Relationship Id="rId53" Type="http://schemas.openxmlformats.org/officeDocument/2006/relationships/tags" Target="../tags/tag1226.xml"/><Relationship Id="rId58" Type="http://schemas.openxmlformats.org/officeDocument/2006/relationships/tags" Target="../tags/tag1231.xml"/><Relationship Id="rId74" Type="http://schemas.openxmlformats.org/officeDocument/2006/relationships/tags" Target="../tags/tag1247.xml"/><Relationship Id="rId79" Type="http://schemas.openxmlformats.org/officeDocument/2006/relationships/tags" Target="../tags/tag1252.xml"/><Relationship Id="rId102" Type="http://schemas.openxmlformats.org/officeDocument/2006/relationships/tags" Target="../tags/tag1275.xml"/><Relationship Id="rId123" Type="http://schemas.openxmlformats.org/officeDocument/2006/relationships/tags" Target="../tags/tag1296.xml"/><Relationship Id="rId128" Type="http://schemas.openxmlformats.org/officeDocument/2006/relationships/tags" Target="../tags/tag1301.xml"/><Relationship Id="rId5" Type="http://schemas.openxmlformats.org/officeDocument/2006/relationships/tags" Target="../tags/tag1178.xml"/><Relationship Id="rId90" Type="http://schemas.openxmlformats.org/officeDocument/2006/relationships/tags" Target="../tags/tag1263.xml"/><Relationship Id="rId95" Type="http://schemas.openxmlformats.org/officeDocument/2006/relationships/tags" Target="../tags/tag1268.xml"/><Relationship Id="rId22" Type="http://schemas.openxmlformats.org/officeDocument/2006/relationships/tags" Target="../tags/tag1195.xml"/><Relationship Id="rId27" Type="http://schemas.openxmlformats.org/officeDocument/2006/relationships/tags" Target="../tags/tag1200.xml"/><Relationship Id="rId43" Type="http://schemas.openxmlformats.org/officeDocument/2006/relationships/tags" Target="../tags/tag1216.xml"/><Relationship Id="rId48" Type="http://schemas.openxmlformats.org/officeDocument/2006/relationships/tags" Target="../tags/tag1221.xml"/><Relationship Id="rId64" Type="http://schemas.openxmlformats.org/officeDocument/2006/relationships/tags" Target="../tags/tag1237.xml"/><Relationship Id="rId69" Type="http://schemas.openxmlformats.org/officeDocument/2006/relationships/tags" Target="../tags/tag1242.xml"/><Relationship Id="rId113" Type="http://schemas.openxmlformats.org/officeDocument/2006/relationships/tags" Target="../tags/tag1286.xml"/><Relationship Id="rId118" Type="http://schemas.openxmlformats.org/officeDocument/2006/relationships/tags" Target="../tags/tag1291.xml"/><Relationship Id="rId134" Type="http://schemas.openxmlformats.org/officeDocument/2006/relationships/tags" Target="../tags/tag1307.xml"/><Relationship Id="rId139" Type="http://schemas.openxmlformats.org/officeDocument/2006/relationships/tags" Target="../tags/tag1312.xml"/><Relationship Id="rId80" Type="http://schemas.openxmlformats.org/officeDocument/2006/relationships/tags" Target="../tags/tag1253.xml"/><Relationship Id="rId85" Type="http://schemas.openxmlformats.org/officeDocument/2006/relationships/tags" Target="../tags/tag1258.xml"/><Relationship Id="rId12" Type="http://schemas.openxmlformats.org/officeDocument/2006/relationships/tags" Target="../tags/tag1185.xml"/><Relationship Id="rId17" Type="http://schemas.openxmlformats.org/officeDocument/2006/relationships/tags" Target="../tags/tag1190.xml"/><Relationship Id="rId33" Type="http://schemas.openxmlformats.org/officeDocument/2006/relationships/tags" Target="../tags/tag1206.xml"/><Relationship Id="rId38" Type="http://schemas.openxmlformats.org/officeDocument/2006/relationships/tags" Target="../tags/tag1211.xml"/><Relationship Id="rId59" Type="http://schemas.openxmlformats.org/officeDocument/2006/relationships/tags" Target="../tags/tag1232.xml"/><Relationship Id="rId103" Type="http://schemas.openxmlformats.org/officeDocument/2006/relationships/tags" Target="../tags/tag1276.xml"/><Relationship Id="rId108" Type="http://schemas.openxmlformats.org/officeDocument/2006/relationships/tags" Target="../tags/tag1281.xml"/><Relationship Id="rId124" Type="http://schemas.openxmlformats.org/officeDocument/2006/relationships/tags" Target="../tags/tag1297.xml"/><Relationship Id="rId129" Type="http://schemas.openxmlformats.org/officeDocument/2006/relationships/tags" Target="../tags/tag1302.xml"/><Relationship Id="rId54" Type="http://schemas.openxmlformats.org/officeDocument/2006/relationships/tags" Target="../tags/tag1227.xml"/><Relationship Id="rId70" Type="http://schemas.openxmlformats.org/officeDocument/2006/relationships/tags" Target="../tags/tag1243.xml"/><Relationship Id="rId75" Type="http://schemas.openxmlformats.org/officeDocument/2006/relationships/tags" Target="../tags/tag1248.xml"/><Relationship Id="rId91" Type="http://schemas.openxmlformats.org/officeDocument/2006/relationships/tags" Target="../tags/tag1264.xml"/><Relationship Id="rId96" Type="http://schemas.openxmlformats.org/officeDocument/2006/relationships/tags" Target="../tags/tag1269.xml"/><Relationship Id="rId140" Type="http://schemas.openxmlformats.org/officeDocument/2006/relationships/tags" Target="../tags/tag1313.xml"/><Relationship Id="rId1" Type="http://schemas.openxmlformats.org/officeDocument/2006/relationships/tags" Target="../tags/tag1174.xml"/><Relationship Id="rId6" Type="http://schemas.openxmlformats.org/officeDocument/2006/relationships/tags" Target="../tags/tag1179.xml"/><Relationship Id="rId23" Type="http://schemas.openxmlformats.org/officeDocument/2006/relationships/tags" Target="../tags/tag1196.xml"/><Relationship Id="rId28" Type="http://schemas.openxmlformats.org/officeDocument/2006/relationships/tags" Target="../tags/tag1201.xml"/><Relationship Id="rId49" Type="http://schemas.openxmlformats.org/officeDocument/2006/relationships/tags" Target="../tags/tag1222.xml"/><Relationship Id="rId114" Type="http://schemas.openxmlformats.org/officeDocument/2006/relationships/tags" Target="../tags/tag1287.xml"/><Relationship Id="rId119" Type="http://schemas.openxmlformats.org/officeDocument/2006/relationships/tags" Target="../tags/tag1292.xml"/><Relationship Id="rId44" Type="http://schemas.openxmlformats.org/officeDocument/2006/relationships/tags" Target="../tags/tag1217.xml"/><Relationship Id="rId60" Type="http://schemas.openxmlformats.org/officeDocument/2006/relationships/tags" Target="../tags/tag1233.xml"/><Relationship Id="rId65" Type="http://schemas.openxmlformats.org/officeDocument/2006/relationships/tags" Target="../tags/tag1238.xml"/><Relationship Id="rId81" Type="http://schemas.openxmlformats.org/officeDocument/2006/relationships/tags" Target="../tags/tag1254.xml"/><Relationship Id="rId86" Type="http://schemas.openxmlformats.org/officeDocument/2006/relationships/tags" Target="../tags/tag1259.xml"/><Relationship Id="rId130" Type="http://schemas.openxmlformats.org/officeDocument/2006/relationships/tags" Target="../tags/tag1303.xml"/><Relationship Id="rId135" Type="http://schemas.openxmlformats.org/officeDocument/2006/relationships/tags" Target="../tags/tag1308.xml"/><Relationship Id="rId13" Type="http://schemas.openxmlformats.org/officeDocument/2006/relationships/tags" Target="../tags/tag1186.xml"/><Relationship Id="rId18" Type="http://schemas.openxmlformats.org/officeDocument/2006/relationships/tags" Target="../tags/tag1191.xml"/><Relationship Id="rId39" Type="http://schemas.openxmlformats.org/officeDocument/2006/relationships/tags" Target="../tags/tag1212.xml"/><Relationship Id="rId109" Type="http://schemas.openxmlformats.org/officeDocument/2006/relationships/tags" Target="../tags/tag1282.xml"/><Relationship Id="rId34" Type="http://schemas.openxmlformats.org/officeDocument/2006/relationships/tags" Target="../tags/tag1207.xml"/><Relationship Id="rId50" Type="http://schemas.openxmlformats.org/officeDocument/2006/relationships/tags" Target="../tags/tag1223.xml"/><Relationship Id="rId55" Type="http://schemas.openxmlformats.org/officeDocument/2006/relationships/tags" Target="../tags/tag1228.xml"/><Relationship Id="rId76" Type="http://schemas.openxmlformats.org/officeDocument/2006/relationships/tags" Target="../tags/tag1249.xml"/><Relationship Id="rId97" Type="http://schemas.openxmlformats.org/officeDocument/2006/relationships/tags" Target="../tags/tag1270.xml"/><Relationship Id="rId104" Type="http://schemas.openxmlformats.org/officeDocument/2006/relationships/tags" Target="../tags/tag1277.xml"/><Relationship Id="rId120" Type="http://schemas.openxmlformats.org/officeDocument/2006/relationships/tags" Target="../tags/tag1293.xml"/><Relationship Id="rId125" Type="http://schemas.openxmlformats.org/officeDocument/2006/relationships/tags" Target="../tags/tag1298.xml"/><Relationship Id="rId141" Type="http://schemas.openxmlformats.org/officeDocument/2006/relationships/tags" Target="../tags/tag1314.xml"/><Relationship Id="rId7" Type="http://schemas.openxmlformats.org/officeDocument/2006/relationships/tags" Target="../tags/tag1180.xml"/><Relationship Id="rId71" Type="http://schemas.openxmlformats.org/officeDocument/2006/relationships/tags" Target="../tags/tag1244.xml"/><Relationship Id="rId92" Type="http://schemas.openxmlformats.org/officeDocument/2006/relationships/tags" Target="../tags/tag1265.xml"/><Relationship Id="rId2" Type="http://schemas.openxmlformats.org/officeDocument/2006/relationships/tags" Target="../tags/tag1175.xml"/><Relationship Id="rId29" Type="http://schemas.openxmlformats.org/officeDocument/2006/relationships/tags" Target="../tags/tag1202.xml"/><Relationship Id="rId24" Type="http://schemas.openxmlformats.org/officeDocument/2006/relationships/tags" Target="../tags/tag1197.xml"/><Relationship Id="rId40" Type="http://schemas.openxmlformats.org/officeDocument/2006/relationships/tags" Target="../tags/tag1213.xml"/><Relationship Id="rId45" Type="http://schemas.openxmlformats.org/officeDocument/2006/relationships/tags" Target="../tags/tag1218.xml"/><Relationship Id="rId66" Type="http://schemas.openxmlformats.org/officeDocument/2006/relationships/tags" Target="../tags/tag1239.xml"/><Relationship Id="rId87" Type="http://schemas.openxmlformats.org/officeDocument/2006/relationships/tags" Target="../tags/tag1260.xml"/><Relationship Id="rId110" Type="http://schemas.openxmlformats.org/officeDocument/2006/relationships/tags" Target="../tags/tag1283.xml"/><Relationship Id="rId115" Type="http://schemas.openxmlformats.org/officeDocument/2006/relationships/tags" Target="../tags/tag1288.xml"/><Relationship Id="rId131" Type="http://schemas.openxmlformats.org/officeDocument/2006/relationships/tags" Target="../tags/tag1304.xml"/><Relationship Id="rId136" Type="http://schemas.openxmlformats.org/officeDocument/2006/relationships/tags" Target="../tags/tag1309.xml"/><Relationship Id="rId61" Type="http://schemas.openxmlformats.org/officeDocument/2006/relationships/tags" Target="../tags/tag1234.xml"/><Relationship Id="rId82" Type="http://schemas.openxmlformats.org/officeDocument/2006/relationships/tags" Target="../tags/tag1255.xml"/><Relationship Id="rId19" Type="http://schemas.openxmlformats.org/officeDocument/2006/relationships/tags" Target="../tags/tag1192.xml"/><Relationship Id="rId14" Type="http://schemas.openxmlformats.org/officeDocument/2006/relationships/tags" Target="../tags/tag1187.xml"/><Relationship Id="rId30" Type="http://schemas.openxmlformats.org/officeDocument/2006/relationships/tags" Target="../tags/tag1203.xml"/><Relationship Id="rId35" Type="http://schemas.openxmlformats.org/officeDocument/2006/relationships/tags" Target="../tags/tag1208.xml"/><Relationship Id="rId56" Type="http://schemas.openxmlformats.org/officeDocument/2006/relationships/tags" Target="../tags/tag1229.xml"/><Relationship Id="rId77" Type="http://schemas.openxmlformats.org/officeDocument/2006/relationships/tags" Target="../tags/tag1250.xml"/><Relationship Id="rId100" Type="http://schemas.openxmlformats.org/officeDocument/2006/relationships/tags" Target="../tags/tag1273.xml"/><Relationship Id="rId105" Type="http://schemas.openxmlformats.org/officeDocument/2006/relationships/tags" Target="../tags/tag1278.xml"/><Relationship Id="rId126" Type="http://schemas.openxmlformats.org/officeDocument/2006/relationships/tags" Target="../tags/tag1299.xml"/><Relationship Id="rId8" Type="http://schemas.openxmlformats.org/officeDocument/2006/relationships/tags" Target="../tags/tag1181.xml"/><Relationship Id="rId51" Type="http://schemas.openxmlformats.org/officeDocument/2006/relationships/tags" Target="../tags/tag1224.xml"/><Relationship Id="rId72" Type="http://schemas.openxmlformats.org/officeDocument/2006/relationships/tags" Target="../tags/tag1245.xml"/><Relationship Id="rId93" Type="http://schemas.openxmlformats.org/officeDocument/2006/relationships/tags" Target="../tags/tag1266.xml"/><Relationship Id="rId98" Type="http://schemas.openxmlformats.org/officeDocument/2006/relationships/tags" Target="../tags/tag1271.xml"/><Relationship Id="rId121" Type="http://schemas.openxmlformats.org/officeDocument/2006/relationships/tags" Target="../tags/tag1294.xml"/><Relationship Id="rId142" Type="http://schemas.openxmlformats.org/officeDocument/2006/relationships/slideLayout" Target="../slideLayouts/slideLayout7.xml"/><Relationship Id="rId3" Type="http://schemas.openxmlformats.org/officeDocument/2006/relationships/tags" Target="../tags/tag1176.xml"/><Relationship Id="rId25" Type="http://schemas.openxmlformats.org/officeDocument/2006/relationships/tags" Target="../tags/tag1198.xml"/><Relationship Id="rId46" Type="http://schemas.openxmlformats.org/officeDocument/2006/relationships/tags" Target="../tags/tag1219.xml"/><Relationship Id="rId67" Type="http://schemas.openxmlformats.org/officeDocument/2006/relationships/tags" Target="../tags/tag1240.xml"/><Relationship Id="rId116" Type="http://schemas.openxmlformats.org/officeDocument/2006/relationships/tags" Target="../tags/tag1289.xml"/><Relationship Id="rId137" Type="http://schemas.openxmlformats.org/officeDocument/2006/relationships/tags" Target="../tags/tag1310.xml"/><Relationship Id="rId20" Type="http://schemas.openxmlformats.org/officeDocument/2006/relationships/tags" Target="../tags/tag1193.xml"/><Relationship Id="rId41" Type="http://schemas.openxmlformats.org/officeDocument/2006/relationships/tags" Target="../tags/tag1214.xml"/><Relationship Id="rId62" Type="http://schemas.openxmlformats.org/officeDocument/2006/relationships/tags" Target="../tags/tag1235.xml"/><Relationship Id="rId83" Type="http://schemas.openxmlformats.org/officeDocument/2006/relationships/tags" Target="../tags/tag1256.xml"/><Relationship Id="rId88" Type="http://schemas.openxmlformats.org/officeDocument/2006/relationships/tags" Target="../tags/tag1261.xml"/><Relationship Id="rId111" Type="http://schemas.openxmlformats.org/officeDocument/2006/relationships/tags" Target="../tags/tag1284.xml"/><Relationship Id="rId132" Type="http://schemas.openxmlformats.org/officeDocument/2006/relationships/tags" Target="../tags/tag1305.xml"/><Relationship Id="rId15" Type="http://schemas.openxmlformats.org/officeDocument/2006/relationships/tags" Target="../tags/tag1188.xml"/><Relationship Id="rId36" Type="http://schemas.openxmlformats.org/officeDocument/2006/relationships/tags" Target="../tags/tag1209.xml"/><Relationship Id="rId57" Type="http://schemas.openxmlformats.org/officeDocument/2006/relationships/tags" Target="../tags/tag1230.xml"/><Relationship Id="rId106" Type="http://schemas.openxmlformats.org/officeDocument/2006/relationships/tags" Target="../tags/tag1279.xml"/><Relationship Id="rId127" Type="http://schemas.openxmlformats.org/officeDocument/2006/relationships/tags" Target="../tags/tag1300.xml"/><Relationship Id="rId10" Type="http://schemas.openxmlformats.org/officeDocument/2006/relationships/tags" Target="../tags/tag1183.xml"/><Relationship Id="rId31" Type="http://schemas.openxmlformats.org/officeDocument/2006/relationships/tags" Target="../tags/tag1204.xml"/><Relationship Id="rId52" Type="http://schemas.openxmlformats.org/officeDocument/2006/relationships/tags" Target="../tags/tag1225.xml"/><Relationship Id="rId73" Type="http://schemas.openxmlformats.org/officeDocument/2006/relationships/tags" Target="../tags/tag1246.xml"/><Relationship Id="rId78" Type="http://schemas.openxmlformats.org/officeDocument/2006/relationships/tags" Target="../tags/tag1251.xml"/><Relationship Id="rId94" Type="http://schemas.openxmlformats.org/officeDocument/2006/relationships/tags" Target="../tags/tag1267.xml"/><Relationship Id="rId99" Type="http://schemas.openxmlformats.org/officeDocument/2006/relationships/tags" Target="../tags/tag1272.xml"/><Relationship Id="rId101" Type="http://schemas.openxmlformats.org/officeDocument/2006/relationships/tags" Target="../tags/tag1274.xml"/><Relationship Id="rId122" Type="http://schemas.openxmlformats.org/officeDocument/2006/relationships/tags" Target="../tags/tag1295.xml"/><Relationship Id="rId143" Type="http://schemas.openxmlformats.org/officeDocument/2006/relationships/notesSlide" Target="../notesSlides/notesSlide7.xml"/><Relationship Id="rId4" Type="http://schemas.openxmlformats.org/officeDocument/2006/relationships/tags" Target="../tags/tag1177.xml"/><Relationship Id="rId9" Type="http://schemas.openxmlformats.org/officeDocument/2006/relationships/tags" Target="../tags/tag1182.xml"/><Relationship Id="rId26" Type="http://schemas.openxmlformats.org/officeDocument/2006/relationships/tags" Target="../tags/tag1199.xml"/><Relationship Id="rId47" Type="http://schemas.openxmlformats.org/officeDocument/2006/relationships/tags" Target="../tags/tag1220.xml"/><Relationship Id="rId68" Type="http://schemas.openxmlformats.org/officeDocument/2006/relationships/tags" Target="../tags/tag1241.xml"/><Relationship Id="rId89" Type="http://schemas.openxmlformats.org/officeDocument/2006/relationships/tags" Target="../tags/tag1262.xml"/><Relationship Id="rId112" Type="http://schemas.openxmlformats.org/officeDocument/2006/relationships/tags" Target="../tags/tag1285.xml"/><Relationship Id="rId133" Type="http://schemas.openxmlformats.org/officeDocument/2006/relationships/tags" Target="../tags/tag1306.xml"/><Relationship Id="rId16" Type="http://schemas.openxmlformats.org/officeDocument/2006/relationships/tags" Target="../tags/tag1189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1322.xml"/><Relationship Id="rId3" Type="http://schemas.openxmlformats.org/officeDocument/2006/relationships/tags" Target="../tags/tag1317.xml"/><Relationship Id="rId7" Type="http://schemas.openxmlformats.org/officeDocument/2006/relationships/tags" Target="../tags/tag1321.xml"/><Relationship Id="rId2" Type="http://schemas.openxmlformats.org/officeDocument/2006/relationships/tags" Target="../tags/tag1316.xml"/><Relationship Id="rId1" Type="http://schemas.openxmlformats.org/officeDocument/2006/relationships/tags" Target="../tags/tag1315.xml"/><Relationship Id="rId6" Type="http://schemas.openxmlformats.org/officeDocument/2006/relationships/tags" Target="../tags/tag1320.xml"/><Relationship Id="rId5" Type="http://schemas.openxmlformats.org/officeDocument/2006/relationships/tags" Target="../tags/tag1319.xml"/><Relationship Id="rId4" Type="http://schemas.openxmlformats.org/officeDocument/2006/relationships/tags" Target="../tags/tag1318.xml"/><Relationship Id="rId9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6" Type="http://schemas.openxmlformats.org/officeDocument/2006/relationships/tags" Target="../tags/tag1348.xml"/><Relationship Id="rId21" Type="http://schemas.openxmlformats.org/officeDocument/2006/relationships/tags" Target="../tags/tag1343.xml"/><Relationship Id="rId42" Type="http://schemas.openxmlformats.org/officeDocument/2006/relationships/tags" Target="../tags/tag1364.xml"/><Relationship Id="rId47" Type="http://schemas.openxmlformats.org/officeDocument/2006/relationships/tags" Target="../tags/tag1369.xml"/><Relationship Id="rId63" Type="http://schemas.openxmlformats.org/officeDocument/2006/relationships/tags" Target="../tags/tag1385.xml"/><Relationship Id="rId68" Type="http://schemas.openxmlformats.org/officeDocument/2006/relationships/tags" Target="../tags/tag1390.xml"/><Relationship Id="rId16" Type="http://schemas.openxmlformats.org/officeDocument/2006/relationships/tags" Target="../tags/tag1338.xml"/><Relationship Id="rId11" Type="http://schemas.openxmlformats.org/officeDocument/2006/relationships/tags" Target="../tags/tag1333.xml"/><Relationship Id="rId32" Type="http://schemas.openxmlformats.org/officeDocument/2006/relationships/tags" Target="../tags/tag1354.xml"/><Relationship Id="rId37" Type="http://schemas.openxmlformats.org/officeDocument/2006/relationships/tags" Target="../tags/tag1359.xml"/><Relationship Id="rId53" Type="http://schemas.openxmlformats.org/officeDocument/2006/relationships/tags" Target="../tags/tag1375.xml"/><Relationship Id="rId58" Type="http://schemas.openxmlformats.org/officeDocument/2006/relationships/tags" Target="../tags/tag1380.xml"/><Relationship Id="rId74" Type="http://schemas.openxmlformats.org/officeDocument/2006/relationships/tags" Target="../tags/tag1396.xml"/><Relationship Id="rId79" Type="http://schemas.openxmlformats.org/officeDocument/2006/relationships/image" Target="../media/image9.png"/><Relationship Id="rId5" Type="http://schemas.openxmlformats.org/officeDocument/2006/relationships/tags" Target="../tags/tag1327.xml"/><Relationship Id="rId61" Type="http://schemas.openxmlformats.org/officeDocument/2006/relationships/tags" Target="../tags/tag1383.xml"/><Relationship Id="rId82" Type="http://schemas.openxmlformats.org/officeDocument/2006/relationships/slide" Target="slide10.xml"/><Relationship Id="rId19" Type="http://schemas.openxmlformats.org/officeDocument/2006/relationships/tags" Target="../tags/tag1341.xml"/><Relationship Id="rId14" Type="http://schemas.openxmlformats.org/officeDocument/2006/relationships/tags" Target="../tags/tag1336.xml"/><Relationship Id="rId22" Type="http://schemas.openxmlformats.org/officeDocument/2006/relationships/tags" Target="../tags/tag1344.xml"/><Relationship Id="rId27" Type="http://schemas.openxmlformats.org/officeDocument/2006/relationships/tags" Target="../tags/tag1349.xml"/><Relationship Id="rId30" Type="http://schemas.openxmlformats.org/officeDocument/2006/relationships/tags" Target="../tags/tag1352.xml"/><Relationship Id="rId35" Type="http://schemas.openxmlformats.org/officeDocument/2006/relationships/tags" Target="../tags/tag1357.xml"/><Relationship Id="rId43" Type="http://schemas.openxmlformats.org/officeDocument/2006/relationships/tags" Target="../tags/tag1365.xml"/><Relationship Id="rId48" Type="http://schemas.openxmlformats.org/officeDocument/2006/relationships/tags" Target="../tags/tag1370.xml"/><Relationship Id="rId56" Type="http://schemas.openxmlformats.org/officeDocument/2006/relationships/tags" Target="../tags/tag1378.xml"/><Relationship Id="rId64" Type="http://schemas.openxmlformats.org/officeDocument/2006/relationships/tags" Target="../tags/tag1386.xml"/><Relationship Id="rId69" Type="http://schemas.openxmlformats.org/officeDocument/2006/relationships/tags" Target="../tags/tag1391.xml"/><Relationship Id="rId77" Type="http://schemas.openxmlformats.org/officeDocument/2006/relationships/image" Target="../media/image8.png"/><Relationship Id="rId8" Type="http://schemas.openxmlformats.org/officeDocument/2006/relationships/tags" Target="../tags/tag1330.xml"/><Relationship Id="rId51" Type="http://schemas.openxmlformats.org/officeDocument/2006/relationships/tags" Target="../tags/tag1373.xml"/><Relationship Id="rId72" Type="http://schemas.openxmlformats.org/officeDocument/2006/relationships/tags" Target="../tags/tag1394.xml"/><Relationship Id="rId80" Type="http://schemas.openxmlformats.org/officeDocument/2006/relationships/tags" Target="../tags/tag1327.xml"/><Relationship Id="rId3" Type="http://schemas.openxmlformats.org/officeDocument/2006/relationships/tags" Target="../tags/tag1325.xml"/><Relationship Id="rId12" Type="http://schemas.openxmlformats.org/officeDocument/2006/relationships/tags" Target="../tags/tag1334.xml"/><Relationship Id="rId17" Type="http://schemas.openxmlformats.org/officeDocument/2006/relationships/tags" Target="../tags/tag1339.xml"/><Relationship Id="rId25" Type="http://schemas.openxmlformats.org/officeDocument/2006/relationships/tags" Target="../tags/tag1347.xml"/><Relationship Id="rId33" Type="http://schemas.openxmlformats.org/officeDocument/2006/relationships/tags" Target="../tags/tag1355.xml"/><Relationship Id="rId38" Type="http://schemas.openxmlformats.org/officeDocument/2006/relationships/tags" Target="../tags/tag1360.xml"/><Relationship Id="rId46" Type="http://schemas.openxmlformats.org/officeDocument/2006/relationships/tags" Target="../tags/tag1368.xml"/><Relationship Id="rId59" Type="http://schemas.openxmlformats.org/officeDocument/2006/relationships/tags" Target="../tags/tag1381.xml"/><Relationship Id="rId67" Type="http://schemas.openxmlformats.org/officeDocument/2006/relationships/tags" Target="../tags/tag1389.xml"/><Relationship Id="rId20" Type="http://schemas.openxmlformats.org/officeDocument/2006/relationships/tags" Target="../tags/tag1342.xml"/><Relationship Id="rId41" Type="http://schemas.openxmlformats.org/officeDocument/2006/relationships/tags" Target="../tags/tag1363.xml"/><Relationship Id="rId54" Type="http://schemas.openxmlformats.org/officeDocument/2006/relationships/tags" Target="../tags/tag1376.xml"/><Relationship Id="rId62" Type="http://schemas.openxmlformats.org/officeDocument/2006/relationships/tags" Target="../tags/tag1384.xml"/><Relationship Id="rId70" Type="http://schemas.openxmlformats.org/officeDocument/2006/relationships/tags" Target="../tags/tag1392.xml"/><Relationship Id="rId75" Type="http://schemas.openxmlformats.org/officeDocument/2006/relationships/slideLayout" Target="../slideLayouts/slideLayout7.xml"/><Relationship Id="rId1" Type="http://schemas.openxmlformats.org/officeDocument/2006/relationships/tags" Target="../tags/tag1323.xml"/><Relationship Id="rId6" Type="http://schemas.openxmlformats.org/officeDocument/2006/relationships/tags" Target="../tags/tag1328.xml"/><Relationship Id="rId15" Type="http://schemas.openxmlformats.org/officeDocument/2006/relationships/tags" Target="../tags/tag1337.xml"/><Relationship Id="rId23" Type="http://schemas.openxmlformats.org/officeDocument/2006/relationships/tags" Target="../tags/tag1345.xml"/><Relationship Id="rId28" Type="http://schemas.openxmlformats.org/officeDocument/2006/relationships/tags" Target="../tags/tag1350.xml"/><Relationship Id="rId36" Type="http://schemas.openxmlformats.org/officeDocument/2006/relationships/tags" Target="../tags/tag1358.xml"/><Relationship Id="rId49" Type="http://schemas.openxmlformats.org/officeDocument/2006/relationships/tags" Target="../tags/tag1371.xml"/><Relationship Id="rId57" Type="http://schemas.openxmlformats.org/officeDocument/2006/relationships/tags" Target="../tags/tag1379.xml"/><Relationship Id="rId10" Type="http://schemas.openxmlformats.org/officeDocument/2006/relationships/tags" Target="../tags/tag1332.xml"/><Relationship Id="rId31" Type="http://schemas.openxmlformats.org/officeDocument/2006/relationships/tags" Target="../tags/tag1353.xml"/><Relationship Id="rId44" Type="http://schemas.openxmlformats.org/officeDocument/2006/relationships/tags" Target="../tags/tag1366.xml"/><Relationship Id="rId52" Type="http://schemas.openxmlformats.org/officeDocument/2006/relationships/tags" Target="../tags/tag1374.xml"/><Relationship Id="rId60" Type="http://schemas.openxmlformats.org/officeDocument/2006/relationships/tags" Target="../tags/tag1382.xml"/><Relationship Id="rId65" Type="http://schemas.openxmlformats.org/officeDocument/2006/relationships/tags" Target="../tags/tag1387.xml"/><Relationship Id="rId73" Type="http://schemas.openxmlformats.org/officeDocument/2006/relationships/tags" Target="../tags/tag1395.xml"/><Relationship Id="rId78" Type="http://schemas.openxmlformats.org/officeDocument/2006/relationships/tags" Target="../tags/tag1326.xml"/><Relationship Id="rId81" Type="http://schemas.openxmlformats.org/officeDocument/2006/relationships/image" Target="../media/image10.png"/><Relationship Id="rId4" Type="http://schemas.openxmlformats.org/officeDocument/2006/relationships/tags" Target="../tags/tag1326.xml"/><Relationship Id="rId9" Type="http://schemas.openxmlformats.org/officeDocument/2006/relationships/tags" Target="../tags/tag1331.xml"/><Relationship Id="rId13" Type="http://schemas.openxmlformats.org/officeDocument/2006/relationships/tags" Target="../tags/tag1335.xml"/><Relationship Id="rId18" Type="http://schemas.openxmlformats.org/officeDocument/2006/relationships/tags" Target="../tags/tag1340.xml"/><Relationship Id="rId39" Type="http://schemas.openxmlformats.org/officeDocument/2006/relationships/tags" Target="../tags/tag1361.xml"/><Relationship Id="rId34" Type="http://schemas.openxmlformats.org/officeDocument/2006/relationships/tags" Target="../tags/tag1356.xml"/><Relationship Id="rId50" Type="http://schemas.openxmlformats.org/officeDocument/2006/relationships/tags" Target="../tags/tag1372.xml"/><Relationship Id="rId55" Type="http://schemas.openxmlformats.org/officeDocument/2006/relationships/tags" Target="../tags/tag1377.xml"/><Relationship Id="rId76" Type="http://schemas.openxmlformats.org/officeDocument/2006/relationships/tags" Target="../tags/tag1325.xml"/><Relationship Id="rId7" Type="http://schemas.openxmlformats.org/officeDocument/2006/relationships/tags" Target="../tags/tag1329.xml"/><Relationship Id="rId71" Type="http://schemas.openxmlformats.org/officeDocument/2006/relationships/tags" Target="../tags/tag1393.xml"/><Relationship Id="rId2" Type="http://schemas.openxmlformats.org/officeDocument/2006/relationships/tags" Target="../tags/tag1324.xml"/><Relationship Id="rId29" Type="http://schemas.openxmlformats.org/officeDocument/2006/relationships/tags" Target="../tags/tag1351.xml"/><Relationship Id="rId24" Type="http://schemas.openxmlformats.org/officeDocument/2006/relationships/tags" Target="../tags/tag1346.xml"/><Relationship Id="rId40" Type="http://schemas.openxmlformats.org/officeDocument/2006/relationships/tags" Target="../tags/tag1362.xml"/><Relationship Id="rId45" Type="http://schemas.openxmlformats.org/officeDocument/2006/relationships/tags" Target="../tags/tag1367.xml"/><Relationship Id="rId66" Type="http://schemas.openxmlformats.org/officeDocument/2006/relationships/tags" Target="../tags/tag1388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1404.xml"/><Relationship Id="rId13" Type="http://schemas.openxmlformats.org/officeDocument/2006/relationships/tags" Target="../tags/tag13970.xml"/><Relationship Id="rId3" Type="http://schemas.openxmlformats.org/officeDocument/2006/relationships/tags" Target="../tags/tag1399.xml"/><Relationship Id="rId7" Type="http://schemas.openxmlformats.org/officeDocument/2006/relationships/tags" Target="../tags/tag1403.xml"/><Relationship Id="rId12" Type="http://schemas.openxmlformats.org/officeDocument/2006/relationships/slideLayout" Target="../slideLayouts/slideLayout7.xml"/><Relationship Id="rId2" Type="http://schemas.openxmlformats.org/officeDocument/2006/relationships/tags" Target="../tags/tag1398.xml"/><Relationship Id="rId1" Type="http://schemas.openxmlformats.org/officeDocument/2006/relationships/tags" Target="../tags/tag1397.xml"/><Relationship Id="rId6" Type="http://schemas.openxmlformats.org/officeDocument/2006/relationships/tags" Target="../tags/tag1402.xml"/><Relationship Id="rId11" Type="http://schemas.openxmlformats.org/officeDocument/2006/relationships/tags" Target="../tags/tag1407.xml"/><Relationship Id="rId5" Type="http://schemas.openxmlformats.org/officeDocument/2006/relationships/tags" Target="../tags/tag1401.xml"/><Relationship Id="rId10" Type="http://schemas.openxmlformats.org/officeDocument/2006/relationships/tags" Target="../tags/tag1406.xml"/><Relationship Id="rId4" Type="http://schemas.openxmlformats.org/officeDocument/2006/relationships/tags" Target="../tags/tag1400.xml"/><Relationship Id="rId9" Type="http://schemas.openxmlformats.org/officeDocument/2006/relationships/tags" Target="../tags/tag1405.xml"/><Relationship Id="rId1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117" Type="http://schemas.openxmlformats.org/officeDocument/2006/relationships/tags" Target="../tags/tag1524.xml"/><Relationship Id="rId21" Type="http://schemas.openxmlformats.org/officeDocument/2006/relationships/tags" Target="../tags/tag1428.xml"/><Relationship Id="rId42" Type="http://schemas.openxmlformats.org/officeDocument/2006/relationships/tags" Target="../tags/tag1449.xml"/><Relationship Id="rId63" Type="http://schemas.openxmlformats.org/officeDocument/2006/relationships/tags" Target="../tags/tag1470.xml"/><Relationship Id="rId84" Type="http://schemas.openxmlformats.org/officeDocument/2006/relationships/tags" Target="../tags/tag1491.xml"/><Relationship Id="rId138" Type="http://schemas.openxmlformats.org/officeDocument/2006/relationships/tags" Target="../tags/tag1545.xml"/><Relationship Id="rId107" Type="http://schemas.openxmlformats.org/officeDocument/2006/relationships/tags" Target="../tags/tag1514.xml"/><Relationship Id="rId11" Type="http://schemas.openxmlformats.org/officeDocument/2006/relationships/tags" Target="../tags/tag1418.xml"/><Relationship Id="rId32" Type="http://schemas.openxmlformats.org/officeDocument/2006/relationships/tags" Target="../tags/tag1439.xml"/><Relationship Id="rId53" Type="http://schemas.openxmlformats.org/officeDocument/2006/relationships/tags" Target="../tags/tag1460.xml"/><Relationship Id="rId74" Type="http://schemas.openxmlformats.org/officeDocument/2006/relationships/tags" Target="../tags/tag1481.xml"/><Relationship Id="rId128" Type="http://schemas.openxmlformats.org/officeDocument/2006/relationships/tags" Target="../tags/tag1535.xml"/><Relationship Id="rId149" Type="http://schemas.openxmlformats.org/officeDocument/2006/relationships/tags" Target="../tags/tag1556.xml"/><Relationship Id="rId5" Type="http://schemas.openxmlformats.org/officeDocument/2006/relationships/tags" Target="../tags/tag1412.xml"/><Relationship Id="rId95" Type="http://schemas.openxmlformats.org/officeDocument/2006/relationships/tags" Target="../tags/tag1502.xml"/><Relationship Id="rId22" Type="http://schemas.openxmlformats.org/officeDocument/2006/relationships/tags" Target="../tags/tag1429.xml"/><Relationship Id="rId43" Type="http://schemas.openxmlformats.org/officeDocument/2006/relationships/tags" Target="../tags/tag1450.xml"/><Relationship Id="rId64" Type="http://schemas.openxmlformats.org/officeDocument/2006/relationships/tags" Target="../tags/tag1471.xml"/><Relationship Id="rId118" Type="http://schemas.openxmlformats.org/officeDocument/2006/relationships/tags" Target="../tags/tag1525.xml"/><Relationship Id="rId139" Type="http://schemas.openxmlformats.org/officeDocument/2006/relationships/tags" Target="../tags/tag1546.xml"/><Relationship Id="rId80" Type="http://schemas.openxmlformats.org/officeDocument/2006/relationships/tags" Target="../tags/tag1487.xml"/><Relationship Id="rId85" Type="http://schemas.openxmlformats.org/officeDocument/2006/relationships/tags" Target="../tags/tag1492.xml"/><Relationship Id="rId150" Type="http://schemas.openxmlformats.org/officeDocument/2006/relationships/tags" Target="../tags/tag1557.xml"/><Relationship Id="rId155" Type="http://schemas.openxmlformats.org/officeDocument/2006/relationships/tags" Target="../tags/tag1562.xml"/><Relationship Id="rId12" Type="http://schemas.openxmlformats.org/officeDocument/2006/relationships/tags" Target="../tags/tag1419.xml"/><Relationship Id="rId17" Type="http://schemas.openxmlformats.org/officeDocument/2006/relationships/tags" Target="../tags/tag1424.xml"/><Relationship Id="rId33" Type="http://schemas.openxmlformats.org/officeDocument/2006/relationships/tags" Target="../tags/tag1440.xml"/><Relationship Id="rId38" Type="http://schemas.openxmlformats.org/officeDocument/2006/relationships/tags" Target="../tags/tag1445.xml"/><Relationship Id="rId59" Type="http://schemas.openxmlformats.org/officeDocument/2006/relationships/tags" Target="../tags/tag1466.xml"/><Relationship Id="rId103" Type="http://schemas.openxmlformats.org/officeDocument/2006/relationships/tags" Target="../tags/tag1510.xml"/><Relationship Id="rId108" Type="http://schemas.openxmlformats.org/officeDocument/2006/relationships/tags" Target="../tags/tag1515.xml"/><Relationship Id="rId124" Type="http://schemas.openxmlformats.org/officeDocument/2006/relationships/tags" Target="../tags/tag1531.xml"/><Relationship Id="rId129" Type="http://schemas.openxmlformats.org/officeDocument/2006/relationships/tags" Target="../tags/tag1536.xml"/><Relationship Id="rId54" Type="http://schemas.openxmlformats.org/officeDocument/2006/relationships/tags" Target="../tags/tag1461.xml"/><Relationship Id="rId70" Type="http://schemas.openxmlformats.org/officeDocument/2006/relationships/tags" Target="../tags/tag1477.xml"/><Relationship Id="rId75" Type="http://schemas.openxmlformats.org/officeDocument/2006/relationships/tags" Target="../tags/tag1482.xml"/><Relationship Id="rId91" Type="http://schemas.openxmlformats.org/officeDocument/2006/relationships/tags" Target="../tags/tag1498.xml"/><Relationship Id="rId96" Type="http://schemas.openxmlformats.org/officeDocument/2006/relationships/tags" Target="../tags/tag1503.xml"/><Relationship Id="rId140" Type="http://schemas.openxmlformats.org/officeDocument/2006/relationships/tags" Target="../tags/tag1547.xml"/><Relationship Id="rId145" Type="http://schemas.openxmlformats.org/officeDocument/2006/relationships/tags" Target="../tags/tag1552.xml"/><Relationship Id="rId1" Type="http://schemas.openxmlformats.org/officeDocument/2006/relationships/tags" Target="../tags/tag1408.xml"/><Relationship Id="rId6" Type="http://schemas.openxmlformats.org/officeDocument/2006/relationships/tags" Target="../tags/tag1413.xml"/><Relationship Id="rId23" Type="http://schemas.openxmlformats.org/officeDocument/2006/relationships/tags" Target="../tags/tag1430.xml"/><Relationship Id="rId28" Type="http://schemas.openxmlformats.org/officeDocument/2006/relationships/tags" Target="../tags/tag1435.xml"/><Relationship Id="rId49" Type="http://schemas.openxmlformats.org/officeDocument/2006/relationships/tags" Target="../tags/tag1456.xml"/><Relationship Id="rId114" Type="http://schemas.openxmlformats.org/officeDocument/2006/relationships/tags" Target="../tags/tag1521.xml"/><Relationship Id="rId119" Type="http://schemas.openxmlformats.org/officeDocument/2006/relationships/tags" Target="../tags/tag1526.xml"/><Relationship Id="rId44" Type="http://schemas.openxmlformats.org/officeDocument/2006/relationships/tags" Target="../tags/tag1451.xml"/><Relationship Id="rId60" Type="http://schemas.openxmlformats.org/officeDocument/2006/relationships/tags" Target="../tags/tag1467.xml"/><Relationship Id="rId65" Type="http://schemas.openxmlformats.org/officeDocument/2006/relationships/tags" Target="../tags/tag1472.xml"/><Relationship Id="rId81" Type="http://schemas.openxmlformats.org/officeDocument/2006/relationships/tags" Target="../tags/tag1488.xml"/><Relationship Id="rId86" Type="http://schemas.openxmlformats.org/officeDocument/2006/relationships/tags" Target="../tags/tag1493.xml"/><Relationship Id="rId130" Type="http://schemas.openxmlformats.org/officeDocument/2006/relationships/tags" Target="../tags/tag1537.xml"/><Relationship Id="rId135" Type="http://schemas.openxmlformats.org/officeDocument/2006/relationships/tags" Target="../tags/tag1542.xml"/><Relationship Id="rId151" Type="http://schemas.openxmlformats.org/officeDocument/2006/relationships/tags" Target="../tags/tag1558.xml"/><Relationship Id="rId156" Type="http://schemas.openxmlformats.org/officeDocument/2006/relationships/tags" Target="../tags/tag1563.xml"/><Relationship Id="rId13" Type="http://schemas.openxmlformats.org/officeDocument/2006/relationships/tags" Target="../tags/tag1420.xml"/><Relationship Id="rId18" Type="http://schemas.openxmlformats.org/officeDocument/2006/relationships/tags" Target="../tags/tag1425.xml"/><Relationship Id="rId39" Type="http://schemas.openxmlformats.org/officeDocument/2006/relationships/tags" Target="../tags/tag1446.xml"/><Relationship Id="rId109" Type="http://schemas.openxmlformats.org/officeDocument/2006/relationships/tags" Target="../tags/tag1516.xml"/><Relationship Id="rId34" Type="http://schemas.openxmlformats.org/officeDocument/2006/relationships/tags" Target="../tags/tag1441.xml"/><Relationship Id="rId50" Type="http://schemas.openxmlformats.org/officeDocument/2006/relationships/tags" Target="../tags/tag1457.xml"/><Relationship Id="rId55" Type="http://schemas.openxmlformats.org/officeDocument/2006/relationships/tags" Target="../tags/tag1462.xml"/><Relationship Id="rId76" Type="http://schemas.openxmlformats.org/officeDocument/2006/relationships/tags" Target="../tags/tag1483.xml"/><Relationship Id="rId97" Type="http://schemas.openxmlformats.org/officeDocument/2006/relationships/tags" Target="../tags/tag1504.xml"/><Relationship Id="rId104" Type="http://schemas.openxmlformats.org/officeDocument/2006/relationships/tags" Target="../tags/tag1511.xml"/><Relationship Id="rId120" Type="http://schemas.openxmlformats.org/officeDocument/2006/relationships/tags" Target="../tags/tag1527.xml"/><Relationship Id="rId125" Type="http://schemas.openxmlformats.org/officeDocument/2006/relationships/tags" Target="../tags/tag1532.xml"/><Relationship Id="rId141" Type="http://schemas.openxmlformats.org/officeDocument/2006/relationships/tags" Target="../tags/tag1548.xml"/><Relationship Id="rId146" Type="http://schemas.openxmlformats.org/officeDocument/2006/relationships/tags" Target="../tags/tag1553.xml"/><Relationship Id="rId7" Type="http://schemas.openxmlformats.org/officeDocument/2006/relationships/tags" Target="../tags/tag1414.xml"/><Relationship Id="rId71" Type="http://schemas.openxmlformats.org/officeDocument/2006/relationships/tags" Target="../tags/tag1478.xml"/><Relationship Id="rId92" Type="http://schemas.openxmlformats.org/officeDocument/2006/relationships/tags" Target="../tags/tag1499.xml"/><Relationship Id="rId2" Type="http://schemas.openxmlformats.org/officeDocument/2006/relationships/tags" Target="../tags/tag1409.xml"/><Relationship Id="rId29" Type="http://schemas.openxmlformats.org/officeDocument/2006/relationships/tags" Target="../tags/tag1436.xml"/><Relationship Id="rId24" Type="http://schemas.openxmlformats.org/officeDocument/2006/relationships/tags" Target="../tags/tag1431.xml"/><Relationship Id="rId40" Type="http://schemas.openxmlformats.org/officeDocument/2006/relationships/tags" Target="../tags/tag1447.xml"/><Relationship Id="rId45" Type="http://schemas.openxmlformats.org/officeDocument/2006/relationships/tags" Target="../tags/tag1452.xml"/><Relationship Id="rId66" Type="http://schemas.openxmlformats.org/officeDocument/2006/relationships/tags" Target="../tags/tag1473.xml"/><Relationship Id="rId87" Type="http://schemas.openxmlformats.org/officeDocument/2006/relationships/tags" Target="../tags/tag1494.xml"/><Relationship Id="rId110" Type="http://schemas.openxmlformats.org/officeDocument/2006/relationships/tags" Target="../tags/tag1517.xml"/><Relationship Id="rId115" Type="http://schemas.openxmlformats.org/officeDocument/2006/relationships/tags" Target="../tags/tag1522.xml"/><Relationship Id="rId131" Type="http://schemas.openxmlformats.org/officeDocument/2006/relationships/tags" Target="../tags/tag1538.xml"/><Relationship Id="rId136" Type="http://schemas.openxmlformats.org/officeDocument/2006/relationships/tags" Target="../tags/tag1543.xml"/><Relationship Id="rId157" Type="http://schemas.openxmlformats.org/officeDocument/2006/relationships/tags" Target="../tags/tag1564.xml"/><Relationship Id="rId61" Type="http://schemas.openxmlformats.org/officeDocument/2006/relationships/tags" Target="../tags/tag1468.xml"/><Relationship Id="rId82" Type="http://schemas.openxmlformats.org/officeDocument/2006/relationships/tags" Target="../tags/tag1489.xml"/><Relationship Id="rId152" Type="http://schemas.openxmlformats.org/officeDocument/2006/relationships/tags" Target="../tags/tag1559.xml"/><Relationship Id="rId19" Type="http://schemas.openxmlformats.org/officeDocument/2006/relationships/tags" Target="../tags/tag1426.xml"/><Relationship Id="rId14" Type="http://schemas.openxmlformats.org/officeDocument/2006/relationships/tags" Target="../tags/tag1421.xml"/><Relationship Id="rId30" Type="http://schemas.openxmlformats.org/officeDocument/2006/relationships/tags" Target="../tags/tag1437.xml"/><Relationship Id="rId35" Type="http://schemas.openxmlformats.org/officeDocument/2006/relationships/tags" Target="../tags/tag1442.xml"/><Relationship Id="rId56" Type="http://schemas.openxmlformats.org/officeDocument/2006/relationships/tags" Target="../tags/tag1463.xml"/><Relationship Id="rId77" Type="http://schemas.openxmlformats.org/officeDocument/2006/relationships/tags" Target="../tags/tag1484.xml"/><Relationship Id="rId100" Type="http://schemas.openxmlformats.org/officeDocument/2006/relationships/tags" Target="../tags/tag1507.xml"/><Relationship Id="rId105" Type="http://schemas.openxmlformats.org/officeDocument/2006/relationships/tags" Target="../tags/tag1512.xml"/><Relationship Id="rId126" Type="http://schemas.openxmlformats.org/officeDocument/2006/relationships/tags" Target="../tags/tag1533.xml"/><Relationship Id="rId147" Type="http://schemas.openxmlformats.org/officeDocument/2006/relationships/tags" Target="../tags/tag1554.xml"/><Relationship Id="rId8" Type="http://schemas.openxmlformats.org/officeDocument/2006/relationships/tags" Target="../tags/tag1415.xml"/><Relationship Id="rId51" Type="http://schemas.openxmlformats.org/officeDocument/2006/relationships/tags" Target="../tags/tag1458.xml"/><Relationship Id="rId72" Type="http://schemas.openxmlformats.org/officeDocument/2006/relationships/tags" Target="../tags/tag1479.xml"/><Relationship Id="rId93" Type="http://schemas.openxmlformats.org/officeDocument/2006/relationships/tags" Target="../tags/tag1500.xml"/><Relationship Id="rId98" Type="http://schemas.openxmlformats.org/officeDocument/2006/relationships/tags" Target="../tags/tag1505.xml"/><Relationship Id="rId121" Type="http://schemas.openxmlformats.org/officeDocument/2006/relationships/tags" Target="../tags/tag1528.xml"/><Relationship Id="rId142" Type="http://schemas.openxmlformats.org/officeDocument/2006/relationships/tags" Target="../tags/tag1549.xml"/><Relationship Id="rId3" Type="http://schemas.openxmlformats.org/officeDocument/2006/relationships/tags" Target="../tags/tag1410.xml"/><Relationship Id="rId25" Type="http://schemas.openxmlformats.org/officeDocument/2006/relationships/tags" Target="../tags/tag1432.xml"/><Relationship Id="rId46" Type="http://schemas.openxmlformats.org/officeDocument/2006/relationships/tags" Target="../tags/tag1453.xml"/><Relationship Id="rId67" Type="http://schemas.openxmlformats.org/officeDocument/2006/relationships/tags" Target="../tags/tag1474.xml"/><Relationship Id="rId116" Type="http://schemas.openxmlformats.org/officeDocument/2006/relationships/tags" Target="../tags/tag1523.xml"/><Relationship Id="rId137" Type="http://schemas.openxmlformats.org/officeDocument/2006/relationships/tags" Target="../tags/tag1544.xml"/><Relationship Id="rId158" Type="http://schemas.openxmlformats.org/officeDocument/2006/relationships/slideLayout" Target="../slideLayouts/slideLayout7.xml"/><Relationship Id="rId20" Type="http://schemas.openxmlformats.org/officeDocument/2006/relationships/tags" Target="../tags/tag1427.xml"/><Relationship Id="rId41" Type="http://schemas.openxmlformats.org/officeDocument/2006/relationships/tags" Target="../tags/tag1448.xml"/><Relationship Id="rId62" Type="http://schemas.openxmlformats.org/officeDocument/2006/relationships/tags" Target="../tags/tag1469.xml"/><Relationship Id="rId83" Type="http://schemas.openxmlformats.org/officeDocument/2006/relationships/tags" Target="../tags/tag1490.xml"/><Relationship Id="rId88" Type="http://schemas.openxmlformats.org/officeDocument/2006/relationships/tags" Target="../tags/tag1495.xml"/><Relationship Id="rId111" Type="http://schemas.openxmlformats.org/officeDocument/2006/relationships/tags" Target="../tags/tag1518.xml"/><Relationship Id="rId132" Type="http://schemas.openxmlformats.org/officeDocument/2006/relationships/tags" Target="../tags/tag1539.xml"/><Relationship Id="rId153" Type="http://schemas.openxmlformats.org/officeDocument/2006/relationships/tags" Target="../tags/tag1560.xml"/><Relationship Id="rId15" Type="http://schemas.openxmlformats.org/officeDocument/2006/relationships/tags" Target="../tags/tag1422.xml"/><Relationship Id="rId36" Type="http://schemas.openxmlformats.org/officeDocument/2006/relationships/tags" Target="../tags/tag1443.xml"/><Relationship Id="rId57" Type="http://schemas.openxmlformats.org/officeDocument/2006/relationships/tags" Target="../tags/tag1464.xml"/><Relationship Id="rId106" Type="http://schemas.openxmlformats.org/officeDocument/2006/relationships/tags" Target="../tags/tag1513.xml"/><Relationship Id="rId127" Type="http://schemas.openxmlformats.org/officeDocument/2006/relationships/tags" Target="../tags/tag1534.xml"/><Relationship Id="rId10" Type="http://schemas.openxmlformats.org/officeDocument/2006/relationships/tags" Target="../tags/tag1417.xml"/><Relationship Id="rId31" Type="http://schemas.openxmlformats.org/officeDocument/2006/relationships/tags" Target="../tags/tag1438.xml"/><Relationship Id="rId52" Type="http://schemas.openxmlformats.org/officeDocument/2006/relationships/tags" Target="../tags/tag1459.xml"/><Relationship Id="rId73" Type="http://schemas.openxmlformats.org/officeDocument/2006/relationships/tags" Target="../tags/tag1480.xml"/><Relationship Id="rId78" Type="http://schemas.openxmlformats.org/officeDocument/2006/relationships/tags" Target="../tags/tag1485.xml"/><Relationship Id="rId94" Type="http://schemas.openxmlformats.org/officeDocument/2006/relationships/tags" Target="../tags/tag1501.xml"/><Relationship Id="rId99" Type="http://schemas.openxmlformats.org/officeDocument/2006/relationships/tags" Target="../tags/tag1506.xml"/><Relationship Id="rId101" Type="http://schemas.openxmlformats.org/officeDocument/2006/relationships/tags" Target="../tags/tag1508.xml"/><Relationship Id="rId122" Type="http://schemas.openxmlformats.org/officeDocument/2006/relationships/tags" Target="../tags/tag1529.xml"/><Relationship Id="rId143" Type="http://schemas.openxmlformats.org/officeDocument/2006/relationships/tags" Target="../tags/tag1550.xml"/><Relationship Id="rId148" Type="http://schemas.openxmlformats.org/officeDocument/2006/relationships/tags" Target="../tags/tag1555.xml"/><Relationship Id="rId4" Type="http://schemas.openxmlformats.org/officeDocument/2006/relationships/tags" Target="../tags/tag1411.xml"/><Relationship Id="rId9" Type="http://schemas.openxmlformats.org/officeDocument/2006/relationships/tags" Target="../tags/tag1416.xml"/><Relationship Id="rId26" Type="http://schemas.openxmlformats.org/officeDocument/2006/relationships/tags" Target="../tags/tag1433.xml"/><Relationship Id="rId47" Type="http://schemas.openxmlformats.org/officeDocument/2006/relationships/tags" Target="../tags/tag1454.xml"/><Relationship Id="rId68" Type="http://schemas.openxmlformats.org/officeDocument/2006/relationships/tags" Target="../tags/tag1475.xml"/><Relationship Id="rId89" Type="http://schemas.openxmlformats.org/officeDocument/2006/relationships/tags" Target="../tags/tag1496.xml"/><Relationship Id="rId112" Type="http://schemas.openxmlformats.org/officeDocument/2006/relationships/tags" Target="../tags/tag1519.xml"/><Relationship Id="rId133" Type="http://schemas.openxmlformats.org/officeDocument/2006/relationships/tags" Target="../tags/tag1540.xml"/><Relationship Id="rId154" Type="http://schemas.openxmlformats.org/officeDocument/2006/relationships/tags" Target="../tags/tag1561.xml"/><Relationship Id="rId16" Type="http://schemas.openxmlformats.org/officeDocument/2006/relationships/tags" Target="../tags/tag1423.xml"/><Relationship Id="rId37" Type="http://schemas.openxmlformats.org/officeDocument/2006/relationships/tags" Target="../tags/tag1444.xml"/><Relationship Id="rId58" Type="http://schemas.openxmlformats.org/officeDocument/2006/relationships/tags" Target="../tags/tag1465.xml"/><Relationship Id="rId79" Type="http://schemas.openxmlformats.org/officeDocument/2006/relationships/tags" Target="../tags/tag1486.xml"/><Relationship Id="rId102" Type="http://schemas.openxmlformats.org/officeDocument/2006/relationships/tags" Target="../tags/tag1509.xml"/><Relationship Id="rId123" Type="http://schemas.openxmlformats.org/officeDocument/2006/relationships/tags" Target="../tags/tag1530.xml"/><Relationship Id="rId144" Type="http://schemas.openxmlformats.org/officeDocument/2006/relationships/tags" Target="../tags/tag1551.xml"/><Relationship Id="rId90" Type="http://schemas.openxmlformats.org/officeDocument/2006/relationships/tags" Target="../tags/tag1497.xml"/><Relationship Id="rId27" Type="http://schemas.openxmlformats.org/officeDocument/2006/relationships/tags" Target="../tags/tag1434.xml"/><Relationship Id="rId48" Type="http://schemas.openxmlformats.org/officeDocument/2006/relationships/tags" Target="../tags/tag1455.xml"/><Relationship Id="rId69" Type="http://schemas.openxmlformats.org/officeDocument/2006/relationships/tags" Target="../tags/tag1476.xml"/><Relationship Id="rId113" Type="http://schemas.openxmlformats.org/officeDocument/2006/relationships/tags" Target="../tags/tag1520.xml"/><Relationship Id="rId134" Type="http://schemas.openxmlformats.org/officeDocument/2006/relationships/tags" Target="../tags/tag1541.xml"/></Relationships>
</file>

<file path=ppt/slides/_rels/slide16.xml.rels><?xml version="1.0" encoding="UTF-8" standalone="yes"?>
<Relationships xmlns="http://schemas.openxmlformats.org/package/2006/relationships"><Relationship Id="rId26" Type="http://schemas.openxmlformats.org/officeDocument/2006/relationships/tags" Target="../tags/tag1590.xml"/><Relationship Id="rId117" Type="http://schemas.openxmlformats.org/officeDocument/2006/relationships/tags" Target="../tags/tag1681.xml"/><Relationship Id="rId21" Type="http://schemas.openxmlformats.org/officeDocument/2006/relationships/tags" Target="../tags/tag1585.xml"/><Relationship Id="rId42" Type="http://schemas.openxmlformats.org/officeDocument/2006/relationships/tags" Target="../tags/tag1606.xml"/><Relationship Id="rId47" Type="http://schemas.openxmlformats.org/officeDocument/2006/relationships/tags" Target="../tags/tag1611.xml"/><Relationship Id="rId63" Type="http://schemas.openxmlformats.org/officeDocument/2006/relationships/tags" Target="../tags/tag1627.xml"/><Relationship Id="rId68" Type="http://schemas.openxmlformats.org/officeDocument/2006/relationships/tags" Target="../tags/tag1632.xml"/><Relationship Id="rId84" Type="http://schemas.openxmlformats.org/officeDocument/2006/relationships/tags" Target="../tags/tag1648.xml"/><Relationship Id="rId89" Type="http://schemas.openxmlformats.org/officeDocument/2006/relationships/tags" Target="../tags/tag1653.xml"/><Relationship Id="rId112" Type="http://schemas.openxmlformats.org/officeDocument/2006/relationships/tags" Target="../tags/tag1676.xml"/><Relationship Id="rId16" Type="http://schemas.openxmlformats.org/officeDocument/2006/relationships/tags" Target="../tags/tag1580.xml"/><Relationship Id="rId107" Type="http://schemas.openxmlformats.org/officeDocument/2006/relationships/tags" Target="../tags/tag1671.xml"/><Relationship Id="rId11" Type="http://schemas.openxmlformats.org/officeDocument/2006/relationships/tags" Target="../tags/tag1575.xml"/><Relationship Id="rId32" Type="http://schemas.openxmlformats.org/officeDocument/2006/relationships/tags" Target="../tags/tag1596.xml"/><Relationship Id="rId37" Type="http://schemas.openxmlformats.org/officeDocument/2006/relationships/tags" Target="../tags/tag1601.xml"/><Relationship Id="rId53" Type="http://schemas.openxmlformats.org/officeDocument/2006/relationships/tags" Target="../tags/tag1617.xml"/><Relationship Id="rId58" Type="http://schemas.openxmlformats.org/officeDocument/2006/relationships/tags" Target="../tags/tag1622.xml"/><Relationship Id="rId74" Type="http://schemas.openxmlformats.org/officeDocument/2006/relationships/tags" Target="../tags/tag1638.xml"/><Relationship Id="rId79" Type="http://schemas.openxmlformats.org/officeDocument/2006/relationships/tags" Target="../tags/tag1643.xml"/><Relationship Id="rId102" Type="http://schemas.openxmlformats.org/officeDocument/2006/relationships/tags" Target="../tags/tag1666.xml"/><Relationship Id="rId5" Type="http://schemas.openxmlformats.org/officeDocument/2006/relationships/tags" Target="../tags/tag1569.xml"/><Relationship Id="rId90" Type="http://schemas.openxmlformats.org/officeDocument/2006/relationships/tags" Target="../tags/tag1654.xml"/><Relationship Id="rId95" Type="http://schemas.openxmlformats.org/officeDocument/2006/relationships/tags" Target="../tags/tag1659.xml"/><Relationship Id="rId22" Type="http://schemas.openxmlformats.org/officeDocument/2006/relationships/tags" Target="../tags/tag1586.xml"/><Relationship Id="rId27" Type="http://schemas.openxmlformats.org/officeDocument/2006/relationships/tags" Target="../tags/tag1591.xml"/><Relationship Id="rId43" Type="http://schemas.openxmlformats.org/officeDocument/2006/relationships/tags" Target="../tags/tag1607.xml"/><Relationship Id="rId48" Type="http://schemas.openxmlformats.org/officeDocument/2006/relationships/tags" Target="../tags/tag1612.xml"/><Relationship Id="rId64" Type="http://schemas.openxmlformats.org/officeDocument/2006/relationships/tags" Target="../tags/tag1628.xml"/><Relationship Id="rId69" Type="http://schemas.openxmlformats.org/officeDocument/2006/relationships/tags" Target="../tags/tag1633.xml"/><Relationship Id="rId113" Type="http://schemas.openxmlformats.org/officeDocument/2006/relationships/tags" Target="../tags/tag1677.xml"/><Relationship Id="rId118" Type="http://schemas.openxmlformats.org/officeDocument/2006/relationships/tags" Target="../tags/tag1682.xml"/><Relationship Id="rId80" Type="http://schemas.openxmlformats.org/officeDocument/2006/relationships/tags" Target="../tags/tag1644.xml"/><Relationship Id="rId85" Type="http://schemas.openxmlformats.org/officeDocument/2006/relationships/tags" Target="../tags/tag1649.xml"/><Relationship Id="rId12" Type="http://schemas.openxmlformats.org/officeDocument/2006/relationships/tags" Target="../tags/tag1576.xml"/><Relationship Id="rId17" Type="http://schemas.openxmlformats.org/officeDocument/2006/relationships/tags" Target="../tags/tag1581.xml"/><Relationship Id="rId33" Type="http://schemas.openxmlformats.org/officeDocument/2006/relationships/tags" Target="../tags/tag1597.xml"/><Relationship Id="rId38" Type="http://schemas.openxmlformats.org/officeDocument/2006/relationships/tags" Target="../tags/tag1602.xml"/><Relationship Id="rId59" Type="http://schemas.openxmlformats.org/officeDocument/2006/relationships/tags" Target="../tags/tag1623.xml"/><Relationship Id="rId103" Type="http://schemas.openxmlformats.org/officeDocument/2006/relationships/tags" Target="../tags/tag1667.xml"/><Relationship Id="rId108" Type="http://schemas.openxmlformats.org/officeDocument/2006/relationships/tags" Target="../tags/tag1672.xml"/><Relationship Id="rId54" Type="http://schemas.openxmlformats.org/officeDocument/2006/relationships/tags" Target="../tags/tag1618.xml"/><Relationship Id="rId70" Type="http://schemas.openxmlformats.org/officeDocument/2006/relationships/tags" Target="../tags/tag1634.xml"/><Relationship Id="rId75" Type="http://schemas.openxmlformats.org/officeDocument/2006/relationships/tags" Target="../tags/tag1639.xml"/><Relationship Id="rId91" Type="http://schemas.openxmlformats.org/officeDocument/2006/relationships/tags" Target="../tags/tag1655.xml"/><Relationship Id="rId96" Type="http://schemas.openxmlformats.org/officeDocument/2006/relationships/tags" Target="../tags/tag1660.xml"/><Relationship Id="rId1" Type="http://schemas.openxmlformats.org/officeDocument/2006/relationships/tags" Target="../tags/tag1565.xml"/><Relationship Id="rId6" Type="http://schemas.openxmlformats.org/officeDocument/2006/relationships/tags" Target="../tags/tag1570.xml"/><Relationship Id="rId23" Type="http://schemas.openxmlformats.org/officeDocument/2006/relationships/tags" Target="../tags/tag1587.xml"/><Relationship Id="rId28" Type="http://schemas.openxmlformats.org/officeDocument/2006/relationships/tags" Target="../tags/tag1592.xml"/><Relationship Id="rId49" Type="http://schemas.openxmlformats.org/officeDocument/2006/relationships/tags" Target="../tags/tag1613.xml"/><Relationship Id="rId114" Type="http://schemas.openxmlformats.org/officeDocument/2006/relationships/tags" Target="../tags/tag1678.xml"/><Relationship Id="rId119" Type="http://schemas.openxmlformats.org/officeDocument/2006/relationships/tags" Target="../tags/tag1683.xml"/><Relationship Id="rId44" Type="http://schemas.openxmlformats.org/officeDocument/2006/relationships/tags" Target="../tags/tag1608.xml"/><Relationship Id="rId60" Type="http://schemas.openxmlformats.org/officeDocument/2006/relationships/tags" Target="../tags/tag1624.xml"/><Relationship Id="rId65" Type="http://schemas.openxmlformats.org/officeDocument/2006/relationships/tags" Target="../tags/tag1629.xml"/><Relationship Id="rId81" Type="http://schemas.openxmlformats.org/officeDocument/2006/relationships/tags" Target="../tags/tag1645.xml"/><Relationship Id="rId86" Type="http://schemas.openxmlformats.org/officeDocument/2006/relationships/tags" Target="../tags/tag1650.xml"/><Relationship Id="rId4" Type="http://schemas.openxmlformats.org/officeDocument/2006/relationships/tags" Target="../tags/tag1568.xml"/><Relationship Id="rId9" Type="http://schemas.openxmlformats.org/officeDocument/2006/relationships/tags" Target="../tags/tag1573.xml"/><Relationship Id="rId13" Type="http://schemas.openxmlformats.org/officeDocument/2006/relationships/tags" Target="../tags/tag1577.xml"/><Relationship Id="rId18" Type="http://schemas.openxmlformats.org/officeDocument/2006/relationships/tags" Target="../tags/tag1582.xml"/><Relationship Id="rId39" Type="http://schemas.openxmlformats.org/officeDocument/2006/relationships/tags" Target="../tags/tag1603.xml"/><Relationship Id="rId109" Type="http://schemas.openxmlformats.org/officeDocument/2006/relationships/tags" Target="../tags/tag1673.xml"/><Relationship Id="rId34" Type="http://schemas.openxmlformats.org/officeDocument/2006/relationships/tags" Target="../tags/tag1598.xml"/><Relationship Id="rId50" Type="http://schemas.openxmlformats.org/officeDocument/2006/relationships/tags" Target="../tags/tag1614.xml"/><Relationship Id="rId55" Type="http://schemas.openxmlformats.org/officeDocument/2006/relationships/tags" Target="../tags/tag1619.xml"/><Relationship Id="rId76" Type="http://schemas.openxmlformats.org/officeDocument/2006/relationships/tags" Target="../tags/tag1640.xml"/><Relationship Id="rId97" Type="http://schemas.openxmlformats.org/officeDocument/2006/relationships/tags" Target="../tags/tag1661.xml"/><Relationship Id="rId104" Type="http://schemas.openxmlformats.org/officeDocument/2006/relationships/tags" Target="../tags/tag1668.xml"/><Relationship Id="rId120" Type="http://schemas.openxmlformats.org/officeDocument/2006/relationships/tags" Target="../tags/tag1684.xml"/><Relationship Id="rId7" Type="http://schemas.openxmlformats.org/officeDocument/2006/relationships/tags" Target="../tags/tag1571.xml"/><Relationship Id="rId71" Type="http://schemas.openxmlformats.org/officeDocument/2006/relationships/tags" Target="../tags/tag1635.xml"/><Relationship Id="rId92" Type="http://schemas.openxmlformats.org/officeDocument/2006/relationships/tags" Target="../tags/tag1656.xml"/><Relationship Id="rId2" Type="http://schemas.openxmlformats.org/officeDocument/2006/relationships/tags" Target="../tags/tag1566.xml"/><Relationship Id="rId29" Type="http://schemas.openxmlformats.org/officeDocument/2006/relationships/tags" Target="../tags/tag1593.xml"/><Relationship Id="rId24" Type="http://schemas.openxmlformats.org/officeDocument/2006/relationships/tags" Target="../tags/tag1588.xml"/><Relationship Id="rId40" Type="http://schemas.openxmlformats.org/officeDocument/2006/relationships/tags" Target="../tags/tag1604.xml"/><Relationship Id="rId45" Type="http://schemas.openxmlformats.org/officeDocument/2006/relationships/tags" Target="../tags/tag1609.xml"/><Relationship Id="rId66" Type="http://schemas.openxmlformats.org/officeDocument/2006/relationships/tags" Target="../tags/tag1630.xml"/><Relationship Id="rId87" Type="http://schemas.openxmlformats.org/officeDocument/2006/relationships/tags" Target="../tags/tag1651.xml"/><Relationship Id="rId110" Type="http://schemas.openxmlformats.org/officeDocument/2006/relationships/tags" Target="../tags/tag1674.xml"/><Relationship Id="rId115" Type="http://schemas.openxmlformats.org/officeDocument/2006/relationships/tags" Target="../tags/tag1679.xml"/><Relationship Id="rId61" Type="http://schemas.openxmlformats.org/officeDocument/2006/relationships/tags" Target="../tags/tag1625.xml"/><Relationship Id="rId82" Type="http://schemas.openxmlformats.org/officeDocument/2006/relationships/tags" Target="../tags/tag1646.xml"/><Relationship Id="rId19" Type="http://schemas.openxmlformats.org/officeDocument/2006/relationships/tags" Target="../tags/tag1583.xml"/><Relationship Id="rId14" Type="http://schemas.openxmlformats.org/officeDocument/2006/relationships/tags" Target="../tags/tag1578.xml"/><Relationship Id="rId30" Type="http://schemas.openxmlformats.org/officeDocument/2006/relationships/tags" Target="../tags/tag1594.xml"/><Relationship Id="rId35" Type="http://schemas.openxmlformats.org/officeDocument/2006/relationships/tags" Target="../tags/tag1599.xml"/><Relationship Id="rId56" Type="http://schemas.openxmlformats.org/officeDocument/2006/relationships/tags" Target="../tags/tag1620.xml"/><Relationship Id="rId77" Type="http://schemas.openxmlformats.org/officeDocument/2006/relationships/tags" Target="../tags/tag1641.xml"/><Relationship Id="rId100" Type="http://schemas.openxmlformats.org/officeDocument/2006/relationships/tags" Target="../tags/tag1664.xml"/><Relationship Id="rId105" Type="http://schemas.openxmlformats.org/officeDocument/2006/relationships/tags" Target="../tags/tag1669.xml"/><Relationship Id="rId8" Type="http://schemas.openxmlformats.org/officeDocument/2006/relationships/tags" Target="../tags/tag1572.xml"/><Relationship Id="rId51" Type="http://schemas.openxmlformats.org/officeDocument/2006/relationships/tags" Target="../tags/tag1615.xml"/><Relationship Id="rId72" Type="http://schemas.openxmlformats.org/officeDocument/2006/relationships/tags" Target="../tags/tag1636.xml"/><Relationship Id="rId93" Type="http://schemas.openxmlformats.org/officeDocument/2006/relationships/tags" Target="../tags/tag1657.xml"/><Relationship Id="rId98" Type="http://schemas.openxmlformats.org/officeDocument/2006/relationships/tags" Target="../tags/tag1662.xml"/><Relationship Id="rId121" Type="http://schemas.openxmlformats.org/officeDocument/2006/relationships/tags" Target="../tags/tag1685.xml"/><Relationship Id="rId3" Type="http://schemas.openxmlformats.org/officeDocument/2006/relationships/tags" Target="../tags/tag1567.xml"/><Relationship Id="rId25" Type="http://schemas.openxmlformats.org/officeDocument/2006/relationships/tags" Target="../tags/tag1589.xml"/><Relationship Id="rId46" Type="http://schemas.openxmlformats.org/officeDocument/2006/relationships/tags" Target="../tags/tag1610.xml"/><Relationship Id="rId67" Type="http://schemas.openxmlformats.org/officeDocument/2006/relationships/tags" Target="../tags/tag1631.xml"/><Relationship Id="rId116" Type="http://schemas.openxmlformats.org/officeDocument/2006/relationships/tags" Target="../tags/tag1680.xml"/><Relationship Id="rId20" Type="http://schemas.openxmlformats.org/officeDocument/2006/relationships/tags" Target="../tags/tag1584.xml"/><Relationship Id="rId41" Type="http://schemas.openxmlformats.org/officeDocument/2006/relationships/tags" Target="../tags/tag1605.xml"/><Relationship Id="rId62" Type="http://schemas.openxmlformats.org/officeDocument/2006/relationships/tags" Target="../tags/tag1626.xml"/><Relationship Id="rId83" Type="http://schemas.openxmlformats.org/officeDocument/2006/relationships/tags" Target="../tags/tag1647.xml"/><Relationship Id="rId88" Type="http://schemas.openxmlformats.org/officeDocument/2006/relationships/tags" Target="../tags/tag1652.xml"/><Relationship Id="rId111" Type="http://schemas.openxmlformats.org/officeDocument/2006/relationships/tags" Target="../tags/tag1675.xml"/><Relationship Id="rId15" Type="http://schemas.openxmlformats.org/officeDocument/2006/relationships/tags" Target="../tags/tag1579.xml"/><Relationship Id="rId36" Type="http://schemas.openxmlformats.org/officeDocument/2006/relationships/tags" Target="../tags/tag1600.xml"/><Relationship Id="rId57" Type="http://schemas.openxmlformats.org/officeDocument/2006/relationships/tags" Target="../tags/tag1621.xml"/><Relationship Id="rId106" Type="http://schemas.openxmlformats.org/officeDocument/2006/relationships/tags" Target="../tags/tag1670.xml"/><Relationship Id="rId10" Type="http://schemas.openxmlformats.org/officeDocument/2006/relationships/tags" Target="../tags/tag1574.xml"/><Relationship Id="rId31" Type="http://schemas.openxmlformats.org/officeDocument/2006/relationships/tags" Target="../tags/tag1595.xml"/><Relationship Id="rId52" Type="http://schemas.openxmlformats.org/officeDocument/2006/relationships/tags" Target="../tags/tag1616.xml"/><Relationship Id="rId73" Type="http://schemas.openxmlformats.org/officeDocument/2006/relationships/tags" Target="../tags/tag1637.xml"/><Relationship Id="rId78" Type="http://schemas.openxmlformats.org/officeDocument/2006/relationships/tags" Target="../tags/tag1642.xml"/><Relationship Id="rId94" Type="http://schemas.openxmlformats.org/officeDocument/2006/relationships/tags" Target="../tags/tag1658.xml"/><Relationship Id="rId99" Type="http://schemas.openxmlformats.org/officeDocument/2006/relationships/tags" Target="../tags/tag1663.xml"/><Relationship Id="rId101" Type="http://schemas.openxmlformats.org/officeDocument/2006/relationships/tags" Target="../tags/tag1665.xml"/><Relationship Id="rId122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17" Type="http://schemas.openxmlformats.org/officeDocument/2006/relationships/tags" Target="../tags/tag1802.xml"/><Relationship Id="rId21" Type="http://schemas.openxmlformats.org/officeDocument/2006/relationships/tags" Target="../tags/tag1706.xml"/><Relationship Id="rId42" Type="http://schemas.openxmlformats.org/officeDocument/2006/relationships/tags" Target="../tags/tag1727.xml"/><Relationship Id="rId63" Type="http://schemas.openxmlformats.org/officeDocument/2006/relationships/tags" Target="../tags/tag1748.xml"/><Relationship Id="rId84" Type="http://schemas.openxmlformats.org/officeDocument/2006/relationships/tags" Target="../tags/tag1769.xml"/><Relationship Id="rId138" Type="http://schemas.openxmlformats.org/officeDocument/2006/relationships/tags" Target="../tags/tag1823.xml"/><Relationship Id="rId107" Type="http://schemas.openxmlformats.org/officeDocument/2006/relationships/tags" Target="../tags/tag1792.xml"/><Relationship Id="rId11" Type="http://schemas.openxmlformats.org/officeDocument/2006/relationships/tags" Target="../tags/tag1696.xml"/><Relationship Id="rId32" Type="http://schemas.openxmlformats.org/officeDocument/2006/relationships/tags" Target="../tags/tag1717.xml"/><Relationship Id="rId53" Type="http://schemas.openxmlformats.org/officeDocument/2006/relationships/tags" Target="../tags/tag1738.xml"/><Relationship Id="rId74" Type="http://schemas.openxmlformats.org/officeDocument/2006/relationships/tags" Target="../tags/tag1759.xml"/><Relationship Id="rId128" Type="http://schemas.openxmlformats.org/officeDocument/2006/relationships/tags" Target="../tags/tag1813.xml"/><Relationship Id="rId149" Type="http://schemas.openxmlformats.org/officeDocument/2006/relationships/tags" Target="../tags/tag1694.xml"/><Relationship Id="rId5" Type="http://schemas.openxmlformats.org/officeDocument/2006/relationships/tags" Target="../tags/tag1690.xml"/><Relationship Id="rId95" Type="http://schemas.openxmlformats.org/officeDocument/2006/relationships/tags" Target="../tags/tag1780.xml"/><Relationship Id="rId22" Type="http://schemas.openxmlformats.org/officeDocument/2006/relationships/tags" Target="../tags/tag1707.xml"/><Relationship Id="rId27" Type="http://schemas.openxmlformats.org/officeDocument/2006/relationships/tags" Target="../tags/tag1712.xml"/><Relationship Id="rId43" Type="http://schemas.openxmlformats.org/officeDocument/2006/relationships/tags" Target="../tags/tag1728.xml"/><Relationship Id="rId48" Type="http://schemas.openxmlformats.org/officeDocument/2006/relationships/tags" Target="../tags/tag1733.xml"/><Relationship Id="rId64" Type="http://schemas.openxmlformats.org/officeDocument/2006/relationships/tags" Target="../tags/tag1749.xml"/><Relationship Id="rId69" Type="http://schemas.openxmlformats.org/officeDocument/2006/relationships/tags" Target="../tags/tag1754.xml"/><Relationship Id="rId113" Type="http://schemas.openxmlformats.org/officeDocument/2006/relationships/tags" Target="../tags/tag1798.xml"/><Relationship Id="rId118" Type="http://schemas.openxmlformats.org/officeDocument/2006/relationships/tags" Target="../tags/tag1803.xml"/><Relationship Id="rId134" Type="http://schemas.openxmlformats.org/officeDocument/2006/relationships/tags" Target="../tags/tag1819.xml"/><Relationship Id="rId139" Type="http://schemas.openxmlformats.org/officeDocument/2006/relationships/tags" Target="../tags/tag1824.xml"/><Relationship Id="rId80" Type="http://schemas.openxmlformats.org/officeDocument/2006/relationships/tags" Target="../tags/tag1765.xml"/><Relationship Id="rId85" Type="http://schemas.openxmlformats.org/officeDocument/2006/relationships/tags" Target="../tags/tag1770.xml"/><Relationship Id="rId150" Type="http://schemas.openxmlformats.org/officeDocument/2006/relationships/image" Target="../media/image13.png"/><Relationship Id="rId12" Type="http://schemas.openxmlformats.org/officeDocument/2006/relationships/tags" Target="../tags/tag1697.xml"/><Relationship Id="rId17" Type="http://schemas.openxmlformats.org/officeDocument/2006/relationships/tags" Target="../tags/tag1702.xml"/><Relationship Id="rId33" Type="http://schemas.openxmlformats.org/officeDocument/2006/relationships/tags" Target="../tags/tag1718.xml"/><Relationship Id="rId38" Type="http://schemas.openxmlformats.org/officeDocument/2006/relationships/tags" Target="../tags/tag1723.xml"/><Relationship Id="rId59" Type="http://schemas.openxmlformats.org/officeDocument/2006/relationships/tags" Target="../tags/tag1744.xml"/><Relationship Id="rId103" Type="http://schemas.openxmlformats.org/officeDocument/2006/relationships/tags" Target="../tags/tag1788.xml"/><Relationship Id="rId108" Type="http://schemas.openxmlformats.org/officeDocument/2006/relationships/tags" Target="../tags/tag1793.xml"/><Relationship Id="rId124" Type="http://schemas.openxmlformats.org/officeDocument/2006/relationships/tags" Target="../tags/tag1809.xml"/><Relationship Id="rId129" Type="http://schemas.openxmlformats.org/officeDocument/2006/relationships/tags" Target="../tags/tag1814.xml"/><Relationship Id="rId54" Type="http://schemas.openxmlformats.org/officeDocument/2006/relationships/tags" Target="../tags/tag1739.xml"/><Relationship Id="rId70" Type="http://schemas.openxmlformats.org/officeDocument/2006/relationships/tags" Target="../tags/tag1755.xml"/><Relationship Id="rId75" Type="http://schemas.openxmlformats.org/officeDocument/2006/relationships/tags" Target="../tags/tag1760.xml"/><Relationship Id="rId91" Type="http://schemas.openxmlformats.org/officeDocument/2006/relationships/tags" Target="../tags/tag1776.xml"/><Relationship Id="rId96" Type="http://schemas.openxmlformats.org/officeDocument/2006/relationships/tags" Target="../tags/tag1781.xml"/><Relationship Id="rId140" Type="http://schemas.openxmlformats.org/officeDocument/2006/relationships/tags" Target="../tags/tag1825.xml"/><Relationship Id="rId145" Type="http://schemas.openxmlformats.org/officeDocument/2006/relationships/tags" Target="../tags/tag1830.xml"/><Relationship Id="rId1" Type="http://schemas.openxmlformats.org/officeDocument/2006/relationships/tags" Target="../tags/tag1686.xml"/><Relationship Id="rId6" Type="http://schemas.openxmlformats.org/officeDocument/2006/relationships/tags" Target="../tags/tag1691.xml"/><Relationship Id="rId23" Type="http://schemas.openxmlformats.org/officeDocument/2006/relationships/tags" Target="../tags/tag1708.xml"/><Relationship Id="rId28" Type="http://schemas.openxmlformats.org/officeDocument/2006/relationships/tags" Target="../tags/tag1713.xml"/><Relationship Id="rId49" Type="http://schemas.openxmlformats.org/officeDocument/2006/relationships/tags" Target="../tags/tag1734.xml"/><Relationship Id="rId114" Type="http://schemas.openxmlformats.org/officeDocument/2006/relationships/tags" Target="../tags/tag1799.xml"/><Relationship Id="rId119" Type="http://schemas.openxmlformats.org/officeDocument/2006/relationships/tags" Target="../tags/tag1804.xml"/><Relationship Id="rId44" Type="http://schemas.openxmlformats.org/officeDocument/2006/relationships/tags" Target="../tags/tag1729.xml"/><Relationship Id="rId60" Type="http://schemas.openxmlformats.org/officeDocument/2006/relationships/tags" Target="../tags/tag1745.xml"/><Relationship Id="rId65" Type="http://schemas.openxmlformats.org/officeDocument/2006/relationships/tags" Target="../tags/tag1750.xml"/><Relationship Id="rId81" Type="http://schemas.openxmlformats.org/officeDocument/2006/relationships/tags" Target="../tags/tag1766.xml"/><Relationship Id="rId86" Type="http://schemas.openxmlformats.org/officeDocument/2006/relationships/tags" Target="../tags/tag1771.xml"/><Relationship Id="rId130" Type="http://schemas.openxmlformats.org/officeDocument/2006/relationships/tags" Target="../tags/tag1815.xml"/><Relationship Id="rId135" Type="http://schemas.openxmlformats.org/officeDocument/2006/relationships/tags" Target="../tags/tag1820.xml"/><Relationship Id="rId13" Type="http://schemas.openxmlformats.org/officeDocument/2006/relationships/tags" Target="../tags/tag1698.xml"/><Relationship Id="rId18" Type="http://schemas.openxmlformats.org/officeDocument/2006/relationships/tags" Target="../tags/tag1703.xml"/><Relationship Id="rId39" Type="http://schemas.openxmlformats.org/officeDocument/2006/relationships/tags" Target="../tags/tag1724.xml"/><Relationship Id="rId109" Type="http://schemas.openxmlformats.org/officeDocument/2006/relationships/tags" Target="../tags/tag1794.xml"/><Relationship Id="rId34" Type="http://schemas.openxmlformats.org/officeDocument/2006/relationships/tags" Target="../tags/tag1719.xml"/><Relationship Id="rId50" Type="http://schemas.openxmlformats.org/officeDocument/2006/relationships/tags" Target="../tags/tag1735.xml"/><Relationship Id="rId55" Type="http://schemas.openxmlformats.org/officeDocument/2006/relationships/tags" Target="../tags/tag1740.xml"/><Relationship Id="rId76" Type="http://schemas.openxmlformats.org/officeDocument/2006/relationships/tags" Target="../tags/tag1761.xml"/><Relationship Id="rId97" Type="http://schemas.openxmlformats.org/officeDocument/2006/relationships/tags" Target="../tags/tag1782.xml"/><Relationship Id="rId104" Type="http://schemas.openxmlformats.org/officeDocument/2006/relationships/tags" Target="../tags/tag1789.xml"/><Relationship Id="rId120" Type="http://schemas.openxmlformats.org/officeDocument/2006/relationships/tags" Target="../tags/tag1805.xml"/><Relationship Id="rId125" Type="http://schemas.openxmlformats.org/officeDocument/2006/relationships/tags" Target="../tags/tag1810.xml"/><Relationship Id="rId141" Type="http://schemas.openxmlformats.org/officeDocument/2006/relationships/tags" Target="../tags/tag1826.xml"/><Relationship Id="rId146" Type="http://schemas.openxmlformats.org/officeDocument/2006/relationships/slideLayout" Target="../slideLayouts/slideLayout7.xml"/><Relationship Id="rId7" Type="http://schemas.openxmlformats.org/officeDocument/2006/relationships/tags" Target="../tags/tag1692.xml"/><Relationship Id="rId71" Type="http://schemas.openxmlformats.org/officeDocument/2006/relationships/tags" Target="../tags/tag1756.xml"/><Relationship Id="rId92" Type="http://schemas.openxmlformats.org/officeDocument/2006/relationships/tags" Target="../tags/tag1777.xml"/><Relationship Id="rId2" Type="http://schemas.openxmlformats.org/officeDocument/2006/relationships/tags" Target="../tags/tag1687.xml"/><Relationship Id="rId29" Type="http://schemas.openxmlformats.org/officeDocument/2006/relationships/tags" Target="../tags/tag1714.xml"/><Relationship Id="rId24" Type="http://schemas.openxmlformats.org/officeDocument/2006/relationships/tags" Target="../tags/tag1709.xml"/><Relationship Id="rId40" Type="http://schemas.openxmlformats.org/officeDocument/2006/relationships/tags" Target="../tags/tag1725.xml"/><Relationship Id="rId45" Type="http://schemas.openxmlformats.org/officeDocument/2006/relationships/tags" Target="../tags/tag1730.xml"/><Relationship Id="rId66" Type="http://schemas.openxmlformats.org/officeDocument/2006/relationships/tags" Target="../tags/tag1751.xml"/><Relationship Id="rId87" Type="http://schemas.openxmlformats.org/officeDocument/2006/relationships/tags" Target="../tags/tag1772.xml"/><Relationship Id="rId110" Type="http://schemas.openxmlformats.org/officeDocument/2006/relationships/tags" Target="../tags/tag1795.xml"/><Relationship Id="rId115" Type="http://schemas.openxmlformats.org/officeDocument/2006/relationships/tags" Target="../tags/tag1800.xml"/><Relationship Id="rId131" Type="http://schemas.openxmlformats.org/officeDocument/2006/relationships/tags" Target="../tags/tag1816.xml"/><Relationship Id="rId136" Type="http://schemas.openxmlformats.org/officeDocument/2006/relationships/tags" Target="../tags/tag1821.xml"/><Relationship Id="rId61" Type="http://schemas.openxmlformats.org/officeDocument/2006/relationships/tags" Target="../tags/tag1746.xml"/><Relationship Id="rId82" Type="http://schemas.openxmlformats.org/officeDocument/2006/relationships/tags" Target="../tags/tag1767.xml"/><Relationship Id="rId19" Type="http://schemas.openxmlformats.org/officeDocument/2006/relationships/tags" Target="../tags/tag1704.xml"/><Relationship Id="rId14" Type="http://schemas.openxmlformats.org/officeDocument/2006/relationships/tags" Target="../tags/tag1699.xml"/><Relationship Id="rId30" Type="http://schemas.openxmlformats.org/officeDocument/2006/relationships/tags" Target="../tags/tag1715.xml"/><Relationship Id="rId35" Type="http://schemas.openxmlformats.org/officeDocument/2006/relationships/tags" Target="../tags/tag1720.xml"/><Relationship Id="rId56" Type="http://schemas.openxmlformats.org/officeDocument/2006/relationships/tags" Target="../tags/tag1741.xml"/><Relationship Id="rId77" Type="http://schemas.openxmlformats.org/officeDocument/2006/relationships/tags" Target="../tags/tag1762.xml"/><Relationship Id="rId100" Type="http://schemas.openxmlformats.org/officeDocument/2006/relationships/tags" Target="../tags/tag1785.xml"/><Relationship Id="rId105" Type="http://schemas.openxmlformats.org/officeDocument/2006/relationships/tags" Target="../tags/tag1790.xml"/><Relationship Id="rId126" Type="http://schemas.openxmlformats.org/officeDocument/2006/relationships/tags" Target="../tags/tag1811.xml"/><Relationship Id="rId147" Type="http://schemas.openxmlformats.org/officeDocument/2006/relationships/tags" Target="../tags/tag1693.xml"/><Relationship Id="rId8" Type="http://schemas.openxmlformats.org/officeDocument/2006/relationships/tags" Target="../tags/tag1693.xml"/><Relationship Id="rId51" Type="http://schemas.openxmlformats.org/officeDocument/2006/relationships/tags" Target="../tags/tag1736.xml"/><Relationship Id="rId72" Type="http://schemas.openxmlformats.org/officeDocument/2006/relationships/tags" Target="../tags/tag1757.xml"/><Relationship Id="rId93" Type="http://schemas.openxmlformats.org/officeDocument/2006/relationships/tags" Target="../tags/tag1778.xml"/><Relationship Id="rId98" Type="http://schemas.openxmlformats.org/officeDocument/2006/relationships/tags" Target="../tags/tag1783.xml"/><Relationship Id="rId121" Type="http://schemas.openxmlformats.org/officeDocument/2006/relationships/tags" Target="../tags/tag1806.xml"/><Relationship Id="rId142" Type="http://schemas.openxmlformats.org/officeDocument/2006/relationships/tags" Target="../tags/tag1827.xml"/><Relationship Id="rId3" Type="http://schemas.openxmlformats.org/officeDocument/2006/relationships/tags" Target="../tags/tag1688.xml"/><Relationship Id="rId25" Type="http://schemas.openxmlformats.org/officeDocument/2006/relationships/tags" Target="../tags/tag1710.xml"/><Relationship Id="rId46" Type="http://schemas.openxmlformats.org/officeDocument/2006/relationships/tags" Target="../tags/tag1731.xml"/><Relationship Id="rId67" Type="http://schemas.openxmlformats.org/officeDocument/2006/relationships/tags" Target="../tags/tag1752.xml"/><Relationship Id="rId116" Type="http://schemas.openxmlformats.org/officeDocument/2006/relationships/tags" Target="../tags/tag1801.xml"/><Relationship Id="rId137" Type="http://schemas.openxmlformats.org/officeDocument/2006/relationships/tags" Target="../tags/tag1822.xml"/><Relationship Id="rId20" Type="http://schemas.openxmlformats.org/officeDocument/2006/relationships/tags" Target="../tags/tag1705.xml"/><Relationship Id="rId41" Type="http://schemas.openxmlformats.org/officeDocument/2006/relationships/tags" Target="../tags/tag1726.xml"/><Relationship Id="rId62" Type="http://schemas.openxmlformats.org/officeDocument/2006/relationships/tags" Target="../tags/tag1747.xml"/><Relationship Id="rId83" Type="http://schemas.openxmlformats.org/officeDocument/2006/relationships/tags" Target="../tags/tag1768.xml"/><Relationship Id="rId88" Type="http://schemas.openxmlformats.org/officeDocument/2006/relationships/tags" Target="../tags/tag1773.xml"/><Relationship Id="rId111" Type="http://schemas.openxmlformats.org/officeDocument/2006/relationships/tags" Target="../tags/tag1796.xml"/><Relationship Id="rId132" Type="http://schemas.openxmlformats.org/officeDocument/2006/relationships/tags" Target="../tags/tag1817.xml"/><Relationship Id="rId15" Type="http://schemas.openxmlformats.org/officeDocument/2006/relationships/tags" Target="../tags/tag1700.xml"/><Relationship Id="rId36" Type="http://schemas.openxmlformats.org/officeDocument/2006/relationships/tags" Target="../tags/tag1721.xml"/><Relationship Id="rId57" Type="http://schemas.openxmlformats.org/officeDocument/2006/relationships/tags" Target="../tags/tag1742.xml"/><Relationship Id="rId106" Type="http://schemas.openxmlformats.org/officeDocument/2006/relationships/tags" Target="../tags/tag1791.xml"/><Relationship Id="rId127" Type="http://schemas.openxmlformats.org/officeDocument/2006/relationships/tags" Target="../tags/tag1812.xml"/><Relationship Id="rId10" Type="http://schemas.openxmlformats.org/officeDocument/2006/relationships/tags" Target="../tags/tag1695.xml"/><Relationship Id="rId31" Type="http://schemas.openxmlformats.org/officeDocument/2006/relationships/tags" Target="../tags/tag1716.xml"/><Relationship Id="rId52" Type="http://schemas.openxmlformats.org/officeDocument/2006/relationships/tags" Target="../tags/tag1737.xml"/><Relationship Id="rId73" Type="http://schemas.openxmlformats.org/officeDocument/2006/relationships/tags" Target="../tags/tag1758.xml"/><Relationship Id="rId78" Type="http://schemas.openxmlformats.org/officeDocument/2006/relationships/tags" Target="../tags/tag1763.xml"/><Relationship Id="rId94" Type="http://schemas.openxmlformats.org/officeDocument/2006/relationships/tags" Target="../tags/tag1779.xml"/><Relationship Id="rId99" Type="http://schemas.openxmlformats.org/officeDocument/2006/relationships/tags" Target="../tags/tag1784.xml"/><Relationship Id="rId101" Type="http://schemas.openxmlformats.org/officeDocument/2006/relationships/tags" Target="../tags/tag1786.xml"/><Relationship Id="rId122" Type="http://schemas.openxmlformats.org/officeDocument/2006/relationships/tags" Target="../tags/tag1807.xml"/><Relationship Id="rId143" Type="http://schemas.openxmlformats.org/officeDocument/2006/relationships/tags" Target="../tags/tag1828.xml"/><Relationship Id="rId148" Type="http://schemas.openxmlformats.org/officeDocument/2006/relationships/image" Target="../media/image12.png"/><Relationship Id="rId4" Type="http://schemas.openxmlformats.org/officeDocument/2006/relationships/tags" Target="../tags/tag1689.xml"/><Relationship Id="rId9" Type="http://schemas.openxmlformats.org/officeDocument/2006/relationships/tags" Target="../tags/tag1694.xml"/><Relationship Id="rId26" Type="http://schemas.openxmlformats.org/officeDocument/2006/relationships/tags" Target="../tags/tag1711.xml"/><Relationship Id="rId47" Type="http://schemas.openxmlformats.org/officeDocument/2006/relationships/tags" Target="../tags/tag1732.xml"/><Relationship Id="rId68" Type="http://schemas.openxmlformats.org/officeDocument/2006/relationships/tags" Target="../tags/tag1753.xml"/><Relationship Id="rId89" Type="http://schemas.openxmlformats.org/officeDocument/2006/relationships/tags" Target="../tags/tag1774.xml"/><Relationship Id="rId112" Type="http://schemas.openxmlformats.org/officeDocument/2006/relationships/tags" Target="../tags/tag1797.xml"/><Relationship Id="rId133" Type="http://schemas.openxmlformats.org/officeDocument/2006/relationships/tags" Target="../tags/tag1818.xml"/><Relationship Id="rId16" Type="http://schemas.openxmlformats.org/officeDocument/2006/relationships/tags" Target="../tags/tag1701.xml"/><Relationship Id="rId37" Type="http://schemas.openxmlformats.org/officeDocument/2006/relationships/tags" Target="../tags/tag1722.xml"/><Relationship Id="rId58" Type="http://schemas.openxmlformats.org/officeDocument/2006/relationships/tags" Target="../tags/tag1743.xml"/><Relationship Id="rId79" Type="http://schemas.openxmlformats.org/officeDocument/2006/relationships/tags" Target="../tags/tag1764.xml"/><Relationship Id="rId102" Type="http://schemas.openxmlformats.org/officeDocument/2006/relationships/tags" Target="../tags/tag1787.xml"/><Relationship Id="rId123" Type="http://schemas.openxmlformats.org/officeDocument/2006/relationships/tags" Target="../tags/tag1808.xml"/><Relationship Id="rId144" Type="http://schemas.openxmlformats.org/officeDocument/2006/relationships/tags" Target="../tags/tag1829.xml"/><Relationship Id="rId90" Type="http://schemas.openxmlformats.org/officeDocument/2006/relationships/tags" Target="../tags/tag1775.xml"/></Relationships>
</file>

<file path=ppt/slides/_rels/slide18.xml.rels><?xml version="1.0" encoding="UTF-8" standalone="yes"?>
<Relationships xmlns="http://schemas.openxmlformats.org/package/2006/relationships"><Relationship Id="rId117" Type="http://schemas.openxmlformats.org/officeDocument/2006/relationships/tags" Target="../tags/tag1947.xml"/><Relationship Id="rId21" Type="http://schemas.openxmlformats.org/officeDocument/2006/relationships/tags" Target="../tags/tag1851.xml"/><Relationship Id="rId42" Type="http://schemas.openxmlformats.org/officeDocument/2006/relationships/tags" Target="../tags/tag1872.xml"/><Relationship Id="rId47" Type="http://schemas.openxmlformats.org/officeDocument/2006/relationships/tags" Target="../tags/tag1877.xml"/><Relationship Id="rId63" Type="http://schemas.openxmlformats.org/officeDocument/2006/relationships/tags" Target="../tags/tag1893.xml"/><Relationship Id="rId68" Type="http://schemas.openxmlformats.org/officeDocument/2006/relationships/tags" Target="../tags/tag1898.xml"/><Relationship Id="rId84" Type="http://schemas.openxmlformats.org/officeDocument/2006/relationships/tags" Target="../tags/tag1914.xml"/><Relationship Id="rId89" Type="http://schemas.openxmlformats.org/officeDocument/2006/relationships/tags" Target="../tags/tag1919.xml"/><Relationship Id="rId112" Type="http://schemas.openxmlformats.org/officeDocument/2006/relationships/tags" Target="../tags/tag1942.xml"/><Relationship Id="rId16" Type="http://schemas.openxmlformats.org/officeDocument/2006/relationships/tags" Target="../tags/tag1846.xml"/><Relationship Id="rId107" Type="http://schemas.openxmlformats.org/officeDocument/2006/relationships/tags" Target="../tags/tag1937.xml"/><Relationship Id="rId11" Type="http://schemas.openxmlformats.org/officeDocument/2006/relationships/tags" Target="../tags/tag1841.xml"/><Relationship Id="rId32" Type="http://schemas.openxmlformats.org/officeDocument/2006/relationships/tags" Target="../tags/tag1862.xml"/><Relationship Id="rId37" Type="http://schemas.openxmlformats.org/officeDocument/2006/relationships/tags" Target="../tags/tag1867.xml"/><Relationship Id="rId53" Type="http://schemas.openxmlformats.org/officeDocument/2006/relationships/tags" Target="../tags/tag1883.xml"/><Relationship Id="rId58" Type="http://schemas.openxmlformats.org/officeDocument/2006/relationships/tags" Target="../tags/tag1888.xml"/><Relationship Id="rId74" Type="http://schemas.openxmlformats.org/officeDocument/2006/relationships/tags" Target="../tags/tag1904.xml"/><Relationship Id="rId79" Type="http://schemas.openxmlformats.org/officeDocument/2006/relationships/tags" Target="../tags/tag1909.xml"/><Relationship Id="rId102" Type="http://schemas.openxmlformats.org/officeDocument/2006/relationships/tags" Target="../tags/tag1932.xml"/><Relationship Id="rId123" Type="http://schemas.openxmlformats.org/officeDocument/2006/relationships/tags" Target="../tags/tag1953.xml"/><Relationship Id="rId128" Type="http://schemas.openxmlformats.org/officeDocument/2006/relationships/tags" Target="../tags/tag1958.xml"/><Relationship Id="rId5" Type="http://schemas.openxmlformats.org/officeDocument/2006/relationships/tags" Target="../tags/tag1835.xml"/><Relationship Id="rId90" Type="http://schemas.openxmlformats.org/officeDocument/2006/relationships/tags" Target="../tags/tag1920.xml"/><Relationship Id="rId95" Type="http://schemas.openxmlformats.org/officeDocument/2006/relationships/tags" Target="../tags/tag1925.xml"/><Relationship Id="rId22" Type="http://schemas.openxmlformats.org/officeDocument/2006/relationships/tags" Target="../tags/tag1852.xml"/><Relationship Id="rId27" Type="http://schemas.openxmlformats.org/officeDocument/2006/relationships/tags" Target="../tags/tag1857.xml"/><Relationship Id="rId43" Type="http://schemas.openxmlformats.org/officeDocument/2006/relationships/tags" Target="../tags/tag1873.xml"/><Relationship Id="rId48" Type="http://schemas.openxmlformats.org/officeDocument/2006/relationships/tags" Target="../tags/tag1878.xml"/><Relationship Id="rId64" Type="http://schemas.openxmlformats.org/officeDocument/2006/relationships/tags" Target="../tags/tag1894.xml"/><Relationship Id="rId69" Type="http://schemas.openxmlformats.org/officeDocument/2006/relationships/tags" Target="../tags/tag1899.xml"/><Relationship Id="rId113" Type="http://schemas.openxmlformats.org/officeDocument/2006/relationships/tags" Target="../tags/tag1943.xml"/><Relationship Id="rId118" Type="http://schemas.openxmlformats.org/officeDocument/2006/relationships/tags" Target="../tags/tag1948.xml"/><Relationship Id="rId80" Type="http://schemas.openxmlformats.org/officeDocument/2006/relationships/tags" Target="../tags/tag1910.xml"/><Relationship Id="rId85" Type="http://schemas.openxmlformats.org/officeDocument/2006/relationships/tags" Target="../tags/tag1915.xml"/><Relationship Id="rId12" Type="http://schemas.openxmlformats.org/officeDocument/2006/relationships/tags" Target="../tags/tag1842.xml"/><Relationship Id="rId17" Type="http://schemas.openxmlformats.org/officeDocument/2006/relationships/tags" Target="../tags/tag1847.xml"/><Relationship Id="rId33" Type="http://schemas.openxmlformats.org/officeDocument/2006/relationships/tags" Target="../tags/tag1863.xml"/><Relationship Id="rId38" Type="http://schemas.openxmlformats.org/officeDocument/2006/relationships/tags" Target="../tags/tag1868.xml"/><Relationship Id="rId59" Type="http://schemas.openxmlformats.org/officeDocument/2006/relationships/tags" Target="../tags/tag1889.xml"/><Relationship Id="rId103" Type="http://schemas.openxmlformats.org/officeDocument/2006/relationships/tags" Target="../tags/tag1933.xml"/><Relationship Id="rId108" Type="http://schemas.openxmlformats.org/officeDocument/2006/relationships/tags" Target="../tags/tag1938.xml"/><Relationship Id="rId124" Type="http://schemas.openxmlformats.org/officeDocument/2006/relationships/tags" Target="../tags/tag1954.xml"/><Relationship Id="rId129" Type="http://schemas.openxmlformats.org/officeDocument/2006/relationships/tags" Target="../tags/tag1959.xml"/><Relationship Id="rId54" Type="http://schemas.openxmlformats.org/officeDocument/2006/relationships/tags" Target="../tags/tag1884.xml"/><Relationship Id="rId70" Type="http://schemas.openxmlformats.org/officeDocument/2006/relationships/tags" Target="../tags/tag1900.xml"/><Relationship Id="rId75" Type="http://schemas.openxmlformats.org/officeDocument/2006/relationships/tags" Target="../tags/tag1905.xml"/><Relationship Id="rId91" Type="http://schemas.openxmlformats.org/officeDocument/2006/relationships/tags" Target="../tags/tag1921.xml"/><Relationship Id="rId96" Type="http://schemas.openxmlformats.org/officeDocument/2006/relationships/tags" Target="../tags/tag1926.xml"/><Relationship Id="rId1" Type="http://schemas.openxmlformats.org/officeDocument/2006/relationships/tags" Target="../tags/tag1831.xml"/><Relationship Id="rId6" Type="http://schemas.openxmlformats.org/officeDocument/2006/relationships/tags" Target="../tags/tag1836.xml"/><Relationship Id="rId23" Type="http://schemas.openxmlformats.org/officeDocument/2006/relationships/tags" Target="../tags/tag1853.xml"/><Relationship Id="rId28" Type="http://schemas.openxmlformats.org/officeDocument/2006/relationships/tags" Target="../tags/tag1858.xml"/><Relationship Id="rId49" Type="http://schemas.openxmlformats.org/officeDocument/2006/relationships/tags" Target="../tags/tag1879.xml"/><Relationship Id="rId114" Type="http://schemas.openxmlformats.org/officeDocument/2006/relationships/tags" Target="../tags/tag1944.xml"/><Relationship Id="rId119" Type="http://schemas.openxmlformats.org/officeDocument/2006/relationships/tags" Target="../tags/tag1949.xml"/><Relationship Id="rId44" Type="http://schemas.openxmlformats.org/officeDocument/2006/relationships/tags" Target="../tags/tag1874.xml"/><Relationship Id="rId60" Type="http://schemas.openxmlformats.org/officeDocument/2006/relationships/tags" Target="../tags/tag1890.xml"/><Relationship Id="rId65" Type="http://schemas.openxmlformats.org/officeDocument/2006/relationships/tags" Target="../tags/tag1895.xml"/><Relationship Id="rId81" Type="http://schemas.openxmlformats.org/officeDocument/2006/relationships/tags" Target="../tags/tag1911.xml"/><Relationship Id="rId86" Type="http://schemas.openxmlformats.org/officeDocument/2006/relationships/tags" Target="../tags/tag1916.xml"/><Relationship Id="rId130" Type="http://schemas.openxmlformats.org/officeDocument/2006/relationships/slideLayout" Target="../slideLayouts/slideLayout7.xml"/><Relationship Id="rId13" Type="http://schemas.openxmlformats.org/officeDocument/2006/relationships/tags" Target="../tags/tag1843.xml"/><Relationship Id="rId18" Type="http://schemas.openxmlformats.org/officeDocument/2006/relationships/tags" Target="../tags/tag1848.xml"/><Relationship Id="rId39" Type="http://schemas.openxmlformats.org/officeDocument/2006/relationships/tags" Target="../tags/tag1869.xml"/><Relationship Id="rId109" Type="http://schemas.openxmlformats.org/officeDocument/2006/relationships/tags" Target="../tags/tag1939.xml"/><Relationship Id="rId34" Type="http://schemas.openxmlformats.org/officeDocument/2006/relationships/tags" Target="../tags/tag1864.xml"/><Relationship Id="rId50" Type="http://schemas.openxmlformats.org/officeDocument/2006/relationships/tags" Target="../tags/tag1880.xml"/><Relationship Id="rId55" Type="http://schemas.openxmlformats.org/officeDocument/2006/relationships/tags" Target="../tags/tag1885.xml"/><Relationship Id="rId76" Type="http://schemas.openxmlformats.org/officeDocument/2006/relationships/tags" Target="../tags/tag1906.xml"/><Relationship Id="rId97" Type="http://schemas.openxmlformats.org/officeDocument/2006/relationships/tags" Target="../tags/tag1927.xml"/><Relationship Id="rId104" Type="http://schemas.openxmlformats.org/officeDocument/2006/relationships/tags" Target="../tags/tag1934.xml"/><Relationship Id="rId120" Type="http://schemas.openxmlformats.org/officeDocument/2006/relationships/tags" Target="../tags/tag1950.xml"/><Relationship Id="rId125" Type="http://schemas.openxmlformats.org/officeDocument/2006/relationships/tags" Target="../tags/tag1955.xml"/><Relationship Id="rId7" Type="http://schemas.openxmlformats.org/officeDocument/2006/relationships/tags" Target="../tags/tag1837.xml"/><Relationship Id="rId71" Type="http://schemas.openxmlformats.org/officeDocument/2006/relationships/tags" Target="../tags/tag1901.xml"/><Relationship Id="rId92" Type="http://schemas.openxmlformats.org/officeDocument/2006/relationships/tags" Target="../tags/tag1922.xml"/><Relationship Id="rId2" Type="http://schemas.openxmlformats.org/officeDocument/2006/relationships/tags" Target="../tags/tag1832.xml"/><Relationship Id="rId29" Type="http://schemas.openxmlformats.org/officeDocument/2006/relationships/tags" Target="../tags/tag1859.xml"/><Relationship Id="rId24" Type="http://schemas.openxmlformats.org/officeDocument/2006/relationships/tags" Target="../tags/tag1854.xml"/><Relationship Id="rId40" Type="http://schemas.openxmlformats.org/officeDocument/2006/relationships/tags" Target="../tags/tag1870.xml"/><Relationship Id="rId45" Type="http://schemas.openxmlformats.org/officeDocument/2006/relationships/tags" Target="../tags/tag1875.xml"/><Relationship Id="rId66" Type="http://schemas.openxmlformats.org/officeDocument/2006/relationships/tags" Target="../tags/tag1896.xml"/><Relationship Id="rId87" Type="http://schemas.openxmlformats.org/officeDocument/2006/relationships/tags" Target="../tags/tag1917.xml"/><Relationship Id="rId110" Type="http://schemas.openxmlformats.org/officeDocument/2006/relationships/tags" Target="../tags/tag1940.xml"/><Relationship Id="rId115" Type="http://schemas.openxmlformats.org/officeDocument/2006/relationships/tags" Target="../tags/tag1945.xml"/><Relationship Id="rId131" Type="http://schemas.openxmlformats.org/officeDocument/2006/relationships/notesSlide" Target="../notesSlides/notesSlide8.xml"/><Relationship Id="rId61" Type="http://schemas.openxmlformats.org/officeDocument/2006/relationships/tags" Target="../tags/tag1891.xml"/><Relationship Id="rId82" Type="http://schemas.openxmlformats.org/officeDocument/2006/relationships/tags" Target="../tags/tag1912.xml"/><Relationship Id="rId19" Type="http://schemas.openxmlformats.org/officeDocument/2006/relationships/tags" Target="../tags/tag1849.xml"/><Relationship Id="rId14" Type="http://schemas.openxmlformats.org/officeDocument/2006/relationships/tags" Target="../tags/tag1844.xml"/><Relationship Id="rId30" Type="http://schemas.openxmlformats.org/officeDocument/2006/relationships/tags" Target="../tags/tag1860.xml"/><Relationship Id="rId35" Type="http://schemas.openxmlformats.org/officeDocument/2006/relationships/tags" Target="../tags/tag1865.xml"/><Relationship Id="rId56" Type="http://schemas.openxmlformats.org/officeDocument/2006/relationships/tags" Target="../tags/tag1886.xml"/><Relationship Id="rId77" Type="http://schemas.openxmlformats.org/officeDocument/2006/relationships/tags" Target="../tags/tag1907.xml"/><Relationship Id="rId100" Type="http://schemas.openxmlformats.org/officeDocument/2006/relationships/tags" Target="../tags/tag1930.xml"/><Relationship Id="rId105" Type="http://schemas.openxmlformats.org/officeDocument/2006/relationships/tags" Target="../tags/tag1935.xml"/><Relationship Id="rId126" Type="http://schemas.openxmlformats.org/officeDocument/2006/relationships/tags" Target="../tags/tag1956.xml"/><Relationship Id="rId8" Type="http://schemas.openxmlformats.org/officeDocument/2006/relationships/tags" Target="../tags/tag1838.xml"/><Relationship Id="rId51" Type="http://schemas.openxmlformats.org/officeDocument/2006/relationships/tags" Target="../tags/tag1881.xml"/><Relationship Id="rId72" Type="http://schemas.openxmlformats.org/officeDocument/2006/relationships/tags" Target="../tags/tag1902.xml"/><Relationship Id="rId93" Type="http://schemas.openxmlformats.org/officeDocument/2006/relationships/tags" Target="../tags/tag1923.xml"/><Relationship Id="rId98" Type="http://schemas.openxmlformats.org/officeDocument/2006/relationships/tags" Target="../tags/tag1928.xml"/><Relationship Id="rId121" Type="http://schemas.openxmlformats.org/officeDocument/2006/relationships/tags" Target="../tags/tag1951.xml"/><Relationship Id="rId3" Type="http://schemas.openxmlformats.org/officeDocument/2006/relationships/tags" Target="../tags/tag1833.xml"/><Relationship Id="rId25" Type="http://schemas.openxmlformats.org/officeDocument/2006/relationships/tags" Target="../tags/tag1855.xml"/><Relationship Id="rId46" Type="http://schemas.openxmlformats.org/officeDocument/2006/relationships/tags" Target="../tags/tag1876.xml"/><Relationship Id="rId67" Type="http://schemas.openxmlformats.org/officeDocument/2006/relationships/tags" Target="../tags/tag1897.xml"/><Relationship Id="rId116" Type="http://schemas.openxmlformats.org/officeDocument/2006/relationships/tags" Target="../tags/tag1946.xml"/><Relationship Id="rId20" Type="http://schemas.openxmlformats.org/officeDocument/2006/relationships/tags" Target="../tags/tag1850.xml"/><Relationship Id="rId41" Type="http://schemas.openxmlformats.org/officeDocument/2006/relationships/tags" Target="../tags/tag1871.xml"/><Relationship Id="rId62" Type="http://schemas.openxmlformats.org/officeDocument/2006/relationships/tags" Target="../tags/tag1892.xml"/><Relationship Id="rId83" Type="http://schemas.openxmlformats.org/officeDocument/2006/relationships/tags" Target="../tags/tag1913.xml"/><Relationship Id="rId88" Type="http://schemas.openxmlformats.org/officeDocument/2006/relationships/tags" Target="../tags/tag1918.xml"/><Relationship Id="rId111" Type="http://schemas.openxmlformats.org/officeDocument/2006/relationships/tags" Target="../tags/tag1941.xml"/><Relationship Id="rId15" Type="http://schemas.openxmlformats.org/officeDocument/2006/relationships/tags" Target="../tags/tag1845.xml"/><Relationship Id="rId36" Type="http://schemas.openxmlformats.org/officeDocument/2006/relationships/tags" Target="../tags/tag1866.xml"/><Relationship Id="rId57" Type="http://schemas.openxmlformats.org/officeDocument/2006/relationships/tags" Target="../tags/tag1887.xml"/><Relationship Id="rId106" Type="http://schemas.openxmlformats.org/officeDocument/2006/relationships/tags" Target="../tags/tag1936.xml"/><Relationship Id="rId127" Type="http://schemas.openxmlformats.org/officeDocument/2006/relationships/tags" Target="../tags/tag1957.xml"/><Relationship Id="rId10" Type="http://schemas.openxmlformats.org/officeDocument/2006/relationships/tags" Target="../tags/tag1840.xml"/><Relationship Id="rId31" Type="http://schemas.openxmlformats.org/officeDocument/2006/relationships/tags" Target="../tags/tag1861.xml"/><Relationship Id="rId52" Type="http://schemas.openxmlformats.org/officeDocument/2006/relationships/tags" Target="../tags/tag1882.xml"/><Relationship Id="rId73" Type="http://schemas.openxmlformats.org/officeDocument/2006/relationships/tags" Target="../tags/tag1903.xml"/><Relationship Id="rId78" Type="http://schemas.openxmlformats.org/officeDocument/2006/relationships/tags" Target="../tags/tag1908.xml"/><Relationship Id="rId94" Type="http://schemas.openxmlformats.org/officeDocument/2006/relationships/tags" Target="../tags/tag1924.xml"/><Relationship Id="rId99" Type="http://schemas.openxmlformats.org/officeDocument/2006/relationships/tags" Target="../tags/tag1929.xml"/><Relationship Id="rId101" Type="http://schemas.openxmlformats.org/officeDocument/2006/relationships/tags" Target="../tags/tag1931.xml"/><Relationship Id="rId122" Type="http://schemas.openxmlformats.org/officeDocument/2006/relationships/tags" Target="../tags/tag1952.xml"/><Relationship Id="rId4" Type="http://schemas.openxmlformats.org/officeDocument/2006/relationships/tags" Target="../tags/tag1834.xml"/><Relationship Id="rId9" Type="http://schemas.openxmlformats.org/officeDocument/2006/relationships/tags" Target="../tags/tag1839.xml"/><Relationship Id="rId26" Type="http://schemas.openxmlformats.org/officeDocument/2006/relationships/tags" Target="../tags/tag1856.xml"/></Relationships>
</file>

<file path=ppt/slides/_rels/slide19.xml.rels><?xml version="1.0" encoding="UTF-8" standalone="yes"?>
<Relationships xmlns="http://schemas.openxmlformats.org/package/2006/relationships"><Relationship Id="rId26" Type="http://schemas.openxmlformats.org/officeDocument/2006/relationships/tags" Target="../tags/tag1985.xml"/><Relationship Id="rId21" Type="http://schemas.openxmlformats.org/officeDocument/2006/relationships/tags" Target="../tags/tag1980.xml"/><Relationship Id="rId42" Type="http://schemas.openxmlformats.org/officeDocument/2006/relationships/tags" Target="../tags/tag2001.xml"/><Relationship Id="rId47" Type="http://schemas.openxmlformats.org/officeDocument/2006/relationships/tags" Target="../tags/tag2006.xml"/><Relationship Id="rId63" Type="http://schemas.openxmlformats.org/officeDocument/2006/relationships/tags" Target="../tags/tag2022.xml"/><Relationship Id="rId68" Type="http://schemas.openxmlformats.org/officeDocument/2006/relationships/tags" Target="../tags/tag2027.xml"/><Relationship Id="rId84" Type="http://schemas.openxmlformats.org/officeDocument/2006/relationships/tags" Target="../tags/tag2043.xml"/><Relationship Id="rId89" Type="http://schemas.openxmlformats.org/officeDocument/2006/relationships/tags" Target="../tags/tag2048.xml"/><Relationship Id="rId16" Type="http://schemas.openxmlformats.org/officeDocument/2006/relationships/tags" Target="../tags/tag1975.xml"/><Relationship Id="rId107" Type="http://schemas.openxmlformats.org/officeDocument/2006/relationships/tags" Target="../tags/tag2066.xml"/><Relationship Id="rId11" Type="http://schemas.openxmlformats.org/officeDocument/2006/relationships/tags" Target="../tags/tag1970.xml"/><Relationship Id="rId32" Type="http://schemas.openxmlformats.org/officeDocument/2006/relationships/tags" Target="../tags/tag1991.xml"/><Relationship Id="rId37" Type="http://schemas.openxmlformats.org/officeDocument/2006/relationships/tags" Target="../tags/tag1996.xml"/><Relationship Id="rId53" Type="http://schemas.openxmlformats.org/officeDocument/2006/relationships/tags" Target="../tags/tag2012.xml"/><Relationship Id="rId58" Type="http://schemas.openxmlformats.org/officeDocument/2006/relationships/tags" Target="../tags/tag2017.xml"/><Relationship Id="rId74" Type="http://schemas.openxmlformats.org/officeDocument/2006/relationships/tags" Target="../tags/tag2033.xml"/><Relationship Id="rId79" Type="http://schemas.openxmlformats.org/officeDocument/2006/relationships/tags" Target="../tags/tag2038.xml"/><Relationship Id="rId102" Type="http://schemas.openxmlformats.org/officeDocument/2006/relationships/tags" Target="../tags/tag2061.xml"/><Relationship Id="rId5" Type="http://schemas.openxmlformats.org/officeDocument/2006/relationships/tags" Target="../tags/tag1964.xml"/><Relationship Id="rId90" Type="http://schemas.openxmlformats.org/officeDocument/2006/relationships/tags" Target="../tags/tag2049.xml"/><Relationship Id="rId95" Type="http://schemas.openxmlformats.org/officeDocument/2006/relationships/tags" Target="../tags/tag2054.xml"/><Relationship Id="rId22" Type="http://schemas.openxmlformats.org/officeDocument/2006/relationships/tags" Target="../tags/tag1981.xml"/><Relationship Id="rId27" Type="http://schemas.openxmlformats.org/officeDocument/2006/relationships/tags" Target="../tags/tag1986.xml"/><Relationship Id="rId43" Type="http://schemas.openxmlformats.org/officeDocument/2006/relationships/tags" Target="../tags/tag2002.xml"/><Relationship Id="rId48" Type="http://schemas.openxmlformats.org/officeDocument/2006/relationships/tags" Target="../tags/tag2007.xml"/><Relationship Id="rId64" Type="http://schemas.openxmlformats.org/officeDocument/2006/relationships/tags" Target="../tags/tag2023.xml"/><Relationship Id="rId69" Type="http://schemas.openxmlformats.org/officeDocument/2006/relationships/tags" Target="../tags/tag2028.xml"/><Relationship Id="rId80" Type="http://schemas.openxmlformats.org/officeDocument/2006/relationships/tags" Target="../tags/tag2039.xml"/><Relationship Id="rId85" Type="http://schemas.openxmlformats.org/officeDocument/2006/relationships/tags" Target="../tags/tag2044.xml"/><Relationship Id="rId12" Type="http://schemas.openxmlformats.org/officeDocument/2006/relationships/tags" Target="../tags/tag1971.xml"/><Relationship Id="rId17" Type="http://schemas.openxmlformats.org/officeDocument/2006/relationships/tags" Target="../tags/tag1976.xml"/><Relationship Id="rId33" Type="http://schemas.openxmlformats.org/officeDocument/2006/relationships/tags" Target="../tags/tag1992.xml"/><Relationship Id="rId38" Type="http://schemas.openxmlformats.org/officeDocument/2006/relationships/tags" Target="../tags/tag1997.xml"/><Relationship Id="rId59" Type="http://schemas.openxmlformats.org/officeDocument/2006/relationships/tags" Target="../tags/tag2018.xml"/><Relationship Id="rId103" Type="http://schemas.openxmlformats.org/officeDocument/2006/relationships/tags" Target="../tags/tag2062.xml"/><Relationship Id="rId108" Type="http://schemas.openxmlformats.org/officeDocument/2006/relationships/tags" Target="../tags/tag2067.xml"/><Relationship Id="rId54" Type="http://schemas.openxmlformats.org/officeDocument/2006/relationships/tags" Target="../tags/tag2013.xml"/><Relationship Id="rId70" Type="http://schemas.openxmlformats.org/officeDocument/2006/relationships/tags" Target="../tags/tag2029.xml"/><Relationship Id="rId75" Type="http://schemas.openxmlformats.org/officeDocument/2006/relationships/tags" Target="../tags/tag2034.xml"/><Relationship Id="rId91" Type="http://schemas.openxmlformats.org/officeDocument/2006/relationships/tags" Target="../tags/tag2050.xml"/><Relationship Id="rId96" Type="http://schemas.openxmlformats.org/officeDocument/2006/relationships/tags" Target="../tags/tag2055.xml"/><Relationship Id="rId1" Type="http://schemas.openxmlformats.org/officeDocument/2006/relationships/tags" Target="../tags/tag1960.xml"/><Relationship Id="rId6" Type="http://schemas.openxmlformats.org/officeDocument/2006/relationships/tags" Target="../tags/tag1965.xml"/><Relationship Id="rId15" Type="http://schemas.openxmlformats.org/officeDocument/2006/relationships/tags" Target="../tags/tag1974.xml"/><Relationship Id="rId23" Type="http://schemas.openxmlformats.org/officeDocument/2006/relationships/tags" Target="../tags/tag1982.xml"/><Relationship Id="rId28" Type="http://schemas.openxmlformats.org/officeDocument/2006/relationships/tags" Target="../tags/tag1987.xml"/><Relationship Id="rId36" Type="http://schemas.openxmlformats.org/officeDocument/2006/relationships/tags" Target="../tags/tag1995.xml"/><Relationship Id="rId49" Type="http://schemas.openxmlformats.org/officeDocument/2006/relationships/tags" Target="../tags/tag2008.xml"/><Relationship Id="rId57" Type="http://schemas.openxmlformats.org/officeDocument/2006/relationships/tags" Target="../tags/tag2016.xml"/><Relationship Id="rId106" Type="http://schemas.openxmlformats.org/officeDocument/2006/relationships/tags" Target="../tags/tag2065.xml"/><Relationship Id="rId10" Type="http://schemas.openxmlformats.org/officeDocument/2006/relationships/tags" Target="../tags/tag1969.xml"/><Relationship Id="rId31" Type="http://schemas.openxmlformats.org/officeDocument/2006/relationships/tags" Target="../tags/tag1990.xml"/><Relationship Id="rId44" Type="http://schemas.openxmlformats.org/officeDocument/2006/relationships/tags" Target="../tags/tag2003.xml"/><Relationship Id="rId52" Type="http://schemas.openxmlformats.org/officeDocument/2006/relationships/tags" Target="../tags/tag2011.xml"/><Relationship Id="rId60" Type="http://schemas.openxmlformats.org/officeDocument/2006/relationships/tags" Target="../tags/tag2019.xml"/><Relationship Id="rId65" Type="http://schemas.openxmlformats.org/officeDocument/2006/relationships/tags" Target="../tags/tag2024.xml"/><Relationship Id="rId73" Type="http://schemas.openxmlformats.org/officeDocument/2006/relationships/tags" Target="../tags/tag2032.xml"/><Relationship Id="rId78" Type="http://schemas.openxmlformats.org/officeDocument/2006/relationships/tags" Target="../tags/tag2037.xml"/><Relationship Id="rId81" Type="http://schemas.openxmlformats.org/officeDocument/2006/relationships/tags" Target="../tags/tag2040.xml"/><Relationship Id="rId86" Type="http://schemas.openxmlformats.org/officeDocument/2006/relationships/tags" Target="../tags/tag2045.xml"/><Relationship Id="rId94" Type="http://schemas.openxmlformats.org/officeDocument/2006/relationships/tags" Target="../tags/tag2053.xml"/><Relationship Id="rId99" Type="http://schemas.openxmlformats.org/officeDocument/2006/relationships/tags" Target="../tags/tag2058.xml"/><Relationship Id="rId101" Type="http://schemas.openxmlformats.org/officeDocument/2006/relationships/tags" Target="../tags/tag2060.xml"/><Relationship Id="rId4" Type="http://schemas.openxmlformats.org/officeDocument/2006/relationships/tags" Target="../tags/tag1963.xml"/><Relationship Id="rId9" Type="http://schemas.openxmlformats.org/officeDocument/2006/relationships/tags" Target="../tags/tag1968.xml"/><Relationship Id="rId13" Type="http://schemas.openxmlformats.org/officeDocument/2006/relationships/tags" Target="../tags/tag1972.xml"/><Relationship Id="rId18" Type="http://schemas.openxmlformats.org/officeDocument/2006/relationships/tags" Target="../tags/tag1977.xml"/><Relationship Id="rId39" Type="http://schemas.openxmlformats.org/officeDocument/2006/relationships/tags" Target="../tags/tag1998.xml"/><Relationship Id="rId109" Type="http://schemas.openxmlformats.org/officeDocument/2006/relationships/tags" Target="../tags/tag2068.xml"/><Relationship Id="rId34" Type="http://schemas.openxmlformats.org/officeDocument/2006/relationships/tags" Target="../tags/tag1993.xml"/><Relationship Id="rId50" Type="http://schemas.openxmlformats.org/officeDocument/2006/relationships/tags" Target="../tags/tag2009.xml"/><Relationship Id="rId55" Type="http://schemas.openxmlformats.org/officeDocument/2006/relationships/tags" Target="../tags/tag2014.xml"/><Relationship Id="rId76" Type="http://schemas.openxmlformats.org/officeDocument/2006/relationships/tags" Target="../tags/tag2035.xml"/><Relationship Id="rId97" Type="http://schemas.openxmlformats.org/officeDocument/2006/relationships/tags" Target="../tags/tag2056.xml"/><Relationship Id="rId104" Type="http://schemas.openxmlformats.org/officeDocument/2006/relationships/tags" Target="../tags/tag2063.xml"/><Relationship Id="rId7" Type="http://schemas.openxmlformats.org/officeDocument/2006/relationships/tags" Target="../tags/tag1966.xml"/><Relationship Id="rId71" Type="http://schemas.openxmlformats.org/officeDocument/2006/relationships/tags" Target="../tags/tag2030.xml"/><Relationship Id="rId92" Type="http://schemas.openxmlformats.org/officeDocument/2006/relationships/tags" Target="../tags/tag2051.xml"/><Relationship Id="rId2" Type="http://schemas.openxmlformats.org/officeDocument/2006/relationships/tags" Target="../tags/tag1961.xml"/><Relationship Id="rId29" Type="http://schemas.openxmlformats.org/officeDocument/2006/relationships/tags" Target="../tags/tag1988.xml"/><Relationship Id="rId24" Type="http://schemas.openxmlformats.org/officeDocument/2006/relationships/tags" Target="../tags/tag1983.xml"/><Relationship Id="rId40" Type="http://schemas.openxmlformats.org/officeDocument/2006/relationships/tags" Target="../tags/tag1999.xml"/><Relationship Id="rId45" Type="http://schemas.openxmlformats.org/officeDocument/2006/relationships/tags" Target="../tags/tag2004.xml"/><Relationship Id="rId66" Type="http://schemas.openxmlformats.org/officeDocument/2006/relationships/tags" Target="../tags/tag2025.xml"/><Relationship Id="rId87" Type="http://schemas.openxmlformats.org/officeDocument/2006/relationships/tags" Target="../tags/tag2046.xml"/><Relationship Id="rId110" Type="http://schemas.openxmlformats.org/officeDocument/2006/relationships/slideLayout" Target="../slideLayouts/slideLayout7.xml"/><Relationship Id="rId61" Type="http://schemas.openxmlformats.org/officeDocument/2006/relationships/tags" Target="../tags/tag2020.xml"/><Relationship Id="rId82" Type="http://schemas.openxmlformats.org/officeDocument/2006/relationships/tags" Target="../tags/tag2041.xml"/><Relationship Id="rId19" Type="http://schemas.openxmlformats.org/officeDocument/2006/relationships/tags" Target="../tags/tag1978.xml"/><Relationship Id="rId14" Type="http://schemas.openxmlformats.org/officeDocument/2006/relationships/tags" Target="../tags/tag1973.xml"/><Relationship Id="rId30" Type="http://schemas.openxmlformats.org/officeDocument/2006/relationships/tags" Target="../tags/tag1989.xml"/><Relationship Id="rId35" Type="http://schemas.openxmlformats.org/officeDocument/2006/relationships/tags" Target="../tags/tag1994.xml"/><Relationship Id="rId56" Type="http://schemas.openxmlformats.org/officeDocument/2006/relationships/tags" Target="../tags/tag2015.xml"/><Relationship Id="rId77" Type="http://schemas.openxmlformats.org/officeDocument/2006/relationships/tags" Target="../tags/tag2036.xml"/><Relationship Id="rId100" Type="http://schemas.openxmlformats.org/officeDocument/2006/relationships/tags" Target="../tags/tag2059.xml"/><Relationship Id="rId105" Type="http://schemas.openxmlformats.org/officeDocument/2006/relationships/tags" Target="../tags/tag2064.xml"/><Relationship Id="rId8" Type="http://schemas.openxmlformats.org/officeDocument/2006/relationships/tags" Target="../tags/tag1967.xml"/><Relationship Id="rId51" Type="http://schemas.openxmlformats.org/officeDocument/2006/relationships/tags" Target="../tags/tag2010.xml"/><Relationship Id="rId72" Type="http://schemas.openxmlformats.org/officeDocument/2006/relationships/tags" Target="../tags/tag2031.xml"/><Relationship Id="rId93" Type="http://schemas.openxmlformats.org/officeDocument/2006/relationships/tags" Target="../tags/tag2052.xml"/><Relationship Id="rId98" Type="http://schemas.openxmlformats.org/officeDocument/2006/relationships/tags" Target="../tags/tag2057.xml"/><Relationship Id="rId3" Type="http://schemas.openxmlformats.org/officeDocument/2006/relationships/tags" Target="../tags/tag1962.xml"/><Relationship Id="rId25" Type="http://schemas.openxmlformats.org/officeDocument/2006/relationships/tags" Target="../tags/tag1984.xml"/><Relationship Id="rId46" Type="http://schemas.openxmlformats.org/officeDocument/2006/relationships/tags" Target="../tags/tag2005.xml"/><Relationship Id="rId67" Type="http://schemas.openxmlformats.org/officeDocument/2006/relationships/tags" Target="../tags/tag2026.xml"/><Relationship Id="rId20" Type="http://schemas.openxmlformats.org/officeDocument/2006/relationships/tags" Target="../tags/tag1979.xml"/><Relationship Id="rId41" Type="http://schemas.openxmlformats.org/officeDocument/2006/relationships/tags" Target="../tags/tag2000.xml"/><Relationship Id="rId62" Type="http://schemas.openxmlformats.org/officeDocument/2006/relationships/tags" Target="../tags/tag2021.xml"/><Relationship Id="rId83" Type="http://schemas.openxmlformats.org/officeDocument/2006/relationships/tags" Target="../tags/tag2042.xml"/><Relationship Id="rId88" Type="http://schemas.openxmlformats.org/officeDocument/2006/relationships/tags" Target="../tags/tag2047.xml"/></Relationships>
</file>

<file path=ppt/slides/_rels/slide20.xml.rels><?xml version="1.0" encoding="UTF-8" standalone="yes"?>
<Relationships xmlns="http://schemas.openxmlformats.org/package/2006/relationships"><Relationship Id="rId117" Type="http://schemas.openxmlformats.org/officeDocument/2006/relationships/tags" Target="../tags/tag2185.xml"/><Relationship Id="rId21" Type="http://schemas.openxmlformats.org/officeDocument/2006/relationships/tags" Target="../tags/tag2089.xml"/><Relationship Id="rId42" Type="http://schemas.openxmlformats.org/officeDocument/2006/relationships/tags" Target="../tags/tag2110.xml"/><Relationship Id="rId63" Type="http://schemas.openxmlformats.org/officeDocument/2006/relationships/tags" Target="../tags/tag2131.xml"/><Relationship Id="rId84" Type="http://schemas.openxmlformats.org/officeDocument/2006/relationships/tags" Target="../tags/tag2152.xml"/><Relationship Id="rId138" Type="http://schemas.openxmlformats.org/officeDocument/2006/relationships/tags" Target="../tags/tag2206.xml"/><Relationship Id="rId159" Type="http://schemas.openxmlformats.org/officeDocument/2006/relationships/tags" Target="../tags/tag2227.xml"/><Relationship Id="rId170" Type="http://schemas.openxmlformats.org/officeDocument/2006/relationships/tags" Target="../tags/tag2238.xml"/><Relationship Id="rId107" Type="http://schemas.openxmlformats.org/officeDocument/2006/relationships/tags" Target="../tags/tag2175.xml"/><Relationship Id="rId11" Type="http://schemas.openxmlformats.org/officeDocument/2006/relationships/tags" Target="../tags/tag2079.xml"/><Relationship Id="rId32" Type="http://schemas.openxmlformats.org/officeDocument/2006/relationships/tags" Target="../tags/tag2100.xml"/><Relationship Id="rId53" Type="http://schemas.openxmlformats.org/officeDocument/2006/relationships/tags" Target="../tags/tag2121.xml"/><Relationship Id="rId74" Type="http://schemas.openxmlformats.org/officeDocument/2006/relationships/tags" Target="../tags/tag2142.xml"/><Relationship Id="rId128" Type="http://schemas.openxmlformats.org/officeDocument/2006/relationships/tags" Target="../tags/tag2196.xml"/><Relationship Id="rId149" Type="http://schemas.openxmlformats.org/officeDocument/2006/relationships/tags" Target="../tags/tag2217.xml"/><Relationship Id="rId5" Type="http://schemas.openxmlformats.org/officeDocument/2006/relationships/tags" Target="../tags/tag2073.xml"/><Relationship Id="rId95" Type="http://schemas.openxmlformats.org/officeDocument/2006/relationships/tags" Target="../tags/tag2163.xml"/><Relationship Id="rId160" Type="http://schemas.openxmlformats.org/officeDocument/2006/relationships/tags" Target="../tags/tag2228.xml"/><Relationship Id="rId181" Type="http://schemas.openxmlformats.org/officeDocument/2006/relationships/tags" Target="../tags/tag2249.xml"/><Relationship Id="rId22" Type="http://schemas.openxmlformats.org/officeDocument/2006/relationships/tags" Target="../tags/tag2090.xml"/><Relationship Id="rId43" Type="http://schemas.openxmlformats.org/officeDocument/2006/relationships/tags" Target="../tags/tag2111.xml"/><Relationship Id="rId64" Type="http://schemas.openxmlformats.org/officeDocument/2006/relationships/tags" Target="../tags/tag2132.xml"/><Relationship Id="rId118" Type="http://schemas.openxmlformats.org/officeDocument/2006/relationships/tags" Target="../tags/tag2186.xml"/><Relationship Id="rId139" Type="http://schemas.openxmlformats.org/officeDocument/2006/relationships/tags" Target="../tags/tag2207.xml"/><Relationship Id="rId85" Type="http://schemas.openxmlformats.org/officeDocument/2006/relationships/tags" Target="../tags/tag2153.xml"/><Relationship Id="rId150" Type="http://schemas.openxmlformats.org/officeDocument/2006/relationships/tags" Target="../tags/tag2218.xml"/><Relationship Id="rId171" Type="http://schemas.openxmlformats.org/officeDocument/2006/relationships/tags" Target="../tags/tag2239.xml"/><Relationship Id="rId12" Type="http://schemas.openxmlformats.org/officeDocument/2006/relationships/tags" Target="../tags/tag2080.xml"/><Relationship Id="rId33" Type="http://schemas.openxmlformats.org/officeDocument/2006/relationships/tags" Target="../tags/tag2101.xml"/><Relationship Id="rId108" Type="http://schemas.openxmlformats.org/officeDocument/2006/relationships/tags" Target="../tags/tag2176.xml"/><Relationship Id="rId129" Type="http://schemas.openxmlformats.org/officeDocument/2006/relationships/tags" Target="../tags/tag2197.xml"/><Relationship Id="rId54" Type="http://schemas.openxmlformats.org/officeDocument/2006/relationships/tags" Target="../tags/tag2122.xml"/><Relationship Id="rId75" Type="http://schemas.openxmlformats.org/officeDocument/2006/relationships/tags" Target="../tags/tag2143.xml"/><Relationship Id="rId96" Type="http://schemas.openxmlformats.org/officeDocument/2006/relationships/tags" Target="../tags/tag2164.xml"/><Relationship Id="rId140" Type="http://schemas.openxmlformats.org/officeDocument/2006/relationships/tags" Target="../tags/tag2208.xml"/><Relationship Id="rId161" Type="http://schemas.openxmlformats.org/officeDocument/2006/relationships/tags" Target="../tags/tag2229.xml"/><Relationship Id="rId182" Type="http://schemas.openxmlformats.org/officeDocument/2006/relationships/tags" Target="../tags/tag2250.xml"/><Relationship Id="rId6" Type="http://schemas.openxmlformats.org/officeDocument/2006/relationships/tags" Target="../tags/tag2074.xml"/><Relationship Id="rId23" Type="http://schemas.openxmlformats.org/officeDocument/2006/relationships/tags" Target="../tags/tag2091.xml"/><Relationship Id="rId119" Type="http://schemas.openxmlformats.org/officeDocument/2006/relationships/tags" Target="../tags/tag2187.xml"/><Relationship Id="rId44" Type="http://schemas.openxmlformats.org/officeDocument/2006/relationships/tags" Target="../tags/tag2112.xml"/><Relationship Id="rId65" Type="http://schemas.openxmlformats.org/officeDocument/2006/relationships/tags" Target="../tags/tag2133.xml"/><Relationship Id="rId86" Type="http://schemas.openxmlformats.org/officeDocument/2006/relationships/tags" Target="../tags/tag2154.xml"/><Relationship Id="rId130" Type="http://schemas.openxmlformats.org/officeDocument/2006/relationships/tags" Target="../tags/tag2198.xml"/><Relationship Id="rId151" Type="http://schemas.openxmlformats.org/officeDocument/2006/relationships/tags" Target="../tags/tag2219.xml"/><Relationship Id="rId172" Type="http://schemas.openxmlformats.org/officeDocument/2006/relationships/tags" Target="../tags/tag2240.xml"/><Relationship Id="rId13" Type="http://schemas.openxmlformats.org/officeDocument/2006/relationships/tags" Target="../tags/tag2081.xml"/><Relationship Id="rId18" Type="http://schemas.openxmlformats.org/officeDocument/2006/relationships/tags" Target="../tags/tag2086.xml"/><Relationship Id="rId39" Type="http://schemas.openxmlformats.org/officeDocument/2006/relationships/tags" Target="../tags/tag2107.xml"/><Relationship Id="rId109" Type="http://schemas.openxmlformats.org/officeDocument/2006/relationships/tags" Target="../tags/tag2177.xml"/><Relationship Id="rId34" Type="http://schemas.openxmlformats.org/officeDocument/2006/relationships/tags" Target="../tags/tag2102.xml"/><Relationship Id="rId50" Type="http://schemas.openxmlformats.org/officeDocument/2006/relationships/tags" Target="../tags/tag2118.xml"/><Relationship Id="rId55" Type="http://schemas.openxmlformats.org/officeDocument/2006/relationships/tags" Target="../tags/tag2123.xml"/><Relationship Id="rId76" Type="http://schemas.openxmlformats.org/officeDocument/2006/relationships/tags" Target="../tags/tag2144.xml"/><Relationship Id="rId97" Type="http://schemas.openxmlformats.org/officeDocument/2006/relationships/tags" Target="../tags/tag2165.xml"/><Relationship Id="rId104" Type="http://schemas.openxmlformats.org/officeDocument/2006/relationships/tags" Target="../tags/tag2172.xml"/><Relationship Id="rId120" Type="http://schemas.openxmlformats.org/officeDocument/2006/relationships/tags" Target="../tags/tag2188.xml"/><Relationship Id="rId125" Type="http://schemas.openxmlformats.org/officeDocument/2006/relationships/tags" Target="../tags/tag2193.xml"/><Relationship Id="rId141" Type="http://schemas.openxmlformats.org/officeDocument/2006/relationships/tags" Target="../tags/tag2209.xml"/><Relationship Id="rId146" Type="http://schemas.openxmlformats.org/officeDocument/2006/relationships/tags" Target="../tags/tag2214.xml"/><Relationship Id="rId167" Type="http://schemas.openxmlformats.org/officeDocument/2006/relationships/tags" Target="../tags/tag2235.xml"/><Relationship Id="rId188" Type="http://schemas.openxmlformats.org/officeDocument/2006/relationships/tags" Target="../tags/tag2071.xml"/><Relationship Id="rId7" Type="http://schemas.openxmlformats.org/officeDocument/2006/relationships/tags" Target="../tags/tag2075.xml"/><Relationship Id="rId71" Type="http://schemas.openxmlformats.org/officeDocument/2006/relationships/tags" Target="../tags/tag2139.xml"/><Relationship Id="rId92" Type="http://schemas.openxmlformats.org/officeDocument/2006/relationships/tags" Target="../tags/tag2160.xml"/><Relationship Id="rId162" Type="http://schemas.openxmlformats.org/officeDocument/2006/relationships/tags" Target="../tags/tag2230.xml"/><Relationship Id="rId183" Type="http://schemas.openxmlformats.org/officeDocument/2006/relationships/tags" Target="../tags/tag2251.xml"/><Relationship Id="rId2" Type="http://schemas.openxmlformats.org/officeDocument/2006/relationships/tags" Target="../tags/tag2070.xml"/><Relationship Id="rId29" Type="http://schemas.openxmlformats.org/officeDocument/2006/relationships/tags" Target="../tags/tag2097.xml"/><Relationship Id="rId24" Type="http://schemas.openxmlformats.org/officeDocument/2006/relationships/tags" Target="../tags/tag2092.xml"/><Relationship Id="rId40" Type="http://schemas.openxmlformats.org/officeDocument/2006/relationships/tags" Target="../tags/tag2108.xml"/><Relationship Id="rId45" Type="http://schemas.openxmlformats.org/officeDocument/2006/relationships/tags" Target="../tags/tag2113.xml"/><Relationship Id="rId66" Type="http://schemas.openxmlformats.org/officeDocument/2006/relationships/tags" Target="../tags/tag2134.xml"/><Relationship Id="rId87" Type="http://schemas.openxmlformats.org/officeDocument/2006/relationships/tags" Target="../tags/tag2155.xml"/><Relationship Id="rId110" Type="http://schemas.openxmlformats.org/officeDocument/2006/relationships/tags" Target="../tags/tag2178.xml"/><Relationship Id="rId115" Type="http://schemas.openxmlformats.org/officeDocument/2006/relationships/tags" Target="../tags/tag2183.xml"/><Relationship Id="rId131" Type="http://schemas.openxmlformats.org/officeDocument/2006/relationships/tags" Target="../tags/tag2199.xml"/><Relationship Id="rId136" Type="http://schemas.openxmlformats.org/officeDocument/2006/relationships/tags" Target="../tags/tag2204.xml"/><Relationship Id="rId157" Type="http://schemas.openxmlformats.org/officeDocument/2006/relationships/tags" Target="../tags/tag2225.xml"/><Relationship Id="rId178" Type="http://schemas.openxmlformats.org/officeDocument/2006/relationships/tags" Target="../tags/tag2246.xml"/><Relationship Id="rId61" Type="http://schemas.openxmlformats.org/officeDocument/2006/relationships/tags" Target="../tags/tag2129.xml"/><Relationship Id="rId82" Type="http://schemas.openxmlformats.org/officeDocument/2006/relationships/tags" Target="../tags/tag2150.xml"/><Relationship Id="rId152" Type="http://schemas.openxmlformats.org/officeDocument/2006/relationships/tags" Target="../tags/tag2220.xml"/><Relationship Id="rId173" Type="http://schemas.openxmlformats.org/officeDocument/2006/relationships/tags" Target="../tags/tag2241.xml"/><Relationship Id="rId19" Type="http://schemas.openxmlformats.org/officeDocument/2006/relationships/tags" Target="../tags/tag2087.xml"/><Relationship Id="rId14" Type="http://schemas.openxmlformats.org/officeDocument/2006/relationships/tags" Target="../tags/tag2082.xml"/><Relationship Id="rId30" Type="http://schemas.openxmlformats.org/officeDocument/2006/relationships/tags" Target="../tags/tag2098.xml"/><Relationship Id="rId35" Type="http://schemas.openxmlformats.org/officeDocument/2006/relationships/tags" Target="../tags/tag2103.xml"/><Relationship Id="rId56" Type="http://schemas.openxmlformats.org/officeDocument/2006/relationships/tags" Target="../tags/tag2124.xml"/><Relationship Id="rId77" Type="http://schemas.openxmlformats.org/officeDocument/2006/relationships/tags" Target="../tags/tag2145.xml"/><Relationship Id="rId100" Type="http://schemas.openxmlformats.org/officeDocument/2006/relationships/tags" Target="../tags/tag2168.xml"/><Relationship Id="rId105" Type="http://schemas.openxmlformats.org/officeDocument/2006/relationships/tags" Target="../tags/tag2173.xml"/><Relationship Id="rId126" Type="http://schemas.openxmlformats.org/officeDocument/2006/relationships/tags" Target="../tags/tag2194.xml"/><Relationship Id="rId147" Type="http://schemas.openxmlformats.org/officeDocument/2006/relationships/tags" Target="../tags/tag2215.xml"/><Relationship Id="rId168" Type="http://schemas.openxmlformats.org/officeDocument/2006/relationships/tags" Target="../tags/tag2236.xml"/><Relationship Id="rId8" Type="http://schemas.openxmlformats.org/officeDocument/2006/relationships/tags" Target="../tags/tag2076.xml"/><Relationship Id="rId51" Type="http://schemas.openxmlformats.org/officeDocument/2006/relationships/tags" Target="../tags/tag2119.xml"/><Relationship Id="rId72" Type="http://schemas.openxmlformats.org/officeDocument/2006/relationships/tags" Target="../tags/tag2140.xml"/><Relationship Id="rId93" Type="http://schemas.openxmlformats.org/officeDocument/2006/relationships/tags" Target="../tags/tag2161.xml"/><Relationship Id="rId98" Type="http://schemas.openxmlformats.org/officeDocument/2006/relationships/tags" Target="../tags/tag2166.xml"/><Relationship Id="rId121" Type="http://schemas.openxmlformats.org/officeDocument/2006/relationships/tags" Target="../tags/tag2189.xml"/><Relationship Id="rId142" Type="http://schemas.openxmlformats.org/officeDocument/2006/relationships/tags" Target="../tags/tag2210.xml"/><Relationship Id="rId163" Type="http://schemas.openxmlformats.org/officeDocument/2006/relationships/tags" Target="../tags/tag2231.xml"/><Relationship Id="rId184" Type="http://schemas.openxmlformats.org/officeDocument/2006/relationships/slideLayout" Target="../slideLayouts/slideLayout7.xml"/><Relationship Id="rId189" Type="http://schemas.openxmlformats.org/officeDocument/2006/relationships/image" Target="../media/image15.png"/><Relationship Id="rId3" Type="http://schemas.openxmlformats.org/officeDocument/2006/relationships/tags" Target="../tags/tag2071.xml"/><Relationship Id="rId25" Type="http://schemas.openxmlformats.org/officeDocument/2006/relationships/tags" Target="../tags/tag2093.xml"/><Relationship Id="rId46" Type="http://schemas.openxmlformats.org/officeDocument/2006/relationships/tags" Target="../tags/tag2114.xml"/><Relationship Id="rId67" Type="http://schemas.openxmlformats.org/officeDocument/2006/relationships/tags" Target="../tags/tag2135.xml"/><Relationship Id="rId116" Type="http://schemas.openxmlformats.org/officeDocument/2006/relationships/tags" Target="../tags/tag2184.xml"/><Relationship Id="rId137" Type="http://schemas.openxmlformats.org/officeDocument/2006/relationships/tags" Target="../tags/tag2205.xml"/><Relationship Id="rId158" Type="http://schemas.openxmlformats.org/officeDocument/2006/relationships/tags" Target="../tags/tag2226.xml"/><Relationship Id="rId20" Type="http://schemas.openxmlformats.org/officeDocument/2006/relationships/tags" Target="../tags/tag2088.xml"/><Relationship Id="rId41" Type="http://schemas.openxmlformats.org/officeDocument/2006/relationships/tags" Target="../tags/tag2109.xml"/><Relationship Id="rId62" Type="http://schemas.openxmlformats.org/officeDocument/2006/relationships/tags" Target="../tags/tag2130.xml"/><Relationship Id="rId83" Type="http://schemas.openxmlformats.org/officeDocument/2006/relationships/tags" Target="../tags/tag2151.xml"/><Relationship Id="rId88" Type="http://schemas.openxmlformats.org/officeDocument/2006/relationships/tags" Target="../tags/tag2156.xml"/><Relationship Id="rId111" Type="http://schemas.openxmlformats.org/officeDocument/2006/relationships/tags" Target="../tags/tag2179.xml"/><Relationship Id="rId132" Type="http://schemas.openxmlformats.org/officeDocument/2006/relationships/tags" Target="../tags/tag2200.xml"/><Relationship Id="rId153" Type="http://schemas.openxmlformats.org/officeDocument/2006/relationships/tags" Target="../tags/tag2221.xml"/><Relationship Id="rId174" Type="http://schemas.openxmlformats.org/officeDocument/2006/relationships/tags" Target="../tags/tag2242.xml"/><Relationship Id="rId179" Type="http://schemas.openxmlformats.org/officeDocument/2006/relationships/tags" Target="../tags/tag2247.xml"/><Relationship Id="rId190" Type="http://schemas.openxmlformats.org/officeDocument/2006/relationships/slide" Target="slide28.xml"/><Relationship Id="rId15" Type="http://schemas.openxmlformats.org/officeDocument/2006/relationships/tags" Target="../tags/tag2083.xml"/><Relationship Id="rId36" Type="http://schemas.openxmlformats.org/officeDocument/2006/relationships/tags" Target="../tags/tag2104.xml"/><Relationship Id="rId57" Type="http://schemas.openxmlformats.org/officeDocument/2006/relationships/tags" Target="../tags/tag2125.xml"/><Relationship Id="rId106" Type="http://schemas.openxmlformats.org/officeDocument/2006/relationships/tags" Target="../tags/tag2174.xml"/><Relationship Id="rId127" Type="http://schemas.openxmlformats.org/officeDocument/2006/relationships/tags" Target="../tags/tag2195.xml"/><Relationship Id="rId10" Type="http://schemas.openxmlformats.org/officeDocument/2006/relationships/tags" Target="../tags/tag2078.xml"/><Relationship Id="rId31" Type="http://schemas.openxmlformats.org/officeDocument/2006/relationships/tags" Target="../tags/tag2099.xml"/><Relationship Id="rId52" Type="http://schemas.openxmlformats.org/officeDocument/2006/relationships/tags" Target="../tags/tag2120.xml"/><Relationship Id="rId73" Type="http://schemas.openxmlformats.org/officeDocument/2006/relationships/tags" Target="../tags/tag2141.xml"/><Relationship Id="rId78" Type="http://schemas.openxmlformats.org/officeDocument/2006/relationships/tags" Target="../tags/tag2146.xml"/><Relationship Id="rId94" Type="http://schemas.openxmlformats.org/officeDocument/2006/relationships/tags" Target="../tags/tag2162.xml"/><Relationship Id="rId99" Type="http://schemas.openxmlformats.org/officeDocument/2006/relationships/tags" Target="../tags/tag2167.xml"/><Relationship Id="rId101" Type="http://schemas.openxmlformats.org/officeDocument/2006/relationships/tags" Target="../tags/tag2169.xml"/><Relationship Id="rId122" Type="http://schemas.openxmlformats.org/officeDocument/2006/relationships/tags" Target="../tags/tag2190.xml"/><Relationship Id="rId143" Type="http://schemas.openxmlformats.org/officeDocument/2006/relationships/tags" Target="../tags/tag2211.xml"/><Relationship Id="rId148" Type="http://schemas.openxmlformats.org/officeDocument/2006/relationships/tags" Target="../tags/tag2216.xml"/><Relationship Id="rId164" Type="http://schemas.openxmlformats.org/officeDocument/2006/relationships/tags" Target="../tags/tag2232.xml"/><Relationship Id="rId169" Type="http://schemas.openxmlformats.org/officeDocument/2006/relationships/tags" Target="../tags/tag2237.xml"/><Relationship Id="rId185" Type="http://schemas.openxmlformats.org/officeDocument/2006/relationships/notesSlide" Target="../notesSlides/notesSlide9.xml"/><Relationship Id="rId4" Type="http://schemas.openxmlformats.org/officeDocument/2006/relationships/tags" Target="../tags/tag2072.xml"/><Relationship Id="rId9" Type="http://schemas.openxmlformats.org/officeDocument/2006/relationships/tags" Target="../tags/tag2077.xml"/><Relationship Id="rId180" Type="http://schemas.openxmlformats.org/officeDocument/2006/relationships/tags" Target="../tags/tag2248.xml"/><Relationship Id="rId26" Type="http://schemas.openxmlformats.org/officeDocument/2006/relationships/tags" Target="../tags/tag2094.xml"/><Relationship Id="rId47" Type="http://schemas.openxmlformats.org/officeDocument/2006/relationships/tags" Target="../tags/tag2115.xml"/><Relationship Id="rId68" Type="http://schemas.openxmlformats.org/officeDocument/2006/relationships/tags" Target="../tags/tag2136.xml"/><Relationship Id="rId89" Type="http://schemas.openxmlformats.org/officeDocument/2006/relationships/tags" Target="../tags/tag2157.xml"/><Relationship Id="rId112" Type="http://schemas.openxmlformats.org/officeDocument/2006/relationships/tags" Target="../tags/tag2180.xml"/><Relationship Id="rId133" Type="http://schemas.openxmlformats.org/officeDocument/2006/relationships/tags" Target="../tags/tag2201.xml"/><Relationship Id="rId154" Type="http://schemas.openxmlformats.org/officeDocument/2006/relationships/tags" Target="../tags/tag2222.xml"/><Relationship Id="rId175" Type="http://schemas.openxmlformats.org/officeDocument/2006/relationships/tags" Target="../tags/tag2243.xml"/><Relationship Id="rId16" Type="http://schemas.openxmlformats.org/officeDocument/2006/relationships/tags" Target="../tags/tag2084.xml"/><Relationship Id="rId37" Type="http://schemas.openxmlformats.org/officeDocument/2006/relationships/tags" Target="../tags/tag2105.xml"/><Relationship Id="rId58" Type="http://schemas.openxmlformats.org/officeDocument/2006/relationships/tags" Target="../tags/tag2126.xml"/><Relationship Id="rId79" Type="http://schemas.openxmlformats.org/officeDocument/2006/relationships/tags" Target="../tags/tag2147.xml"/><Relationship Id="rId102" Type="http://schemas.openxmlformats.org/officeDocument/2006/relationships/tags" Target="../tags/tag2170.xml"/><Relationship Id="rId123" Type="http://schemas.openxmlformats.org/officeDocument/2006/relationships/tags" Target="../tags/tag2191.xml"/><Relationship Id="rId144" Type="http://schemas.openxmlformats.org/officeDocument/2006/relationships/tags" Target="../tags/tag2212.xml"/><Relationship Id="rId90" Type="http://schemas.openxmlformats.org/officeDocument/2006/relationships/tags" Target="../tags/tag2158.xml"/><Relationship Id="rId165" Type="http://schemas.openxmlformats.org/officeDocument/2006/relationships/tags" Target="../tags/tag2233.xml"/><Relationship Id="rId186" Type="http://schemas.openxmlformats.org/officeDocument/2006/relationships/tags" Target="../tags/tag2160.xml"/><Relationship Id="rId27" Type="http://schemas.openxmlformats.org/officeDocument/2006/relationships/tags" Target="../tags/tag2095.xml"/><Relationship Id="rId48" Type="http://schemas.openxmlformats.org/officeDocument/2006/relationships/tags" Target="../tags/tag2116.xml"/><Relationship Id="rId69" Type="http://schemas.openxmlformats.org/officeDocument/2006/relationships/tags" Target="../tags/tag2137.xml"/><Relationship Id="rId113" Type="http://schemas.openxmlformats.org/officeDocument/2006/relationships/tags" Target="../tags/tag2181.xml"/><Relationship Id="rId134" Type="http://schemas.openxmlformats.org/officeDocument/2006/relationships/tags" Target="../tags/tag2202.xml"/><Relationship Id="rId80" Type="http://schemas.openxmlformats.org/officeDocument/2006/relationships/tags" Target="../tags/tag2148.xml"/><Relationship Id="rId155" Type="http://schemas.openxmlformats.org/officeDocument/2006/relationships/tags" Target="../tags/tag2223.xml"/><Relationship Id="rId176" Type="http://schemas.openxmlformats.org/officeDocument/2006/relationships/tags" Target="../tags/tag2244.xml"/><Relationship Id="rId17" Type="http://schemas.openxmlformats.org/officeDocument/2006/relationships/tags" Target="../tags/tag2085.xml"/><Relationship Id="rId38" Type="http://schemas.openxmlformats.org/officeDocument/2006/relationships/tags" Target="../tags/tag2106.xml"/><Relationship Id="rId59" Type="http://schemas.openxmlformats.org/officeDocument/2006/relationships/tags" Target="../tags/tag2127.xml"/><Relationship Id="rId103" Type="http://schemas.openxmlformats.org/officeDocument/2006/relationships/tags" Target="../tags/tag2171.xml"/><Relationship Id="rId124" Type="http://schemas.openxmlformats.org/officeDocument/2006/relationships/tags" Target="../tags/tag2192.xml"/><Relationship Id="rId70" Type="http://schemas.openxmlformats.org/officeDocument/2006/relationships/tags" Target="../tags/tag2138.xml"/><Relationship Id="rId91" Type="http://schemas.openxmlformats.org/officeDocument/2006/relationships/tags" Target="../tags/tag2159.xml"/><Relationship Id="rId145" Type="http://schemas.openxmlformats.org/officeDocument/2006/relationships/tags" Target="../tags/tag2213.xml"/><Relationship Id="rId166" Type="http://schemas.openxmlformats.org/officeDocument/2006/relationships/tags" Target="../tags/tag2234.xml"/><Relationship Id="rId187" Type="http://schemas.openxmlformats.org/officeDocument/2006/relationships/image" Target="../media/image14.png"/><Relationship Id="rId1" Type="http://schemas.openxmlformats.org/officeDocument/2006/relationships/tags" Target="../tags/tag2069.xml"/><Relationship Id="rId28" Type="http://schemas.openxmlformats.org/officeDocument/2006/relationships/tags" Target="../tags/tag2096.xml"/><Relationship Id="rId49" Type="http://schemas.openxmlformats.org/officeDocument/2006/relationships/tags" Target="../tags/tag2117.xml"/><Relationship Id="rId114" Type="http://schemas.openxmlformats.org/officeDocument/2006/relationships/tags" Target="../tags/tag2182.xml"/><Relationship Id="rId60" Type="http://schemas.openxmlformats.org/officeDocument/2006/relationships/tags" Target="../tags/tag2128.xml"/><Relationship Id="rId81" Type="http://schemas.openxmlformats.org/officeDocument/2006/relationships/tags" Target="../tags/tag2149.xml"/><Relationship Id="rId135" Type="http://schemas.openxmlformats.org/officeDocument/2006/relationships/tags" Target="../tags/tag2203.xml"/><Relationship Id="rId156" Type="http://schemas.openxmlformats.org/officeDocument/2006/relationships/tags" Target="../tags/tag2224.xml"/><Relationship Id="rId177" Type="http://schemas.openxmlformats.org/officeDocument/2006/relationships/tags" Target="../tags/tag2245.xml"/></Relationships>
</file>

<file path=ppt/slides/_rels/slide21.xml.rels><?xml version="1.0" encoding="UTF-8" standalone="yes"?>
<Relationships xmlns="http://schemas.openxmlformats.org/package/2006/relationships"><Relationship Id="rId117" Type="http://schemas.openxmlformats.org/officeDocument/2006/relationships/tags" Target="../tags/tag2368.xml"/><Relationship Id="rId21" Type="http://schemas.openxmlformats.org/officeDocument/2006/relationships/tags" Target="../tags/tag2272.xml"/><Relationship Id="rId42" Type="http://schemas.openxmlformats.org/officeDocument/2006/relationships/tags" Target="../tags/tag2293.xml"/><Relationship Id="rId63" Type="http://schemas.openxmlformats.org/officeDocument/2006/relationships/tags" Target="../tags/tag2314.xml"/><Relationship Id="rId84" Type="http://schemas.openxmlformats.org/officeDocument/2006/relationships/tags" Target="../tags/tag2335.xml"/><Relationship Id="rId138" Type="http://schemas.openxmlformats.org/officeDocument/2006/relationships/tags" Target="../tags/tag2389.xml"/><Relationship Id="rId159" Type="http://schemas.openxmlformats.org/officeDocument/2006/relationships/tags" Target="../tags/tag2410.xml"/><Relationship Id="rId170" Type="http://schemas.openxmlformats.org/officeDocument/2006/relationships/tags" Target="../tags/tag2421.xml"/><Relationship Id="rId191" Type="http://schemas.openxmlformats.org/officeDocument/2006/relationships/tags" Target="../tags/tag2442.xml"/><Relationship Id="rId205" Type="http://schemas.openxmlformats.org/officeDocument/2006/relationships/tags" Target="../tags/tag2456.xml"/><Relationship Id="rId226" Type="http://schemas.openxmlformats.org/officeDocument/2006/relationships/tags" Target="../tags/tag2477.xml"/><Relationship Id="rId107" Type="http://schemas.openxmlformats.org/officeDocument/2006/relationships/tags" Target="../tags/tag2358.xml"/><Relationship Id="rId11" Type="http://schemas.openxmlformats.org/officeDocument/2006/relationships/tags" Target="../tags/tag2262.xml"/><Relationship Id="rId32" Type="http://schemas.openxmlformats.org/officeDocument/2006/relationships/tags" Target="../tags/tag2283.xml"/><Relationship Id="rId53" Type="http://schemas.openxmlformats.org/officeDocument/2006/relationships/tags" Target="../tags/tag2304.xml"/><Relationship Id="rId74" Type="http://schemas.openxmlformats.org/officeDocument/2006/relationships/tags" Target="../tags/tag2325.xml"/><Relationship Id="rId128" Type="http://schemas.openxmlformats.org/officeDocument/2006/relationships/tags" Target="../tags/tag2379.xml"/><Relationship Id="rId149" Type="http://schemas.openxmlformats.org/officeDocument/2006/relationships/tags" Target="../tags/tag2400.xml"/><Relationship Id="rId5" Type="http://schemas.openxmlformats.org/officeDocument/2006/relationships/tags" Target="../tags/tag2256.xml"/><Relationship Id="rId95" Type="http://schemas.openxmlformats.org/officeDocument/2006/relationships/tags" Target="../tags/tag2346.xml"/><Relationship Id="rId160" Type="http://schemas.openxmlformats.org/officeDocument/2006/relationships/tags" Target="../tags/tag2411.xml"/><Relationship Id="rId181" Type="http://schemas.openxmlformats.org/officeDocument/2006/relationships/tags" Target="../tags/tag2432.xml"/><Relationship Id="rId216" Type="http://schemas.openxmlformats.org/officeDocument/2006/relationships/tags" Target="../tags/tag2467.xml"/><Relationship Id="rId22" Type="http://schemas.openxmlformats.org/officeDocument/2006/relationships/tags" Target="../tags/tag2273.xml"/><Relationship Id="rId43" Type="http://schemas.openxmlformats.org/officeDocument/2006/relationships/tags" Target="../tags/tag2294.xml"/><Relationship Id="rId64" Type="http://schemas.openxmlformats.org/officeDocument/2006/relationships/tags" Target="../tags/tag2315.xml"/><Relationship Id="rId118" Type="http://schemas.openxmlformats.org/officeDocument/2006/relationships/tags" Target="../tags/tag2369.xml"/><Relationship Id="rId139" Type="http://schemas.openxmlformats.org/officeDocument/2006/relationships/tags" Target="../tags/tag2390.xml"/><Relationship Id="rId85" Type="http://schemas.openxmlformats.org/officeDocument/2006/relationships/tags" Target="../tags/tag2336.xml"/><Relationship Id="rId150" Type="http://schemas.openxmlformats.org/officeDocument/2006/relationships/tags" Target="../tags/tag2401.xml"/><Relationship Id="rId171" Type="http://schemas.openxmlformats.org/officeDocument/2006/relationships/tags" Target="../tags/tag2422.xml"/><Relationship Id="rId192" Type="http://schemas.openxmlformats.org/officeDocument/2006/relationships/tags" Target="../tags/tag2443.xml"/><Relationship Id="rId206" Type="http://schemas.openxmlformats.org/officeDocument/2006/relationships/tags" Target="../tags/tag2457.xml"/><Relationship Id="rId227" Type="http://schemas.openxmlformats.org/officeDocument/2006/relationships/tags" Target="../tags/tag2478.xml"/><Relationship Id="rId12" Type="http://schemas.openxmlformats.org/officeDocument/2006/relationships/tags" Target="../tags/tag2263.xml"/><Relationship Id="rId33" Type="http://schemas.openxmlformats.org/officeDocument/2006/relationships/tags" Target="../tags/tag2284.xml"/><Relationship Id="rId108" Type="http://schemas.openxmlformats.org/officeDocument/2006/relationships/tags" Target="../tags/tag2359.xml"/><Relationship Id="rId129" Type="http://schemas.openxmlformats.org/officeDocument/2006/relationships/tags" Target="../tags/tag2380.xml"/><Relationship Id="rId54" Type="http://schemas.openxmlformats.org/officeDocument/2006/relationships/tags" Target="../tags/tag2305.xml"/><Relationship Id="rId75" Type="http://schemas.openxmlformats.org/officeDocument/2006/relationships/tags" Target="../tags/tag2326.xml"/><Relationship Id="rId96" Type="http://schemas.openxmlformats.org/officeDocument/2006/relationships/tags" Target="../tags/tag2347.xml"/><Relationship Id="rId140" Type="http://schemas.openxmlformats.org/officeDocument/2006/relationships/tags" Target="../tags/tag2391.xml"/><Relationship Id="rId161" Type="http://schemas.openxmlformats.org/officeDocument/2006/relationships/tags" Target="../tags/tag2412.xml"/><Relationship Id="rId182" Type="http://schemas.openxmlformats.org/officeDocument/2006/relationships/tags" Target="../tags/tag2433.xml"/><Relationship Id="rId217" Type="http://schemas.openxmlformats.org/officeDocument/2006/relationships/tags" Target="../tags/tag2468.xml"/><Relationship Id="rId6" Type="http://schemas.openxmlformats.org/officeDocument/2006/relationships/tags" Target="../tags/tag2257.xml"/><Relationship Id="rId23" Type="http://schemas.openxmlformats.org/officeDocument/2006/relationships/tags" Target="../tags/tag2274.xml"/><Relationship Id="rId119" Type="http://schemas.openxmlformats.org/officeDocument/2006/relationships/tags" Target="../tags/tag2370.xml"/><Relationship Id="rId44" Type="http://schemas.openxmlformats.org/officeDocument/2006/relationships/tags" Target="../tags/tag2295.xml"/><Relationship Id="rId65" Type="http://schemas.openxmlformats.org/officeDocument/2006/relationships/tags" Target="../tags/tag2316.xml"/><Relationship Id="rId86" Type="http://schemas.openxmlformats.org/officeDocument/2006/relationships/tags" Target="../tags/tag2337.xml"/><Relationship Id="rId130" Type="http://schemas.openxmlformats.org/officeDocument/2006/relationships/tags" Target="../tags/tag2381.xml"/><Relationship Id="rId151" Type="http://schemas.openxmlformats.org/officeDocument/2006/relationships/tags" Target="../tags/tag2402.xml"/><Relationship Id="rId172" Type="http://schemas.openxmlformats.org/officeDocument/2006/relationships/tags" Target="../tags/tag2423.xml"/><Relationship Id="rId193" Type="http://schemas.openxmlformats.org/officeDocument/2006/relationships/tags" Target="../tags/tag2444.xml"/><Relationship Id="rId207" Type="http://schemas.openxmlformats.org/officeDocument/2006/relationships/tags" Target="../tags/tag2458.xml"/><Relationship Id="rId228" Type="http://schemas.openxmlformats.org/officeDocument/2006/relationships/tags" Target="../tags/tag2479.xml"/><Relationship Id="rId13" Type="http://schemas.openxmlformats.org/officeDocument/2006/relationships/tags" Target="../tags/tag2264.xml"/><Relationship Id="rId109" Type="http://schemas.openxmlformats.org/officeDocument/2006/relationships/tags" Target="../tags/tag2360.xml"/><Relationship Id="rId34" Type="http://schemas.openxmlformats.org/officeDocument/2006/relationships/tags" Target="../tags/tag2285.xml"/><Relationship Id="rId55" Type="http://schemas.openxmlformats.org/officeDocument/2006/relationships/tags" Target="../tags/tag2306.xml"/><Relationship Id="rId76" Type="http://schemas.openxmlformats.org/officeDocument/2006/relationships/tags" Target="../tags/tag2327.xml"/><Relationship Id="rId97" Type="http://schemas.openxmlformats.org/officeDocument/2006/relationships/tags" Target="../tags/tag2348.xml"/><Relationship Id="rId120" Type="http://schemas.openxmlformats.org/officeDocument/2006/relationships/tags" Target="../tags/tag2371.xml"/><Relationship Id="rId141" Type="http://schemas.openxmlformats.org/officeDocument/2006/relationships/tags" Target="../tags/tag2392.xml"/><Relationship Id="rId7" Type="http://schemas.openxmlformats.org/officeDocument/2006/relationships/tags" Target="../tags/tag2258.xml"/><Relationship Id="rId162" Type="http://schemas.openxmlformats.org/officeDocument/2006/relationships/tags" Target="../tags/tag2413.xml"/><Relationship Id="rId183" Type="http://schemas.openxmlformats.org/officeDocument/2006/relationships/tags" Target="../tags/tag2434.xml"/><Relationship Id="rId218" Type="http://schemas.openxmlformats.org/officeDocument/2006/relationships/tags" Target="../tags/tag2469.xml"/><Relationship Id="rId24" Type="http://schemas.openxmlformats.org/officeDocument/2006/relationships/tags" Target="../tags/tag2275.xml"/><Relationship Id="rId45" Type="http://schemas.openxmlformats.org/officeDocument/2006/relationships/tags" Target="../tags/tag2296.xml"/><Relationship Id="rId66" Type="http://schemas.openxmlformats.org/officeDocument/2006/relationships/tags" Target="../tags/tag2317.xml"/><Relationship Id="rId87" Type="http://schemas.openxmlformats.org/officeDocument/2006/relationships/tags" Target="../tags/tag2338.xml"/><Relationship Id="rId110" Type="http://schemas.openxmlformats.org/officeDocument/2006/relationships/tags" Target="../tags/tag2361.xml"/><Relationship Id="rId131" Type="http://schemas.openxmlformats.org/officeDocument/2006/relationships/tags" Target="../tags/tag2382.xml"/><Relationship Id="rId152" Type="http://schemas.openxmlformats.org/officeDocument/2006/relationships/tags" Target="../tags/tag2403.xml"/><Relationship Id="rId173" Type="http://schemas.openxmlformats.org/officeDocument/2006/relationships/tags" Target="../tags/tag2424.xml"/><Relationship Id="rId194" Type="http://schemas.openxmlformats.org/officeDocument/2006/relationships/tags" Target="../tags/tag2445.xml"/><Relationship Id="rId208" Type="http://schemas.openxmlformats.org/officeDocument/2006/relationships/tags" Target="../tags/tag2459.xml"/><Relationship Id="rId229" Type="http://schemas.openxmlformats.org/officeDocument/2006/relationships/tags" Target="../tags/tag2480.xml"/><Relationship Id="rId14" Type="http://schemas.openxmlformats.org/officeDocument/2006/relationships/tags" Target="../tags/tag2265.xml"/><Relationship Id="rId35" Type="http://schemas.openxmlformats.org/officeDocument/2006/relationships/tags" Target="../tags/tag2286.xml"/><Relationship Id="rId56" Type="http://schemas.openxmlformats.org/officeDocument/2006/relationships/tags" Target="../tags/tag2307.xml"/><Relationship Id="rId77" Type="http://schemas.openxmlformats.org/officeDocument/2006/relationships/tags" Target="../tags/tag2328.xml"/><Relationship Id="rId100" Type="http://schemas.openxmlformats.org/officeDocument/2006/relationships/tags" Target="../tags/tag2351.xml"/><Relationship Id="rId8" Type="http://schemas.openxmlformats.org/officeDocument/2006/relationships/tags" Target="../tags/tag2259.xml"/><Relationship Id="rId98" Type="http://schemas.openxmlformats.org/officeDocument/2006/relationships/tags" Target="../tags/tag2349.xml"/><Relationship Id="rId121" Type="http://schemas.openxmlformats.org/officeDocument/2006/relationships/tags" Target="../tags/tag2372.xml"/><Relationship Id="rId142" Type="http://schemas.openxmlformats.org/officeDocument/2006/relationships/tags" Target="../tags/tag2393.xml"/><Relationship Id="rId163" Type="http://schemas.openxmlformats.org/officeDocument/2006/relationships/tags" Target="../tags/tag2414.xml"/><Relationship Id="rId184" Type="http://schemas.openxmlformats.org/officeDocument/2006/relationships/tags" Target="../tags/tag2435.xml"/><Relationship Id="rId219" Type="http://schemas.openxmlformats.org/officeDocument/2006/relationships/tags" Target="../tags/tag2470.xml"/><Relationship Id="rId230" Type="http://schemas.openxmlformats.org/officeDocument/2006/relationships/slideLayout" Target="../slideLayouts/slideLayout7.xml"/><Relationship Id="rId25" Type="http://schemas.openxmlformats.org/officeDocument/2006/relationships/tags" Target="../tags/tag2276.xml"/><Relationship Id="rId46" Type="http://schemas.openxmlformats.org/officeDocument/2006/relationships/tags" Target="../tags/tag2297.xml"/><Relationship Id="rId67" Type="http://schemas.openxmlformats.org/officeDocument/2006/relationships/tags" Target="../tags/tag2318.xml"/><Relationship Id="rId116" Type="http://schemas.openxmlformats.org/officeDocument/2006/relationships/tags" Target="../tags/tag2367.xml"/><Relationship Id="rId137" Type="http://schemas.openxmlformats.org/officeDocument/2006/relationships/tags" Target="../tags/tag2388.xml"/><Relationship Id="rId158" Type="http://schemas.openxmlformats.org/officeDocument/2006/relationships/tags" Target="../tags/tag2409.xml"/><Relationship Id="rId20" Type="http://schemas.openxmlformats.org/officeDocument/2006/relationships/tags" Target="../tags/tag2271.xml"/><Relationship Id="rId41" Type="http://schemas.openxmlformats.org/officeDocument/2006/relationships/tags" Target="../tags/tag2292.xml"/><Relationship Id="rId62" Type="http://schemas.openxmlformats.org/officeDocument/2006/relationships/tags" Target="../tags/tag2313.xml"/><Relationship Id="rId83" Type="http://schemas.openxmlformats.org/officeDocument/2006/relationships/tags" Target="../tags/tag2334.xml"/><Relationship Id="rId88" Type="http://schemas.openxmlformats.org/officeDocument/2006/relationships/tags" Target="../tags/tag2339.xml"/><Relationship Id="rId111" Type="http://schemas.openxmlformats.org/officeDocument/2006/relationships/tags" Target="../tags/tag2362.xml"/><Relationship Id="rId132" Type="http://schemas.openxmlformats.org/officeDocument/2006/relationships/tags" Target="../tags/tag2383.xml"/><Relationship Id="rId153" Type="http://schemas.openxmlformats.org/officeDocument/2006/relationships/tags" Target="../tags/tag2404.xml"/><Relationship Id="rId174" Type="http://schemas.openxmlformats.org/officeDocument/2006/relationships/tags" Target="../tags/tag2425.xml"/><Relationship Id="rId179" Type="http://schemas.openxmlformats.org/officeDocument/2006/relationships/tags" Target="../tags/tag2430.xml"/><Relationship Id="rId195" Type="http://schemas.openxmlformats.org/officeDocument/2006/relationships/tags" Target="../tags/tag2446.xml"/><Relationship Id="rId209" Type="http://schemas.openxmlformats.org/officeDocument/2006/relationships/tags" Target="../tags/tag2460.xml"/><Relationship Id="rId190" Type="http://schemas.openxmlformats.org/officeDocument/2006/relationships/tags" Target="../tags/tag2441.xml"/><Relationship Id="rId204" Type="http://schemas.openxmlformats.org/officeDocument/2006/relationships/tags" Target="../tags/tag2455.xml"/><Relationship Id="rId220" Type="http://schemas.openxmlformats.org/officeDocument/2006/relationships/tags" Target="../tags/tag2471.xml"/><Relationship Id="rId225" Type="http://schemas.openxmlformats.org/officeDocument/2006/relationships/tags" Target="../tags/tag2476.xml"/><Relationship Id="rId15" Type="http://schemas.openxmlformats.org/officeDocument/2006/relationships/tags" Target="../tags/tag2266.xml"/><Relationship Id="rId36" Type="http://schemas.openxmlformats.org/officeDocument/2006/relationships/tags" Target="../tags/tag2287.xml"/><Relationship Id="rId57" Type="http://schemas.openxmlformats.org/officeDocument/2006/relationships/tags" Target="../tags/tag2308.xml"/><Relationship Id="rId106" Type="http://schemas.openxmlformats.org/officeDocument/2006/relationships/tags" Target="../tags/tag2357.xml"/><Relationship Id="rId127" Type="http://schemas.openxmlformats.org/officeDocument/2006/relationships/tags" Target="../tags/tag2378.xml"/><Relationship Id="rId10" Type="http://schemas.openxmlformats.org/officeDocument/2006/relationships/tags" Target="../tags/tag2261.xml"/><Relationship Id="rId31" Type="http://schemas.openxmlformats.org/officeDocument/2006/relationships/tags" Target="../tags/tag2282.xml"/><Relationship Id="rId52" Type="http://schemas.openxmlformats.org/officeDocument/2006/relationships/tags" Target="../tags/tag2303.xml"/><Relationship Id="rId73" Type="http://schemas.openxmlformats.org/officeDocument/2006/relationships/tags" Target="../tags/tag2324.xml"/><Relationship Id="rId78" Type="http://schemas.openxmlformats.org/officeDocument/2006/relationships/tags" Target="../tags/tag2329.xml"/><Relationship Id="rId94" Type="http://schemas.openxmlformats.org/officeDocument/2006/relationships/tags" Target="../tags/tag2345.xml"/><Relationship Id="rId99" Type="http://schemas.openxmlformats.org/officeDocument/2006/relationships/tags" Target="../tags/tag2350.xml"/><Relationship Id="rId101" Type="http://schemas.openxmlformats.org/officeDocument/2006/relationships/tags" Target="../tags/tag2352.xml"/><Relationship Id="rId122" Type="http://schemas.openxmlformats.org/officeDocument/2006/relationships/tags" Target="../tags/tag2373.xml"/><Relationship Id="rId143" Type="http://schemas.openxmlformats.org/officeDocument/2006/relationships/tags" Target="../tags/tag2394.xml"/><Relationship Id="rId148" Type="http://schemas.openxmlformats.org/officeDocument/2006/relationships/tags" Target="../tags/tag2399.xml"/><Relationship Id="rId164" Type="http://schemas.openxmlformats.org/officeDocument/2006/relationships/tags" Target="../tags/tag2415.xml"/><Relationship Id="rId169" Type="http://schemas.openxmlformats.org/officeDocument/2006/relationships/tags" Target="../tags/tag2420.xml"/><Relationship Id="rId185" Type="http://schemas.openxmlformats.org/officeDocument/2006/relationships/tags" Target="../tags/tag2436.xml"/><Relationship Id="rId4" Type="http://schemas.openxmlformats.org/officeDocument/2006/relationships/tags" Target="../tags/tag2255.xml"/><Relationship Id="rId9" Type="http://schemas.openxmlformats.org/officeDocument/2006/relationships/tags" Target="../tags/tag2260.xml"/><Relationship Id="rId180" Type="http://schemas.openxmlformats.org/officeDocument/2006/relationships/tags" Target="../tags/tag2431.xml"/><Relationship Id="rId210" Type="http://schemas.openxmlformats.org/officeDocument/2006/relationships/tags" Target="../tags/tag2461.xml"/><Relationship Id="rId215" Type="http://schemas.openxmlformats.org/officeDocument/2006/relationships/tags" Target="../tags/tag2466.xml"/><Relationship Id="rId26" Type="http://schemas.openxmlformats.org/officeDocument/2006/relationships/tags" Target="../tags/tag2277.xml"/><Relationship Id="rId231" Type="http://schemas.openxmlformats.org/officeDocument/2006/relationships/notesSlide" Target="../notesSlides/notesSlide10.xml"/><Relationship Id="rId47" Type="http://schemas.openxmlformats.org/officeDocument/2006/relationships/tags" Target="../tags/tag2298.xml"/><Relationship Id="rId68" Type="http://schemas.openxmlformats.org/officeDocument/2006/relationships/tags" Target="../tags/tag2319.xml"/><Relationship Id="rId89" Type="http://schemas.openxmlformats.org/officeDocument/2006/relationships/tags" Target="../tags/tag2340.xml"/><Relationship Id="rId112" Type="http://schemas.openxmlformats.org/officeDocument/2006/relationships/tags" Target="../tags/tag2363.xml"/><Relationship Id="rId133" Type="http://schemas.openxmlformats.org/officeDocument/2006/relationships/tags" Target="../tags/tag2384.xml"/><Relationship Id="rId154" Type="http://schemas.openxmlformats.org/officeDocument/2006/relationships/tags" Target="../tags/tag2405.xml"/><Relationship Id="rId175" Type="http://schemas.openxmlformats.org/officeDocument/2006/relationships/tags" Target="../tags/tag2426.xml"/><Relationship Id="rId196" Type="http://schemas.openxmlformats.org/officeDocument/2006/relationships/tags" Target="../tags/tag2447.xml"/><Relationship Id="rId200" Type="http://schemas.openxmlformats.org/officeDocument/2006/relationships/tags" Target="../tags/tag2451.xml"/><Relationship Id="rId16" Type="http://schemas.openxmlformats.org/officeDocument/2006/relationships/tags" Target="../tags/tag2267.xml"/><Relationship Id="rId221" Type="http://schemas.openxmlformats.org/officeDocument/2006/relationships/tags" Target="../tags/tag2472.xml"/><Relationship Id="rId37" Type="http://schemas.openxmlformats.org/officeDocument/2006/relationships/tags" Target="../tags/tag2288.xml"/><Relationship Id="rId58" Type="http://schemas.openxmlformats.org/officeDocument/2006/relationships/tags" Target="../tags/tag2309.xml"/><Relationship Id="rId79" Type="http://schemas.openxmlformats.org/officeDocument/2006/relationships/tags" Target="../tags/tag2330.xml"/><Relationship Id="rId102" Type="http://schemas.openxmlformats.org/officeDocument/2006/relationships/tags" Target="../tags/tag2353.xml"/><Relationship Id="rId123" Type="http://schemas.openxmlformats.org/officeDocument/2006/relationships/tags" Target="../tags/tag2374.xml"/><Relationship Id="rId144" Type="http://schemas.openxmlformats.org/officeDocument/2006/relationships/tags" Target="../tags/tag2395.xml"/><Relationship Id="rId90" Type="http://schemas.openxmlformats.org/officeDocument/2006/relationships/tags" Target="../tags/tag2341.xml"/><Relationship Id="rId165" Type="http://schemas.openxmlformats.org/officeDocument/2006/relationships/tags" Target="../tags/tag2416.xml"/><Relationship Id="rId186" Type="http://schemas.openxmlformats.org/officeDocument/2006/relationships/tags" Target="../tags/tag2437.xml"/><Relationship Id="rId211" Type="http://schemas.openxmlformats.org/officeDocument/2006/relationships/tags" Target="../tags/tag2462.xml"/><Relationship Id="rId27" Type="http://schemas.openxmlformats.org/officeDocument/2006/relationships/tags" Target="../tags/tag2278.xml"/><Relationship Id="rId48" Type="http://schemas.openxmlformats.org/officeDocument/2006/relationships/tags" Target="../tags/tag2299.xml"/><Relationship Id="rId69" Type="http://schemas.openxmlformats.org/officeDocument/2006/relationships/tags" Target="../tags/tag2320.xml"/><Relationship Id="rId113" Type="http://schemas.openxmlformats.org/officeDocument/2006/relationships/tags" Target="../tags/tag2364.xml"/><Relationship Id="rId134" Type="http://schemas.openxmlformats.org/officeDocument/2006/relationships/tags" Target="../tags/tag2385.xml"/><Relationship Id="rId80" Type="http://schemas.openxmlformats.org/officeDocument/2006/relationships/tags" Target="../tags/tag2331.xml"/><Relationship Id="rId155" Type="http://schemas.openxmlformats.org/officeDocument/2006/relationships/tags" Target="../tags/tag2406.xml"/><Relationship Id="rId176" Type="http://schemas.openxmlformats.org/officeDocument/2006/relationships/tags" Target="../tags/tag2427.xml"/><Relationship Id="rId197" Type="http://schemas.openxmlformats.org/officeDocument/2006/relationships/tags" Target="../tags/tag2448.xml"/><Relationship Id="rId201" Type="http://schemas.openxmlformats.org/officeDocument/2006/relationships/tags" Target="../tags/tag2452.xml"/><Relationship Id="rId222" Type="http://schemas.openxmlformats.org/officeDocument/2006/relationships/tags" Target="../tags/tag2473.xml"/><Relationship Id="rId17" Type="http://schemas.openxmlformats.org/officeDocument/2006/relationships/tags" Target="../tags/tag2268.xml"/><Relationship Id="rId38" Type="http://schemas.openxmlformats.org/officeDocument/2006/relationships/tags" Target="../tags/tag2289.xml"/><Relationship Id="rId59" Type="http://schemas.openxmlformats.org/officeDocument/2006/relationships/tags" Target="../tags/tag2310.xml"/><Relationship Id="rId103" Type="http://schemas.openxmlformats.org/officeDocument/2006/relationships/tags" Target="../tags/tag2354.xml"/><Relationship Id="rId124" Type="http://schemas.openxmlformats.org/officeDocument/2006/relationships/tags" Target="../tags/tag2375.xml"/><Relationship Id="rId70" Type="http://schemas.openxmlformats.org/officeDocument/2006/relationships/tags" Target="../tags/tag2321.xml"/><Relationship Id="rId91" Type="http://schemas.openxmlformats.org/officeDocument/2006/relationships/tags" Target="../tags/tag2342.xml"/><Relationship Id="rId145" Type="http://schemas.openxmlformats.org/officeDocument/2006/relationships/tags" Target="../tags/tag2396.xml"/><Relationship Id="rId166" Type="http://schemas.openxmlformats.org/officeDocument/2006/relationships/tags" Target="../tags/tag2417.xml"/><Relationship Id="rId187" Type="http://schemas.openxmlformats.org/officeDocument/2006/relationships/tags" Target="../tags/tag2438.xml"/><Relationship Id="rId1" Type="http://schemas.openxmlformats.org/officeDocument/2006/relationships/tags" Target="../tags/tag2252.xml"/><Relationship Id="rId212" Type="http://schemas.openxmlformats.org/officeDocument/2006/relationships/tags" Target="../tags/tag2463.xml"/><Relationship Id="rId28" Type="http://schemas.openxmlformats.org/officeDocument/2006/relationships/tags" Target="../tags/tag2279.xml"/><Relationship Id="rId49" Type="http://schemas.openxmlformats.org/officeDocument/2006/relationships/tags" Target="../tags/tag2300.xml"/><Relationship Id="rId114" Type="http://schemas.openxmlformats.org/officeDocument/2006/relationships/tags" Target="../tags/tag2365.xml"/><Relationship Id="rId60" Type="http://schemas.openxmlformats.org/officeDocument/2006/relationships/tags" Target="../tags/tag2311.xml"/><Relationship Id="rId81" Type="http://schemas.openxmlformats.org/officeDocument/2006/relationships/tags" Target="../tags/tag2332.xml"/><Relationship Id="rId135" Type="http://schemas.openxmlformats.org/officeDocument/2006/relationships/tags" Target="../tags/tag2386.xml"/><Relationship Id="rId156" Type="http://schemas.openxmlformats.org/officeDocument/2006/relationships/tags" Target="../tags/tag2407.xml"/><Relationship Id="rId177" Type="http://schemas.openxmlformats.org/officeDocument/2006/relationships/tags" Target="../tags/tag2428.xml"/><Relationship Id="rId198" Type="http://schemas.openxmlformats.org/officeDocument/2006/relationships/tags" Target="../tags/tag2449.xml"/><Relationship Id="rId202" Type="http://schemas.openxmlformats.org/officeDocument/2006/relationships/tags" Target="../tags/tag2453.xml"/><Relationship Id="rId223" Type="http://schemas.openxmlformats.org/officeDocument/2006/relationships/tags" Target="../tags/tag2474.xml"/><Relationship Id="rId18" Type="http://schemas.openxmlformats.org/officeDocument/2006/relationships/tags" Target="../tags/tag2269.xml"/><Relationship Id="rId39" Type="http://schemas.openxmlformats.org/officeDocument/2006/relationships/tags" Target="../tags/tag2290.xml"/><Relationship Id="rId50" Type="http://schemas.openxmlformats.org/officeDocument/2006/relationships/tags" Target="../tags/tag2301.xml"/><Relationship Id="rId104" Type="http://schemas.openxmlformats.org/officeDocument/2006/relationships/tags" Target="../tags/tag2355.xml"/><Relationship Id="rId125" Type="http://schemas.openxmlformats.org/officeDocument/2006/relationships/tags" Target="../tags/tag2376.xml"/><Relationship Id="rId146" Type="http://schemas.openxmlformats.org/officeDocument/2006/relationships/tags" Target="../tags/tag2397.xml"/><Relationship Id="rId167" Type="http://schemas.openxmlformats.org/officeDocument/2006/relationships/tags" Target="../tags/tag2418.xml"/><Relationship Id="rId188" Type="http://schemas.openxmlformats.org/officeDocument/2006/relationships/tags" Target="../tags/tag2439.xml"/><Relationship Id="rId71" Type="http://schemas.openxmlformats.org/officeDocument/2006/relationships/tags" Target="../tags/tag2322.xml"/><Relationship Id="rId92" Type="http://schemas.openxmlformats.org/officeDocument/2006/relationships/tags" Target="../tags/tag2343.xml"/><Relationship Id="rId213" Type="http://schemas.openxmlformats.org/officeDocument/2006/relationships/tags" Target="../tags/tag2464.xml"/><Relationship Id="rId2" Type="http://schemas.openxmlformats.org/officeDocument/2006/relationships/tags" Target="../tags/tag2253.xml"/><Relationship Id="rId29" Type="http://schemas.openxmlformats.org/officeDocument/2006/relationships/tags" Target="../tags/tag2280.xml"/><Relationship Id="rId40" Type="http://schemas.openxmlformats.org/officeDocument/2006/relationships/tags" Target="../tags/tag2291.xml"/><Relationship Id="rId115" Type="http://schemas.openxmlformats.org/officeDocument/2006/relationships/tags" Target="../tags/tag2366.xml"/><Relationship Id="rId136" Type="http://schemas.openxmlformats.org/officeDocument/2006/relationships/tags" Target="../tags/tag2387.xml"/><Relationship Id="rId157" Type="http://schemas.openxmlformats.org/officeDocument/2006/relationships/tags" Target="../tags/tag2408.xml"/><Relationship Id="rId178" Type="http://schemas.openxmlformats.org/officeDocument/2006/relationships/tags" Target="../tags/tag2429.xml"/><Relationship Id="rId61" Type="http://schemas.openxmlformats.org/officeDocument/2006/relationships/tags" Target="../tags/tag2312.xml"/><Relationship Id="rId82" Type="http://schemas.openxmlformats.org/officeDocument/2006/relationships/tags" Target="../tags/tag2333.xml"/><Relationship Id="rId199" Type="http://schemas.openxmlformats.org/officeDocument/2006/relationships/tags" Target="../tags/tag2450.xml"/><Relationship Id="rId203" Type="http://schemas.openxmlformats.org/officeDocument/2006/relationships/tags" Target="../tags/tag2454.xml"/><Relationship Id="rId19" Type="http://schemas.openxmlformats.org/officeDocument/2006/relationships/tags" Target="../tags/tag2270.xml"/><Relationship Id="rId224" Type="http://schemas.openxmlformats.org/officeDocument/2006/relationships/tags" Target="../tags/tag2475.xml"/><Relationship Id="rId30" Type="http://schemas.openxmlformats.org/officeDocument/2006/relationships/tags" Target="../tags/tag2281.xml"/><Relationship Id="rId105" Type="http://schemas.openxmlformats.org/officeDocument/2006/relationships/tags" Target="../tags/tag2356.xml"/><Relationship Id="rId126" Type="http://schemas.openxmlformats.org/officeDocument/2006/relationships/tags" Target="../tags/tag2377.xml"/><Relationship Id="rId147" Type="http://schemas.openxmlformats.org/officeDocument/2006/relationships/tags" Target="../tags/tag2398.xml"/><Relationship Id="rId168" Type="http://schemas.openxmlformats.org/officeDocument/2006/relationships/tags" Target="../tags/tag2419.xml"/><Relationship Id="rId51" Type="http://schemas.openxmlformats.org/officeDocument/2006/relationships/tags" Target="../tags/tag2302.xml"/><Relationship Id="rId72" Type="http://schemas.openxmlformats.org/officeDocument/2006/relationships/tags" Target="../tags/tag2323.xml"/><Relationship Id="rId93" Type="http://schemas.openxmlformats.org/officeDocument/2006/relationships/tags" Target="../tags/tag2344.xml"/><Relationship Id="rId189" Type="http://schemas.openxmlformats.org/officeDocument/2006/relationships/tags" Target="../tags/tag2440.xml"/><Relationship Id="rId3" Type="http://schemas.openxmlformats.org/officeDocument/2006/relationships/tags" Target="../tags/tag2254.xml"/><Relationship Id="rId214" Type="http://schemas.openxmlformats.org/officeDocument/2006/relationships/tags" Target="../tags/tag2465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2488.xml"/><Relationship Id="rId3" Type="http://schemas.openxmlformats.org/officeDocument/2006/relationships/tags" Target="../tags/tag2483.xml"/><Relationship Id="rId7" Type="http://schemas.openxmlformats.org/officeDocument/2006/relationships/tags" Target="../tags/tag2487.xml"/><Relationship Id="rId12" Type="http://schemas.openxmlformats.org/officeDocument/2006/relationships/slideLayout" Target="../slideLayouts/slideLayout7.xml"/><Relationship Id="rId2" Type="http://schemas.openxmlformats.org/officeDocument/2006/relationships/tags" Target="../tags/tag2482.xml"/><Relationship Id="rId1" Type="http://schemas.openxmlformats.org/officeDocument/2006/relationships/tags" Target="../tags/tag2481.xml"/><Relationship Id="rId6" Type="http://schemas.openxmlformats.org/officeDocument/2006/relationships/tags" Target="../tags/tag2486.xml"/><Relationship Id="rId11" Type="http://schemas.openxmlformats.org/officeDocument/2006/relationships/tags" Target="../tags/tag2491.xml"/><Relationship Id="rId5" Type="http://schemas.openxmlformats.org/officeDocument/2006/relationships/tags" Target="../tags/tag2485.xml"/><Relationship Id="rId10" Type="http://schemas.openxmlformats.org/officeDocument/2006/relationships/tags" Target="../tags/tag2490.xml"/><Relationship Id="rId4" Type="http://schemas.openxmlformats.org/officeDocument/2006/relationships/tags" Target="../tags/tag2484.xml"/><Relationship Id="rId9" Type="http://schemas.openxmlformats.org/officeDocument/2006/relationships/tags" Target="../tags/tag2489.xml"/></Relationships>
</file>

<file path=ppt/slides/_rels/slide23.xml.rels><?xml version="1.0" encoding="UTF-8" standalone="yes"?>
<Relationships xmlns="http://schemas.openxmlformats.org/package/2006/relationships"><Relationship Id="rId117" Type="http://schemas.openxmlformats.org/officeDocument/2006/relationships/tags" Target="../tags/tag2608.xml"/><Relationship Id="rId21" Type="http://schemas.openxmlformats.org/officeDocument/2006/relationships/tags" Target="../tags/tag2512.xml"/><Relationship Id="rId42" Type="http://schemas.openxmlformats.org/officeDocument/2006/relationships/tags" Target="../tags/tag2533.xml"/><Relationship Id="rId63" Type="http://schemas.openxmlformats.org/officeDocument/2006/relationships/tags" Target="../tags/tag2554.xml"/><Relationship Id="rId84" Type="http://schemas.openxmlformats.org/officeDocument/2006/relationships/tags" Target="../tags/tag2575.xml"/><Relationship Id="rId138" Type="http://schemas.openxmlformats.org/officeDocument/2006/relationships/tags" Target="../tags/tag2629.xml"/><Relationship Id="rId159" Type="http://schemas.openxmlformats.org/officeDocument/2006/relationships/tags" Target="../tags/tag2650.xml"/><Relationship Id="rId170" Type="http://schemas.openxmlformats.org/officeDocument/2006/relationships/tags" Target="../tags/tag2661.xml"/><Relationship Id="rId191" Type="http://schemas.openxmlformats.org/officeDocument/2006/relationships/tags" Target="../tags/tag2682.xml"/><Relationship Id="rId205" Type="http://schemas.openxmlformats.org/officeDocument/2006/relationships/tags" Target="../tags/tag2696.xml"/><Relationship Id="rId107" Type="http://schemas.openxmlformats.org/officeDocument/2006/relationships/tags" Target="../tags/tag2598.xml"/><Relationship Id="rId11" Type="http://schemas.openxmlformats.org/officeDocument/2006/relationships/tags" Target="../tags/tag2502.xml"/><Relationship Id="rId32" Type="http://schemas.openxmlformats.org/officeDocument/2006/relationships/tags" Target="../tags/tag2523.xml"/><Relationship Id="rId53" Type="http://schemas.openxmlformats.org/officeDocument/2006/relationships/tags" Target="../tags/tag2544.xml"/><Relationship Id="rId74" Type="http://schemas.openxmlformats.org/officeDocument/2006/relationships/tags" Target="../tags/tag2565.xml"/><Relationship Id="rId128" Type="http://schemas.openxmlformats.org/officeDocument/2006/relationships/tags" Target="../tags/tag2619.xml"/><Relationship Id="rId149" Type="http://schemas.openxmlformats.org/officeDocument/2006/relationships/tags" Target="../tags/tag2640.xml"/><Relationship Id="rId5" Type="http://schemas.openxmlformats.org/officeDocument/2006/relationships/tags" Target="../tags/tag2496.xml"/><Relationship Id="rId95" Type="http://schemas.openxmlformats.org/officeDocument/2006/relationships/tags" Target="../tags/tag2586.xml"/><Relationship Id="rId160" Type="http://schemas.openxmlformats.org/officeDocument/2006/relationships/tags" Target="../tags/tag2651.xml"/><Relationship Id="rId181" Type="http://schemas.openxmlformats.org/officeDocument/2006/relationships/tags" Target="../tags/tag2672.xml"/><Relationship Id="rId22" Type="http://schemas.openxmlformats.org/officeDocument/2006/relationships/tags" Target="../tags/tag2513.xml"/><Relationship Id="rId43" Type="http://schemas.openxmlformats.org/officeDocument/2006/relationships/tags" Target="../tags/tag2534.xml"/><Relationship Id="rId64" Type="http://schemas.openxmlformats.org/officeDocument/2006/relationships/tags" Target="../tags/tag2555.xml"/><Relationship Id="rId118" Type="http://schemas.openxmlformats.org/officeDocument/2006/relationships/tags" Target="../tags/tag2609.xml"/><Relationship Id="rId139" Type="http://schemas.openxmlformats.org/officeDocument/2006/relationships/tags" Target="../tags/tag2630.xml"/><Relationship Id="rId85" Type="http://schemas.openxmlformats.org/officeDocument/2006/relationships/tags" Target="../tags/tag2576.xml"/><Relationship Id="rId150" Type="http://schemas.openxmlformats.org/officeDocument/2006/relationships/tags" Target="../tags/tag2641.xml"/><Relationship Id="rId171" Type="http://schemas.openxmlformats.org/officeDocument/2006/relationships/tags" Target="../tags/tag2662.xml"/><Relationship Id="rId192" Type="http://schemas.openxmlformats.org/officeDocument/2006/relationships/tags" Target="../tags/tag2683.xml"/><Relationship Id="rId206" Type="http://schemas.openxmlformats.org/officeDocument/2006/relationships/tags" Target="../tags/tag2697.xml"/><Relationship Id="rId12" Type="http://schemas.openxmlformats.org/officeDocument/2006/relationships/tags" Target="../tags/tag2503.xml"/><Relationship Id="rId33" Type="http://schemas.openxmlformats.org/officeDocument/2006/relationships/tags" Target="../tags/tag2524.xml"/><Relationship Id="rId108" Type="http://schemas.openxmlformats.org/officeDocument/2006/relationships/tags" Target="../tags/tag2599.xml"/><Relationship Id="rId129" Type="http://schemas.openxmlformats.org/officeDocument/2006/relationships/tags" Target="../tags/tag2620.xml"/><Relationship Id="rId54" Type="http://schemas.openxmlformats.org/officeDocument/2006/relationships/tags" Target="../tags/tag2545.xml"/><Relationship Id="rId75" Type="http://schemas.openxmlformats.org/officeDocument/2006/relationships/tags" Target="../tags/tag2566.xml"/><Relationship Id="rId96" Type="http://schemas.openxmlformats.org/officeDocument/2006/relationships/tags" Target="../tags/tag2587.xml"/><Relationship Id="rId140" Type="http://schemas.openxmlformats.org/officeDocument/2006/relationships/tags" Target="../tags/tag2631.xml"/><Relationship Id="rId161" Type="http://schemas.openxmlformats.org/officeDocument/2006/relationships/tags" Target="../tags/tag2652.xml"/><Relationship Id="rId182" Type="http://schemas.openxmlformats.org/officeDocument/2006/relationships/tags" Target="../tags/tag2673.xml"/><Relationship Id="rId6" Type="http://schemas.openxmlformats.org/officeDocument/2006/relationships/tags" Target="../tags/tag2497.xml"/><Relationship Id="rId23" Type="http://schemas.openxmlformats.org/officeDocument/2006/relationships/tags" Target="../tags/tag2514.xml"/><Relationship Id="rId119" Type="http://schemas.openxmlformats.org/officeDocument/2006/relationships/tags" Target="../tags/tag2610.xml"/><Relationship Id="rId44" Type="http://schemas.openxmlformats.org/officeDocument/2006/relationships/tags" Target="../tags/tag2535.xml"/><Relationship Id="rId65" Type="http://schemas.openxmlformats.org/officeDocument/2006/relationships/tags" Target="../tags/tag2556.xml"/><Relationship Id="rId86" Type="http://schemas.openxmlformats.org/officeDocument/2006/relationships/tags" Target="../tags/tag2577.xml"/><Relationship Id="rId130" Type="http://schemas.openxmlformats.org/officeDocument/2006/relationships/tags" Target="../tags/tag2621.xml"/><Relationship Id="rId151" Type="http://schemas.openxmlformats.org/officeDocument/2006/relationships/tags" Target="../tags/tag2642.xml"/><Relationship Id="rId172" Type="http://schemas.openxmlformats.org/officeDocument/2006/relationships/tags" Target="../tags/tag2663.xml"/><Relationship Id="rId193" Type="http://schemas.openxmlformats.org/officeDocument/2006/relationships/tags" Target="../tags/tag2684.xml"/><Relationship Id="rId207" Type="http://schemas.openxmlformats.org/officeDocument/2006/relationships/tags" Target="../tags/tag2698.xml"/><Relationship Id="rId13" Type="http://schemas.openxmlformats.org/officeDocument/2006/relationships/tags" Target="../tags/tag2504.xml"/><Relationship Id="rId109" Type="http://schemas.openxmlformats.org/officeDocument/2006/relationships/tags" Target="../tags/tag2600.xml"/><Relationship Id="rId34" Type="http://schemas.openxmlformats.org/officeDocument/2006/relationships/tags" Target="../tags/tag2525.xml"/><Relationship Id="rId55" Type="http://schemas.openxmlformats.org/officeDocument/2006/relationships/tags" Target="../tags/tag2546.xml"/><Relationship Id="rId76" Type="http://schemas.openxmlformats.org/officeDocument/2006/relationships/tags" Target="../tags/tag2567.xml"/><Relationship Id="rId97" Type="http://schemas.openxmlformats.org/officeDocument/2006/relationships/tags" Target="../tags/tag2588.xml"/><Relationship Id="rId120" Type="http://schemas.openxmlformats.org/officeDocument/2006/relationships/tags" Target="../tags/tag2611.xml"/><Relationship Id="rId141" Type="http://schemas.openxmlformats.org/officeDocument/2006/relationships/tags" Target="../tags/tag2632.xml"/><Relationship Id="rId7" Type="http://schemas.openxmlformats.org/officeDocument/2006/relationships/tags" Target="../tags/tag2498.xml"/><Relationship Id="rId162" Type="http://schemas.openxmlformats.org/officeDocument/2006/relationships/tags" Target="../tags/tag2653.xml"/><Relationship Id="rId183" Type="http://schemas.openxmlformats.org/officeDocument/2006/relationships/tags" Target="../tags/tag2674.xml"/><Relationship Id="rId24" Type="http://schemas.openxmlformats.org/officeDocument/2006/relationships/tags" Target="../tags/tag2515.xml"/><Relationship Id="rId45" Type="http://schemas.openxmlformats.org/officeDocument/2006/relationships/tags" Target="../tags/tag2536.xml"/><Relationship Id="rId66" Type="http://schemas.openxmlformats.org/officeDocument/2006/relationships/tags" Target="../tags/tag2557.xml"/><Relationship Id="rId87" Type="http://schemas.openxmlformats.org/officeDocument/2006/relationships/tags" Target="../tags/tag2578.xml"/><Relationship Id="rId110" Type="http://schemas.openxmlformats.org/officeDocument/2006/relationships/tags" Target="../tags/tag2601.xml"/><Relationship Id="rId131" Type="http://schemas.openxmlformats.org/officeDocument/2006/relationships/tags" Target="../tags/tag2622.xml"/><Relationship Id="rId61" Type="http://schemas.openxmlformats.org/officeDocument/2006/relationships/tags" Target="../tags/tag2552.xml"/><Relationship Id="rId82" Type="http://schemas.openxmlformats.org/officeDocument/2006/relationships/tags" Target="../tags/tag2573.xml"/><Relationship Id="rId152" Type="http://schemas.openxmlformats.org/officeDocument/2006/relationships/tags" Target="../tags/tag2643.xml"/><Relationship Id="rId173" Type="http://schemas.openxmlformats.org/officeDocument/2006/relationships/tags" Target="../tags/tag2664.xml"/><Relationship Id="rId194" Type="http://schemas.openxmlformats.org/officeDocument/2006/relationships/tags" Target="../tags/tag2685.xml"/><Relationship Id="rId199" Type="http://schemas.openxmlformats.org/officeDocument/2006/relationships/tags" Target="../tags/tag2690.xml"/><Relationship Id="rId203" Type="http://schemas.openxmlformats.org/officeDocument/2006/relationships/tags" Target="../tags/tag2694.xml"/><Relationship Id="rId208" Type="http://schemas.openxmlformats.org/officeDocument/2006/relationships/tags" Target="../tags/tag2699.xml"/><Relationship Id="rId19" Type="http://schemas.openxmlformats.org/officeDocument/2006/relationships/tags" Target="../tags/tag2510.xml"/><Relationship Id="rId14" Type="http://schemas.openxmlformats.org/officeDocument/2006/relationships/tags" Target="../tags/tag2505.xml"/><Relationship Id="rId30" Type="http://schemas.openxmlformats.org/officeDocument/2006/relationships/tags" Target="../tags/tag2521.xml"/><Relationship Id="rId35" Type="http://schemas.openxmlformats.org/officeDocument/2006/relationships/tags" Target="../tags/tag2526.xml"/><Relationship Id="rId56" Type="http://schemas.openxmlformats.org/officeDocument/2006/relationships/tags" Target="../tags/tag2547.xml"/><Relationship Id="rId77" Type="http://schemas.openxmlformats.org/officeDocument/2006/relationships/tags" Target="../tags/tag2568.xml"/><Relationship Id="rId100" Type="http://schemas.openxmlformats.org/officeDocument/2006/relationships/tags" Target="../tags/tag2591.xml"/><Relationship Id="rId105" Type="http://schemas.openxmlformats.org/officeDocument/2006/relationships/tags" Target="../tags/tag2596.xml"/><Relationship Id="rId126" Type="http://schemas.openxmlformats.org/officeDocument/2006/relationships/tags" Target="../tags/tag2617.xml"/><Relationship Id="rId147" Type="http://schemas.openxmlformats.org/officeDocument/2006/relationships/tags" Target="../tags/tag2638.xml"/><Relationship Id="rId168" Type="http://schemas.openxmlformats.org/officeDocument/2006/relationships/tags" Target="../tags/tag2659.xml"/><Relationship Id="rId8" Type="http://schemas.openxmlformats.org/officeDocument/2006/relationships/tags" Target="../tags/tag2499.xml"/><Relationship Id="rId51" Type="http://schemas.openxmlformats.org/officeDocument/2006/relationships/tags" Target="../tags/tag2542.xml"/><Relationship Id="rId72" Type="http://schemas.openxmlformats.org/officeDocument/2006/relationships/tags" Target="../tags/tag2563.xml"/><Relationship Id="rId93" Type="http://schemas.openxmlformats.org/officeDocument/2006/relationships/tags" Target="../tags/tag2584.xml"/><Relationship Id="rId98" Type="http://schemas.openxmlformats.org/officeDocument/2006/relationships/tags" Target="../tags/tag2589.xml"/><Relationship Id="rId121" Type="http://schemas.openxmlformats.org/officeDocument/2006/relationships/tags" Target="../tags/tag2612.xml"/><Relationship Id="rId142" Type="http://schemas.openxmlformats.org/officeDocument/2006/relationships/tags" Target="../tags/tag2633.xml"/><Relationship Id="rId163" Type="http://schemas.openxmlformats.org/officeDocument/2006/relationships/tags" Target="../tags/tag2654.xml"/><Relationship Id="rId184" Type="http://schemas.openxmlformats.org/officeDocument/2006/relationships/tags" Target="../tags/tag2675.xml"/><Relationship Id="rId189" Type="http://schemas.openxmlformats.org/officeDocument/2006/relationships/tags" Target="../tags/tag2680.xml"/><Relationship Id="rId3" Type="http://schemas.openxmlformats.org/officeDocument/2006/relationships/tags" Target="../tags/tag2494.xml"/><Relationship Id="rId25" Type="http://schemas.openxmlformats.org/officeDocument/2006/relationships/tags" Target="../tags/tag2516.xml"/><Relationship Id="rId46" Type="http://schemas.openxmlformats.org/officeDocument/2006/relationships/tags" Target="../tags/tag2537.xml"/><Relationship Id="rId67" Type="http://schemas.openxmlformats.org/officeDocument/2006/relationships/tags" Target="../tags/tag2558.xml"/><Relationship Id="rId116" Type="http://schemas.openxmlformats.org/officeDocument/2006/relationships/tags" Target="../tags/tag2607.xml"/><Relationship Id="rId137" Type="http://schemas.openxmlformats.org/officeDocument/2006/relationships/tags" Target="../tags/tag2628.xml"/><Relationship Id="rId158" Type="http://schemas.openxmlformats.org/officeDocument/2006/relationships/tags" Target="../tags/tag2649.xml"/><Relationship Id="rId20" Type="http://schemas.openxmlformats.org/officeDocument/2006/relationships/tags" Target="../tags/tag2511.xml"/><Relationship Id="rId41" Type="http://schemas.openxmlformats.org/officeDocument/2006/relationships/tags" Target="../tags/tag2532.xml"/><Relationship Id="rId62" Type="http://schemas.openxmlformats.org/officeDocument/2006/relationships/tags" Target="../tags/tag2553.xml"/><Relationship Id="rId83" Type="http://schemas.openxmlformats.org/officeDocument/2006/relationships/tags" Target="../tags/tag2574.xml"/><Relationship Id="rId88" Type="http://schemas.openxmlformats.org/officeDocument/2006/relationships/tags" Target="../tags/tag2579.xml"/><Relationship Id="rId111" Type="http://schemas.openxmlformats.org/officeDocument/2006/relationships/tags" Target="../tags/tag2602.xml"/><Relationship Id="rId132" Type="http://schemas.openxmlformats.org/officeDocument/2006/relationships/tags" Target="../tags/tag2623.xml"/><Relationship Id="rId153" Type="http://schemas.openxmlformats.org/officeDocument/2006/relationships/tags" Target="../tags/tag2644.xml"/><Relationship Id="rId174" Type="http://schemas.openxmlformats.org/officeDocument/2006/relationships/tags" Target="../tags/tag2665.xml"/><Relationship Id="rId179" Type="http://schemas.openxmlformats.org/officeDocument/2006/relationships/tags" Target="../tags/tag2670.xml"/><Relationship Id="rId195" Type="http://schemas.openxmlformats.org/officeDocument/2006/relationships/tags" Target="../tags/tag2686.xml"/><Relationship Id="rId209" Type="http://schemas.openxmlformats.org/officeDocument/2006/relationships/slideLayout" Target="../slideLayouts/slideLayout7.xml"/><Relationship Id="rId190" Type="http://schemas.openxmlformats.org/officeDocument/2006/relationships/tags" Target="../tags/tag2681.xml"/><Relationship Id="rId204" Type="http://schemas.openxmlformats.org/officeDocument/2006/relationships/tags" Target="../tags/tag2695.xml"/><Relationship Id="rId15" Type="http://schemas.openxmlformats.org/officeDocument/2006/relationships/tags" Target="../tags/tag2506.xml"/><Relationship Id="rId36" Type="http://schemas.openxmlformats.org/officeDocument/2006/relationships/tags" Target="../tags/tag2527.xml"/><Relationship Id="rId57" Type="http://schemas.openxmlformats.org/officeDocument/2006/relationships/tags" Target="../tags/tag2548.xml"/><Relationship Id="rId106" Type="http://schemas.openxmlformats.org/officeDocument/2006/relationships/tags" Target="../tags/tag2597.xml"/><Relationship Id="rId127" Type="http://schemas.openxmlformats.org/officeDocument/2006/relationships/tags" Target="../tags/tag2618.xml"/><Relationship Id="rId10" Type="http://schemas.openxmlformats.org/officeDocument/2006/relationships/tags" Target="../tags/tag2501.xml"/><Relationship Id="rId31" Type="http://schemas.openxmlformats.org/officeDocument/2006/relationships/tags" Target="../tags/tag2522.xml"/><Relationship Id="rId52" Type="http://schemas.openxmlformats.org/officeDocument/2006/relationships/tags" Target="../tags/tag2543.xml"/><Relationship Id="rId73" Type="http://schemas.openxmlformats.org/officeDocument/2006/relationships/tags" Target="../tags/tag2564.xml"/><Relationship Id="rId78" Type="http://schemas.openxmlformats.org/officeDocument/2006/relationships/tags" Target="../tags/tag2569.xml"/><Relationship Id="rId94" Type="http://schemas.openxmlformats.org/officeDocument/2006/relationships/tags" Target="../tags/tag2585.xml"/><Relationship Id="rId99" Type="http://schemas.openxmlformats.org/officeDocument/2006/relationships/tags" Target="../tags/tag2590.xml"/><Relationship Id="rId101" Type="http://schemas.openxmlformats.org/officeDocument/2006/relationships/tags" Target="../tags/tag2592.xml"/><Relationship Id="rId122" Type="http://schemas.openxmlformats.org/officeDocument/2006/relationships/tags" Target="../tags/tag2613.xml"/><Relationship Id="rId143" Type="http://schemas.openxmlformats.org/officeDocument/2006/relationships/tags" Target="../tags/tag2634.xml"/><Relationship Id="rId148" Type="http://schemas.openxmlformats.org/officeDocument/2006/relationships/tags" Target="../tags/tag2639.xml"/><Relationship Id="rId164" Type="http://schemas.openxmlformats.org/officeDocument/2006/relationships/tags" Target="../tags/tag2655.xml"/><Relationship Id="rId169" Type="http://schemas.openxmlformats.org/officeDocument/2006/relationships/tags" Target="../tags/tag2660.xml"/><Relationship Id="rId185" Type="http://schemas.openxmlformats.org/officeDocument/2006/relationships/tags" Target="../tags/tag2676.xml"/><Relationship Id="rId4" Type="http://schemas.openxmlformats.org/officeDocument/2006/relationships/tags" Target="../tags/tag2495.xml"/><Relationship Id="rId9" Type="http://schemas.openxmlformats.org/officeDocument/2006/relationships/tags" Target="../tags/tag2500.xml"/><Relationship Id="rId180" Type="http://schemas.openxmlformats.org/officeDocument/2006/relationships/tags" Target="../tags/tag2671.xml"/><Relationship Id="rId210" Type="http://schemas.openxmlformats.org/officeDocument/2006/relationships/notesSlide" Target="../notesSlides/notesSlide11.xml"/><Relationship Id="rId26" Type="http://schemas.openxmlformats.org/officeDocument/2006/relationships/tags" Target="../tags/tag2517.xml"/><Relationship Id="rId47" Type="http://schemas.openxmlformats.org/officeDocument/2006/relationships/tags" Target="../tags/tag2538.xml"/><Relationship Id="rId68" Type="http://schemas.openxmlformats.org/officeDocument/2006/relationships/tags" Target="../tags/tag2559.xml"/><Relationship Id="rId89" Type="http://schemas.openxmlformats.org/officeDocument/2006/relationships/tags" Target="../tags/tag2580.xml"/><Relationship Id="rId112" Type="http://schemas.openxmlformats.org/officeDocument/2006/relationships/tags" Target="../tags/tag2603.xml"/><Relationship Id="rId133" Type="http://schemas.openxmlformats.org/officeDocument/2006/relationships/tags" Target="../tags/tag2624.xml"/><Relationship Id="rId154" Type="http://schemas.openxmlformats.org/officeDocument/2006/relationships/tags" Target="../tags/tag2645.xml"/><Relationship Id="rId175" Type="http://schemas.openxmlformats.org/officeDocument/2006/relationships/tags" Target="../tags/tag2666.xml"/><Relationship Id="rId196" Type="http://schemas.openxmlformats.org/officeDocument/2006/relationships/tags" Target="../tags/tag2687.xml"/><Relationship Id="rId200" Type="http://schemas.openxmlformats.org/officeDocument/2006/relationships/tags" Target="../tags/tag2691.xml"/><Relationship Id="rId16" Type="http://schemas.openxmlformats.org/officeDocument/2006/relationships/tags" Target="../tags/tag2507.xml"/><Relationship Id="rId37" Type="http://schemas.openxmlformats.org/officeDocument/2006/relationships/tags" Target="../tags/tag2528.xml"/><Relationship Id="rId58" Type="http://schemas.openxmlformats.org/officeDocument/2006/relationships/tags" Target="../tags/tag2549.xml"/><Relationship Id="rId79" Type="http://schemas.openxmlformats.org/officeDocument/2006/relationships/tags" Target="../tags/tag2570.xml"/><Relationship Id="rId102" Type="http://schemas.openxmlformats.org/officeDocument/2006/relationships/tags" Target="../tags/tag2593.xml"/><Relationship Id="rId123" Type="http://schemas.openxmlformats.org/officeDocument/2006/relationships/tags" Target="../tags/tag2614.xml"/><Relationship Id="rId144" Type="http://schemas.openxmlformats.org/officeDocument/2006/relationships/tags" Target="../tags/tag2635.xml"/><Relationship Id="rId90" Type="http://schemas.openxmlformats.org/officeDocument/2006/relationships/tags" Target="../tags/tag2581.xml"/><Relationship Id="rId165" Type="http://schemas.openxmlformats.org/officeDocument/2006/relationships/tags" Target="../tags/tag2656.xml"/><Relationship Id="rId186" Type="http://schemas.openxmlformats.org/officeDocument/2006/relationships/tags" Target="../tags/tag2677.xml"/><Relationship Id="rId211" Type="http://schemas.openxmlformats.org/officeDocument/2006/relationships/slide" Target="slide25.xml"/><Relationship Id="rId27" Type="http://schemas.openxmlformats.org/officeDocument/2006/relationships/tags" Target="../tags/tag2518.xml"/><Relationship Id="rId48" Type="http://schemas.openxmlformats.org/officeDocument/2006/relationships/tags" Target="../tags/tag2539.xml"/><Relationship Id="rId69" Type="http://schemas.openxmlformats.org/officeDocument/2006/relationships/tags" Target="../tags/tag2560.xml"/><Relationship Id="rId113" Type="http://schemas.openxmlformats.org/officeDocument/2006/relationships/tags" Target="../tags/tag2604.xml"/><Relationship Id="rId134" Type="http://schemas.openxmlformats.org/officeDocument/2006/relationships/tags" Target="../tags/tag2625.xml"/><Relationship Id="rId80" Type="http://schemas.openxmlformats.org/officeDocument/2006/relationships/tags" Target="../tags/tag2571.xml"/><Relationship Id="rId155" Type="http://schemas.openxmlformats.org/officeDocument/2006/relationships/tags" Target="../tags/tag2646.xml"/><Relationship Id="rId176" Type="http://schemas.openxmlformats.org/officeDocument/2006/relationships/tags" Target="../tags/tag2667.xml"/><Relationship Id="rId197" Type="http://schemas.openxmlformats.org/officeDocument/2006/relationships/tags" Target="../tags/tag2688.xml"/><Relationship Id="rId201" Type="http://schemas.openxmlformats.org/officeDocument/2006/relationships/tags" Target="../tags/tag2692.xml"/><Relationship Id="rId17" Type="http://schemas.openxmlformats.org/officeDocument/2006/relationships/tags" Target="../tags/tag2508.xml"/><Relationship Id="rId38" Type="http://schemas.openxmlformats.org/officeDocument/2006/relationships/tags" Target="../tags/tag2529.xml"/><Relationship Id="rId59" Type="http://schemas.openxmlformats.org/officeDocument/2006/relationships/tags" Target="../tags/tag2550.xml"/><Relationship Id="rId103" Type="http://schemas.openxmlformats.org/officeDocument/2006/relationships/tags" Target="../tags/tag2594.xml"/><Relationship Id="rId124" Type="http://schemas.openxmlformats.org/officeDocument/2006/relationships/tags" Target="../tags/tag2615.xml"/><Relationship Id="rId70" Type="http://schemas.openxmlformats.org/officeDocument/2006/relationships/tags" Target="../tags/tag2561.xml"/><Relationship Id="rId91" Type="http://schemas.openxmlformats.org/officeDocument/2006/relationships/tags" Target="../tags/tag2582.xml"/><Relationship Id="rId145" Type="http://schemas.openxmlformats.org/officeDocument/2006/relationships/tags" Target="../tags/tag2636.xml"/><Relationship Id="rId166" Type="http://schemas.openxmlformats.org/officeDocument/2006/relationships/tags" Target="../tags/tag2657.xml"/><Relationship Id="rId187" Type="http://schemas.openxmlformats.org/officeDocument/2006/relationships/tags" Target="../tags/tag2678.xml"/><Relationship Id="rId1" Type="http://schemas.openxmlformats.org/officeDocument/2006/relationships/tags" Target="../tags/tag2492.xml"/><Relationship Id="rId28" Type="http://schemas.openxmlformats.org/officeDocument/2006/relationships/tags" Target="../tags/tag2519.xml"/><Relationship Id="rId49" Type="http://schemas.openxmlformats.org/officeDocument/2006/relationships/tags" Target="../tags/tag2540.xml"/><Relationship Id="rId114" Type="http://schemas.openxmlformats.org/officeDocument/2006/relationships/tags" Target="../tags/tag2605.xml"/><Relationship Id="rId60" Type="http://schemas.openxmlformats.org/officeDocument/2006/relationships/tags" Target="../tags/tag2551.xml"/><Relationship Id="rId81" Type="http://schemas.openxmlformats.org/officeDocument/2006/relationships/tags" Target="../tags/tag2572.xml"/><Relationship Id="rId135" Type="http://schemas.openxmlformats.org/officeDocument/2006/relationships/tags" Target="../tags/tag2626.xml"/><Relationship Id="rId156" Type="http://schemas.openxmlformats.org/officeDocument/2006/relationships/tags" Target="../tags/tag2647.xml"/><Relationship Id="rId177" Type="http://schemas.openxmlformats.org/officeDocument/2006/relationships/tags" Target="../tags/tag2668.xml"/><Relationship Id="rId198" Type="http://schemas.openxmlformats.org/officeDocument/2006/relationships/tags" Target="../tags/tag2689.xml"/><Relationship Id="rId202" Type="http://schemas.openxmlformats.org/officeDocument/2006/relationships/tags" Target="../tags/tag2693.xml"/><Relationship Id="rId18" Type="http://schemas.openxmlformats.org/officeDocument/2006/relationships/tags" Target="../tags/tag2509.xml"/><Relationship Id="rId39" Type="http://schemas.openxmlformats.org/officeDocument/2006/relationships/tags" Target="../tags/tag2530.xml"/><Relationship Id="rId50" Type="http://schemas.openxmlformats.org/officeDocument/2006/relationships/tags" Target="../tags/tag2541.xml"/><Relationship Id="rId104" Type="http://schemas.openxmlformats.org/officeDocument/2006/relationships/tags" Target="../tags/tag2595.xml"/><Relationship Id="rId125" Type="http://schemas.openxmlformats.org/officeDocument/2006/relationships/tags" Target="../tags/tag2616.xml"/><Relationship Id="rId146" Type="http://schemas.openxmlformats.org/officeDocument/2006/relationships/tags" Target="../tags/tag2637.xml"/><Relationship Id="rId167" Type="http://schemas.openxmlformats.org/officeDocument/2006/relationships/tags" Target="../tags/tag2658.xml"/><Relationship Id="rId188" Type="http://schemas.openxmlformats.org/officeDocument/2006/relationships/tags" Target="../tags/tag2679.xml"/><Relationship Id="rId71" Type="http://schemas.openxmlformats.org/officeDocument/2006/relationships/tags" Target="../tags/tag2562.xml"/><Relationship Id="rId92" Type="http://schemas.openxmlformats.org/officeDocument/2006/relationships/tags" Target="../tags/tag2583.xml"/><Relationship Id="rId2" Type="http://schemas.openxmlformats.org/officeDocument/2006/relationships/tags" Target="../tags/tag2493.xml"/><Relationship Id="rId29" Type="http://schemas.openxmlformats.org/officeDocument/2006/relationships/tags" Target="../tags/tag2520.xml"/><Relationship Id="rId40" Type="http://schemas.openxmlformats.org/officeDocument/2006/relationships/tags" Target="../tags/tag2531.xml"/><Relationship Id="rId115" Type="http://schemas.openxmlformats.org/officeDocument/2006/relationships/tags" Target="../tags/tag2606.xml"/><Relationship Id="rId136" Type="http://schemas.openxmlformats.org/officeDocument/2006/relationships/tags" Target="../tags/tag2627.xml"/><Relationship Id="rId157" Type="http://schemas.openxmlformats.org/officeDocument/2006/relationships/tags" Target="../tags/tag2648.xml"/><Relationship Id="rId178" Type="http://schemas.openxmlformats.org/officeDocument/2006/relationships/tags" Target="../tags/tag2669.xml"/></Relationships>
</file>

<file path=ppt/slides/_rels/slide24.xml.rels><?xml version="1.0" encoding="UTF-8" standalone="yes"?>
<Relationships xmlns="http://schemas.openxmlformats.org/package/2006/relationships"><Relationship Id="rId26" Type="http://schemas.openxmlformats.org/officeDocument/2006/relationships/tags" Target="../tags/tag2725.xml"/><Relationship Id="rId117" Type="http://schemas.openxmlformats.org/officeDocument/2006/relationships/tags" Target="../tags/tag2816.xml"/><Relationship Id="rId21" Type="http://schemas.openxmlformats.org/officeDocument/2006/relationships/tags" Target="../tags/tag2720.xml"/><Relationship Id="rId42" Type="http://schemas.openxmlformats.org/officeDocument/2006/relationships/tags" Target="../tags/tag2741.xml"/><Relationship Id="rId47" Type="http://schemas.openxmlformats.org/officeDocument/2006/relationships/tags" Target="../tags/tag2746.xml"/><Relationship Id="rId63" Type="http://schemas.openxmlformats.org/officeDocument/2006/relationships/tags" Target="../tags/tag2762.xml"/><Relationship Id="rId68" Type="http://schemas.openxmlformats.org/officeDocument/2006/relationships/tags" Target="../tags/tag2767.xml"/><Relationship Id="rId84" Type="http://schemas.openxmlformats.org/officeDocument/2006/relationships/tags" Target="../tags/tag2783.xml"/><Relationship Id="rId89" Type="http://schemas.openxmlformats.org/officeDocument/2006/relationships/tags" Target="../tags/tag2788.xml"/><Relationship Id="rId112" Type="http://schemas.openxmlformats.org/officeDocument/2006/relationships/tags" Target="../tags/tag2811.xml"/><Relationship Id="rId16" Type="http://schemas.openxmlformats.org/officeDocument/2006/relationships/tags" Target="../tags/tag2715.xml"/><Relationship Id="rId107" Type="http://schemas.openxmlformats.org/officeDocument/2006/relationships/tags" Target="../tags/tag2806.xml"/><Relationship Id="rId11" Type="http://schemas.openxmlformats.org/officeDocument/2006/relationships/tags" Target="../tags/tag2710.xml"/><Relationship Id="rId32" Type="http://schemas.openxmlformats.org/officeDocument/2006/relationships/tags" Target="../tags/tag2731.xml"/><Relationship Id="rId37" Type="http://schemas.openxmlformats.org/officeDocument/2006/relationships/tags" Target="../tags/tag2736.xml"/><Relationship Id="rId53" Type="http://schemas.openxmlformats.org/officeDocument/2006/relationships/tags" Target="../tags/tag2752.xml"/><Relationship Id="rId58" Type="http://schemas.openxmlformats.org/officeDocument/2006/relationships/tags" Target="../tags/tag2757.xml"/><Relationship Id="rId74" Type="http://schemas.openxmlformats.org/officeDocument/2006/relationships/tags" Target="../tags/tag2773.xml"/><Relationship Id="rId79" Type="http://schemas.openxmlformats.org/officeDocument/2006/relationships/tags" Target="../tags/tag2778.xml"/><Relationship Id="rId102" Type="http://schemas.openxmlformats.org/officeDocument/2006/relationships/tags" Target="../tags/tag2801.xml"/><Relationship Id="rId123" Type="http://schemas.openxmlformats.org/officeDocument/2006/relationships/tags" Target="../tags/tag2822.xml"/><Relationship Id="rId5" Type="http://schemas.openxmlformats.org/officeDocument/2006/relationships/tags" Target="../tags/tag2704.xml"/><Relationship Id="rId90" Type="http://schemas.openxmlformats.org/officeDocument/2006/relationships/tags" Target="../tags/tag2789.xml"/><Relationship Id="rId95" Type="http://schemas.openxmlformats.org/officeDocument/2006/relationships/tags" Target="../tags/tag2794.xml"/><Relationship Id="rId22" Type="http://schemas.openxmlformats.org/officeDocument/2006/relationships/tags" Target="../tags/tag2721.xml"/><Relationship Id="rId27" Type="http://schemas.openxmlformats.org/officeDocument/2006/relationships/tags" Target="../tags/tag2726.xml"/><Relationship Id="rId43" Type="http://schemas.openxmlformats.org/officeDocument/2006/relationships/tags" Target="../tags/tag2742.xml"/><Relationship Id="rId48" Type="http://schemas.openxmlformats.org/officeDocument/2006/relationships/tags" Target="../tags/tag2747.xml"/><Relationship Id="rId64" Type="http://schemas.openxmlformats.org/officeDocument/2006/relationships/tags" Target="../tags/tag2763.xml"/><Relationship Id="rId69" Type="http://schemas.openxmlformats.org/officeDocument/2006/relationships/tags" Target="../tags/tag2768.xml"/><Relationship Id="rId113" Type="http://schemas.openxmlformats.org/officeDocument/2006/relationships/tags" Target="../tags/tag2812.xml"/><Relationship Id="rId118" Type="http://schemas.openxmlformats.org/officeDocument/2006/relationships/tags" Target="../tags/tag2817.xml"/><Relationship Id="rId80" Type="http://schemas.openxmlformats.org/officeDocument/2006/relationships/tags" Target="../tags/tag2779.xml"/><Relationship Id="rId85" Type="http://schemas.openxmlformats.org/officeDocument/2006/relationships/tags" Target="../tags/tag2784.xml"/><Relationship Id="rId12" Type="http://schemas.openxmlformats.org/officeDocument/2006/relationships/tags" Target="../tags/tag2711.xml"/><Relationship Id="rId17" Type="http://schemas.openxmlformats.org/officeDocument/2006/relationships/tags" Target="../tags/tag2716.xml"/><Relationship Id="rId33" Type="http://schemas.openxmlformats.org/officeDocument/2006/relationships/tags" Target="../tags/tag2732.xml"/><Relationship Id="rId38" Type="http://schemas.openxmlformats.org/officeDocument/2006/relationships/tags" Target="../tags/tag2737.xml"/><Relationship Id="rId59" Type="http://schemas.openxmlformats.org/officeDocument/2006/relationships/tags" Target="../tags/tag2758.xml"/><Relationship Id="rId103" Type="http://schemas.openxmlformats.org/officeDocument/2006/relationships/tags" Target="../tags/tag2802.xml"/><Relationship Id="rId108" Type="http://schemas.openxmlformats.org/officeDocument/2006/relationships/tags" Target="../tags/tag2807.xml"/><Relationship Id="rId124" Type="http://schemas.openxmlformats.org/officeDocument/2006/relationships/slideLayout" Target="../slideLayouts/slideLayout7.xml"/><Relationship Id="rId54" Type="http://schemas.openxmlformats.org/officeDocument/2006/relationships/tags" Target="../tags/tag2753.xml"/><Relationship Id="rId70" Type="http://schemas.openxmlformats.org/officeDocument/2006/relationships/tags" Target="../tags/tag2769.xml"/><Relationship Id="rId75" Type="http://schemas.openxmlformats.org/officeDocument/2006/relationships/tags" Target="../tags/tag2774.xml"/><Relationship Id="rId91" Type="http://schemas.openxmlformats.org/officeDocument/2006/relationships/tags" Target="../tags/tag2790.xml"/><Relationship Id="rId96" Type="http://schemas.openxmlformats.org/officeDocument/2006/relationships/tags" Target="../tags/tag2795.xml"/><Relationship Id="rId1" Type="http://schemas.openxmlformats.org/officeDocument/2006/relationships/tags" Target="../tags/tag2700.xml"/><Relationship Id="rId6" Type="http://schemas.openxmlformats.org/officeDocument/2006/relationships/tags" Target="../tags/tag2705.xml"/><Relationship Id="rId23" Type="http://schemas.openxmlformats.org/officeDocument/2006/relationships/tags" Target="../tags/tag2722.xml"/><Relationship Id="rId28" Type="http://schemas.openxmlformats.org/officeDocument/2006/relationships/tags" Target="../tags/tag2727.xml"/><Relationship Id="rId49" Type="http://schemas.openxmlformats.org/officeDocument/2006/relationships/tags" Target="../tags/tag2748.xml"/><Relationship Id="rId114" Type="http://schemas.openxmlformats.org/officeDocument/2006/relationships/tags" Target="../tags/tag2813.xml"/><Relationship Id="rId119" Type="http://schemas.openxmlformats.org/officeDocument/2006/relationships/tags" Target="../tags/tag2818.xml"/><Relationship Id="rId44" Type="http://schemas.openxmlformats.org/officeDocument/2006/relationships/tags" Target="../tags/tag2743.xml"/><Relationship Id="rId60" Type="http://schemas.openxmlformats.org/officeDocument/2006/relationships/tags" Target="../tags/tag2759.xml"/><Relationship Id="rId65" Type="http://schemas.openxmlformats.org/officeDocument/2006/relationships/tags" Target="../tags/tag2764.xml"/><Relationship Id="rId81" Type="http://schemas.openxmlformats.org/officeDocument/2006/relationships/tags" Target="../tags/tag2780.xml"/><Relationship Id="rId86" Type="http://schemas.openxmlformats.org/officeDocument/2006/relationships/tags" Target="../tags/tag2785.xml"/><Relationship Id="rId4" Type="http://schemas.openxmlformats.org/officeDocument/2006/relationships/tags" Target="../tags/tag2703.xml"/><Relationship Id="rId9" Type="http://schemas.openxmlformats.org/officeDocument/2006/relationships/tags" Target="../tags/tag2708.xml"/><Relationship Id="rId13" Type="http://schemas.openxmlformats.org/officeDocument/2006/relationships/tags" Target="../tags/tag2712.xml"/><Relationship Id="rId18" Type="http://schemas.openxmlformats.org/officeDocument/2006/relationships/tags" Target="../tags/tag2717.xml"/><Relationship Id="rId39" Type="http://schemas.openxmlformats.org/officeDocument/2006/relationships/tags" Target="../tags/tag2738.xml"/><Relationship Id="rId109" Type="http://schemas.openxmlformats.org/officeDocument/2006/relationships/tags" Target="../tags/tag2808.xml"/><Relationship Id="rId34" Type="http://schemas.openxmlformats.org/officeDocument/2006/relationships/tags" Target="../tags/tag2733.xml"/><Relationship Id="rId50" Type="http://schemas.openxmlformats.org/officeDocument/2006/relationships/tags" Target="../tags/tag2749.xml"/><Relationship Id="rId55" Type="http://schemas.openxmlformats.org/officeDocument/2006/relationships/tags" Target="../tags/tag2754.xml"/><Relationship Id="rId76" Type="http://schemas.openxmlformats.org/officeDocument/2006/relationships/tags" Target="../tags/tag2775.xml"/><Relationship Id="rId97" Type="http://schemas.openxmlformats.org/officeDocument/2006/relationships/tags" Target="../tags/tag2796.xml"/><Relationship Id="rId104" Type="http://schemas.openxmlformats.org/officeDocument/2006/relationships/tags" Target="../tags/tag2803.xml"/><Relationship Id="rId120" Type="http://schemas.openxmlformats.org/officeDocument/2006/relationships/tags" Target="../tags/tag2819.xml"/><Relationship Id="rId7" Type="http://schemas.openxmlformats.org/officeDocument/2006/relationships/tags" Target="../tags/tag2706.xml"/><Relationship Id="rId71" Type="http://schemas.openxmlformats.org/officeDocument/2006/relationships/tags" Target="../tags/tag2770.xml"/><Relationship Id="rId92" Type="http://schemas.openxmlformats.org/officeDocument/2006/relationships/tags" Target="../tags/tag2791.xml"/><Relationship Id="rId2" Type="http://schemas.openxmlformats.org/officeDocument/2006/relationships/tags" Target="../tags/tag2701.xml"/><Relationship Id="rId29" Type="http://schemas.openxmlformats.org/officeDocument/2006/relationships/tags" Target="../tags/tag2728.xml"/><Relationship Id="rId24" Type="http://schemas.openxmlformats.org/officeDocument/2006/relationships/tags" Target="../tags/tag2723.xml"/><Relationship Id="rId40" Type="http://schemas.openxmlformats.org/officeDocument/2006/relationships/tags" Target="../tags/tag2739.xml"/><Relationship Id="rId45" Type="http://schemas.openxmlformats.org/officeDocument/2006/relationships/tags" Target="../tags/tag2744.xml"/><Relationship Id="rId66" Type="http://schemas.openxmlformats.org/officeDocument/2006/relationships/tags" Target="../tags/tag2765.xml"/><Relationship Id="rId87" Type="http://schemas.openxmlformats.org/officeDocument/2006/relationships/tags" Target="../tags/tag2786.xml"/><Relationship Id="rId110" Type="http://schemas.openxmlformats.org/officeDocument/2006/relationships/tags" Target="../tags/tag2809.xml"/><Relationship Id="rId115" Type="http://schemas.openxmlformats.org/officeDocument/2006/relationships/tags" Target="../tags/tag2814.xml"/><Relationship Id="rId61" Type="http://schemas.openxmlformats.org/officeDocument/2006/relationships/tags" Target="../tags/tag2760.xml"/><Relationship Id="rId82" Type="http://schemas.openxmlformats.org/officeDocument/2006/relationships/tags" Target="../tags/tag2781.xml"/><Relationship Id="rId19" Type="http://schemas.openxmlformats.org/officeDocument/2006/relationships/tags" Target="../tags/tag2718.xml"/><Relationship Id="rId14" Type="http://schemas.openxmlformats.org/officeDocument/2006/relationships/tags" Target="../tags/tag2713.xml"/><Relationship Id="rId30" Type="http://schemas.openxmlformats.org/officeDocument/2006/relationships/tags" Target="../tags/tag2729.xml"/><Relationship Id="rId35" Type="http://schemas.openxmlformats.org/officeDocument/2006/relationships/tags" Target="../tags/tag2734.xml"/><Relationship Id="rId56" Type="http://schemas.openxmlformats.org/officeDocument/2006/relationships/tags" Target="../tags/tag2755.xml"/><Relationship Id="rId77" Type="http://schemas.openxmlformats.org/officeDocument/2006/relationships/tags" Target="../tags/tag2776.xml"/><Relationship Id="rId100" Type="http://schemas.openxmlformats.org/officeDocument/2006/relationships/tags" Target="../tags/tag2799.xml"/><Relationship Id="rId105" Type="http://schemas.openxmlformats.org/officeDocument/2006/relationships/tags" Target="../tags/tag2804.xml"/><Relationship Id="rId8" Type="http://schemas.openxmlformats.org/officeDocument/2006/relationships/tags" Target="../tags/tag2707.xml"/><Relationship Id="rId51" Type="http://schemas.openxmlformats.org/officeDocument/2006/relationships/tags" Target="../tags/tag2750.xml"/><Relationship Id="rId72" Type="http://schemas.openxmlformats.org/officeDocument/2006/relationships/tags" Target="../tags/tag2771.xml"/><Relationship Id="rId93" Type="http://schemas.openxmlformats.org/officeDocument/2006/relationships/tags" Target="../tags/tag2792.xml"/><Relationship Id="rId98" Type="http://schemas.openxmlformats.org/officeDocument/2006/relationships/tags" Target="../tags/tag2797.xml"/><Relationship Id="rId121" Type="http://schemas.openxmlformats.org/officeDocument/2006/relationships/tags" Target="../tags/tag2820.xml"/><Relationship Id="rId3" Type="http://schemas.openxmlformats.org/officeDocument/2006/relationships/tags" Target="../tags/tag2702.xml"/><Relationship Id="rId25" Type="http://schemas.openxmlformats.org/officeDocument/2006/relationships/tags" Target="../tags/tag2724.xml"/><Relationship Id="rId46" Type="http://schemas.openxmlformats.org/officeDocument/2006/relationships/tags" Target="../tags/tag2745.xml"/><Relationship Id="rId67" Type="http://schemas.openxmlformats.org/officeDocument/2006/relationships/tags" Target="../tags/tag2766.xml"/><Relationship Id="rId116" Type="http://schemas.openxmlformats.org/officeDocument/2006/relationships/tags" Target="../tags/tag2815.xml"/><Relationship Id="rId20" Type="http://schemas.openxmlformats.org/officeDocument/2006/relationships/tags" Target="../tags/tag2719.xml"/><Relationship Id="rId41" Type="http://schemas.openxmlformats.org/officeDocument/2006/relationships/tags" Target="../tags/tag2740.xml"/><Relationship Id="rId62" Type="http://schemas.openxmlformats.org/officeDocument/2006/relationships/tags" Target="../tags/tag2761.xml"/><Relationship Id="rId83" Type="http://schemas.openxmlformats.org/officeDocument/2006/relationships/tags" Target="../tags/tag2782.xml"/><Relationship Id="rId88" Type="http://schemas.openxmlformats.org/officeDocument/2006/relationships/tags" Target="../tags/tag2787.xml"/><Relationship Id="rId111" Type="http://schemas.openxmlformats.org/officeDocument/2006/relationships/tags" Target="../tags/tag2810.xml"/><Relationship Id="rId15" Type="http://schemas.openxmlformats.org/officeDocument/2006/relationships/tags" Target="../tags/tag2714.xml"/><Relationship Id="rId36" Type="http://schemas.openxmlformats.org/officeDocument/2006/relationships/tags" Target="../tags/tag2735.xml"/><Relationship Id="rId57" Type="http://schemas.openxmlformats.org/officeDocument/2006/relationships/tags" Target="../tags/tag2756.xml"/><Relationship Id="rId106" Type="http://schemas.openxmlformats.org/officeDocument/2006/relationships/tags" Target="../tags/tag2805.xml"/><Relationship Id="rId10" Type="http://schemas.openxmlformats.org/officeDocument/2006/relationships/tags" Target="../tags/tag2709.xml"/><Relationship Id="rId31" Type="http://schemas.openxmlformats.org/officeDocument/2006/relationships/tags" Target="../tags/tag2730.xml"/><Relationship Id="rId52" Type="http://schemas.openxmlformats.org/officeDocument/2006/relationships/tags" Target="../tags/tag2751.xml"/><Relationship Id="rId73" Type="http://schemas.openxmlformats.org/officeDocument/2006/relationships/tags" Target="../tags/tag2772.xml"/><Relationship Id="rId78" Type="http://schemas.openxmlformats.org/officeDocument/2006/relationships/tags" Target="../tags/tag2777.xml"/><Relationship Id="rId94" Type="http://schemas.openxmlformats.org/officeDocument/2006/relationships/tags" Target="../tags/tag2793.xml"/><Relationship Id="rId99" Type="http://schemas.openxmlformats.org/officeDocument/2006/relationships/tags" Target="../tags/tag2798.xml"/><Relationship Id="rId101" Type="http://schemas.openxmlformats.org/officeDocument/2006/relationships/tags" Target="../tags/tag2800.xml"/><Relationship Id="rId122" Type="http://schemas.openxmlformats.org/officeDocument/2006/relationships/tags" Target="../tags/tag2821.xml"/></Relationships>
</file>

<file path=ppt/slides/_rels/slide25.xml.rels><?xml version="1.0" encoding="UTF-8" standalone="yes"?>
<Relationships xmlns="http://schemas.openxmlformats.org/package/2006/relationships"><Relationship Id="rId117" Type="http://schemas.openxmlformats.org/officeDocument/2006/relationships/tags" Target="../tags/tag2939.xml"/><Relationship Id="rId21" Type="http://schemas.openxmlformats.org/officeDocument/2006/relationships/tags" Target="../tags/tag2843.xml"/><Relationship Id="rId42" Type="http://schemas.openxmlformats.org/officeDocument/2006/relationships/tags" Target="../tags/tag2864.xml"/><Relationship Id="rId63" Type="http://schemas.openxmlformats.org/officeDocument/2006/relationships/tags" Target="../tags/tag2885.xml"/><Relationship Id="rId84" Type="http://schemas.openxmlformats.org/officeDocument/2006/relationships/tags" Target="../tags/tag2906.xml"/><Relationship Id="rId138" Type="http://schemas.openxmlformats.org/officeDocument/2006/relationships/tags" Target="../tags/tag2960.xml"/><Relationship Id="rId159" Type="http://schemas.openxmlformats.org/officeDocument/2006/relationships/tags" Target="../tags/tag2981.xml"/><Relationship Id="rId170" Type="http://schemas.openxmlformats.org/officeDocument/2006/relationships/tags" Target="../tags/tag2992.xml"/><Relationship Id="rId191" Type="http://schemas.openxmlformats.org/officeDocument/2006/relationships/tags" Target="../tags/tag3013.xml"/><Relationship Id="rId205" Type="http://schemas.openxmlformats.org/officeDocument/2006/relationships/tags" Target="../tags/tag3027.xml"/><Relationship Id="rId226" Type="http://schemas.openxmlformats.org/officeDocument/2006/relationships/tags" Target="../tags/tag3048.xml"/><Relationship Id="rId107" Type="http://schemas.openxmlformats.org/officeDocument/2006/relationships/tags" Target="../tags/tag2929.xml"/><Relationship Id="rId11" Type="http://schemas.openxmlformats.org/officeDocument/2006/relationships/tags" Target="../tags/tag2833.xml"/><Relationship Id="rId32" Type="http://schemas.openxmlformats.org/officeDocument/2006/relationships/tags" Target="../tags/tag2854.xml"/><Relationship Id="rId53" Type="http://schemas.openxmlformats.org/officeDocument/2006/relationships/tags" Target="../tags/tag2875.xml"/><Relationship Id="rId74" Type="http://schemas.openxmlformats.org/officeDocument/2006/relationships/tags" Target="../tags/tag2896.xml"/><Relationship Id="rId128" Type="http://schemas.openxmlformats.org/officeDocument/2006/relationships/tags" Target="../tags/tag2950.xml"/><Relationship Id="rId149" Type="http://schemas.openxmlformats.org/officeDocument/2006/relationships/tags" Target="../tags/tag2971.xml"/><Relationship Id="rId5" Type="http://schemas.openxmlformats.org/officeDocument/2006/relationships/tags" Target="../tags/tag2827.xml"/><Relationship Id="rId95" Type="http://schemas.openxmlformats.org/officeDocument/2006/relationships/tags" Target="../tags/tag2917.xml"/><Relationship Id="rId160" Type="http://schemas.openxmlformats.org/officeDocument/2006/relationships/tags" Target="../tags/tag2982.xml"/><Relationship Id="rId181" Type="http://schemas.openxmlformats.org/officeDocument/2006/relationships/tags" Target="../tags/tag3003.xml"/><Relationship Id="rId216" Type="http://schemas.openxmlformats.org/officeDocument/2006/relationships/tags" Target="../tags/tag3038.xml"/><Relationship Id="rId237" Type="http://schemas.openxmlformats.org/officeDocument/2006/relationships/tags" Target="../tags/tag3059.xml"/><Relationship Id="rId22" Type="http://schemas.openxmlformats.org/officeDocument/2006/relationships/tags" Target="../tags/tag2844.xml"/><Relationship Id="rId43" Type="http://schemas.openxmlformats.org/officeDocument/2006/relationships/tags" Target="../tags/tag2865.xml"/><Relationship Id="rId64" Type="http://schemas.openxmlformats.org/officeDocument/2006/relationships/tags" Target="../tags/tag2886.xml"/><Relationship Id="rId118" Type="http://schemas.openxmlformats.org/officeDocument/2006/relationships/tags" Target="../tags/tag2940.xml"/><Relationship Id="rId139" Type="http://schemas.openxmlformats.org/officeDocument/2006/relationships/tags" Target="../tags/tag2961.xml"/><Relationship Id="rId85" Type="http://schemas.openxmlformats.org/officeDocument/2006/relationships/tags" Target="../tags/tag2907.xml"/><Relationship Id="rId150" Type="http://schemas.openxmlformats.org/officeDocument/2006/relationships/tags" Target="../tags/tag2972.xml"/><Relationship Id="rId171" Type="http://schemas.openxmlformats.org/officeDocument/2006/relationships/tags" Target="../tags/tag2993.xml"/><Relationship Id="rId192" Type="http://schemas.openxmlformats.org/officeDocument/2006/relationships/tags" Target="../tags/tag3014.xml"/><Relationship Id="rId206" Type="http://schemas.openxmlformats.org/officeDocument/2006/relationships/tags" Target="../tags/tag3028.xml"/><Relationship Id="rId227" Type="http://schemas.openxmlformats.org/officeDocument/2006/relationships/tags" Target="../tags/tag3049.xml"/><Relationship Id="rId12" Type="http://schemas.openxmlformats.org/officeDocument/2006/relationships/tags" Target="../tags/tag2834.xml"/><Relationship Id="rId33" Type="http://schemas.openxmlformats.org/officeDocument/2006/relationships/tags" Target="../tags/tag2855.xml"/><Relationship Id="rId108" Type="http://schemas.openxmlformats.org/officeDocument/2006/relationships/tags" Target="../tags/tag2930.xml"/><Relationship Id="rId129" Type="http://schemas.openxmlformats.org/officeDocument/2006/relationships/tags" Target="../tags/tag2951.xml"/><Relationship Id="rId54" Type="http://schemas.openxmlformats.org/officeDocument/2006/relationships/tags" Target="../tags/tag2876.xml"/><Relationship Id="rId75" Type="http://schemas.openxmlformats.org/officeDocument/2006/relationships/tags" Target="../tags/tag2897.xml"/><Relationship Id="rId96" Type="http://schemas.openxmlformats.org/officeDocument/2006/relationships/tags" Target="../tags/tag2918.xml"/><Relationship Id="rId140" Type="http://schemas.openxmlformats.org/officeDocument/2006/relationships/tags" Target="../tags/tag2962.xml"/><Relationship Id="rId161" Type="http://schemas.openxmlformats.org/officeDocument/2006/relationships/tags" Target="../tags/tag2983.xml"/><Relationship Id="rId182" Type="http://schemas.openxmlformats.org/officeDocument/2006/relationships/tags" Target="../tags/tag3004.xml"/><Relationship Id="rId217" Type="http://schemas.openxmlformats.org/officeDocument/2006/relationships/tags" Target="../tags/tag3039.xml"/><Relationship Id="rId6" Type="http://schemas.openxmlformats.org/officeDocument/2006/relationships/tags" Target="../tags/tag2828.xml"/><Relationship Id="rId238" Type="http://schemas.openxmlformats.org/officeDocument/2006/relationships/tags" Target="../tags/tag3060.xml"/><Relationship Id="rId23" Type="http://schemas.openxmlformats.org/officeDocument/2006/relationships/tags" Target="../tags/tag2845.xml"/><Relationship Id="rId119" Type="http://schemas.openxmlformats.org/officeDocument/2006/relationships/tags" Target="../tags/tag2941.xml"/><Relationship Id="rId44" Type="http://schemas.openxmlformats.org/officeDocument/2006/relationships/tags" Target="../tags/tag2866.xml"/><Relationship Id="rId65" Type="http://schemas.openxmlformats.org/officeDocument/2006/relationships/tags" Target="../tags/tag2887.xml"/><Relationship Id="rId86" Type="http://schemas.openxmlformats.org/officeDocument/2006/relationships/tags" Target="../tags/tag2908.xml"/><Relationship Id="rId130" Type="http://schemas.openxmlformats.org/officeDocument/2006/relationships/tags" Target="../tags/tag2952.xml"/><Relationship Id="rId151" Type="http://schemas.openxmlformats.org/officeDocument/2006/relationships/tags" Target="../tags/tag2973.xml"/><Relationship Id="rId172" Type="http://schemas.openxmlformats.org/officeDocument/2006/relationships/tags" Target="../tags/tag2994.xml"/><Relationship Id="rId193" Type="http://schemas.openxmlformats.org/officeDocument/2006/relationships/tags" Target="../tags/tag3015.xml"/><Relationship Id="rId207" Type="http://schemas.openxmlformats.org/officeDocument/2006/relationships/tags" Target="../tags/tag3029.xml"/><Relationship Id="rId228" Type="http://schemas.openxmlformats.org/officeDocument/2006/relationships/tags" Target="../tags/tag3050.xml"/><Relationship Id="rId13" Type="http://schemas.openxmlformats.org/officeDocument/2006/relationships/tags" Target="../tags/tag2835.xml"/><Relationship Id="rId109" Type="http://schemas.openxmlformats.org/officeDocument/2006/relationships/tags" Target="../tags/tag2931.xml"/><Relationship Id="rId34" Type="http://schemas.openxmlformats.org/officeDocument/2006/relationships/tags" Target="../tags/tag2856.xml"/><Relationship Id="rId55" Type="http://schemas.openxmlformats.org/officeDocument/2006/relationships/tags" Target="../tags/tag2877.xml"/><Relationship Id="rId76" Type="http://schemas.openxmlformats.org/officeDocument/2006/relationships/tags" Target="../tags/tag2898.xml"/><Relationship Id="rId97" Type="http://schemas.openxmlformats.org/officeDocument/2006/relationships/tags" Target="../tags/tag2919.xml"/><Relationship Id="rId120" Type="http://schemas.openxmlformats.org/officeDocument/2006/relationships/tags" Target="../tags/tag2942.xml"/><Relationship Id="rId141" Type="http://schemas.openxmlformats.org/officeDocument/2006/relationships/tags" Target="../tags/tag2963.xml"/><Relationship Id="rId7" Type="http://schemas.openxmlformats.org/officeDocument/2006/relationships/tags" Target="../tags/tag2829.xml"/><Relationship Id="rId162" Type="http://schemas.openxmlformats.org/officeDocument/2006/relationships/tags" Target="../tags/tag2984.xml"/><Relationship Id="rId183" Type="http://schemas.openxmlformats.org/officeDocument/2006/relationships/tags" Target="../tags/tag3005.xml"/><Relationship Id="rId218" Type="http://schemas.openxmlformats.org/officeDocument/2006/relationships/tags" Target="../tags/tag3040.xml"/><Relationship Id="rId239" Type="http://schemas.openxmlformats.org/officeDocument/2006/relationships/slideLayout" Target="../slideLayouts/slideLayout7.xml"/><Relationship Id="rId24" Type="http://schemas.openxmlformats.org/officeDocument/2006/relationships/tags" Target="../tags/tag2846.xml"/><Relationship Id="rId45" Type="http://schemas.openxmlformats.org/officeDocument/2006/relationships/tags" Target="../tags/tag2867.xml"/><Relationship Id="rId66" Type="http://schemas.openxmlformats.org/officeDocument/2006/relationships/tags" Target="../tags/tag2888.xml"/><Relationship Id="rId87" Type="http://schemas.openxmlformats.org/officeDocument/2006/relationships/tags" Target="../tags/tag2909.xml"/><Relationship Id="rId110" Type="http://schemas.openxmlformats.org/officeDocument/2006/relationships/tags" Target="../tags/tag2932.xml"/><Relationship Id="rId131" Type="http://schemas.openxmlformats.org/officeDocument/2006/relationships/tags" Target="../tags/tag2953.xml"/><Relationship Id="rId152" Type="http://schemas.openxmlformats.org/officeDocument/2006/relationships/tags" Target="../tags/tag2974.xml"/><Relationship Id="rId173" Type="http://schemas.openxmlformats.org/officeDocument/2006/relationships/tags" Target="../tags/tag2995.xml"/><Relationship Id="rId194" Type="http://schemas.openxmlformats.org/officeDocument/2006/relationships/tags" Target="../tags/tag3016.xml"/><Relationship Id="rId208" Type="http://schemas.openxmlformats.org/officeDocument/2006/relationships/tags" Target="../tags/tag3030.xml"/><Relationship Id="rId229" Type="http://schemas.openxmlformats.org/officeDocument/2006/relationships/tags" Target="../tags/tag3051.xml"/><Relationship Id="rId240" Type="http://schemas.openxmlformats.org/officeDocument/2006/relationships/notesSlide" Target="../notesSlides/notesSlide12.xml"/><Relationship Id="rId14" Type="http://schemas.openxmlformats.org/officeDocument/2006/relationships/tags" Target="../tags/tag2836.xml"/><Relationship Id="rId35" Type="http://schemas.openxmlformats.org/officeDocument/2006/relationships/tags" Target="../tags/tag2857.xml"/><Relationship Id="rId56" Type="http://schemas.openxmlformats.org/officeDocument/2006/relationships/tags" Target="../tags/tag2878.xml"/><Relationship Id="rId77" Type="http://schemas.openxmlformats.org/officeDocument/2006/relationships/tags" Target="../tags/tag2899.xml"/><Relationship Id="rId100" Type="http://schemas.openxmlformats.org/officeDocument/2006/relationships/tags" Target="../tags/tag2922.xml"/><Relationship Id="rId8" Type="http://schemas.openxmlformats.org/officeDocument/2006/relationships/tags" Target="../tags/tag2830.xml"/><Relationship Id="rId98" Type="http://schemas.openxmlformats.org/officeDocument/2006/relationships/tags" Target="../tags/tag2920.xml"/><Relationship Id="rId121" Type="http://schemas.openxmlformats.org/officeDocument/2006/relationships/tags" Target="../tags/tag2943.xml"/><Relationship Id="rId142" Type="http://schemas.openxmlformats.org/officeDocument/2006/relationships/tags" Target="../tags/tag2964.xml"/><Relationship Id="rId163" Type="http://schemas.openxmlformats.org/officeDocument/2006/relationships/tags" Target="../tags/tag2985.xml"/><Relationship Id="rId184" Type="http://schemas.openxmlformats.org/officeDocument/2006/relationships/tags" Target="../tags/tag3006.xml"/><Relationship Id="rId219" Type="http://schemas.openxmlformats.org/officeDocument/2006/relationships/tags" Target="../tags/tag3041.xml"/><Relationship Id="rId230" Type="http://schemas.openxmlformats.org/officeDocument/2006/relationships/tags" Target="../tags/tag3052.xml"/><Relationship Id="rId25" Type="http://schemas.openxmlformats.org/officeDocument/2006/relationships/tags" Target="../tags/tag2847.xml"/><Relationship Id="rId46" Type="http://schemas.openxmlformats.org/officeDocument/2006/relationships/tags" Target="../tags/tag2868.xml"/><Relationship Id="rId67" Type="http://schemas.openxmlformats.org/officeDocument/2006/relationships/tags" Target="../tags/tag2889.xml"/><Relationship Id="rId88" Type="http://schemas.openxmlformats.org/officeDocument/2006/relationships/tags" Target="../tags/tag2910.xml"/><Relationship Id="rId111" Type="http://schemas.openxmlformats.org/officeDocument/2006/relationships/tags" Target="../tags/tag2933.xml"/><Relationship Id="rId132" Type="http://schemas.openxmlformats.org/officeDocument/2006/relationships/tags" Target="../tags/tag2954.xml"/><Relationship Id="rId153" Type="http://schemas.openxmlformats.org/officeDocument/2006/relationships/tags" Target="../tags/tag2975.xml"/><Relationship Id="rId174" Type="http://schemas.openxmlformats.org/officeDocument/2006/relationships/tags" Target="../tags/tag2996.xml"/><Relationship Id="rId195" Type="http://schemas.openxmlformats.org/officeDocument/2006/relationships/tags" Target="../tags/tag3017.xml"/><Relationship Id="rId209" Type="http://schemas.openxmlformats.org/officeDocument/2006/relationships/tags" Target="../tags/tag3031.xml"/><Relationship Id="rId220" Type="http://schemas.openxmlformats.org/officeDocument/2006/relationships/tags" Target="../tags/tag3042.xml"/><Relationship Id="rId241" Type="http://schemas.openxmlformats.org/officeDocument/2006/relationships/slide" Target="slide23.xml"/><Relationship Id="rId15" Type="http://schemas.openxmlformats.org/officeDocument/2006/relationships/tags" Target="../tags/tag2837.xml"/><Relationship Id="rId36" Type="http://schemas.openxmlformats.org/officeDocument/2006/relationships/tags" Target="../tags/tag2858.xml"/><Relationship Id="rId57" Type="http://schemas.openxmlformats.org/officeDocument/2006/relationships/tags" Target="../tags/tag2879.xml"/><Relationship Id="rId106" Type="http://schemas.openxmlformats.org/officeDocument/2006/relationships/tags" Target="../tags/tag2928.xml"/><Relationship Id="rId127" Type="http://schemas.openxmlformats.org/officeDocument/2006/relationships/tags" Target="../tags/tag2949.xml"/><Relationship Id="rId10" Type="http://schemas.openxmlformats.org/officeDocument/2006/relationships/tags" Target="../tags/tag2832.xml"/><Relationship Id="rId31" Type="http://schemas.openxmlformats.org/officeDocument/2006/relationships/tags" Target="../tags/tag2853.xml"/><Relationship Id="rId52" Type="http://schemas.openxmlformats.org/officeDocument/2006/relationships/tags" Target="../tags/tag2874.xml"/><Relationship Id="rId73" Type="http://schemas.openxmlformats.org/officeDocument/2006/relationships/tags" Target="../tags/tag2895.xml"/><Relationship Id="rId78" Type="http://schemas.openxmlformats.org/officeDocument/2006/relationships/tags" Target="../tags/tag2900.xml"/><Relationship Id="rId94" Type="http://schemas.openxmlformats.org/officeDocument/2006/relationships/tags" Target="../tags/tag2916.xml"/><Relationship Id="rId99" Type="http://schemas.openxmlformats.org/officeDocument/2006/relationships/tags" Target="../tags/tag2921.xml"/><Relationship Id="rId101" Type="http://schemas.openxmlformats.org/officeDocument/2006/relationships/tags" Target="../tags/tag2923.xml"/><Relationship Id="rId122" Type="http://schemas.openxmlformats.org/officeDocument/2006/relationships/tags" Target="../tags/tag2944.xml"/><Relationship Id="rId143" Type="http://schemas.openxmlformats.org/officeDocument/2006/relationships/tags" Target="../tags/tag2965.xml"/><Relationship Id="rId148" Type="http://schemas.openxmlformats.org/officeDocument/2006/relationships/tags" Target="../tags/tag2970.xml"/><Relationship Id="rId164" Type="http://schemas.openxmlformats.org/officeDocument/2006/relationships/tags" Target="../tags/tag2986.xml"/><Relationship Id="rId169" Type="http://schemas.openxmlformats.org/officeDocument/2006/relationships/tags" Target="../tags/tag2991.xml"/><Relationship Id="rId185" Type="http://schemas.openxmlformats.org/officeDocument/2006/relationships/tags" Target="../tags/tag3007.xml"/><Relationship Id="rId4" Type="http://schemas.openxmlformats.org/officeDocument/2006/relationships/tags" Target="../tags/tag2826.xml"/><Relationship Id="rId9" Type="http://schemas.openxmlformats.org/officeDocument/2006/relationships/tags" Target="../tags/tag2831.xml"/><Relationship Id="rId180" Type="http://schemas.openxmlformats.org/officeDocument/2006/relationships/tags" Target="../tags/tag3002.xml"/><Relationship Id="rId210" Type="http://schemas.openxmlformats.org/officeDocument/2006/relationships/tags" Target="../tags/tag3032.xml"/><Relationship Id="rId215" Type="http://schemas.openxmlformats.org/officeDocument/2006/relationships/tags" Target="../tags/tag3037.xml"/><Relationship Id="rId236" Type="http://schemas.openxmlformats.org/officeDocument/2006/relationships/tags" Target="../tags/tag3058.xml"/><Relationship Id="rId26" Type="http://schemas.openxmlformats.org/officeDocument/2006/relationships/tags" Target="../tags/tag2848.xml"/><Relationship Id="rId231" Type="http://schemas.openxmlformats.org/officeDocument/2006/relationships/tags" Target="../tags/tag3053.xml"/><Relationship Id="rId47" Type="http://schemas.openxmlformats.org/officeDocument/2006/relationships/tags" Target="../tags/tag2869.xml"/><Relationship Id="rId68" Type="http://schemas.openxmlformats.org/officeDocument/2006/relationships/tags" Target="../tags/tag2890.xml"/><Relationship Id="rId89" Type="http://schemas.openxmlformats.org/officeDocument/2006/relationships/tags" Target="../tags/tag2911.xml"/><Relationship Id="rId112" Type="http://schemas.openxmlformats.org/officeDocument/2006/relationships/tags" Target="../tags/tag2934.xml"/><Relationship Id="rId133" Type="http://schemas.openxmlformats.org/officeDocument/2006/relationships/tags" Target="../tags/tag2955.xml"/><Relationship Id="rId154" Type="http://schemas.openxmlformats.org/officeDocument/2006/relationships/tags" Target="../tags/tag2976.xml"/><Relationship Id="rId175" Type="http://schemas.openxmlformats.org/officeDocument/2006/relationships/tags" Target="../tags/tag2997.xml"/><Relationship Id="rId196" Type="http://schemas.openxmlformats.org/officeDocument/2006/relationships/tags" Target="../tags/tag3018.xml"/><Relationship Id="rId200" Type="http://schemas.openxmlformats.org/officeDocument/2006/relationships/tags" Target="../tags/tag3022.xml"/><Relationship Id="rId16" Type="http://schemas.openxmlformats.org/officeDocument/2006/relationships/tags" Target="../tags/tag2838.xml"/><Relationship Id="rId221" Type="http://schemas.openxmlformats.org/officeDocument/2006/relationships/tags" Target="../tags/tag3043.xml"/><Relationship Id="rId37" Type="http://schemas.openxmlformats.org/officeDocument/2006/relationships/tags" Target="../tags/tag2859.xml"/><Relationship Id="rId58" Type="http://schemas.openxmlformats.org/officeDocument/2006/relationships/tags" Target="../tags/tag2880.xml"/><Relationship Id="rId79" Type="http://schemas.openxmlformats.org/officeDocument/2006/relationships/tags" Target="../tags/tag2901.xml"/><Relationship Id="rId102" Type="http://schemas.openxmlformats.org/officeDocument/2006/relationships/tags" Target="../tags/tag2924.xml"/><Relationship Id="rId123" Type="http://schemas.openxmlformats.org/officeDocument/2006/relationships/tags" Target="../tags/tag2945.xml"/><Relationship Id="rId144" Type="http://schemas.openxmlformats.org/officeDocument/2006/relationships/tags" Target="../tags/tag2966.xml"/><Relationship Id="rId90" Type="http://schemas.openxmlformats.org/officeDocument/2006/relationships/tags" Target="../tags/tag2912.xml"/><Relationship Id="rId165" Type="http://schemas.openxmlformats.org/officeDocument/2006/relationships/tags" Target="../tags/tag2987.xml"/><Relationship Id="rId186" Type="http://schemas.openxmlformats.org/officeDocument/2006/relationships/tags" Target="../tags/tag3008.xml"/><Relationship Id="rId211" Type="http://schemas.openxmlformats.org/officeDocument/2006/relationships/tags" Target="../tags/tag3033.xml"/><Relationship Id="rId232" Type="http://schemas.openxmlformats.org/officeDocument/2006/relationships/tags" Target="../tags/tag3054.xml"/><Relationship Id="rId27" Type="http://schemas.openxmlformats.org/officeDocument/2006/relationships/tags" Target="../tags/tag2849.xml"/><Relationship Id="rId48" Type="http://schemas.openxmlformats.org/officeDocument/2006/relationships/tags" Target="../tags/tag2870.xml"/><Relationship Id="rId69" Type="http://schemas.openxmlformats.org/officeDocument/2006/relationships/tags" Target="../tags/tag2891.xml"/><Relationship Id="rId113" Type="http://schemas.openxmlformats.org/officeDocument/2006/relationships/tags" Target="../tags/tag2935.xml"/><Relationship Id="rId134" Type="http://schemas.openxmlformats.org/officeDocument/2006/relationships/tags" Target="../tags/tag2956.xml"/><Relationship Id="rId80" Type="http://schemas.openxmlformats.org/officeDocument/2006/relationships/tags" Target="../tags/tag2902.xml"/><Relationship Id="rId155" Type="http://schemas.openxmlformats.org/officeDocument/2006/relationships/tags" Target="../tags/tag2977.xml"/><Relationship Id="rId176" Type="http://schemas.openxmlformats.org/officeDocument/2006/relationships/tags" Target="../tags/tag2998.xml"/><Relationship Id="rId197" Type="http://schemas.openxmlformats.org/officeDocument/2006/relationships/tags" Target="../tags/tag3019.xml"/><Relationship Id="rId201" Type="http://schemas.openxmlformats.org/officeDocument/2006/relationships/tags" Target="../tags/tag3023.xml"/><Relationship Id="rId222" Type="http://schemas.openxmlformats.org/officeDocument/2006/relationships/tags" Target="../tags/tag3044.xml"/><Relationship Id="rId17" Type="http://schemas.openxmlformats.org/officeDocument/2006/relationships/tags" Target="../tags/tag2839.xml"/><Relationship Id="rId38" Type="http://schemas.openxmlformats.org/officeDocument/2006/relationships/tags" Target="../tags/tag2860.xml"/><Relationship Id="rId59" Type="http://schemas.openxmlformats.org/officeDocument/2006/relationships/tags" Target="../tags/tag2881.xml"/><Relationship Id="rId103" Type="http://schemas.openxmlformats.org/officeDocument/2006/relationships/tags" Target="../tags/tag2925.xml"/><Relationship Id="rId124" Type="http://schemas.openxmlformats.org/officeDocument/2006/relationships/tags" Target="../tags/tag2946.xml"/><Relationship Id="rId70" Type="http://schemas.openxmlformats.org/officeDocument/2006/relationships/tags" Target="../tags/tag2892.xml"/><Relationship Id="rId91" Type="http://schemas.openxmlformats.org/officeDocument/2006/relationships/tags" Target="../tags/tag2913.xml"/><Relationship Id="rId145" Type="http://schemas.openxmlformats.org/officeDocument/2006/relationships/tags" Target="../tags/tag2967.xml"/><Relationship Id="rId166" Type="http://schemas.openxmlformats.org/officeDocument/2006/relationships/tags" Target="../tags/tag2988.xml"/><Relationship Id="rId187" Type="http://schemas.openxmlformats.org/officeDocument/2006/relationships/tags" Target="../tags/tag3009.xml"/><Relationship Id="rId1" Type="http://schemas.openxmlformats.org/officeDocument/2006/relationships/tags" Target="../tags/tag2823.xml"/><Relationship Id="rId212" Type="http://schemas.openxmlformats.org/officeDocument/2006/relationships/tags" Target="../tags/tag3034.xml"/><Relationship Id="rId233" Type="http://schemas.openxmlformats.org/officeDocument/2006/relationships/tags" Target="../tags/tag3055.xml"/><Relationship Id="rId28" Type="http://schemas.openxmlformats.org/officeDocument/2006/relationships/tags" Target="../tags/tag2850.xml"/><Relationship Id="rId49" Type="http://schemas.openxmlformats.org/officeDocument/2006/relationships/tags" Target="../tags/tag2871.xml"/><Relationship Id="rId114" Type="http://schemas.openxmlformats.org/officeDocument/2006/relationships/tags" Target="../tags/tag2936.xml"/><Relationship Id="rId60" Type="http://schemas.openxmlformats.org/officeDocument/2006/relationships/tags" Target="../tags/tag2882.xml"/><Relationship Id="rId81" Type="http://schemas.openxmlformats.org/officeDocument/2006/relationships/tags" Target="../tags/tag2903.xml"/><Relationship Id="rId135" Type="http://schemas.openxmlformats.org/officeDocument/2006/relationships/tags" Target="../tags/tag2957.xml"/><Relationship Id="rId156" Type="http://schemas.openxmlformats.org/officeDocument/2006/relationships/tags" Target="../tags/tag2978.xml"/><Relationship Id="rId177" Type="http://schemas.openxmlformats.org/officeDocument/2006/relationships/tags" Target="../tags/tag2999.xml"/><Relationship Id="rId198" Type="http://schemas.openxmlformats.org/officeDocument/2006/relationships/tags" Target="../tags/tag3020.xml"/><Relationship Id="rId202" Type="http://schemas.openxmlformats.org/officeDocument/2006/relationships/tags" Target="../tags/tag3024.xml"/><Relationship Id="rId223" Type="http://schemas.openxmlformats.org/officeDocument/2006/relationships/tags" Target="../tags/tag3045.xml"/><Relationship Id="rId18" Type="http://schemas.openxmlformats.org/officeDocument/2006/relationships/tags" Target="../tags/tag2840.xml"/><Relationship Id="rId39" Type="http://schemas.openxmlformats.org/officeDocument/2006/relationships/tags" Target="../tags/tag2861.xml"/><Relationship Id="rId50" Type="http://schemas.openxmlformats.org/officeDocument/2006/relationships/tags" Target="../tags/tag2872.xml"/><Relationship Id="rId104" Type="http://schemas.openxmlformats.org/officeDocument/2006/relationships/tags" Target="../tags/tag2926.xml"/><Relationship Id="rId125" Type="http://schemas.openxmlformats.org/officeDocument/2006/relationships/tags" Target="../tags/tag2947.xml"/><Relationship Id="rId146" Type="http://schemas.openxmlformats.org/officeDocument/2006/relationships/tags" Target="../tags/tag2968.xml"/><Relationship Id="rId167" Type="http://schemas.openxmlformats.org/officeDocument/2006/relationships/tags" Target="../tags/tag2989.xml"/><Relationship Id="rId188" Type="http://schemas.openxmlformats.org/officeDocument/2006/relationships/tags" Target="../tags/tag3010.xml"/><Relationship Id="rId71" Type="http://schemas.openxmlformats.org/officeDocument/2006/relationships/tags" Target="../tags/tag2893.xml"/><Relationship Id="rId92" Type="http://schemas.openxmlformats.org/officeDocument/2006/relationships/tags" Target="../tags/tag2914.xml"/><Relationship Id="rId213" Type="http://schemas.openxmlformats.org/officeDocument/2006/relationships/tags" Target="../tags/tag3035.xml"/><Relationship Id="rId234" Type="http://schemas.openxmlformats.org/officeDocument/2006/relationships/tags" Target="../tags/tag3056.xml"/><Relationship Id="rId2" Type="http://schemas.openxmlformats.org/officeDocument/2006/relationships/tags" Target="../tags/tag2824.xml"/><Relationship Id="rId29" Type="http://schemas.openxmlformats.org/officeDocument/2006/relationships/tags" Target="../tags/tag2851.xml"/><Relationship Id="rId40" Type="http://schemas.openxmlformats.org/officeDocument/2006/relationships/tags" Target="../tags/tag2862.xml"/><Relationship Id="rId115" Type="http://schemas.openxmlformats.org/officeDocument/2006/relationships/tags" Target="../tags/tag2937.xml"/><Relationship Id="rId136" Type="http://schemas.openxmlformats.org/officeDocument/2006/relationships/tags" Target="../tags/tag2958.xml"/><Relationship Id="rId157" Type="http://schemas.openxmlformats.org/officeDocument/2006/relationships/tags" Target="../tags/tag2979.xml"/><Relationship Id="rId178" Type="http://schemas.openxmlformats.org/officeDocument/2006/relationships/tags" Target="../tags/tag3000.xml"/><Relationship Id="rId61" Type="http://schemas.openxmlformats.org/officeDocument/2006/relationships/tags" Target="../tags/tag2883.xml"/><Relationship Id="rId82" Type="http://schemas.openxmlformats.org/officeDocument/2006/relationships/tags" Target="../tags/tag2904.xml"/><Relationship Id="rId199" Type="http://schemas.openxmlformats.org/officeDocument/2006/relationships/tags" Target="../tags/tag3021.xml"/><Relationship Id="rId203" Type="http://schemas.openxmlformats.org/officeDocument/2006/relationships/tags" Target="../tags/tag3025.xml"/><Relationship Id="rId19" Type="http://schemas.openxmlformats.org/officeDocument/2006/relationships/tags" Target="../tags/tag2841.xml"/><Relationship Id="rId224" Type="http://schemas.openxmlformats.org/officeDocument/2006/relationships/tags" Target="../tags/tag3046.xml"/><Relationship Id="rId30" Type="http://schemas.openxmlformats.org/officeDocument/2006/relationships/tags" Target="../tags/tag2852.xml"/><Relationship Id="rId105" Type="http://schemas.openxmlformats.org/officeDocument/2006/relationships/tags" Target="../tags/tag2927.xml"/><Relationship Id="rId126" Type="http://schemas.openxmlformats.org/officeDocument/2006/relationships/tags" Target="../tags/tag2948.xml"/><Relationship Id="rId147" Type="http://schemas.openxmlformats.org/officeDocument/2006/relationships/tags" Target="../tags/tag2969.xml"/><Relationship Id="rId168" Type="http://schemas.openxmlformats.org/officeDocument/2006/relationships/tags" Target="../tags/tag2990.xml"/><Relationship Id="rId51" Type="http://schemas.openxmlformats.org/officeDocument/2006/relationships/tags" Target="../tags/tag2873.xml"/><Relationship Id="rId72" Type="http://schemas.openxmlformats.org/officeDocument/2006/relationships/tags" Target="../tags/tag2894.xml"/><Relationship Id="rId93" Type="http://schemas.openxmlformats.org/officeDocument/2006/relationships/tags" Target="../tags/tag2915.xml"/><Relationship Id="rId189" Type="http://schemas.openxmlformats.org/officeDocument/2006/relationships/tags" Target="../tags/tag3011.xml"/><Relationship Id="rId3" Type="http://schemas.openxmlformats.org/officeDocument/2006/relationships/tags" Target="../tags/tag2825.xml"/><Relationship Id="rId214" Type="http://schemas.openxmlformats.org/officeDocument/2006/relationships/tags" Target="../tags/tag3036.xml"/><Relationship Id="rId235" Type="http://schemas.openxmlformats.org/officeDocument/2006/relationships/tags" Target="../tags/tag3057.xml"/><Relationship Id="rId116" Type="http://schemas.openxmlformats.org/officeDocument/2006/relationships/tags" Target="../tags/tag2938.xml"/><Relationship Id="rId137" Type="http://schemas.openxmlformats.org/officeDocument/2006/relationships/tags" Target="../tags/tag2959.xml"/><Relationship Id="rId158" Type="http://schemas.openxmlformats.org/officeDocument/2006/relationships/tags" Target="../tags/tag2980.xml"/><Relationship Id="rId20" Type="http://schemas.openxmlformats.org/officeDocument/2006/relationships/tags" Target="../tags/tag2842.xml"/><Relationship Id="rId41" Type="http://schemas.openxmlformats.org/officeDocument/2006/relationships/tags" Target="../tags/tag2863.xml"/><Relationship Id="rId62" Type="http://schemas.openxmlformats.org/officeDocument/2006/relationships/tags" Target="../tags/tag2884.xml"/><Relationship Id="rId83" Type="http://schemas.openxmlformats.org/officeDocument/2006/relationships/tags" Target="../tags/tag2905.xml"/><Relationship Id="rId179" Type="http://schemas.openxmlformats.org/officeDocument/2006/relationships/tags" Target="../tags/tag3001.xml"/><Relationship Id="rId190" Type="http://schemas.openxmlformats.org/officeDocument/2006/relationships/tags" Target="../tags/tag3012.xml"/><Relationship Id="rId204" Type="http://schemas.openxmlformats.org/officeDocument/2006/relationships/tags" Target="../tags/tag3026.xml"/><Relationship Id="rId225" Type="http://schemas.openxmlformats.org/officeDocument/2006/relationships/tags" Target="../tags/tag3047.xml"/></Relationships>
</file>

<file path=ppt/slides/_rels/slide26.xml.rels><?xml version="1.0" encoding="UTF-8" standalone="yes"?>
<Relationships xmlns="http://schemas.openxmlformats.org/package/2006/relationships"><Relationship Id="rId117" Type="http://schemas.openxmlformats.org/officeDocument/2006/relationships/tags" Target="../tags/tag3177.xml"/><Relationship Id="rId21" Type="http://schemas.openxmlformats.org/officeDocument/2006/relationships/tags" Target="../tags/tag3081.xml"/><Relationship Id="rId42" Type="http://schemas.openxmlformats.org/officeDocument/2006/relationships/tags" Target="../tags/tag3102.xml"/><Relationship Id="rId63" Type="http://schemas.openxmlformats.org/officeDocument/2006/relationships/tags" Target="../tags/tag3123.xml"/><Relationship Id="rId84" Type="http://schemas.openxmlformats.org/officeDocument/2006/relationships/tags" Target="../tags/tag3144.xml"/><Relationship Id="rId138" Type="http://schemas.openxmlformats.org/officeDocument/2006/relationships/tags" Target="../tags/tag3198.xml"/><Relationship Id="rId159" Type="http://schemas.openxmlformats.org/officeDocument/2006/relationships/tags" Target="../tags/tag3219.xml"/><Relationship Id="rId170" Type="http://schemas.openxmlformats.org/officeDocument/2006/relationships/tags" Target="../tags/tag3230.xml"/><Relationship Id="rId107" Type="http://schemas.openxmlformats.org/officeDocument/2006/relationships/tags" Target="../tags/tag3167.xml"/><Relationship Id="rId11" Type="http://schemas.openxmlformats.org/officeDocument/2006/relationships/tags" Target="../tags/tag3071.xml"/><Relationship Id="rId32" Type="http://schemas.openxmlformats.org/officeDocument/2006/relationships/tags" Target="../tags/tag3092.xml"/><Relationship Id="rId53" Type="http://schemas.openxmlformats.org/officeDocument/2006/relationships/tags" Target="../tags/tag3113.xml"/><Relationship Id="rId74" Type="http://schemas.openxmlformats.org/officeDocument/2006/relationships/tags" Target="../tags/tag3134.xml"/><Relationship Id="rId128" Type="http://schemas.openxmlformats.org/officeDocument/2006/relationships/tags" Target="../tags/tag3188.xml"/><Relationship Id="rId149" Type="http://schemas.openxmlformats.org/officeDocument/2006/relationships/tags" Target="../tags/tag3209.xml"/><Relationship Id="rId5" Type="http://schemas.openxmlformats.org/officeDocument/2006/relationships/tags" Target="../tags/tag3065.xml"/><Relationship Id="rId95" Type="http://schemas.openxmlformats.org/officeDocument/2006/relationships/tags" Target="../tags/tag3155.xml"/><Relationship Id="rId160" Type="http://schemas.openxmlformats.org/officeDocument/2006/relationships/tags" Target="../tags/tag3220.xml"/><Relationship Id="rId22" Type="http://schemas.openxmlformats.org/officeDocument/2006/relationships/tags" Target="../tags/tag3082.xml"/><Relationship Id="rId43" Type="http://schemas.openxmlformats.org/officeDocument/2006/relationships/tags" Target="../tags/tag3103.xml"/><Relationship Id="rId64" Type="http://schemas.openxmlformats.org/officeDocument/2006/relationships/tags" Target="../tags/tag3124.xml"/><Relationship Id="rId118" Type="http://schemas.openxmlformats.org/officeDocument/2006/relationships/tags" Target="../tags/tag3178.xml"/><Relationship Id="rId139" Type="http://schemas.openxmlformats.org/officeDocument/2006/relationships/tags" Target="../tags/tag3199.xml"/><Relationship Id="rId85" Type="http://schemas.openxmlformats.org/officeDocument/2006/relationships/tags" Target="../tags/tag3145.xml"/><Relationship Id="rId150" Type="http://schemas.openxmlformats.org/officeDocument/2006/relationships/tags" Target="../tags/tag3210.xml"/><Relationship Id="rId171" Type="http://schemas.openxmlformats.org/officeDocument/2006/relationships/tags" Target="../tags/tag3231.xml"/><Relationship Id="rId12" Type="http://schemas.openxmlformats.org/officeDocument/2006/relationships/tags" Target="../tags/tag3072.xml"/><Relationship Id="rId33" Type="http://schemas.openxmlformats.org/officeDocument/2006/relationships/tags" Target="../tags/tag3093.xml"/><Relationship Id="rId108" Type="http://schemas.openxmlformats.org/officeDocument/2006/relationships/tags" Target="../tags/tag3168.xml"/><Relationship Id="rId129" Type="http://schemas.openxmlformats.org/officeDocument/2006/relationships/tags" Target="../tags/tag3189.xml"/><Relationship Id="rId54" Type="http://schemas.openxmlformats.org/officeDocument/2006/relationships/tags" Target="../tags/tag3114.xml"/><Relationship Id="rId75" Type="http://schemas.openxmlformats.org/officeDocument/2006/relationships/tags" Target="../tags/tag3135.xml"/><Relationship Id="rId96" Type="http://schemas.openxmlformats.org/officeDocument/2006/relationships/tags" Target="../tags/tag3156.xml"/><Relationship Id="rId140" Type="http://schemas.openxmlformats.org/officeDocument/2006/relationships/tags" Target="../tags/tag3200.xml"/><Relationship Id="rId161" Type="http://schemas.openxmlformats.org/officeDocument/2006/relationships/tags" Target="../tags/tag3221.xml"/><Relationship Id="rId1" Type="http://schemas.openxmlformats.org/officeDocument/2006/relationships/tags" Target="../tags/tag3061.xml"/><Relationship Id="rId6" Type="http://schemas.openxmlformats.org/officeDocument/2006/relationships/tags" Target="../tags/tag3066.xml"/><Relationship Id="rId23" Type="http://schemas.openxmlformats.org/officeDocument/2006/relationships/tags" Target="../tags/tag3083.xml"/><Relationship Id="rId28" Type="http://schemas.openxmlformats.org/officeDocument/2006/relationships/tags" Target="../tags/tag3088.xml"/><Relationship Id="rId49" Type="http://schemas.openxmlformats.org/officeDocument/2006/relationships/tags" Target="../tags/tag3109.xml"/><Relationship Id="rId114" Type="http://schemas.openxmlformats.org/officeDocument/2006/relationships/tags" Target="../tags/tag3174.xml"/><Relationship Id="rId119" Type="http://schemas.openxmlformats.org/officeDocument/2006/relationships/tags" Target="../tags/tag3179.xml"/><Relationship Id="rId44" Type="http://schemas.openxmlformats.org/officeDocument/2006/relationships/tags" Target="../tags/tag3104.xml"/><Relationship Id="rId60" Type="http://schemas.openxmlformats.org/officeDocument/2006/relationships/tags" Target="../tags/tag3120.xml"/><Relationship Id="rId65" Type="http://schemas.openxmlformats.org/officeDocument/2006/relationships/tags" Target="../tags/tag3125.xml"/><Relationship Id="rId81" Type="http://schemas.openxmlformats.org/officeDocument/2006/relationships/tags" Target="../tags/tag3141.xml"/><Relationship Id="rId86" Type="http://schemas.openxmlformats.org/officeDocument/2006/relationships/tags" Target="../tags/tag3146.xml"/><Relationship Id="rId130" Type="http://schemas.openxmlformats.org/officeDocument/2006/relationships/tags" Target="../tags/tag3190.xml"/><Relationship Id="rId135" Type="http://schemas.openxmlformats.org/officeDocument/2006/relationships/tags" Target="../tags/tag3195.xml"/><Relationship Id="rId151" Type="http://schemas.openxmlformats.org/officeDocument/2006/relationships/tags" Target="../tags/tag3211.xml"/><Relationship Id="rId156" Type="http://schemas.openxmlformats.org/officeDocument/2006/relationships/tags" Target="../tags/tag3216.xml"/><Relationship Id="rId172" Type="http://schemas.openxmlformats.org/officeDocument/2006/relationships/tags" Target="../tags/tag3232.xml"/><Relationship Id="rId13" Type="http://schemas.openxmlformats.org/officeDocument/2006/relationships/tags" Target="../tags/tag3073.xml"/><Relationship Id="rId18" Type="http://schemas.openxmlformats.org/officeDocument/2006/relationships/tags" Target="../tags/tag3078.xml"/><Relationship Id="rId39" Type="http://schemas.openxmlformats.org/officeDocument/2006/relationships/tags" Target="../tags/tag3099.xml"/><Relationship Id="rId109" Type="http://schemas.openxmlformats.org/officeDocument/2006/relationships/tags" Target="../tags/tag3169.xml"/><Relationship Id="rId34" Type="http://schemas.openxmlformats.org/officeDocument/2006/relationships/tags" Target="../tags/tag3094.xml"/><Relationship Id="rId50" Type="http://schemas.openxmlformats.org/officeDocument/2006/relationships/tags" Target="../tags/tag3110.xml"/><Relationship Id="rId55" Type="http://schemas.openxmlformats.org/officeDocument/2006/relationships/tags" Target="../tags/tag3115.xml"/><Relationship Id="rId76" Type="http://schemas.openxmlformats.org/officeDocument/2006/relationships/tags" Target="../tags/tag3136.xml"/><Relationship Id="rId97" Type="http://schemas.openxmlformats.org/officeDocument/2006/relationships/tags" Target="../tags/tag3157.xml"/><Relationship Id="rId104" Type="http://schemas.openxmlformats.org/officeDocument/2006/relationships/tags" Target="../tags/tag3164.xml"/><Relationship Id="rId120" Type="http://schemas.openxmlformats.org/officeDocument/2006/relationships/tags" Target="../tags/tag3180.xml"/><Relationship Id="rId125" Type="http://schemas.openxmlformats.org/officeDocument/2006/relationships/tags" Target="../tags/tag3185.xml"/><Relationship Id="rId141" Type="http://schemas.openxmlformats.org/officeDocument/2006/relationships/tags" Target="../tags/tag3201.xml"/><Relationship Id="rId146" Type="http://schemas.openxmlformats.org/officeDocument/2006/relationships/tags" Target="../tags/tag3206.xml"/><Relationship Id="rId167" Type="http://schemas.openxmlformats.org/officeDocument/2006/relationships/tags" Target="../tags/tag3227.xml"/><Relationship Id="rId7" Type="http://schemas.openxmlformats.org/officeDocument/2006/relationships/tags" Target="../tags/tag3067.xml"/><Relationship Id="rId71" Type="http://schemas.openxmlformats.org/officeDocument/2006/relationships/tags" Target="../tags/tag3131.xml"/><Relationship Id="rId92" Type="http://schemas.openxmlformats.org/officeDocument/2006/relationships/tags" Target="../tags/tag3152.xml"/><Relationship Id="rId162" Type="http://schemas.openxmlformats.org/officeDocument/2006/relationships/tags" Target="../tags/tag3222.xml"/><Relationship Id="rId2" Type="http://schemas.openxmlformats.org/officeDocument/2006/relationships/tags" Target="../tags/tag3062.xml"/><Relationship Id="rId29" Type="http://schemas.openxmlformats.org/officeDocument/2006/relationships/tags" Target="../tags/tag3089.xml"/><Relationship Id="rId24" Type="http://schemas.openxmlformats.org/officeDocument/2006/relationships/tags" Target="../tags/tag3084.xml"/><Relationship Id="rId40" Type="http://schemas.openxmlformats.org/officeDocument/2006/relationships/tags" Target="../tags/tag3100.xml"/><Relationship Id="rId45" Type="http://schemas.openxmlformats.org/officeDocument/2006/relationships/tags" Target="../tags/tag3105.xml"/><Relationship Id="rId66" Type="http://schemas.openxmlformats.org/officeDocument/2006/relationships/tags" Target="../tags/tag3126.xml"/><Relationship Id="rId87" Type="http://schemas.openxmlformats.org/officeDocument/2006/relationships/tags" Target="../tags/tag3147.xml"/><Relationship Id="rId110" Type="http://schemas.openxmlformats.org/officeDocument/2006/relationships/tags" Target="../tags/tag3170.xml"/><Relationship Id="rId115" Type="http://schemas.openxmlformats.org/officeDocument/2006/relationships/tags" Target="../tags/tag3175.xml"/><Relationship Id="rId131" Type="http://schemas.openxmlformats.org/officeDocument/2006/relationships/tags" Target="../tags/tag3191.xml"/><Relationship Id="rId136" Type="http://schemas.openxmlformats.org/officeDocument/2006/relationships/tags" Target="../tags/tag3196.xml"/><Relationship Id="rId157" Type="http://schemas.openxmlformats.org/officeDocument/2006/relationships/tags" Target="../tags/tag3217.xml"/><Relationship Id="rId61" Type="http://schemas.openxmlformats.org/officeDocument/2006/relationships/tags" Target="../tags/tag3121.xml"/><Relationship Id="rId82" Type="http://schemas.openxmlformats.org/officeDocument/2006/relationships/tags" Target="../tags/tag3142.xml"/><Relationship Id="rId152" Type="http://schemas.openxmlformats.org/officeDocument/2006/relationships/tags" Target="../tags/tag3212.xml"/><Relationship Id="rId173" Type="http://schemas.openxmlformats.org/officeDocument/2006/relationships/slideLayout" Target="../slideLayouts/slideLayout7.xml"/><Relationship Id="rId19" Type="http://schemas.openxmlformats.org/officeDocument/2006/relationships/tags" Target="../tags/tag3079.xml"/><Relationship Id="rId14" Type="http://schemas.openxmlformats.org/officeDocument/2006/relationships/tags" Target="../tags/tag3074.xml"/><Relationship Id="rId30" Type="http://schemas.openxmlformats.org/officeDocument/2006/relationships/tags" Target="../tags/tag3090.xml"/><Relationship Id="rId35" Type="http://schemas.openxmlformats.org/officeDocument/2006/relationships/tags" Target="../tags/tag3095.xml"/><Relationship Id="rId56" Type="http://schemas.openxmlformats.org/officeDocument/2006/relationships/tags" Target="../tags/tag3116.xml"/><Relationship Id="rId77" Type="http://schemas.openxmlformats.org/officeDocument/2006/relationships/tags" Target="../tags/tag3137.xml"/><Relationship Id="rId100" Type="http://schemas.openxmlformats.org/officeDocument/2006/relationships/tags" Target="../tags/tag3160.xml"/><Relationship Id="rId105" Type="http://schemas.openxmlformats.org/officeDocument/2006/relationships/tags" Target="../tags/tag3165.xml"/><Relationship Id="rId126" Type="http://schemas.openxmlformats.org/officeDocument/2006/relationships/tags" Target="../tags/tag3186.xml"/><Relationship Id="rId147" Type="http://schemas.openxmlformats.org/officeDocument/2006/relationships/tags" Target="../tags/tag3207.xml"/><Relationship Id="rId168" Type="http://schemas.openxmlformats.org/officeDocument/2006/relationships/tags" Target="../tags/tag3228.xml"/><Relationship Id="rId8" Type="http://schemas.openxmlformats.org/officeDocument/2006/relationships/tags" Target="../tags/tag3068.xml"/><Relationship Id="rId51" Type="http://schemas.openxmlformats.org/officeDocument/2006/relationships/tags" Target="../tags/tag3111.xml"/><Relationship Id="rId72" Type="http://schemas.openxmlformats.org/officeDocument/2006/relationships/tags" Target="../tags/tag3132.xml"/><Relationship Id="rId93" Type="http://schemas.openxmlformats.org/officeDocument/2006/relationships/tags" Target="../tags/tag3153.xml"/><Relationship Id="rId98" Type="http://schemas.openxmlformats.org/officeDocument/2006/relationships/tags" Target="../tags/tag3158.xml"/><Relationship Id="rId121" Type="http://schemas.openxmlformats.org/officeDocument/2006/relationships/tags" Target="../tags/tag3181.xml"/><Relationship Id="rId142" Type="http://schemas.openxmlformats.org/officeDocument/2006/relationships/tags" Target="../tags/tag3202.xml"/><Relationship Id="rId163" Type="http://schemas.openxmlformats.org/officeDocument/2006/relationships/tags" Target="../tags/tag3223.xml"/><Relationship Id="rId3" Type="http://schemas.openxmlformats.org/officeDocument/2006/relationships/tags" Target="../tags/tag3063.xml"/><Relationship Id="rId25" Type="http://schemas.openxmlformats.org/officeDocument/2006/relationships/tags" Target="../tags/tag3085.xml"/><Relationship Id="rId46" Type="http://schemas.openxmlformats.org/officeDocument/2006/relationships/tags" Target="../tags/tag3106.xml"/><Relationship Id="rId67" Type="http://schemas.openxmlformats.org/officeDocument/2006/relationships/tags" Target="../tags/tag3127.xml"/><Relationship Id="rId116" Type="http://schemas.openxmlformats.org/officeDocument/2006/relationships/tags" Target="../tags/tag3176.xml"/><Relationship Id="rId137" Type="http://schemas.openxmlformats.org/officeDocument/2006/relationships/tags" Target="../tags/tag3197.xml"/><Relationship Id="rId158" Type="http://schemas.openxmlformats.org/officeDocument/2006/relationships/tags" Target="../tags/tag3218.xml"/><Relationship Id="rId20" Type="http://schemas.openxmlformats.org/officeDocument/2006/relationships/tags" Target="../tags/tag3080.xml"/><Relationship Id="rId41" Type="http://schemas.openxmlformats.org/officeDocument/2006/relationships/tags" Target="../tags/tag3101.xml"/><Relationship Id="rId62" Type="http://schemas.openxmlformats.org/officeDocument/2006/relationships/tags" Target="../tags/tag3122.xml"/><Relationship Id="rId83" Type="http://schemas.openxmlformats.org/officeDocument/2006/relationships/tags" Target="../tags/tag3143.xml"/><Relationship Id="rId88" Type="http://schemas.openxmlformats.org/officeDocument/2006/relationships/tags" Target="../tags/tag3148.xml"/><Relationship Id="rId111" Type="http://schemas.openxmlformats.org/officeDocument/2006/relationships/tags" Target="../tags/tag3171.xml"/><Relationship Id="rId132" Type="http://schemas.openxmlformats.org/officeDocument/2006/relationships/tags" Target="../tags/tag3192.xml"/><Relationship Id="rId153" Type="http://schemas.openxmlformats.org/officeDocument/2006/relationships/tags" Target="../tags/tag3213.xml"/><Relationship Id="rId174" Type="http://schemas.openxmlformats.org/officeDocument/2006/relationships/slide" Target="slide10.xml"/><Relationship Id="rId15" Type="http://schemas.openxmlformats.org/officeDocument/2006/relationships/tags" Target="../tags/tag3075.xml"/><Relationship Id="rId36" Type="http://schemas.openxmlformats.org/officeDocument/2006/relationships/tags" Target="../tags/tag3096.xml"/><Relationship Id="rId57" Type="http://schemas.openxmlformats.org/officeDocument/2006/relationships/tags" Target="../tags/tag3117.xml"/><Relationship Id="rId106" Type="http://schemas.openxmlformats.org/officeDocument/2006/relationships/tags" Target="../tags/tag3166.xml"/><Relationship Id="rId127" Type="http://schemas.openxmlformats.org/officeDocument/2006/relationships/tags" Target="../tags/tag3187.xml"/><Relationship Id="rId10" Type="http://schemas.openxmlformats.org/officeDocument/2006/relationships/tags" Target="../tags/tag3070.xml"/><Relationship Id="rId31" Type="http://schemas.openxmlformats.org/officeDocument/2006/relationships/tags" Target="../tags/tag3091.xml"/><Relationship Id="rId52" Type="http://schemas.openxmlformats.org/officeDocument/2006/relationships/tags" Target="../tags/tag3112.xml"/><Relationship Id="rId73" Type="http://schemas.openxmlformats.org/officeDocument/2006/relationships/tags" Target="../tags/tag3133.xml"/><Relationship Id="rId78" Type="http://schemas.openxmlformats.org/officeDocument/2006/relationships/tags" Target="../tags/tag3138.xml"/><Relationship Id="rId94" Type="http://schemas.openxmlformats.org/officeDocument/2006/relationships/tags" Target="../tags/tag3154.xml"/><Relationship Id="rId99" Type="http://schemas.openxmlformats.org/officeDocument/2006/relationships/tags" Target="../tags/tag3159.xml"/><Relationship Id="rId101" Type="http://schemas.openxmlformats.org/officeDocument/2006/relationships/tags" Target="../tags/tag3161.xml"/><Relationship Id="rId122" Type="http://schemas.openxmlformats.org/officeDocument/2006/relationships/tags" Target="../tags/tag3182.xml"/><Relationship Id="rId143" Type="http://schemas.openxmlformats.org/officeDocument/2006/relationships/tags" Target="../tags/tag3203.xml"/><Relationship Id="rId148" Type="http://schemas.openxmlformats.org/officeDocument/2006/relationships/tags" Target="../tags/tag3208.xml"/><Relationship Id="rId164" Type="http://schemas.openxmlformats.org/officeDocument/2006/relationships/tags" Target="../tags/tag3224.xml"/><Relationship Id="rId169" Type="http://schemas.openxmlformats.org/officeDocument/2006/relationships/tags" Target="../tags/tag3229.xml"/><Relationship Id="rId4" Type="http://schemas.openxmlformats.org/officeDocument/2006/relationships/tags" Target="../tags/tag3064.xml"/><Relationship Id="rId9" Type="http://schemas.openxmlformats.org/officeDocument/2006/relationships/tags" Target="../tags/tag3069.xml"/><Relationship Id="rId26" Type="http://schemas.openxmlformats.org/officeDocument/2006/relationships/tags" Target="../tags/tag3086.xml"/><Relationship Id="rId47" Type="http://schemas.openxmlformats.org/officeDocument/2006/relationships/tags" Target="../tags/tag3107.xml"/><Relationship Id="rId68" Type="http://schemas.openxmlformats.org/officeDocument/2006/relationships/tags" Target="../tags/tag3128.xml"/><Relationship Id="rId89" Type="http://schemas.openxmlformats.org/officeDocument/2006/relationships/tags" Target="../tags/tag3149.xml"/><Relationship Id="rId112" Type="http://schemas.openxmlformats.org/officeDocument/2006/relationships/tags" Target="../tags/tag3172.xml"/><Relationship Id="rId133" Type="http://schemas.openxmlformats.org/officeDocument/2006/relationships/tags" Target="../tags/tag3193.xml"/><Relationship Id="rId154" Type="http://schemas.openxmlformats.org/officeDocument/2006/relationships/tags" Target="../tags/tag3214.xml"/><Relationship Id="rId16" Type="http://schemas.openxmlformats.org/officeDocument/2006/relationships/tags" Target="../tags/tag3076.xml"/><Relationship Id="rId37" Type="http://schemas.openxmlformats.org/officeDocument/2006/relationships/tags" Target="../tags/tag3097.xml"/><Relationship Id="rId58" Type="http://schemas.openxmlformats.org/officeDocument/2006/relationships/tags" Target="../tags/tag3118.xml"/><Relationship Id="rId79" Type="http://schemas.openxmlformats.org/officeDocument/2006/relationships/tags" Target="../tags/tag3139.xml"/><Relationship Id="rId102" Type="http://schemas.openxmlformats.org/officeDocument/2006/relationships/tags" Target="../tags/tag3162.xml"/><Relationship Id="rId123" Type="http://schemas.openxmlformats.org/officeDocument/2006/relationships/tags" Target="../tags/tag3183.xml"/><Relationship Id="rId144" Type="http://schemas.openxmlformats.org/officeDocument/2006/relationships/tags" Target="../tags/tag3204.xml"/><Relationship Id="rId90" Type="http://schemas.openxmlformats.org/officeDocument/2006/relationships/tags" Target="../tags/tag3150.xml"/><Relationship Id="rId165" Type="http://schemas.openxmlformats.org/officeDocument/2006/relationships/tags" Target="../tags/tag3225.xml"/><Relationship Id="rId27" Type="http://schemas.openxmlformats.org/officeDocument/2006/relationships/tags" Target="../tags/tag3087.xml"/><Relationship Id="rId48" Type="http://schemas.openxmlformats.org/officeDocument/2006/relationships/tags" Target="../tags/tag3108.xml"/><Relationship Id="rId69" Type="http://schemas.openxmlformats.org/officeDocument/2006/relationships/tags" Target="../tags/tag3129.xml"/><Relationship Id="rId113" Type="http://schemas.openxmlformats.org/officeDocument/2006/relationships/tags" Target="../tags/tag3173.xml"/><Relationship Id="rId134" Type="http://schemas.openxmlformats.org/officeDocument/2006/relationships/tags" Target="../tags/tag3194.xml"/><Relationship Id="rId80" Type="http://schemas.openxmlformats.org/officeDocument/2006/relationships/tags" Target="../tags/tag3140.xml"/><Relationship Id="rId155" Type="http://schemas.openxmlformats.org/officeDocument/2006/relationships/tags" Target="../tags/tag3215.xml"/><Relationship Id="rId17" Type="http://schemas.openxmlformats.org/officeDocument/2006/relationships/tags" Target="../tags/tag3077.xml"/><Relationship Id="rId38" Type="http://schemas.openxmlformats.org/officeDocument/2006/relationships/tags" Target="../tags/tag3098.xml"/><Relationship Id="rId59" Type="http://schemas.openxmlformats.org/officeDocument/2006/relationships/tags" Target="../tags/tag3119.xml"/><Relationship Id="rId103" Type="http://schemas.openxmlformats.org/officeDocument/2006/relationships/tags" Target="../tags/tag3163.xml"/><Relationship Id="rId124" Type="http://schemas.openxmlformats.org/officeDocument/2006/relationships/tags" Target="../tags/tag3184.xml"/><Relationship Id="rId70" Type="http://schemas.openxmlformats.org/officeDocument/2006/relationships/tags" Target="../tags/tag3130.xml"/><Relationship Id="rId91" Type="http://schemas.openxmlformats.org/officeDocument/2006/relationships/tags" Target="../tags/tag3151.xml"/><Relationship Id="rId145" Type="http://schemas.openxmlformats.org/officeDocument/2006/relationships/tags" Target="../tags/tag3205.xml"/><Relationship Id="rId166" Type="http://schemas.openxmlformats.org/officeDocument/2006/relationships/tags" Target="../tags/tag3226.xml"/></Relationships>
</file>

<file path=ppt/slides/_rels/slide27.xml.rels><?xml version="1.0" encoding="UTF-8" standalone="yes"?>
<Relationships xmlns="http://schemas.openxmlformats.org/package/2006/relationships"><Relationship Id="rId26" Type="http://schemas.openxmlformats.org/officeDocument/2006/relationships/tags" Target="../tags/tag3258.xml"/><Relationship Id="rId21" Type="http://schemas.openxmlformats.org/officeDocument/2006/relationships/tags" Target="../tags/tag3253.xml"/><Relationship Id="rId42" Type="http://schemas.openxmlformats.org/officeDocument/2006/relationships/tags" Target="../tags/tag3274.xml"/><Relationship Id="rId47" Type="http://schemas.openxmlformats.org/officeDocument/2006/relationships/tags" Target="../tags/tag3279.xml"/><Relationship Id="rId63" Type="http://schemas.openxmlformats.org/officeDocument/2006/relationships/tags" Target="../tags/tag3295.xml"/><Relationship Id="rId68" Type="http://schemas.openxmlformats.org/officeDocument/2006/relationships/tags" Target="../tags/tag3300.xml"/><Relationship Id="rId84" Type="http://schemas.openxmlformats.org/officeDocument/2006/relationships/tags" Target="../tags/tag3316.xml"/><Relationship Id="rId89" Type="http://schemas.openxmlformats.org/officeDocument/2006/relationships/tags" Target="../tags/tag3321.xml"/><Relationship Id="rId16" Type="http://schemas.openxmlformats.org/officeDocument/2006/relationships/tags" Target="../tags/tag3248.xml"/><Relationship Id="rId11" Type="http://schemas.openxmlformats.org/officeDocument/2006/relationships/tags" Target="../tags/tag3243.xml"/><Relationship Id="rId32" Type="http://schemas.openxmlformats.org/officeDocument/2006/relationships/tags" Target="../tags/tag3264.xml"/><Relationship Id="rId37" Type="http://schemas.openxmlformats.org/officeDocument/2006/relationships/tags" Target="../tags/tag3269.xml"/><Relationship Id="rId53" Type="http://schemas.openxmlformats.org/officeDocument/2006/relationships/tags" Target="../tags/tag3285.xml"/><Relationship Id="rId58" Type="http://schemas.openxmlformats.org/officeDocument/2006/relationships/tags" Target="../tags/tag3290.xml"/><Relationship Id="rId74" Type="http://schemas.openxmlformats.org/officeDocument/2006/relationships/tags" Target="../tags/tag3306.xml"/><Relationship Id="rId79" Type="http://schemas.openxmlformats.org/officeDocument/2006/relationships/tags" Target="../tags/tag3311.xml"/><Relationship Id="rId102" Type="http://schemas.openxmlformats.org/officeDocument/2006/relationships/notesSlide" Target="../notesSlides/notesSlide13.xml"/><Relationship Id="rId5" Type="http://schemas.openxmlformats.org/officeDocument/2006/relationships/tags" Target="../tags/tag3237.xml"/><Relationship Id="rId90" Type="http://schemas.openxmlformats.org/officeDocument/2006/relationships/tags" Target="../tags/tag3322.xml"/><Relationship Id="rId95" Type="http://schemas.openxmlformats.org/officeDocument/2006/relationships/tags" Target="../tags/tag3327.xml"/><Relationship Id="rId22" Type="http://schemas.openxmlformats.org/officeDocument/2006/relationships/tags" Target="../tags/tag3254.xml"/><Relationship Id="rId27" Type="http://schemas.openxmlformats.org/officeDocument/2006/relationships/tags" Target="../tags/tag3259.xml"/><Relationship Id="rId43" Type="http://schemas.openxmlformats.org/officeDocument/2006/relationships/tags" Target="../tags/tag3275.xml"/><Relationship Id="rId48" Type="http://schemas.openxmlformats.org/officeDocument/2006/relationships/tags" Target="../tags/tag3280.xml"/><Relationship Id="rId64" Type="http://schemas.openxmlformats.org/officeDocument/2006/relationships/tags" Target="../tags/tag3296.xml"/><Relationship Id="rId69" Type="http://schemas.openxmlformats.org/officeDocument/2006/relationships/tags" Target="../tags/tag3301.xml"/><Relationship Id="rId80" Type="http://schemas.openxmlformats.org/officeDocument/2006/relationships/tags" Target="../tags/tag3312.xml"/><Relationship Id="rId85" Type="http://schemas.openxmlformats.org/officeDocument/2006/relationships/tags" Target="../tags/tag3317.xml"/><Relationship Id="rId12" Type="http://schemas.openxmlformats.org/officeDocument/2006/relationships/tags" Target="../tags/tag3244.xml"/><Relationship Id="rId17" Type="http://schemas.openxmlformats.org/officeDocument/2006/relationships/tags" Target="../tags/tag3249.xml"/><Relationship Id="rId25" Type="http://schemas.openxmlformats.org/officeDocument/2006/relationships/tags" Target="../tags/tag3257.xml"/><Relationship Id="rId33" Type="http://schemas.openxmlformats.org/officeDocument/2006/relationships/tags" Target="../tags/tag3265.xml"/><Relationship Id="rId38" Type="http://schemas.openxmlformats.org/officeDocument/2006/relationships/tags" Target="../tags/tag3270.xml"/><Relationship Id="rId46" Type="http://schemas.openxmlformats.org/officeDocument/2006/relationships/tags" Target="../tags/tag3278.xml"/><Relationship Id="rId59" Type="http://schemas.openxmlformats.org/officeDocument/2006/relationships/tags" Target="../tags/tag3291.xml"/><Relationship Id="rId67" Type="http://schemas.openxmlformats.org/officeDocument/2006/relationships/tags" Target="../tags/tag3299.xml"/><Relationship Id="rId103" Type="http://schemas.openxmlformats.org/officeDocument/2006/relationships/tags" Target="../tags/tag3237.xml"/><Relationship Id="rId20" Type="http://schemas.openxmlformats.org/officeDocument/2006/relationships/tags" Target="../tags/tag3252.xml"/><Relationship Id="rId41" Type="http://schemas.openxmlformats.org/officeDocument/2006/relationships/tags" Target="../tags/tag3273.xml"/><Relationship Id="rId54" Type="http://schemas.openxmlformats.org/officeDocument/2006/relationships/tags" Target="../tags/tag3286.xml"/><Relationship Id="rId62" Type="http://schemas.openxmlformats.org/officeDocument/2006/relationships/tags" Target="../tags/tag3294.xml"/><Relationship Id="rId70" Type="http://schemas.openxmlformats.org/officeDocument/2006/relationships/tags" Target="../tags/tag3302.xml"/><Relationship Id="rId75" Type="http://schemas.openxmlformats.org/officeDocument/2006/relationships/tags" Target="../tags/tag3307.xml"/><Relationship Id="rId83" Type="http://schemas.openxmlformats.org/officeDocument/2006/relationships/tags" Target="../tags/tag3315.xml"/><Relationship Id="rId88" Type="http://schemas.openxmlformats.org/officeDocument/2006/relationships/tags" Target="../tags/tag3320.xml"/><Relationship Id="rId91" Type="http://schemas.openxmlformats.org/officeDocument/2006/relationships/tags" Target="../tags/tag3323.xml"/><Relationship Id="rId96" Type="http://schemas.openxmlformats.org/officeDocument/2006/relationships/tags" Target="../tags/tag3328.xml"/><Relationship Id="rId1" Type="http://schemas.openxmlformats.org/officeDocument/2006/relationships/tags" Target="../tags/tag3233.xml"/><Relationship Id="rId6" Type="http://schemas.openxmlformats.org/officeDocument/2006/relationships/tags" Target="../tags/tag3238.xml"/><Relationship Id="rId15" Type="http://schemas.openxmlformats.org/officeDocument/2006/relationships/tags" Target="../tags/tag3247.xml"/><Relationship Id="rId23" Type="http://schemas.openxmlformats.org/officeDocument/2006/relationships/tags" Target="../tags/tag3255.xml"/><Relationship Id="rId28" Type="http://schemas.openxmlformats.org/officeDocument/2006/relationships/tags" Target="../tags/tag3260.xml"/><Relationship Id="rId36" Type="http://schemas.openxmlformats.org/officeDocument/2006/relationships/tags" Target="../tags/tag3268.xml"/><Relationship Id="rId49" Type="http://schemas.openxmlformats.org/officeDocument/2006/relationships/tags" Target="../tags/tag3281.xml"/><Relationship Id="rId57" Type="http://schemas.openxmlformats.org/officeDocument/2006/relationships/tags" Target="../tags/tag3289.xml"/><Relationship Id="rId10" Type="http://schemas.openxmlformats.org/officeDocument/2006/relationships/tags" Target="../tags/tag3242.xml"/><Relationship Id="rId31" Type="http://schemas.openxmlformats.org/officeDocument/2006/relationships/tags" Target="../tags/tag3263.xml"/><Relationship Id="rId44" Type="http://schemas.openxmlformats.org/officeDocument/2006/relationships/tags" Target="../tags/tag3276.xml"/><Relationship Id="rId52" Type="http://schemas.openxmlformats.org/officeDocument/2006/relationships/tags" Target="../tags/tag3284.xml"/><Relationship Id="rId60" Type="http://schemas.openxmlformats.org/officeDocument/2006/relationships/tags" Target="../tags/tag3292.xml"/><Relationship Id="rId65" Type="http://schemas.openxmlformats.org/officeDocument/2006/relationships/tags" Target="../tags/tag3297.xml"/><Relationship Id="rId73" Type="http://schemas.openxmlformats.org/officeDocument/2006/relationships/tags" Target="../tags/tag3305.xml"/><Relationship Id="rId78" Type="http://schemas.openxmlformats.org/officeDocument/2006/relationships/tags" Target="../tags/tag3310.xml"/><Relationship Id="rId81" Type="http://schemas.openxmlformats.org/officeDocument/2006/relationships/tags" Target="../tags/tag3313.xml"/><Relationship Id="rId86" Type="http://schemas.openxmlformats.org/officeDocument/2006/relationships/tags" Target="../tags/tag3318.xml"/><Relationship Id="rId94" Type="http://schemas.openxmlformats.org/officeDocument/2006/relationships/tags" Target="../tags/tag3326.xml"/><Relationship Id="rId99" Type="http://schemas.openxmlformats.org/officeDocument/2006/relationships/tags" Target="../tags/tag3331.xml"/><Relationship Id="rId101" Type="http://schemas.openxmlformats.org/officeDocument/2006/relationships/slideLayout" Target="../slideLayouts/slideLayout7.xml"/><Relationship Id="rId4" Type="http://schemas.openxmlformats.org/officeDocument/2006/relationships/tags" Target="../tags/tag3236.xml"/><Relationship Id="rId9" Type="http://schemas.openxmlformats.org/officeDocument/2006/relationships/tags" Target="../tags/tag3241.xml"/><Relationship Id="rId13" Type="http://schemas.openxmlformats.org/officeDocument/2006/relationships/tags" Target="../tags/tag3245.xml"/><Relationship Id="rId18" Type="http://schemas.openxmlformats.org/officeDocument/2006/relationships/tags" Target="../tags/tag3250.xml"/><Relationship Id="rId39" Type="http://schemas.openxmlformats.org/officeDocument/2006/relationships/tags" Target="../tags/tag3271.xml"/><Relationship Id="rId34" Type="http://schemas.openxmlformats.org/officeDocument/2006/relationships/tags" Target="../tags/tag3266.xml"/><Relationship Id="rId50" Type="http://schemas.openxmlformats.org/officeDocument/2006/relationships/tags" Target="../tags/tag3282.xml"/><Relationship Id="rId55" Type="http://schemas.openxmlformats.org/officeDocument/2006/relationships/tags" Target="../tags/tag3287.xml"/><Relationship Id="rId76" Type="http://schemas.openxmlformats.org/officeDocument/2006/relationships/tags" Target="../tags/tag3308.xml"/><Relationship Id="rId97" Type="http://schemas.openxmlformats.org/officeDocument/2006/relationships/tags" Target="../tags/tag3329.xml"/><Relationship Id="rId104" Type="http://schemas.openxmlformats.org/officeDocument/2006/relationships/image" Target="../media/image16.png"/><Relationship Id="rId7" Type="http://schemas.openxmlformats.org/officeDocument/2006/relationships/tags" Target="../tags/tag3239.xml"/><Relationship Id="rId71" Type="http://schemas.openxmlformats.org/officeDocument/2006/relationships/tags" Target="../tags/tag3303.xml"/><Relationship Id="rId92" Type="http://schemas.openxmlformats.org/officeDocument/2006/relationships/tags" Target="../tags/tag3324.xml"/><Relationship Id="rId2" Type="http://schemas.openxmlformats.org/officeDocument/2006/relationships/tags" Target="../tags/tag3234.xml"/><Relationship Id="rId29" Type="http://schemas.openxmlformats.org/officeDocument/2006/relationships/tags" Target="../tags/tag3261.xml"/><Relationship Id="rId24" Type="http://schemas.openxmlformats.org/officeDocument/2006/relationships/tags" Target="../tags/tag3256.xml"/><Relationship Id="rId40" Type="http://schemas.openxmlformats.org/officeDocument/2006/relationships/tags" Target="../tags/tag3272.xml"/><Relationship Id="rId45" Type="http://schemas.openxmlformats.org/officeDocument/2006/relationships/tags" Target="../tags/tag3277.xml"/><Relationship Id="rId66" Type="http://schemas.openxmlformats.org/officeDocument/2006/relationships/tags" Target="../tags/tag3298.xml"/><Relationship Id="rId87" Type="http://schemas.openxmlformats.org/officeDocument/2006/relationships/tags" Target="../tags/tag3319.xml"/><Relationship Id="rId61" Type="http://schemas.openxmlformats.org/officeDocument/2006/relationships/tags" Target="../tags/tag3293.xml"/><Relationship Id="rId82" Type="http://schemas.openxmlformats.org/officeDocument/2006/relationships/tags" Target="../tags/tag3314.xml"/><Relationship Id="rId19" Type="http://schemas.openxmlformats.org/officeDocument/2006/relationships/tags" Target="../tags/tag3251.xml"/><Relationship Id="rId14" Type="http://schemas.openxmlformats.org/officeDocument/2006/relationships/tags" Target="../tags/tag3246.xml"/><Relationship Id="rId30" Type="http://schemas.openxmlformats.org/officeDocument/2006/relationships/tags" Target="../tags/tag3262.xml"/><Relationship Id="rId35" Type="http://schemas.openxmlformats.org/officeDocument/2006/relationships/tags" Target="../tags/tag3267.xml"/><Relationship Id="rId56" Type="http://schemas.openxmlformats.org/officeDocument/2006/relationships/tags" Target="../tags/tag3288.xml"/><Relationship Id="rId77" Type="http://schemas.openxmlformats.org/officeDocument/2006/relationships/tags" Target="../tags/tag3309.xml"/><Relationship Id="rId100" Type="http://schemas.openxmlformats.org/officeDocument/2006/relationships/tags" Target="../tags/tag3332.xml"/><Relationship Id="rId8" Type="http://schemas.openxmlformats.org/officeDocument/2006/relationships/tags" Target="../tags/tag3240.xml"/><Relationship Id="rId51" Type="http://schemas.openxmlformats.org/officeDocument/2006/relationships/tags" Target="../tags/tag3283.xml"/><Relationship Id="rId72" Type="http://schemas.openxmlformats.org/officeDocument/2006/relationships/tags" Target="../tags/tag3304.xml"/><Relationship Id="rId93" Type="http://schemas.openxmlformats.org/officeDocument/2006/relationships/tags" Target="../tags/tag3325.xml"/><Relationship Id="rId98" Type="http://schemas.openxmlformats.org/officeDocument/2006/relationships/tags" Target="../tags/tag3330.xml"/><Relationship Id="rId3" Type="http://schemas.openxmlformats.org/officeDocument/2006/relationships/tags" Target="../tags/tag3235.xml"/></Relationships>
</file>

<file path=ppt/slides/_rels/slide28.xml.rels><?xml version="1.0" encoding="UTF-8" standalone="yes"?>
<Relationships xmlns="http://schemas.openxmlformats.org/package/2006/relationships"><Relationship Id="rId117" Type="http://schemas.openxmlformats.org/officeDocument/2006/relationships/tags" Target="../tags/tag3449.xml"/><Relationship Id="rId21" Type="http://schemas.openxmlformats.org/officeDocument/2006/relationships/tags" Target="../tags/tag3353.xml"/><Relationship Id="rId42" Type="http://schemas.openxmlformats.org/officeDocument/2006/relationships/tags" Target="../tags/tag3374.xml"/><Relationship Id="rId63" Type="http://schemas.openxmlformats.org/officeDocument/2006/relationships/tags" Target="../tags/tag3395.xml"/><Relationship Id="rId84" Type="http://schemas.openxmlformats.org/officeDocument/2006/relationships/tags" Target="../tags/tag3416.xml"/><Relationship Id="rId138" Type="http://schemas.openxmlformats.org/officeDocument/2006/relationships/tags" Target="../tags/tag3470.xml"/><Relationship Id="rId159" Type="http://schemas.openxmlformats.org/officeDocument/2006/relationships/tags" Target="../tags/tag3491.xml"/><Relationship Id="rId170" Type="http://schemas.openxmlformats.org/officeDocument/2006/relationships/tags" Target="../tags/tag3502.xml"/><Relationship Id="rId191" Type="http://schemas.openxmlformats.org/officeDocument/2006/relationships/tags" Target="../tags/tag3523.xml"/><Relationship Id="rId205" Type="http://schemas.openxmlformats.org/officeDocument/2006/relationships/tags" Target="../tags/tag3537.xml"/><Relationship Id="rId107" Type="http://schemas.openxmlformats.org/officeDocument/2006/relationships/tags" Target="../tags/tag3439.xml"/><Relationship Id="rId11" Type="http://schemas.openxmlformats.org/officeDocument/2006/relationships/tags" Target="../tags/tag3343.xml"/><Relationship Id="rId32" Type="http://schemas.openxmlformats.org/officeDocument/2006/relationships/tags" Target="../tags/tag3364.xml"/><Relationship Id="rId53" Type="http://schemas.openxmlformats.org/officeDocument/2006/relationships/tags" Target="../tags/tag3385.xml"/><Relationship Id="rId74" Type="http://schemas.openxmlformats.org/officeDocument/2006/relationships/tags" Target="../tags/tag3406.xml"/><Relationship Id="rId128" Type="http://schemas.openxmlformats.org/officeDocument/2006/relationships/tags" Target="../tags/tag3460.xml"/><Relationship Id="rId149" Type="http://schemas.openxmlformats.org/officeDocument/2006/relationships/tags" Target="../tags/tag3481.xml"/><Relationship Id="rId5" Type="http://schemas.openxmlformats.org/officeDocument/2006/relationships/tags" Target="../tags/tag3337.xml"/><Relationship Id="rId95" Type="http://schemas.openxmlformats.org/officeDocument/2006/relationships/tags" Target="../tags/tag3427.xml"/><Relationship Id="rId160" Type="http://schemas.openxmlformats.org/officeDocument/2006/relationships/tags" Target="../tags/tag3492.xml"/><Relationship Id="rId181" Type="http://schemas.openxmlformats.org/officeDocument/2006/relationships/tags" Target="../tags/tag3513.xml"/><Relationship Id="rId216" Type="http://schemas.openxmlformats.org/officeDocument/2006/relationships/tags" Target="../tags/tag3548.xml"/><Relationship Id="rId22" Type="http://schemas.openxmlformats.org/officeDocument/2006/relationships/tags" Target="../tags/tag3354.xml"/><Relationship Id="rId43" Type="http://schemas.openxmlformats.org/officeDocument/2006/relationships/tags" Target="../tags/tag3375.xml"/><Relationship Id="rId64" Type="http://schemas.openxmlformats.org/officeDocument/2006/relationships/tags" Target="../tags/tag3396.xml"/><Relationship Id="rId118" Type="http://schemas.openxmlformats.org/officeDocument/2006/relationships/tags" Target="../tags/tag3450.xml"/><Relationship Id="rId139" Type="http://schemas.openxmlformats.org/officeDocument/2006/relationships/tags" Target="../tags/tag3471.xml"/><Relationship Id="rId85" Type="http://schemas.openxmlformats.org/officeDocument/2006/relationships/tags" Target="../tags/tag3417.xml"/><Relationship Id="rId150" Type="http://schemas.openxmlformats.org/officeDocument/2006/relationships/tags" Target="../tags/tag3482.xml"/><Relationship Id="rId171" Type="http://schemas.openxmlformats.org/officeDocument/2006/relationships/tags" Target="../tags/tag3503.xml"/><Relationship Id="rId192" Type="http://schemas.openxmlformats.org/officeDocument/2006/relationships/tags" Target="../tags/tag3524.xml"/><Relationship Id="rId206" Type="http://schemas.openxmlformats.org/officeDocument/2006/relationships/tags" Target="../tags/tag3538.xml"/><Relationship Id="rId12" Type="http://schemas.openxmlformats.org/officeDocument/2006/relationships/tags" Target="../tags/tag3344.xml"/><Relationship Id="rId33" Type="http://schemas.openxmlformats.org/officeDocument/2006/relationships/tags" Target="../tags/tag3365.xml"/><Relationship Id="rId108" Type="http://schemas.openxmlformats.org/officeDocument/2006/relationships/tags" Target="../tags/tag3440.xml"/><Relationship Id="rId129" Type="http://schemas.openxmlformats.org/officeDocument/2006/relationships/tags" Target="../tags/tag3461.xml"/><Relationship Id="rId54" Type="http://schemas.openxmlformats.org/officeDocument/2006/relationships/tags" Target="../tags/tag3386.xml"/><Relationship Id="rId75" Type="http://schemas.openxmlformats.org/officeDocument/2006/relationships/tags" Target="../tags/tag3407.xml"/><Relationship Id="rId96" Type="http://schemas.openxmlformats.org/officeDocument/2006/relationships/tags" Target="../tags/tag3428.xml"/><Relationship Id="rId140" Type="http://schemas.openxmlformats.org/officeDocument/2006/relationships/tags" Target="../tags/tag3472.xml"/><Relationship Id="rId161" Type="http://schemas.openxmlformats.org/officeDocument/2006/relationships/tags" Target="../tags/tag3493.xml"/><Relationship Id="rId182" Type="http://schemas.openxmlformats.org/officeDocument/2006/relationships/tags" Target="../tags/tag3514.xml"/><Relationship Id="rId217" Type="http://schemas.openxmlformats.org/officeDocument/2006/relationships/tags" Target="../tags/tag3549.xml"/><Relationship Id="rId6" Type="http://schemas.openxmlformats.org/officeDocument/2006/relationships/tags" Target="../tags/tag3338.xml"/><Relationship Id="rId23" Type="http://schemas.openxmlformats.org/officeDocument/2006/relationships/tags" Target="../tags/tag3355.xml"/><Relationship Id="rId119" Type="http://schemas.openxmlformats.org/officeDocument/2006/relationships/tags" Target="../tags/tag3451.xml"/><Relationship Id="rId44" Type="http://schemas.openxmlformats.org/officeDocument/2006/relationships/tags" Target="../tags/tag3376.xml"/><Relationship Id="rId65" Type="http://schemas.openxmlformats.org/officeDocument/2006/relationships/tags" Target="../tags/tag3397.xml"/><Relationship Id="rId86" Type="http://schemas.openxmlformats.org/officeDocument/2006/relationships/tags" Target="../tags/tag3418.xml"/><Relationship Id="rId130" Type="http://schemas.openxmlformats.org/officeDocument/2006/relationships/tags" Target="../tags/tag3462.xml"/><Relationship Id="rId151" Type="http://schemas.openxmlformats.org/officeDocument/2006/relationships/tags" Target="../tags/tag3483.xml"/><Relationship Id="rId172" Type="http://schemas.openxmlformats.org/officeDocument/2006/relationships/tags" Target="../tags/tag3504.xml"/><Relationship Id="rId193" Type="http://schemas.openxmlformats.org/officeDocument/2006/relationships/tags" Target="../tags/tag3525.xml"/><Relationship Id="rId207" Type="http://schemas.openxmlformats.org/officeDocument/2006/relationships/tags" Target="../tags/tag3539.xml"/><Relationship Id="rId13" Type="http://schemas.openxmlformats.org/officeDocument/2006/relationships/tags" Target="../tags/tag3345.xml"/><Relationship Id="rId109" Type="http://schemas.openxmlformats.org/officeDocument/2006/relationships/tags" Target="../tags/tag3441.xml"/><Relationship Id="rId34" Type="http://schemas.openxmlformats.org/officeDocument/2006/relationships/tags" Target="../tags/tag3366.xml"/><Relationship Id="rId55" Type="http://schemas.openxmlformats.org/officeDocument/2006/relationships/tags" Target="../tags/tag3387.xml"/><Relationship Id="rId76" Type="http://schemas.openxmlformats.org/officeDocument/2006/relationships/tags" Target="../tags/tag3408.xml"/><Relationship Id="rId97" Type="http://schemas.openxmlformats.org/officeDocument/2006/relationships/tags" Target="../tags/tag3429.xml"/><Relationship Id="rId120" Type="http://schemas.openxmlformats.org/officeDocument/2006/relationships/tags" Target="../tags/tag3452.xml"/><Relationship Id="rId141" Type="http://schemas.openxmlformats.org/officeDocument/2006/relationships/tags" Target="../tags/tag3473.xml"/><Relationship Id="rId7" Type="http://schemas.openxmlformats.org/officeDocument/2006/relationships/tags" Target="../tags/tag3339.xml"/><Relationship Id="rId162" Type="http://schemas.openxmlformats.org/officeDocument/2006/relationships/tags" Target="../tags/tag3494.xml"/><Relationship Id="rId183" Type="http://schemas.openxmlformats.org/officeDocument/2006/relationships/tags" Target="../tags/tag3515.xml"/><Relationship Id="rId218" Type="http://schemas.openxmlformats.org/officeDocument/2006/relationships/slideLayout" Target="../slideLayouts/slideLayout7.xml"/><Relationship Id="rId24" Type="http://schemas.openxmlformats.org/officeDocument/2006/relationships/tags" Target="../tags/tag3356.xml"/><Relationship Id="rId45" Type="http://schemas.openxmlformats.org/officeDocument/2006/relationships/tags" Target="../tags/tag3377.xml"/><Relationship Id="rId66" Type="http://schemas.openxmlformats.org/officeDocument/2006/relationships/tags" Target="../tags/tag3398.xml"/><Relationship Id="rId87" Type="http://schemas.openxmlformats.org/officeDocument/2006/relationships/tags" Target="../tags/tag3419.xml"/><Relationship Id="rId110" Type="http://schemas.openxmlformats.org/officeDocument/2006/relationships/tags" Target="../tags/tag3442.xml"/><Relationship Id="rId131" Type="http://schemas.openxmlformats.org/officeDocument/2006/relationships/tags" Target="../tags/tag3463.xml"/><Relationship Id="rId152" Type="http://schemas.openxmlformats.org/officeDocument/2006/relationships/tags" Target="../tags/tag3484.xml"/><Relationship Id="rId173" Type="http://schemas.openxmlformats.org/officeDocument/2006/relationships/tags" Target="../tags/tag3505.xml"/><Relationship Id="rId194" Type="http://schemas.openxmlformats.org/officeDocument/2006/relationships/tags" Target="../tags/tag3526.xml"/><Relationship Id="rId208" Type="http://schemas.openxmlformats.org/officeDocument/2006/relationships/tags" Target="../tags/tag3540.xml"/><Relationship Id="rId14" Type="http://schemas.openxmlformats.org/officeDocument/2006/relationships/tags" Target="../tags/tag3346.xml"/><Relationship Id="rId30" Type="http://schemas.openxmlformats.org/officeDocument/2006/relationships/tags" Target="../tags/tag3362.xml"/><Relationship Id="rId35" Type="http://schemas.openxmlformats.org/officeDocument/2006/relationships/tags" Target="../tags/tag3367.xml"/><Relationship Id="rId56" Type="http://schemas.openxmlformats.org/officeDocument/2006/relationships/tags" Target="../tags/tag3388.xml"/><Relationship Id="rId77" Type="http://schemas.openxmlformats.org/officeDocument/2006/relationships/tags" Target="../tags/tag3409.xml"/><Relationship Id="rId100" Type="http://schemas.openxmlformats.org/officeDocument/2006/relationships/tags" Target="../tags/tag3432.xml"/><Relationship Id="rId105" Type="http://schemas.openxmlformats.org/officeDocument/2006/relationships/tags" Target="../tags/tag3437.xml"/><Relationship Id="rId126" Type="http://schemas.openxmlformats.org/officeDocument/2006/relationships/tags" Target="../tags/tag3458.xml"/><Relationship Id="rId147" Type="http://schemas.openxmlformats.org/officeDocument/2006/relationships/tags" Target="../tags/tag3479.xml"/><Relationship Id="rId168" Type="http://schemas.openxmlformats.org/officeDocument/2006/relationships/tags" Target="../tags/tag3500.xml"/><Relationship Id="rId8" Type="http://schemas.openxmlformats.org/officeDocument/2006/relationships/tags" Target="../tags/tag3340.xml"/><Relationship Id="rId51" Type="http://schemas.openxmlformats.org/officeDocument/2006/relationships/tags" Target="../tags/tag3383.xml"/><Relationship Id="rId72" Type="http://schemas.openxmlformats.org/officeDocument/2006/relationships/tags" Target="../tags/tag3404.xml"/><Relationship Id="rId93" Type="http://schemas.openxmlformats.org/officeDocument/2006/relationships/tags" Target="../tags/tag3425.xml"/><Relationship Id="rId98" Type="http://schemas.openxmlformats.org/officeDocument/2006/relationships/tags" Target="../tags/tag3430.xml"/><Relationship Id="rId121" Type="http://schemas.openxmlformats.org/officeDocument/2006/relationships/tags" Target="../tags/tag3453.xml"/><Relationship Id="rId142" Type="http://schemas.openxmlformats.org/officeDocument/2006/relationships/tags" Target="../tags/tag3474.xml"/><Relationship Id="rId163" Type="http://schemas.openxmlformats.org/officeDocument/2006/relationships/tags" Target="../tags/tag3495.xml"/><Relationship Id="rId184" Type="http://schemas.openxmlformats.org/officeDocument/2006/relationships/tags" Target="../tags/tag3516.xml"/><Relationship Id="rId189" Type="http://schemas.openxmlformats.org/officeDocument/2006/relationships/tags" Target="../tags/tag3521.xml"/><Relationship Id="rId219" Type="http://schemas.openxmlformats.org/officeDocument/2006/relationships/slide" Target="slide20.xml"/><Relationship Id="rId3" Type="http://schemas.openxmlformats.org/officeDocument/2006/relationships/tags" Target="../tags/tag3335.xml"/><Relationship Id="rId214" Type="http://schemas.openxmlformats.org/officeDocument/2006/relationships/tags" Target="../tags/tag3546.xml"/><Relationship Id="rId25" Type="http://schemas.openxmlformats.org/officeDocument/2006/relationships/tags" Target="../tags/tag3357.xml"/><Relationship Id="rId46" Type="http://schemas.openxmlformats.org/officeDocument/2006/relationships/tags" Target="../tags/tag3378.xml"/><Relationship Id="rId67" Type="http://schemas.openxmlformats.org/officeDocument/2006/relationships/tags" Target="../tags/tag3399.xml"/><Relationship Id="rId116" Type="http://schemas.openxmlformats.org/officeDocument/2006/relationships/tags" Target="../tags/tag3448.xml"/><Relationship Id="rId137" Type="http://schemas.openxmlformats.org/officeDocument/2006/relationships/tags" Target="../tags/tag3469.xml"/><Relationship Id="rId158" Type="http://schemas.openxmlformats.org/officeDocument/2006/relationships/tags" Target="../tags/tag3490.xml"/><Relationship Id="rId20" Type="http://schemas.openxmlformats.org/officeDocument/2006/relationships/tags" Target="../tags/tag3352.xml"/><Relationship Id="rId41" Type="http://schemas.openxmlformats.org/officeDocument/2006/relationships/tags" Target="../tags/tag3373.xml"/><Relationship Id="rId62" Type="http://schemas.openxmlformats.org/officeDocument/2006/relationships/tags" Target="../tags/tag3394.xml"/><Relationship Id="rId83" Type="http://schemas.openxmlformats.org/officeDocument/2006/relationships/tags" Target="../tags/tag3415.xml"/><Relationship Id="rId88" Type="http://schemas.openxmlformats.org/officeDocument/2006/relationships/tags" Target="../tags/tag3420.xml"/><Relationship Id="rId111" Type="http://schemas.openxmlformats.org/officeDocument/2006/relationships/tags" Target="../tags/tag3443.xml"/><Relationship Id="rId132" Type="http://schemas.openxmlformats.org/officeDocument/2006/relationships/tags" Target="../tags/tag3464.xml"/><Relationship Id="rId153" Type="http://schemas.openxmlformats.org/officeDocument/2006/relationships/tags" Target="../tags/tag3485.xml"/><Relationship Id="rId174" Type="http://schemas.openxmlformats.org/officeDocument/2006/relationships/tags" Target="../tags/tag3506.xml"/><Relationship Id="rId179" Type="http://schemas.openxmlformats.org/officeDocument/2006/relationships/tags" Target="../tags/tag3511.xml"/><Relationship Id="rId195" Type="http://schemas.openxmlformats.org/officeDocument/2006/relationships/tags" Target="../tags/tag3527.xml"/><Relationship Id="rId209" Type="http://schemas.openxmlformats.org/officeDocument/2006/relationships/tags" Target="../tags/tag3541.xml"/><Relationship Id="rId190" Type="http://schemas.openxmlformats.org/officeDocument/2006/relationships/tags" Target="../tags/tag3522.xml"/><Relationship Id="rId204" Type="http://schemas.openxmlformats.org/officeDocument/2006/relationships/tags" Target="../tags/tag3536.xml"/><Relationship Id="rId15" Type="http://schemas.openxmlformats.org/officeDocument/2006/relationships/tags" Target="../tags/tag3347.xml"/><Relationship Id="rId36" Type="http://schemas.openxmlformats.org/officeDocument/2006/relationships/tags" Target="../tags/tag3368.xml"/><Relationship Id="rId57" Type="http://schemas.openxmlformats.org/officeDocument/2006/relationships/tags" Target="../tags/tag3389.xml"/><Relationship Id="rId106" Type="http://schemas.openxmlformats.org/officeDocument/2006/relationships/tags" Target="../tags/tag3438.xml"/><Relationship Id="rId127" Type="http://schemas.openxmlformats.org/officeDocument/2006/relationships/tags" Target="../tags/tag3459.xml"/><Relationship Id="rId10" Type="http://schemas.openxmlformats.org/officeDocument/2006/relationships/tags" Target="../tags/tag3342.xml"/><Relationship Id="rId31" Type="http://schemas.openxmlformats.org/officeDocument/2006/relationships/tags" Target="../tags/tag3363.xml"/><Relationship Id="rId52" Type="http://schemas.openxmlformats.org/officeDocument/2006/relationships/tags" Target="../tags/tag3384.xml"/><Relationship Id="rId73" Type="http://schemas.openxmlformats.org/officeDocument/2006/relationships/tags" Target="../tags/tag3405.xml"/><Relationship Id="rId78" Type="http://schemas.openxmlformats.org/officeDocument/2006/relationships/tags" Target="../tags/tag3410.xml"/><Relationship Id="rId94" Type="http://schemas.openxmlformats.org/officeDocument/2006/relationships/tags" Target="../tags/tag3426.xml"/><Relationship Id="rId99" Type="http://schemas.openxmlformats.org/officeDocument/2006/relationships/tags" Target="../tags/tag3431.xml"/><Relationship Id="rId101" Type="http://schemas.openxmlformats.org/officeDocument/2006/relationships/tags" Target="../tags/tag3433.xml"/><Relationship Id="rId122" Type="http://schemas.openxmlformats.org/officeDocument/2006/relationships/tags" Target="../tags/tag3454.xml"/><Relationship Id="rId143" Type="http://schemas.openxmlformats.org/officeDocument/2006/relationships/tags" Target="../tags/tag3475.xml"/><Relationship Id="rId148" Type="http://schemas.openxmlformats.org/officeDocument/2006/relationships/tags" Target="../tags/tag3480.xml"/><Relationship Id="rId164" Type="http://schemas.openxmlformats.org/officeDocument/2006/relationships/tags" Target="../tags/tag3496.xml"/><Relationship Id="rId169" Type="http://schemas.openxmlformats.org/officeDocument/2006/relationships/tags" Target="../tags/tag3501.xml"/><Relationship Id="rId185" Type="http://schemas.openxmlformats.org/officeDocument/2006/relationships/tags" Target="../tags/tag3517.xml"/><Relationship Id="rId4" Type="http://schemas.openxmlformats.org/officeDocument/2006/relationships/tags" Target="../tags/tag3336.xml"/><Relationship Id="rId9" Type="http://schemas.openxmlformats.org/officeDocument/2006/relationships/tags" Target="../tags/tag3341.xml"/><Relationship Id="rId180" Type="http://schemas.openxmlformats.org/officeDocument/2006/relationships/tags" Target="../tags/tag3512.xml"/><Relationship Id="rId210" Type="http://schemas.openxmlformats.org/officeDocument/2006/relationships/tags" Target="../tags/tag3542.xml"/><Relationship Id="rId215" Type="http://schemas.openxmlformats.org/officeDocument/2006/relationships/tags" Target="../tags/tag3547.xml"/><Relationship Id="rId26" Type="http://schemas.openxmlformats.org/officeDocument/2006/relationships/tags" Target="../tags/tag3358.xml"/><Relationship Id="rId47" Type="http://schemas.openxmlformats.org/officeDocument/2006/relationships/tags" Target="../tags/tag3379.xml"/><Relationship Id="rId68" Type="http://schemas.openxmlformats.org/officeDocument/2006/relationships/tags" Target="../tags/tag3400.xml"/><Relationship Id="rId89" Type="http://schemas.openxmlformats.org/officeDocument/2006/relationships/tags" Target="../tags/tag3421.xml"/><Relationship Id="rId112" Type="http://schemas.openxmlformats.org/officeDocument/2006/relationships/tags" Target="../tags/tag3444.xml"/><Relationship Id="rId133" Type="http://schemas.openxmlformats.org/officeDocument/2006/relationships/tags" Target="../tags/tag3465.xml"/><Relationship Id="rId154" Type="http://schemas.openxmlformats.org/officeDocument/2006/relationships/tags" Target="../tags/tag3486.xml"/><Relationship Id="rId175" Type="http://schemas.openxmlformats.org/officeDocument/2006/relationships/tags" Target="../tags/tag3507.xml"/><Relationship Id="rId196" Type="http://schemas.openxmlformats.org/officeDocument/2006/relationships/tags" Target="../tags/tag3528.xml"/><Relationship Id="rId200" Type="http://schemas.openxmlformats.org/officeDocument/2006/relationships/tags" Target="../tags/tag3532.xml"/><Relationship Id="rId16" Type="http://schemas.openxmlformats.org/officeDocument/2006/relationships/tags" Target="../tags/tag3348.xml"/><Relationship Id="rId37" Type="http://schemas.openxmlformats.org/officeDocument/2006/relationships/tags" Target="../tags/tag3369.xml"/><Relationship Id="rId58" Type="http://schemas.openxmlformats.org/officeDocument/2006/relationships/tags" Target="../tags/tag3390.xml"/><Relationship Id="rId79" Type="http://schemas.openxmlformats.org/officeDocument/2006/relationships/tags" Target="../tags/tag3411.xml"/><Relationship Id="rId102" Type="http://schemas.openxmlformats.org/officeDocument/2006/relationships/tags" Target="../tags/tag3434.xml"/><Relationship Id="rId123" Type="http://schemas.openxmlformats.org/officeDocument/2006/relationships/tags" Target="../tags/tag3455.xml"/><Relationship Id="rId144" Type="http://schemas.openxmlformats.org/officeDocument/2006/relationships/tags" Target="../tags/tag3476.xml"/><Relationship Id="rId90" Type="http://schemas.openxmlformats.org/officeDocument/2006/relationships/tags" Target="../tags/tag3422.xml"/><Relationship Id="rId165" Type="http://schemas.openxmlformats.org/officeDocument/2006/relationships/tags" Target="../tags/tag3497.xml"/><Relationship Id="rId186" Type="http://schemas.openxmlformats.org/officeDocument/2006/relationships/tags" Target="../tags/tag3518.xml"/><Relationship Id="rId211" Type="http://schemas.openxmlformats.org/officeDocument/2006/relationships/tags" Target="../tags/tag3543.xml"/><Relationship Id="rId27" Type="http://schemas.openxmlformats.org/officeDocument/2006/relationships/tags" Target="../tags/tag3359.xml"/><Relationship Id="rId48" Type="http://schemas.openxmlformats.org/officeDocument/2006/relationships/tags" Target="../tags/tag3380.xml"/><Relationship Id="rId69" Type="http://schemas.openxmlformats.org/officeDocument/2006/relationships/tags" Target="../tags/tag3401.xml"/><Relationship Id="rId113" Type="http://schemas.openxmlformats.org/officeDocument/2006/relationships/tags" Target="../tags/tag3445.xml"/><Relationship Id="rId134" Type="http://schemas.openxmlformats.org/officeDocument/2006/relationships/tags" Target="../tags/tag3466.xml"/><Relationship Id="rId80" Type="http://schemas.openxmlformats.org/officeDocument/2006/relationships/tags" Target="../tags/tag3412.xml"/><Relationship Id="rId155" Type="http://schemas.openxmlformats.org/officeDocument/2006/relationships/tags" Target="../tags/tag3487.xml"/><Relationship Id="rId176" Type="http://schemas.openxmlformats.org/officeDocument/2006/relationships/tags" Target="../tags/tag3508.xml"/><Relationship Id="rId197" Type="http://schemas.openxmlformats.org/officeDocument/2006/relationships/tags" Target="../tags/tag3529.xml"/><Relationship Id="rId201" Type="http://schemas.openxmlformats.org/officeDocument/2006/relationships/tags" Target="../tags/tag3533.xml"/><Relationship Id="rId17" Type="http://schemas.openxmlformats.org/officeDocument/2006/relationships/tags" Target="../tags/tag3349.xml"/><Relationship Id="rId38" Type="http://schemas.openxmlformats.org/officeDocument/2006/relationships/tags" Target="../tags/tag3370.xml"/><Relationship Id="rId59" Type="http://schemas.openxmlformats.org/officeDocument/2006/relationships/tags" Target="../tags/tag3391.xml"/><Relationship Id="rId103" Type="http://schemas.openxmlformats.org/officeDocument/2006/relationships/tags" Target="../tags/tag3435.xml"/><Relationship Id="rId124" Type="http://schemas.openxmlformats.org/officeDocument/2006/relationships/tags" Target="../tags/tag3456.xml"/><Relationship Id="rId70" Type="http://schemas.openxmlformats.org/officeDocument/2006/relationships/tags" Target="../tags/tag3402.xml"/><Relationship Id="rId91" Type="http://schemas.openxmlformats.org/officeDocument/2006/relationships/tags" Target="../tags/tag3423.xml"/><Relationship Id="rId145" Type="http://schemas.openxmlformats.org/officeDocument/2006/relationships/tags" Target="../tags/tag3477.xml"/><Relationship Id="rId166" Type="http://schemas.openxmlformats.org/officeDocument/2006/relationships/tags" Target="../tags/tag3498.xml"/><Relationship Id="rId187" Type="http://schemas.openxmlformats.org/officeDocument/2006/relationships/tags" Target="../tags/tag3519.xml"/><Relationship Id="rId1" Type="http://schemas.openxmlformats.org/officeDocument/2006/relationships/tags" Target="../tags/tag3333.xml"/><Relationship Id="rId212" Type="http://schemas.openxmlformats.org/officeDocument/2006/relationships/tags" Target="../tags/tag3544.xml"/><Relationship Id="rId28" Type="http://schemas.openxmlformats.org/officeDocument/2006/relationships/tags" Target="../tags/tag3360.xml"/><Relationship Id="rId49" Type="http://schemas.openxmlformats.org/officeDocument/2006/relationships/tags" Target="../tags/tag3381.xml"/><Relationship Id="rId114" Type="http://schemas.openxmlformats.org/officeDocument/2006/relationships/tags" Target="../tags/tag3446.xml"/><Relationship Id="rId60" Type="http://schemas.openxmlformats.org/officeDocument/2006/relationships/tags" Target="../tags/tag3392.xml"/><Relationship Id="rId81" Type="http://schemas.openxmlformats.org/officeDocument/2006/relationships/tags" Target="../tags/tag3413.xml"/><Relationship Id="rId135" Type="http://schemas.openxmlformats.org/officeDocument/2006/relationships/tags" Target="../tags/tag3467.xml"/><Relationship Id="rId156" Type="http://schemas.openxmlformats.org/officeDocument/2006/relationships/tags" Target="../tags/tag3488.xml"/><Relationship Id="rId177" Type="http://schemas.openxmlformats.org/officeDocument/2006/relationships/tags" Target="../tags/tag3509.xml"/><Relationship Id="rId198" Type="http://schemas.openxmlformats.org/officeDocument/2006/relationships/tags" Target="../tags/tag3530.xml"/><Relationship Id="rId202" Type="http://schemas.openxmlformats.org/officeDocument/2006/relationships/tags" Target="../tags/tag3534.xml"/><Relationship Id="rId18" Type="http://schemas.openxmlformats.org/officeDocument/2006/relationships/tags" Target="../tags/tag3350.xml"/><Relationship Id="rId39" Type="http://schemas.openxmlformats.org/officeDocument/2006/relationships/tags" Target="../tags/tag3371.xml"/><Relationship Id="rId50" Type="http://schemas.openxmlformats.org/officeDocument/2006/relationships/tags" Target="../tags/tag3382.xml"/><Relationship Id="rId104" Type="http://schemas.openxmlformats.org/officeDocument/2006/relationships/tags" Target="../tags/tag3436.xml"/><Relationship Id="rId125" Type="http://schemas.openxmlformats.org/officeDocument/2006/relationships/tags" Target="../tags/tag3457.xml"/><Relationship Id="rId146" Type="http://schemas.openxmlformats.org/officeDocument/2006/relationships/tags" Target="../tags/tag3478.xml"/><Relationship Id="rId167" Type="http://schemas.openxmlformats.org/officeDocument/2006/relationships/tags" Target="../tags/tag3499.xml"/><Relationship Id="rId188" Type="http://schemas.openxmlformats.org/officeDocument/2006/relationships/tags" Target="../tags/tag3520.xml"/><Relationship Id="rId71" Type="http://schemas.openxmlformats.org/officeDocument/2006/relationships/tags" Target="../tags/tag3403.xml"/><Relationship Id="rId92" Type="http://schemas.openxmlformats.org/officeDocument/2006/relationships/tags" Target="../tags/tag3424.xml"/><Relationship Id="rId213" Type="http://schemas.openxmlformats.org/officeDocument/2006/relationships/tags" Target="../tags/tag3545.xml"/><Relationship Id="rId2" Type="http://schemas.openxmlformats.org/officeDocument/2006/relationships/tags" Target="../tags/tag3334.xml"/><Relationship Id="rId29" Type="http://schemas.openxmlformats.org/officeDocument/2006/relationships/tags" Target="../tags/tag3361.xml"/><Relationship Id="rId40" Type="http://schemas.openxmlformats.org/officeDocument/2006/relationships/tags" Target="../tags/tag3372.xml"/><Relationship Id="rId115" Type="http://schemas.openxmlformats.org/officeDocument/2006/relationships/tags" Target="../tags/tag3447.xml"/><Relationship Id="rId136" Type="http://schemas.openxmlformats.org/officeDocument/2006/relationships/tags" Target="../tags/tag3468.xml"/><Relationship Id="rId157" Type="http://schemas.openxmlformats.org/officeDocument/2006/relationships/tags" Target="../tags/tag3489.xml"/><Relationship Id="rId178" Type="http://schemas.openxmlformats.org/officeDocument/2006/relationships/tags" Target="../tags/tag3510.xml"/><Relationship Id="rId61" Type="http://schemas.openxmlformats.org/officeDocument/2006/relationships/tags" Target="../tags/tag3393.xml"/><Relationship Id="rId82" Type="http://schemas.openxmlformats.org/officeDocument/2006/relationships/tags" Target="../tags/tag3414.xml"/><Relationship Id="rId199" Type="http://schemas.openxmlformats.org/officeDocument/2006/relationships/tags" Target="../tags/tag3531.xml"/><Relationship Id="rId203" Type="http://schemas.openxmlformats.org/officeDocument/2006/relationships/tags" Target="../tags/tag3535.xml"/><Relationship Id="rId19" Type="http://schemas.openxmlformats.org/officeDocument/2006/relationships/tags" Target="../tags/tag335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3551.xml"/><Relationship Id="rId1" Type="http://schemas.openxmlformats.org/officeDocument/2006/relationships/tags" Target="../tags/tag35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4D137-C19B-469C-BA78-A0BD1EA0AC38}" type="slidenum">
              <a:rPr lang="en-US" altLang="zh-CN"/>
              <a:t>1</a:t>
            </a:fld>
            <a:endParaRPr lang="en-US" altLang="zh-CN"/>
          </a:p>
        </p:txBody>
      </p:sp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762000" y="1297623"/>
            <a:ext cx="7467600" cy="860425"/>
          </a:xfrm>
          <a:prstGeom prst="rect">
            <a:avLst/>
          </a:prstGeom>
          <a:solidFill>
            <a:srgbClr val="CC99FF">
              <a:alpha val="80000"/>
            </a:srgbClr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4000" b="1" dirty="0">
                <a:latin typeface="黑体" panose="02010609060101010101" pitchFamily="2" charset="-122"/>
                <a:ea typeface="黑体" panose="02010609060101010101" pitchFamily="2" charset="-122"/>
              </a:rPr>
              <a:t>第</a:t>
            </a:r>
            <a:r>
              <a:rPr lang="en-US" altLang="zh-CN" sz="4000" b="1" dirty="0">
                <a:latin typeface="黑体" panose="02010609060101010101" pitchFamily="2" charset="-122"/>
                <a:ea typeface="黑体" panose="02010609060101010101" pitchFamily="2" charset="-122"/>
              </a:rPr>
              <a:t>4</a:t>
            </a:r>
            <a:r>
              <a:rPr lang="zh-CN" altLang="en-US" sz="4000" b="1" dirty="0">
                <a:latin typeface="黑体" panose="02010609060101010101" pitchFamily="2" charset="-122"/>
                <a:ea typeface="黑体" panose="02010609060101010101" pitchFamily="2" charset="-122"/>
              </a:rPr>
              <a:t>章 时序逻辑电路</a:t>
            </a:r>
            <a:endParaRPr lang="en-US" altLang="zh-CN" sz="40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" name="Text Box 108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29895" y="2341880"/>
            <a:ext cx="8403590" cy="37458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※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主要内容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⑴时序逻辑电路概述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有限</a:t>
            </a:r>
            <a:r>
              <a:rPr lang="zh-CN" altLang="en-US" sz="1800" b="1" dirty="0">
                <a:latin typeface="宋体" panose="02010600030101010101" pitchFamily="2" charset="-122"/>
              </a:rPr>
              <a:t>状态机，电路基本结构，电路的</a:t>
            </a:r>
            <a:r>
              <a:rPr lang="zh-CN" sz="1800" b="1" dirty="0">
                <a:latin typeface="宋体" panose="02010600030101010101" pitchFamily="2" charset="-122"/>
              </a:rPr>
              <a:t>定时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⑵锁存器与触发器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   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双稳态元件，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SR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锁存器，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D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锁存器，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                               D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触发器，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T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触发器</a:t>
            </a:r>
            <a:endParaRPr lang="en-US" altLang="zh-CN" sz="1800" b="1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⑶同步时序逻辑电路设计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设计步骤，状态图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状态表设计，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                               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状态化简和状态编码，电路设计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&amp;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分析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⑷典型时序逻辑部件设计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计数器，寄存器和寄存器堆，移位寄存器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※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总体要求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271780" indent="-27178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+mn-ea"/>
              </a:rPr>
              <a:t>    </a:t>
            </a:r>
            <a:r>
              <a:rPr lang="zh-CN" altLang="en-US" sz="2200" b="1" u="sng" dirty="0">
                <a:solidFill>
                  <a:schemeClr val="accent2"/>
                </a:solidFill>
                <a:latin typeface="+mn-ea"/>
              </a:rPr>
              <a:t>掌握</a:t>
            </a:r>
            <a:r>
              <a:rPr lang="zh-CN" altLang="en-US" sz="2200" b="1" dirty="0">
                <a:latin typeface="+mn-ea"/>
              </a:rPr>
              <a:t>时序逻辑电路的组成，</a:t>
            </a:r>
            <a:r>
              <a:rPr lang="zh-CN" altLang="en-US" sz="2200" b="1" u="sng" dirty="0">
                <a:solidFill>
                  <a:schemeClr val="accent2"/>
                </a:solidFill>
                <a:latin typeface="+mn-ea"/>
              </a:rPr>
              <a:t>可分析和设计</a:t>
            </a:r>
            <a:r>
              <a:rPr lang="zh-CN" altLang="en-US" sz="2200" b="1" dirty="0">
                <a:latin typeface="+mn-ea"/>
              </a:rPr>
              <a:t>时序逻辑电路</a:t>
            </a:r>
            <a:endParaRPr lang="en-US" altLang="zh-CN" sz="1800" b="1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 Box 7"/>
          <p:cNvSpPr txBox="1">
            <a:spLocks noChangeArrowheads="1"/>
          </p:cNvSpPr>
          <p:nvPr/>
        </p:nvSpPr>
        <p:spPr bwMode="auto">
          <a:xfrm>
            <a:off x="179070" y="1196752"/>
            <a:ext cx="4243705" cy="46785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时序</a:t>
            </a:r>
            <a:r>
              <a:rPr lang="zh-CN" sz="2200" b="1" dirty="0">
                <a:solidFill>
                  <a:srgbClr val="C00000"/>
                </a:solidFill>
                <a:latin typeface="+mn-ea"/>
                <a:ea typeface="+mn-ea"/>
                <a:sym typeface="+mn-ea"/>
              </a:rPr>
              <a:t>逻辑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  <a:sym typeface="+mn-ea"/>
              </a:rPr>
              <a:t>电路</a:t>
            </a:r>
            <a:r>
              <a:rPr lang="zh-CN" sz="2200" b="1" dirty="0">
                <a:solidFill>
                  <a:srgbClr val="C00000"/>
                </a:solidFill>
                <a:latin typeface="+mn-ea"/>
                <a:ea typeface="+mn-ea"/>
                <a:sym typeface="+mn-ea"/>
              </a:rPr>
              <a:t>：</a:t>
            </a:r>
          </a:p>
          <a:p>
            <a:pPr>
              <a:lnSpc>
                <a:spcPct val="125000"/>
              </a:lnSpc>
            </a:pPr>
            <a:endParaRPr lang="en-US" altLang="zh-CN" sz="18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当前状态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时序的内涵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时序逻辑电路的结构：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基本结构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结构分类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按输出信号特点分：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按状态转换方式分：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2</a:t>
            </a:fld>
            <a:endParaRPr lang="en-US" altLang="zh-CN"/>
          </a:p>
        </p:txBody>
      </p:sp>
      <p:sp>
        <p:nvSpPr>
          <p:cNvPr id="5" name="Text Box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76808" y="260648"/>
            <a:ext cx="746760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/>
            <a:r>
              <a:rPr lang="en-US" altLang="zh-CN" sz="2800" b="1" dirty="0">
                <a:latin typeface="宋体" panose="02010600030101010101" pitchFamily="2" charset="-122"/>
              </a:rPr>
              <a:t>§4.1 </a:t>
            </a:r>
            <a:r>
              <a:rPr lang="zh-CN" altLang="en-US" sz="2800" b="1" dirty="0">
                <a:latin typeface="宋体" panose="02010600030101010101" pitchFamily="2" charset="-122"/>
              </a:rPr>
              <a:t>时序逻辑电路概述</a:t>
            </a:r>
          </a:p>
        </p:txBody>
      </p:sp>
      <p:sp>
        <p:nvSpPr>
          <p:cNvPr id="10" name="Text Box 27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9512" y="764704"/>
            <a:ext cx="8785225" cy="4241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 ※</a:t>
            </a: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主要内容：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电路的基本结构，有限状态机，电路的</a:t>
            </a:r>
            <a:r>
              <a:rPr lang="zh-CN" sz="2000" b="1" dirty="0">
                <a:latin typeface="宋体" panose="02010600030101010101" pitchFamily="2" charset="-122"/>
                <a:sym typeface="+mn-ea"/>
              </a:rPr>
              <a:t>定时</a:t>
            </a:r>
            <a:endParaRPr lang="zh-CN" altLang="en-US" sz="2000" b="1" dirty="0">
              <a:latin typeface="宋体" panose="02010600030101010101" pitchFamily="2" charset="-122"/>
            </a:endParaRPr>
          </a:p>
        </p:txBody>
      </p:sp>
      <p:sp>
        <p:nvSpPr>
          <p:cNvPr id="243719" name="Text Box 7"/>
          <p:cNvSpPr txBox="1">
            <a:spLocks noChangeArrowheads="1"/>
          </p:cNvSpPr>
          <p:nvPr/>
        </p:nvSpPr>
        <p:spPr bwMode="auto">
          <a:xfrm>
            <a:off x="1043608" y="1196752"/>
            <a:ext cx="7992888" cy="497392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      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输出依赖于</a:t>
            </a:r>
            <a:r>
              <a:rPr lang="zh-CN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输入</a:t>
            </a:r>
            <a:r>
              <a:rPr lang="zh-CN" sz="2200" b="1" u="sng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及</a:t>
            </a:r>
            <a:r>
              <a:rPr lang="zh-CN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当前状态</a:t>
            </a:r>
            <a:r>
              <a:rPr lang="zh-CN" sz="2200" b="1" dirty="0">
                <a:latin typeface="宋体" panose="02010600030101010101" pitchFamily="2" charset="-122"/>
                <a:sym typeface="+mn-ea"/>
              </a:rPr>
              <a:t>，即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Z</a:t>
            </a:r>
            <a:r>
              <a:rPr lang="en-US" altLang="zh-CN" sz="2000" b="1" baseline="30000" dirty="0">
                <a:latin typeface="宋体" panose="02010600030101010101" pitchFamily="2" charset="-122"/>
                <a:sym typeface="+mn-ea"/>
              </a:rPr>
              <a:t>n+1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F(X1,…,Xm,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Q</a:t>
            </a:r>
            <a:r>
              <a:rPr lang="en-US" altLang="zh-CN" sz="2000" b="1" baseline="30000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n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zh-CN" sz="22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               如：下次音量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旋钮值＋当前音量，无需从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0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开始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复杂度</a:t>
            </a:r>
            <a:r>
              <a:rPr lang="zh-CN" altLang="en-US" sz="1600" b="1" dirty="0">
                <a:latin typeface="+mn-lt"/>
                <a:sym typeface="+mn-ea"/>
              </a:rPr>
              <a:t>↓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8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    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表示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过去时刻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的行为结果，用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存储电路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保存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、可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改变</a:t>
            </a:r>
            <a:endParaRPr lang="zh-CN" altLang="en-US" sz="2200" b="1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      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指状态改变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Q</a:t>
            </a:r>
            <a:r>
              <a:rPr lang="en-US" altLang="zh-CN" sz="1600" b="1" baseline="30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n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→Q</a:t>
            </a:r>
            <a:r>
              <a:rPr lang="en-US" altLang="zh-CN" sz="1600" b="1" baseline="30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n+1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的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时刻及次序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</a:t>
            </a:r>
          </a:p>
          <a:p>
            <a:pPr marL="0" indent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                </a:t>
            </a:r>
            <a:r>
              <a:rPr lang="en-US" altLang="zh-CN" sz="1800" dirty="0">
                <a:latin typeface="宋体" panose="02010600030101010101" pitchFamily="2" charset="-122"/>
                <a:sym typeface="+mn-ea"/>
              </a:rPr>
              <a:t>      </a:t>
            </a:r>
            <a:r>
              <a:rPr lang="en-US" altLang="zh-CN" sz="1400" dirty="0">
                <a:latin typeface="宋体" panose="02010600030101010101" pitchFamily="2" charset="-122"/>
                <a:sym typeface="+mn-ea"/>
              </a:rPr>
              <a:t>  </a:t>
            </a:r>
            <a:r>
              <a:rPr lang="en-US" altLang="zh-CN" sz="18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zh-CN" sz="18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设</a:t>
            </a:r>
            <a:r>
              <a:rPr lang="en-US" altLang="zh-CN" sz="1800" b="1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Q</a:t>
            </a:r>
            <a:r>
              <a:rPr lang="en-US" altLang="zh-CN" sz="1800" b="1" baseline="30000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n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1800" b="1" dirty="0" err="1">
                <a:latin typeface="宋体" panose="02010600030101010101" pitchFamily="2" charset="-122"/>
                <a:sym typeface="+mn-ea"/>
              </a:rPr>
              <a:t>q</a:t>
            </a:r>
            <a:r>
              <a:rPr lang="en-US" altLang="zh-CN" sz="1800" b="1" baseline="-18000" dirty="0" err="1">
                <a:latin typeface="宋体" panose="02010600030101010101" pitchFamily="2" charset="-122"/>
                <a:sym typeface="+mn-ea"/>
              </a:rPr>
              <a:t>k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…q</a:t>
            </a:r>
            <a:r>
              <a:rPr lang="en-US" altLang="zh-CN" sz="1800" b="1" baseline="-18000" dirty="0">
                <a:latin typeface="宋体" panose="02010600030101010101" pitchFamily="2" charset="-122"/>
                <a:sym typeface="+mn-ea"/>
              </a:rPr>
              <a:t>0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   </a:t>
            </a:r>
            <a:r>
              <a:rPr lang="en-US" altLang="zh-CN" sz="18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zh-CN" sz="18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sz="1800" b="1" dirty="0">
                <a:latin typeface="宋体" panose="02010600030101010101" pitchFamily="2" charset="-122"/>
                <a:sym typeface="+mn-ea"/>
              </a:rPr>
              <a:t>受输入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及</a:t>
            </a:r>
            <a:r>
              <a:rPr lang="en-US" altLang="zh-CN" sz="1800" b="1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Q</a:t>
            </a:r>
            <a:r>
              <a:rPr lang="en-US" altLang="zh-CN" sz="1800" b="1" baseline="30000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n</a:t>
            </a:r>
            <a:r>
              <a:rPr lang="zh-CN" sz="1800" b="1" dirty="0">
                <a:latin typeface="宋体" panose="02010600030101010101" pitchFamily="2" charset="-122"/>
                <a:sym typeface="+mn-ea"/>
              </a:rPr>
              <a:t>影响</a:t>
            </a:r>
            <a:endParaRPr lang="en-US" altLang="zh-CN" sz="18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170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        存储逻辑＋组合逻辑</a:t>
            </a:r>
            <a:endParaRPr lang="en-US" altLang="zh-CN" sz="22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              </a:t>
            </a:r>
            <a:r>
              <a:rPr lang="en-US" altLang="zh-CN" sz="2200" b="1" u="sng" dirty="0">
                <a:latin typeface="宋体" panose="02010600030101010101" pitchFamily="2" charset="-122"/>
                <a:cs typeface="Times New Roman" panose="02020603050405020304" pitchFamily="18" charset="0"/>
                <a:sym typeface="+mn-ea"/>
              </a:rPr>
              <a:t>Mealy</a:t>
            </a:r>
            <a:r>
              <a:rPr lang="en-US" altLang="zh-CN" sz="1600" b="1" u="sng" dirty="0">
                <a:latin typeface="宋体" panose="02010600030101010101" pitchFamily="2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zh-CN" sz="1600" b="1" u="sng" dirty="0">
                <a:latin typeface="宋体" panose="02010600030101010101" pitchFamily="2" charset="-122"/>
                <a:sym typeface="+mn-ea"/>
              </a:rPr>
              <a:t>米利</a:t>
            </a:r>
            <a:r>
              <a:rPr lang="en-US" altLang="zh-CN" sz="1600" b="1" u="sng" dirty="0">
                <a:latin typeface="宋体" panose="02010600030101010101" pitchFamily="2" charset="-122"/>
                <a:cs typeface="Times New Roman" panose="02020603050405020304" pitchFamily="18" charset="0"/>
                <a:sym typeface="+mn-ea"/>
              </a:rPr>
              <a:t>)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型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zh-CN" sz="2200" b="1" u="sng" dirty="0">
                <a:latin typeface="宋体" panose="02010600030101010101" pitchFamily="2" charset="-122"/>
                <a:sym typeface="+mn-ea"/>
              </a:rPr>
              <a:t>Moore</a:t>
            </a:r>
            <a:r>
              <a:rPr lang="en-US" altLang="zh-CN" sz="1600" b="1" u="sng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u="sng" dirty="0">
                <a:latin typeface="宋体" panose="02010600030101010101" pitchFamily="2" charset="-122"/>
                <a:sym typeface="+mn-ea"/>
              </a:rPr>
              <a:t>摩尔</a:t>
            </a:r>
            <a:r>
              <a:rPr lang="en-US" altLang="zh-CN" sz="1600" b="1" u="sng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型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</a:t>
            </a:r>
            <a:endParaRPr lang="zh-CN" altLang="en-US" sz="22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         </a:t>
            </a:r>
            <a:r>
              <a:rPr lang="zh-CN" altLang="zh-CN" sz="16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zh-CN" sz="16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16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Z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F(</a:t>
            </a:r>
            <a:r>
              <a:rPr lang="en-US" altLang="zh-CN" sz="16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X,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Q)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zh-CN" sz="16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zh-CN" sz="16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Z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F(Q)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，纯存储部件</a:t>
            </a:r>
            <a:endParaRPr lang="zh-CN" altLang="zh-CN" sz="1600" b="1" dirty="0"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同步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时序逻辑、 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异步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时序逻辑</a:t>
            </a:r>
          </a:p>
          <a:p>
            <a:pPr marL="0" indent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</a:t>
            </a:r>
            <a:r>
              <a:rPr lang="en-US" altLang="zh-CN" sz="1600" b="1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仅用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CLK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触发→</a:t>
            </a:r>
            <a:r>
              <a:rPr lang="zh-CN" altLang="en-US" sz="16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┴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Q</a:t>
            </a:r>
            <a:r>
              <a:rPr lang="en-US" altLang="zh-CN" sz="1600" b="1" baseline="30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n+1</a:t>
            </a:r>
            <a:r>
              <a:rPr lang="zh-CN" altLang="en-US" sz="1600" b="1" spc="-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各位</a:t>
            </a:r>
            <a:r>
              <a:rPr lang="zh-CN" altLang="en-US" sz="1600" b="1" u="sng" spc="-100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同时</a:t>
            </a:r>
            <a:r>
              <a:rPr lang="en-US" altLang="zh-CN" sz="1600" b="1" u="sng" spc="-100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1600" b="1" u="sng" spc="-100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分时改变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→</a:t>
            </a:r>
            <a:r>
              <a:rPr lang="zh-CN" altLang="en-US" sz="16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┴</a:t>
            </a:r>
            <a:r>
              <a:rPr lang="zh-CN" altLang="zh-CN" sz="16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1600" b="1" dirty="0" err="1">
                <a:latin typeface="宋体" panose="02010600030101010101" pitchFamily="2" charset="-122"/>
                <a:sym typeface="+mn-ea"/>
              </a:rPr>
              <a:t>q</a:t>
            </a:r>
            <a:r>
              <a:rPr lang="en-US" altLang="zh-CN" sz="1600" b="1" baseline="-18000" dirty="0" err="1">
                <a:latin typeface="宋体" panose="02010600030101010101" pitchFamily="2" charset="-122"/>
                <a:sym typeface="+mn-ea"/>
              </a:rPr>
              <a:t>j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还受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q</a:t>
            </a:r>
            <a:r>
              <a:rPr lang="en-US" altLang="zh-CN" sz="1600" b="1" baseline="-18000" dirty="0">
                <a:latin typeface="宋体" panose="02010600030101010101" pitchFamily="2" charset="-122"/>
                <a:sym typeface="+mn-ea"/>
              </a:rPr>
              <a:t>i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影响</a:t>
            </a:r>
          </a:p>
        </p:txBody>
      </p:sp>
      <p:sp>
        <p:nvSpPr>
          <p:cNvPr id="243806" name="AutoShape 94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 rot="10800000">
            <a:off x="3995937" y="6524303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61B62243-6851-466E-BB65-2AA3C23D0098}"/>
              </a:ext>
            </a:extLst>
          </p:cNvPr>
          <p:cNvGrpSpPr/>
          <p:nvPr/>
        </p:nvGrpSpPr>
        <p:grpSpPr>
          <a:xfrm>
            <a:off x="2376781" y="3789040"/>
            <a:ext cx="5615305" cy="899795"/>
            <a:chOff x="3856" y="1134"/>
            <a:chExt cx="8843" cy="1417"/>
          </a:xfrm>
        </p:grpSpPr>
        <p:sp>
          <p:nvSpPr>
            <p:cNvPr id="52" name="Text Box 36">
              <a:extLst>
                <a:ext uri="{FF2B5EF4-FFF2-40B4-BE49-F238E27FC236}">
                  <a16:creationId xmlns:a16="http://schemas.microsoft.com/office/drawing/2014/main" id="{CF7178E1-267D-4C24-912E-3C34537EA5A7}"/>
                </a:ext>
              </a:extLst>
            </p:cNvPr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5953" y="1134"/>
              <a:ext cx="5669" cy="1417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3F5795D9-2AB8-4AA1-8E23-46B90658C241}"/>
                </a:ext>
              </a:extLst>
            </p:cNvPr>
            <p:cNvCxnSpPr/>
            <p:nvPr>
              <p:custDataLst>
                <p:tags r:id="rId12"/>
              </p:custDataLst>
            </p:nvPr>
          </p:nvCxnSpPr>
          <p:spPr bwMode="auto">
            <a:xfrm flipV="1">
              <a:off x="9581" y="2041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58" name="直接箭头连接符 57">
              <a:extLst>
                <a:ext uri="{FF2B5EF4-FFF2-40B4-BE49-F238E27FC236}">
                  <a16:creationId xmlns:a16="http://schemas.microsoft.com/office/drawing/2014/main" id="{908BD2F2-EDF3-4B8B-BEDE-0C3A3566BB82}"/>
                </a:ext>
              </a:extLst>
            </p:cNvPr>
            <p:cNvCxnSpPr/>
            <p:nvPr>
              <p:custDataLst>
                <p:tags r:id="rId13"/>
              </p:custDataLst>
            </p:nvPr>
          </p:nvCxnSpPr>
          <p:spPr bwMode="auto">
            <a:xfrm flipH="1">
              <a:off x="6066" y="1247"/>
              <a:ext cx="0" cy="39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EAC99A0F-2E61-4808-90AB-50C414044CDC}"/>
                </a:ext>
              </a:extLst>
            </p:cNvPr>
            <p:cNvCxnSpPr/>
            <p:nvPr>
              <p:custDataLst>
                <p:tags r:id="rId14"/>
              </p:custDataLst>
            </p:nvPr>
          </p:nvCxnSpPr>
          <p:spPr bwMode="auto">
            <a:xfrm flipV="1">
              <a:off x="5784" y="1644"/>
              <a:ext cx="56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1" name="直接箭头连接符 60">
              <a:extLst>
                <a:ext uri="{FF2B5EF4-FFF2-40B4-BE49-F238E27FC236}">
                  <a16:creationId xmlns:a16="http://schemas.microsoft.com/office/drawing/2014/main" id="{104908DF-987B-4AEF-A016-2248F37F55E6}"/>
                </a:ext>
              </a:extLst>
            </p:cNvPr>
            <p:cNvCxnSpPr/>
            <p:nvPr>
              <p:custDataLst>
                <p:tags r:id="rId15"/>
              </p:custDataLst>
            </p:nvPr>
          </p:nvCxnSpPr>
          <p:spPr bwMode="auto">
            <a:xfrm>
              <a:off x="9808" y="2041"/>
              <a:ext cx="0" cy="39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2" name="直接箭头连接符 61">
              <a:extLst>
                <a:ext uri="{FF2B5EF4-FFF2-40B4-BE49-F238E27FC236}">
                  <a16:creationId xmlns:a16="http://schemas.microsoft.com/office/drawing/2014/main" id="{497919D2-04F1-4371-A8EC-82EF9B6D54C9}"/>
                </a:ext>
              </a:extLst>
            </p:cNvPr>
            <p:cNvCxnSpPr/>
            <p:nvPr>
              <p:custDataLst>
                <p:tags r:id="rId16"/>
              </p:custDataLst>
            </p:nvPr>
          </p:nvCxnSpPr>
          <p:spPr bwMode="auto">
            <a:xfrm flipV="1">
              <a:off x="11509" y="1771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63" name="Text Box 191">
              <a:extLst>
                <a:ext uri="{FF2B5EF4-FFF2-40B4-BE49-F238E27FC236}">
                  <a16:creationId xmlns:a16="http://schemas.microsoft.com/office/drawing/2014/main" id="{45A99AFF-6A3D-4EAC-9227-2321478C7E2D}"/>
                </a:ext>
              </a:extLst>
            </p:cNvPr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4876" y="1474"/>
              <a:ext cx="90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输入</a:t>
              </a: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X</a:t>
              </a:r>
            </a:p>
          </p:txBody>
        </p:sp>
        <p:sp>
          <p:nvSpPr>
            <p:cNvPr id="64" name="Text Box 36">
              <a:extLst>
                <a:ext uri="{FF2B5EF4-FFF2-40B4-BE49-F238E27FC236}">
                  <a16:creationId xmlns:a16="http://schemas.microsoft.com/office/drawing/2014/main" id="{19BE2E09-DE26-4A31-9158-D7C0BEC102A9}"/>
                </a:ext>
              </a:extLst>
            </p:cNvPr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6352" y="1363"/>
              <a:ext cx="1587" cy="737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次态激励逻辑模块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G</a:t>
              </a:r>
            </a:p>
          </p:txBody>
        </p:sp>
        <p:sp>
          <p:nvSpPr>
            <p:cNvPr id="65" name="Text Box 36">
              <a:extLst>
                <a:ext uri="{FF2B5EF4-FFF2-40B4-BE49-F238E27FC236}">
                  <a16:creationId xmlns:a16="http://schemas.microsoft.com/office/drawing/2014/main" id="{99323480-134C-4906-B63F-4F8C8F8121B5}"/>
                </a:ext>
              </a:extLst>
            </p:cNvPr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10261" y="1363"/>
              <a:ext cx="1247" cy="737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输出逻辑模块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F</a:t>
              </a:r>
            </a:p>
          </p:txBody>
        </p:sp>
        <p:sp>
          <p:nvSpPr>
            <p:cNvPr id="66" name="Text Box 36">
              <a:extLst>
                <a:ext uri="{FF2B5EF4-FFF2-40B4-BE49-F238E27FC236}">
                  <a16:creationId xmlns:a16="http://schemas.microsoft.com/office/drawing/2014/main" id="{34724A4A-F1B1-4A90-A665-553C1128B2D1}"/>
                </a:ext>
              </a:extLst>
            </p:cNvPr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8504" y="1531"/>
              <a:ext cx="1077" cy="794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状态记忆模块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67" name="直接箭头连接符 66">
              <a:extLst>
                <a:ext uri="{FF2B5EF4-FFF2-40B4-BE49-F238E27FC236}">
                  <a16:creationId xmlns:a16="http://schemas.microsoft.com/office/drawing/2014/main" id="{85B0D2C8-BAD5-488A-A23C-962396FBCEAE}"/>
                </a:ext>
              </a:extLst>
            </p:cNvPr>
            <p:cNvCxnSpPr/>
            <p:nvPr>
              <p:custDataLst>
                <p:tags r:id="rId21"/>
              </p:custDataLst>
            </p:nvPr>
          </p:nvCxnSpPr>
          <p:spPr bwMode="auto">
            <a:xfrm>
              <a:off x="5783" y="2211"/>
              <a:ext cx="2721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68" name="等腰三角形 67">
              <a:extLst>
                <a:ext uri="{FF2B5EF4-FFF2-40B4-BE49-F238E27FC236}">
                  <a16:creationId xmlns:a16="http://schemas.microsoft.com/office/drawing/2014/main" id="{756D155E-CC6E-4484-BA89-F848E201FD77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8448" y="2154"/>
              <a:ext cx="227" cy="113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scene3d>
              <a:camera prst="orthographicFront">
                <a:rot lat="0" lon="0" rev="16200000"/>
              </a:camera>
              <a:lightRig rig="threePt" dir="t"/>
            </a:scene3d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9" name="Text Box 191">
              <a:extLst>
                <a:ext uri="{FF2B5EF4-FFF2-40B4-BE49-F238E27FC236}">
                  <a16:creationId xmlns:a16="http://schemas.microsoft.com/office/drawing/2014/main" id="{2AF4680A-A748-43BA-90AD-E03F3FD3E94A}"/>
                </a:ext>
              </a:extLst>
            </p:cNvPr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11792" y="1587"/>
              <a:ext cx="90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输出</a:t>
              </a: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Z</a:t>
              </a:r>
            </a:p>
          </p:txBody>
        </p:sp>
        <p:sp>
          <p:nvSpPr>
            <p:cNvPr id="70" name="Text Box 191">
              <a:extLst>
                <a:ext uri="{FF2B5EF4-FFF2-40B4-BE49-F238E27FC236}">
                  <a16:creationId xmlns:a16="http://schemas.microsoft.com/office/drawing/2014/main" id="{E1D81334-9A00-40DB-9ADC-146139C2E95B}"/>
                </a:ext>
              </a:extLst>
            </p:cNvPr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3856" y="2041"/>
              <a:ext cx="1928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时钟脉冲</a:t>
              </a: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CLK</a:t>
              </a:r>
            </a:p>
          </p:txBody>
        </p:sp>
        <p:sp>
          <p:nvSpPr>
            <p:cNvPr id="71" name="Text Box 191">
              <a:extLst>
                <a:ext uri="{FF2B5EF4-FFF2-40B4-BE49-F238E27FC236}">
                  <a16:creationId xmlns:a16="http://schemas.microsoft.com/office/drawing/2014/main" id="{EF71163F-070C-45B1-B663-65FEE7C38251}"/>
                </a:ext>
              </a:extLst>
            </p:cNvPr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9581" y="1474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Q</a:t>
              </a:r>
            </a:p>
          </p:txBody>
        </p:sp>
        <p:sp>
          <p:nvSpPr>
            <p:cNvPr id="72" name="Text Box 191">
              <a:extLst>
                <a:ext uri="{FF2B5EF4-FFF2-40B4-BE49-F238E27FC236}">
                  <a16:creationId xmlns:a16="http://schemas.microsoft.com/office/drawing/2014/main" id="{1CF25583-9AA9-4A6C-A47C-52F0E18F11D5}"/>
                </a:ext>
              </a:extLst>
            </p:cNvPr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7937" y="1474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Y</a:t>
              </a:r>
            </a:p>
          </p:txBody>
        </p:sp>
        <p:cxnSp>
          <p:nvCxnSpPr>
            <p:cNvPr id="73" name="直接箭头连接符 72">
              <a:extLst>
                <a:ext uri="{FF2B5EF4-FFF2-40B4-BE49-F238E27FC236}">
                  <a16:creationId xmlns:a16="http://schemas.microsoft.com/office/drawing/2014/main" id="{799E640B-F589-4FB2-8780-D2AD142A04B3}"/>
                </a:ext>
              </a:extLst>
            </p:cNvPr>
            <p:cNvCxnSpPr/>
            <p:nvPr>
              <p:custDataLst>
                <p:tags r:id="rId27"/>
              </p:custDataLst>
            </p:nvPr>
          </p:nvCxnSpPr>
          <p:spPr bwMode="auto">
            <a:xfrm flipV="1">
              <a:off x="6066" y="1928"/>
              <a:ext cx="283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4" name="直接箭头连接符 73">
              <a:extLst>
                <a:ext uri="{FF2B5EF4-FFF2-40B4-BE49-F238E27FC236}">
                  <a16:creationId xmlns:a16="http://schemas.microsoft.com/office/drawing/2014/main" id="{F49B9B74-BB2D-442A-97A5-9C01C064AFEE}"/>
                </a:ext>
              </a:extLst>
            </p:cNvPr>
            <p:cNvCxnSpPr/>
            <p:nvPr>
              <p:custDataLst>
                <p:tags r:id="rId28"/>
              </p:custDataLst>
            </p:nvPr>
          </p:nvCxnSpPr>
          <p:spPr bwMode="auto">
            <a:xfrm flipH="1">
              <a:off x="6066" y="1928"/>
              <a:ext cx="0" cy="51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75" name="直接箭头连接符 74">
              <a:extLst>
                <a:ext uri="{FF2B5EF4-FFF2-40B4-BE49-F238E27FC236}">
                  <a16:creationId xmlns:a16="http://schemas.microsoft.com/office/drawing/2014/main" id="{64F83F67-A3EE-4315-A686-D3C5CFFD862E}"/>
                </a:ext>
              </a:extLst>
            </p:cNvPr>
            <p:cNvCxnSpPr/>
            <p:nvPr>
              <p:custDataLst>
                <p:tags r:id="rId29"/>
              </p:custDataLst>
            </p:nvPr>
          </p:nvCxnSpPr>
          <p:spPr bwMode="auto">
            <a:xfrm flipV="1">
              <a:off x="7937" y="1814"/>
              <a:ext cx="56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6" name="直接箭头连接符 75">
              <a:extLst>
                <a:ext uri="{FF2B5EF4-FFF2-40B4-BE49-F238E27FC236}">
                  <a16:creationId xmlns:a16="http://schemas.microsoft.com/office/drawing/2014/main" id="{7163B764-9B8A-4AF2-B99D-6F098F61BE0A}"/>
                </a:ext>
              </a:extLst>
            </p:cNvPr>
            <p:cNvCxnSpPr/>
            <p:nvPr>
              <p:custDataLst>
                <p:tags r:id="rId30"/>
              </p:custDataLst>
            </p:nvPr>
          </p:nvCxnSpPr>
          <p:spPr bwMode="auto">
            <a:xfrm>
              <a:off x="6066" y="2438"/>
              <a:ext cx="3742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77" name="直接箭头连接符 76">
              <a:extLst>
                <a:ext uri="{FF2B5EF4-FFF2-40B4-BE49-F238E27FC236}">
                  <a16:creationId xmlns:a16="http://schemas.microsoft.com/office/drawing/2014/main" id="{94A6B910-6EAE-4237-A379-569F265446E9}"/>
                </a:ext>
              </a:extLst>
            </p:cNvPr>
            <p:cNvCxnSpPr/>
            <p:nvPr>
              <p:custDataLst>
                <p:tags r:id="rId31"/>
              </p:custDataLst>
            </p:nvPr>
          </p:nvCxnSpPr>
          <p:spPr bwMode="auto">
            <a:xfrm>
              <a:off x="6066" y="1247"/>
              <a:ext cx="3912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78" name="直接箭头连接符 77">
              <a:extLst>
                <a:ext uri="{FF2B5EF4-FFF2-40B4-BE49-F238E27FC236}">
                  <a16:creationId xmlns:a16="http://schemas.microsoft.com/office/drawing/2014/main" id="{D7F6E99F-7F87-4CB0-A742-C0FF55D4F776}"/>
                </a:ext>
              </a:extLst>
            </p:cNvPr>
            <p:cNvCxnSpPr/>
            <p:nvPr>
              <p:custDataLst>
                <p:tags r:id="rId32"/>
              </p:custDataLst>
            </p:nvPr>
          </p:nvCxnSpPr>
          <p:spPr bwMode="auto">
            <a:xfrm flipV="1">
              <a:off x="9581" y="1814"/>
              <a:ext cx="68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9" name="直接箭头连接符 78">
              <a:extLst>
                <a:ext uri="{FF2B5EF4-FFF2-40B4-BE49-F238E27FC236}">
                  <a16:creationId xmlns:a16="http://schemas.microsoft.com/office/drawing/2014/main" id="{583CE230-239A-4C63-BD07-69AB3AB5C10F}"/>
                </a:ext>
              </a:extLst>
            </p:cNvPr>
            <p:cNvCxnSpPr/>
            <p:nvPr>
              <p:custDataLst>
                <p:tags r:id="rId33"/>
              </p:custDataLst>
            </p:nvPr>
          </p:nvCxnSpPr>
          <p:spPr bwMode="auto">
            <a:xfrm flipV="1">
              <a:off x="9978" y="1531"/>
              <a:ext cx="283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0" name="直接箭头连接符 79">
              <a:extLst>
                <a:ext uri="{FF2B5EF4-FFF2-40B4-BE49-F238E27FC236}">
                  <a16:creationId xmlns:a16="http://schemas.microsoft.com/office/drawing/2014/main" id="{B105C716-3F70-4546-8F6A-69D29A0FB50F}"/>
                </a:ext>
              </a:extLst>
            </p:cNvPr>
            <p:cNvCxnSpPr/>
            <p:nvPr>
              <p:custDataLst>
                <p:tags r:id="rId34"/>
              </p:custDataLst>
            </p:nvPr>
          </p:nvCxnSpPr>
          <p:spPr bwMode="auto">
            <a:xfrm flipH="1">
              <a:off x="9978" y="1247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81" name="椭圆 80">
            <a:extLst>
              <a:ext uri="{FF2B5EF4-FFF2-40B4-BE49-F238E27FC236}">
                <a16:creationId xmlns:a16="http://schemas.microsoft.com/office/drawing/2014/main" id="{384AD38B-9790-4C76-B40F-90097002DD81}"/>
              </a:ext>
            </a:extLst>
          </p:cNvPr>
          <p:cNvSpPr/>
          <p:nvPr/>
        </p:nvSpPr>
        <p:spPr>
          <a:xfrm>
            <a:off x="6228536" y="3896950"/>
            <a:ext cx="252000" cy="216000"/>
          </a:xfrm>
          <a:prstGeom prst="ellipse">
            <a:avLst/>
          </a:prstGeom>
          <a:noFill/>
          <a:ln w="9525" cap="flat" cmpd="sng" algn="ctr">
            <a:solidFill>
              <a:srgbClr val="FF3399"/>
            </a:solidFill>
            <a:prstDash val="sysDash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2" name="AutoShape 338">
            <a:extLst>
              <a:ext uri="{FF2B5EF4-FFF2-40B4-BE49-F238E27FC236}">
                <a16:creationId xmlns:a16="http://schemas.microsoft.com/office/drawing/2014/main" id="{EAEE73B0-25D4-4996-B2AF-2C09624D6B85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7452456" y="4472950"/>
            <a:ext cx="1224000" cy="252000"/>
          </a:xfrm>
          <a:prstGeom prst="borderCallout2">
            <a:avLst>
              <a:gd name="adj1" fmla="val 52138"/>
              <a:gd name="adj2" fmla="val 500"/>
              <a:gd name="adj3" fmla="val 47115"/>
              <a:gd name="adj4" fmla="val -34910"/>
              <a:gd name="adj5" fmla="val -141621"/>
              <a:gd name="adj6" fmla="val -87982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 anchorCtr="0"/>
          <a:lstStyle/>
          <a:p>
            <a:pPr algn="ctr">
              <a:lnSpc>
                <a:spcPct val="90000"/>
              </a:lnSpc>
            </a:pPr>
            <a:r>
              <a:rPr lang="en-US" altLang="zh-CN" sz="1600" b="1" u="none" dirty="0">
                <a:latin typeface="宋体" panose="02010600030101010101" pitchFamily="2" charset="-122"/>
              </a:rPr>
              <a:t>Moore</a:t>
            </a:r>
            <a:r>
              <a:rPr lang="zh-CN" altLang="en-US" sz="1600" b="1" u="none" dirty="0">
                <a:latin typeface="宋体" panose="02010600030101010101" pitchFamily="2" charset="-122"/>
              </a:rPr>
              <a:t>型没有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E4E7086-5EF9-4B91-A85D-C1DA9755C64E}"/>
              </a:ext>
            </a:extLst>
          </p:cNvPr>
          <p:cNvGrpSpPr/>
          <p:nvPr/>
        </p:nvGrpSpPr>
        <p:grpSpPr>
          <a:xfrm>
            <a:off x="5004048" y="2384884"/>
            <a:ext cx="2772000" cy="1620000"/>
            <a:chOff x="5076000" y="2456892"/>
            <a:chExt cx="2772000" cy="1620000"/>
          </a:xfrm>
        </p:grpSpPr>
        <p:cxnSp>
          <p:nvCxnSpPr>
            <p:cNvPr id="83" name="直接箭头连接符 82">
              <a:extLst>
                <a:ext uri="{FF2B5EF4-FFF2-40B4-BE49-F238E27FC236}">
                  <a16:creationId xmlns:a16="http://schemas.microsoft.com/office/drawing/2014/main" id="{435237E4-0163-4F6B-A91B-9FAD0FAA80AF}"/>
                </a:ext>
              </a:extLst>
            </p:cNvPr>
            <p:cNvCxnSpPr>
              <a:cxnSpLocks/>
            </p:cNvCxnSpPr>
            <p:nvPr>
              <p:custDataLst>
                <p:tags r:id="rId9"/>
              </p:custDataLst>
            </p:nvPr>
          </p:nvCxnSpPr>
          <p:spPr bwMode="auto">
            <a:xfrm flipH="1">
              <a:off x="5685288" y="2456892"/>
              <a:ext cx="506427" cy="1620000"/>
            </a:xfrm>
            <a:prstGeom prst="straightConnector1">
              <a:avLst/>
            </a:prstGeom>
            <a:noFill/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4" name="直接箭头连接符 83">
              <a:extLst>
                <a:ext uri="{FF2B5EF4-FFF2-40B4-BE49-F238E27FC236}">
                  <a16:creationId xmlns:a16="http://schemas.microsoft.com/office/drawing/2014/main" id="{FCDB2B51-3F3E-443E-A3B0-CED8916E61B1}"/>
                </a:ext>
              </a:extLst>
            </p:cNvPr>
            <p:cNvCxnSpPr>
              <a:cxnSpLocks/>
            </p:cNvCxnSpPr>
            <p:nvPr>
              <p:custDataLst>
                <p:tags r:id="rId10"/>
              </p:custDataLst>
            </p:nvPr>
          </p:nvCxnSpPr>
          <p:spPr bwMode="auto">
            <a:xfrm flipH="1">
              <a:off x="5076000" y="3168000"/>
              <a:ext cx="2772000" cy="900000"/>
            </a:xfrm>
            <a:prstGeom prst="straightConnector1">
              <a:avLst/>
            </a:prstGeom>
            <a:noFill/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BCB1BF6-609E-4567-BD12-29946C41851E}"/>
              </a:ext>
            </a:extLst>
          </p:cNvPr>
          <p:cNvGrpSpPr/>
          <p:nvPr/>
        </p:nvGrpSpPr>
        <p:grpSpPr>
          <a:xfrm>
            <a:off x="7956376" y="2420888"/>
            <a:ext cx="1008000" cy="250182"/>
            <a:chOff x="8640000" y="3025718"/>
            <a:chExt cx="1008000" cy="250182"/>
          </a:xfrm>
        </p:grpSpPr>
        <p:cxnSp>
          <p:nvCxnSpPr>
            <p:cNvPr id="86" name="直接箭头连接符 85">
              <a:extLst>
                <a:ext uri="{FF2B5EF4-FFF2-40B4-BE49-F238E27FC236}">
                  <a16:creationId xmlns:a16="http://schemas.microsoft.com/office/drawing/2014/main" id="{AA658328-5863-4935-8E5B-05CCD0863E91}"/>
                </a:ext>
              </a:extLst>
            </p:cNvPr>
            <p:cNvCxnSpPr>
              <a:cxnSpLocks/>
            </p:cNvCxnSpPr>
            <p:nvPr>
              <p:custDataLst>
                <p:tags r:id="rId6"/>
              </p:custDataLst>
            </p:nvPr>
          </p:nvCxnSpPr>
          <p:spPr bwMode="auto">
            <a:xfrm flipH="1">
              <a:off x="8640000" y="3243622"/>
              <a:ext cx="360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  <p:sp>
          <p:nvSpPr>
            <p:cNvPr id="87" name="Text Box 191">
              <a:extLst>
                <a:ext uri="{FF2B5EF4-FFF2-40B4-BE49-F238E27FC236}">
                  <a16:creationId xmlns:a16="http://schemas.microsoft.com/office/drawing/2014/main" id="{7524F205-056C-4842-B24C-E5B3998DB0D9}"/>
                </a:ext>
              </a:extLst>
            </p:cNvPr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9000000" y="3060000"/>
              <a:ext cx="648000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如何</a:t>
              </a: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?</a:t>
              </a:r>
              <a:endParaRPr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88" name="直接箭头连接符 87">
              <a:extLst>
                <a:ext uri="{FF2B5EF4-FFF2-40B4-BE49-F238E27FC236}">
                  <a16:creationId xmlns:a16="http://schemas.microsoft.com/office/drawing/2014/main" id="{3AB4A720-53DB-4C4B-A89A-61C3FE74D670}"/>
                </a:ext>
              </a:extLst>
            </p:cNvPr>
            <p:cNvCxnSpPr>
              <a:cxnSpLocks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9000000" y="3025718"/>
              <a:ext cx="0" cy="216000"/>
            </a:xfrm>
            <a:prstGeom prst="straightConnector1">
              <a:avLst/>
            </a:prstGeom>
            <a:noFill/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90" name="Text Box 4">
            <a:extLst>
              <a:ext uri="{FF2B5EF4-FFF2-40B4-BE49-F238E27FC236}">
                <a16:creationId xmlns:a16="http://schemas.microsoft.com/office/drawing/2014/main" id="{7E4C3BE3-648F-4BDE-973B-47B082FBF455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619672" y="6165336"/>
            <a:ext cx="4860864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195" tIns="10795" rIns="36195" bIns="10795">
            <a:noAutofit/>
          </a:bodyPr>
          <a:lstStyle/>
          <a:p>
            <a:pPr marL="990600" indent="-990600">
              <a:lnSpc>
                <a:spcPct val="90000"/>
              </a:lnSpc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引子：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状态改变的时序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何时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&amp;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如何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如何表示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43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437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437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437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437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437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5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6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2437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2437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2437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2437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bldLvl="0" animBg="1"/>
      <p:bldP spid="82" grpId="0" bldLvl="0" animBg="1"/>
      <p:bldP spid="90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5EBB632-1F8A-42E9-9BAC-ED8C88755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3</a:t>
            </a:fld>
            <a:endParaRPr lang="en-US" altLang="zh-CN"/>
          </a:p>
        </p:txBody>
      </p:sp>
      <p:sp>
        <p:nvSpPr>
          <p:cNvPr id="3" name="Text Box 7">
            <a:extLst>
              <a:ext uri="{FF2B5EF4-FFF2-40B4-BE49-F238E27FC236}">
                <a16:creationId xmlns:a16="http://schemas.microsoft.com/office/drawing/2014/main" id="{B355DC29-C68F-4974-B7DF-6431FF09FA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070" y="332656"/>
            <a:ext cx="5318428" cy="616322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时序逻辑的表示</a:t>
            </a:r>
            <a:r>
              <a:rPr lang="en-US" altLang="zh-CN" sz="1800" b="1" dirty="0">
                <a:solidFill>
                  <a:srgbClr val="C00000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solidFill>
                  <a:srgbClr val="C00000"/>
                </a:solidFill>
                <a:latin typeface="宋体" panose="02010600030101010101" pitchFamily="2" charset="-122"/>
              </a:rPr>
              <a:t>状态改变次序</a:t>
            </a:r>
            <a:r>
              <a:rPr lang="en-US" altLang="zh-CN" sz="1800" b="1" dirty="0">
                <a:solidFill>
                  <a:srgbClr val="C00000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有限状态机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有限状态机的表示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时序逻辑的定时</a:t>
            </a:r>
            <a:r>
              <a:rPr lang="en-US" altLang="zh-CN" sz="18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状态改变时刻</a:t>
            </a:r>
            <a:r>
              <a:rPr lang="en-US" altLang="zh-CN" sz="18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方式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应用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电路功能描述：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4" name="Text Box 7">
            <a:extLst>
              <a:ext uri="{FF2B5EF4-FFF2-40B4-BE49-F238E27FC236}">
                <a16:creationId xmlns:a16="http://schemas.microsoft.com/office/drawing/2014/main" id="{8BB138E3-1953-496E-9D2E-AB2F89CE0E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182" y="332656"/>
            <a:ext cx="7921322" cy="616322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                      常用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有限状态机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描述</a:t>
            </a:r>
            <a:endParaRPr lang="en-US" altLang="zh-CN" sz="2200" b="1" dirty="0"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     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即反映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状态及其转换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的模型，为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6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元组：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M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18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输入集</a:t>
            </a:r>
            <a:r>
              <a:rPr lang="en-US" altLang="zh-CN" sz="18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I,</a:t>
            </a:r>
            <a:r>
              <a:rPr lang="zh-CN" altLang="en-US" sz="18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输出集</a:t>
            </a:r>
            <a:r>
              <a:rPr lang="en-US" altLang="zh-CN" sz="18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O,</a:t>
            </a:r>
            <a:r>
              <a:rPr lang="zh-CN" altLang="en-US" sz="1800" b="1" u="sng" dirty="0">
                <a:solidFill>
                  <a:srgbClr val="0070C0"/>
                </a:solidFill>
                <a:uFillTx/>
                <a:latin typeface="宋体" panose="02010600030101010101" pitchFamily="2" charset="-122"/>
                <a:sym typeface="+mn-ea"/>
              </a:rPr>
              <a:t>状态集</a:t>
            </a:r>
            <a:r>
              <a:rPr lang="en-US" altLang="zh-CN" sz="1800" b="1" u="sng" dirty="0">
                <a:solidFill>
                  <a:srgbClr val="0070C0"/>
                </a:solidFill>
                <a:uFillTx/>
                <a:latin typeface="宋体" panose="02010600030101010101" pitchFamily="2" charset="-122"/>
                <a:sym typeface="+mn-ea"/>
              </a:rPr>
              <a:t>Q</a:t>
            </a:r>
            <a:r>
              <a:rPr lang="en-US" altLang="zh-CN" sz="18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,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输出函数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F,</a:t>
            </a:r>
            <a:r>
              <a:rPr lang="zh-CN" altLang="en-US" sz="1800" b="1" u="sng" dirty="0">
                <a:solidFill>
                  <a:srgbClr val="0070C0"/>
                </a:solidFill>
                <a:uFillTx/>
                <a:latin typeface="宋体" panose="02010600030101010101" pitchFamily="2" charset="-122"/>
                <a:sym typeface="+mn-ea"/>
              </a:rPr>
              <a:t>状态转换函数</a:t>
            </a:r>
            <a:r>
              <a:rPr lang="en-US" altLang="zh-CN" sz="1800" b="1" u="sng" dirty="0">
                <a:solidFill>
                  <a:srgbClr val="0070C0"/>
                </a:solidFill>
                <a:uFillTx/>
                <a:latin typeface="宋体" panose="02010600030101010101" pitchFamily="2" charset="-122"/>
                <a:sym typeface="+mn-ea"/>
              </a:rPr>
              <a:t>G</a:t>
            </a:r>
            <a:r>
              <a:rPr lang="en-US" altLang="zh-CN" sz="18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,</a:t>
            </a:r>
            <a:r>
              <a:rPr lang="zh-CN" altLang="en-US" sz="1800" b="1" u="sng" dirty="0">
                <a:solidFill>
                  <a:srgbClr val="0070C0"/>
                </a:solidFill>
                <a:uFillTx/>
                <a:latin typeface="宋体" panose="02010600030101010101" pitchFamily="2" charset="-122"/>
                <a:sym typeface="+mn-ea"/>
              </a:rPr>
              <a:t>初始状态</a:t>
            </a:r>
            <a:r>
              <a:rPr lang="en-US" altLang="zh-CN" sz="18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Q</a:t>
            </a:r>
            <a:r>
              <a:rPr lang="en-US" altLang="zh-CN" sz="1800" b="1" u="sng" baseline="-18000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0</a:t>
            </a:r>
            <a:r>
              <a:rPr lang="en-US" altLang="zh-CN" sz="18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800" b="1" dirty="0"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注：</a:t>
            </a:r>
            <a:r>
              <a:rPr lang="zh-CN" sz="18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集合均是</a:t>
            </a:r>
            <a:r>
              <a:rPr lang="zh-CN" sz="1800" b="1" u="sng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有限</a:t>
            </a:r>
            <a:r>
              <a:rPr lang="zh-CN" sz="18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的，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输出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O</a:t>
            </a:r>
            <a:r>
              <a:rPr lang="en-US" altLang="zh-CN" sz="1800" b="1" baseline="-18000" dirty="0">
                <a:latin typeface="宋体" panose="02010600030101010101" pitchFamily="2" charset="-122"/>
                <a:sym typeface="+mn-ea"/>
              </a:rPr>
              <a:t>y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=F(</a:t>
            </a:r>
            <a:r>
              <a:rPr lang="en-US" altLang="zh-CN" sz="1800" b="1" dirty="0" err="1">
                <a:latin typeface="宋体" panose="02010600030101010101" pitchFamily="2" charset="-122"/>
                <a:sym typeface="+mn-ea"/>
              </a:rPr>
              <a:t>I</a:t>
            </a:r>
            <a:r>
              <a:rPr lang="en-US" altLang="zh-CN" sz="1800" b="1" baseline="-18000" dirty="0" err="1">
                <a:latin typeface="宋体" panose="02010600030101010101" pitchFamily="2" charset="-122"/>
                <a:sym typeface="+mn-ea"/>
              </a:rPr>
              <a:t>i</a:t>
            </a:r>
            <a:r>
              <a:rPr lang="en-US" altLang="zh-CN" sz="1800" b="1" dirty="0" err="1">
                <a:latin typeface="宋体" panose="02010600030101010101" pitchFamily="2" charset="-122"/>
                <a:sym typeface="+mn-ea"/>
              </a:rPr>
              <a:t>,Q</a:t>
            </a:r>
            <a:r>
              <a:rPr lang="en-US" altLang="zh-CN" sz="1800" b="1" baseline="-18000" dirty="0" err="1">
                <a:latin typeface="宋体" panose="02010600030101010101" pitchFamily="2" charset="-122"/>
                <a:sym typeface="+mn-ea"/>
              </a:rPr>
              <a:t>x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，</a:t>
            </a:r>
            <a:r>
              <a:rPr lang="zh-CN" sz="18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次态</a:t>
            </a:r>
            <a:r>
              <a:rPr lang="en-US" altLang="zh-CN" sz="1800" b="1" dirty="0" err="1">
                <a:solidFill>
                  <a:srgbClr val="0070C0"/>
                </a:solidFill>
                <a:uFillTx/>
                <a:latin typeface="宋体" panose="02010600030101010101" pitchFamily="2" charset="-122"/>
                <a:sym typeface="+mn-ea"/>
              </a:rPr>
              <a:t>Q</a:t>
            </a:r>
            <a:r>
              <a:rPr lang="en-US" altLang="zh-CN" sz="1800" b="1" baseline="-18000" dirty="0" err="1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y</a:t>
            </a:r>
            <a:r>
              <a:rPr lang="en-US" altLang="zh-CN" sz="1800" b="1" dirty="0">
                <a:solidFill>
                  <a:srgbClr val="0070C0"/>
                </a:solidFill>
                <a:uFillTx/>
                <a:latin typeface="宋体" panose="02010600030101010101" pitchFamily="2" charset="-122"/>
                <a:sym typeface="+mn-ea"/>
              </a:rPr>
              <a:t>=G(</a:t>
            </a:r>
            <a:r>
              <a:rPr lang="en-US" altLang="zh-CN" sz="1800" b="1" dirty="0" err="1">
                <a:solidFill>
                  <a:srgbClr val="0070C0"/>
                </a:solidFill>
                <a:uFillTx/>
                <a:latin typeface="宋体" panose="02010600030101010101" pitchFamily="2" charset="-122"/>
                <a:sym typeface="+mn-ea"/>
              </a:rPr>
              <a:t>I</a:t>
            </a:r>
            <a:r>
              <a:rPr lang="en-US" altLang="zh-CN" sz="1800" b="1" baseline="-18000" dirty="0" err="1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i</a:t>
            </a:r>
            <a:r>
              <a:rPr lang="en-US" altLang="zh-CN" sz="1800" b="1" dirty="0" err="1">
                <a:solidFill>
                  <a:srgbClr val="0070C0"/>
                </a:solidFill>
                <a:uFillTx/>
                <a:latin typeface="宋体" panose="02010600030101010101" pitchFamily="2" charset="-122"/>
                <a:sym typeface="+mn-ea"/>
              </a:rPr>
              <a:t>,Q</a:t>
            </a:r>
            <a:r>
              <a:rPr lang="en-US" altLang="zh-CN" sz="1800" b="1" baseline="-18000" dirty="0" err="1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x</a:t>
            </a:r>
            <a:r>
              <a:rPr lang="en-US" altLang="zh-CN" sz="1800" b="1" dirty="0">
                <a:solidFill>
                  <a:srgbClr val="0070C0"/>
                </a:solidFill>
                <a:uFillTx/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18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1800" b="1" dirty="0" err="1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Q</a:t>
            </a:r>
            <a:r>
              <a:rPr lang="en-US" altLang="zh-CN" sz="1800" b="1" baseline="-18000" dirty="0" err="1">
                <a:latin typeface="宋体" panose="02010600030101010101" pitchFamily="2" charset="-122"/>
                <a:sym typeface="+mn-ea"/>
              </a:rPr>
              <a:t>x</a:t>
            </a:r>
            <a:r>
              <a:rPr lang="zh-CN" altLang="en-US" sz="18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及</a:t>
            </a:r>
            <a:r>
              <a:rPr lang="en-US" altLang="zh-CN" sz="1800" b="1" dirty="0" err="1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Q</a:t>
            </a:r>
            <a:r>
              <a:rPr lang="en-US" altLang="zh-CN" sz="1800" b="1" baseline="-18000" dirty="0" err="1">
                <a:latin typeface="宋体" panose="02010600030101010101" pitchFamily="2" charset="-122"/>
                <a:sym typeface="+mn-ea"/>
              </a:rPr>
              <a:t>y</a:t>
            </a:r>
            <a:r>
              <a:rPr lang="en-US" altLang="zh-CN" sz="1800" b="1" dirty="0" err="1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∈Q</a:t>
            </a:r>
            <a:r>
              <a:rPr lang="zh-CN" altLang="en-US" sz="18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，…</a:t>
            </a:r>
            <a:endParaRPr lang="zh-CN" altLang="en-US" sz="18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           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常为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状态图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有向图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，转换条件为输入值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如：检测输入序列是否有</a:t>
            </a:r>
            <a:r>
              <a:rPr 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11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的状态图如右：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zh-CN" altLang="en-US" sz="18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状态集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A-D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表示有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r>
              <a:rPr lang="en-US" altLang="zh-CN" sz="1800" b="1" dirty="0">
                <a:cs typeface="Times New Roman" panose="02020603050405020304" pitchFamily="18" charset="0"/>
                <a:sym typeface="+mn-ea"/>
              </a:rPr>
              <a:t>~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个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zh-CN" altLang="en-US" sz="18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初态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为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A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；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en-US" altLang="zh-CN" sz="18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X/Y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表示状态改变的输入值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输出值</a:t>
            </a:r>
            <a:endParaRPr lang="en-US" altLang="zh-CN" sz="18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有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电平触发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期间立即改变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边沿触发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上升沿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下降沿改变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常为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边沿触发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方式，用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时钟脉冲信号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实现时长控制</a:t>
            </a:r>
            <a:endParaRPr lang="en-US" altLang="zh-CN" sz="16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spcBef>
                <a:spcPts val="1400"/>
              </a:spcBef>
              <a:spcAft>
                <a:spcPts val="0"/>
              </a:spcAft>
            </a:pPr>
            <a:r>
              <a:rPr lang="zh-CN" altLang="en-US" sz="22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功能表</a:t>
            </a:r>
            <a:r>
              <a:rPr lang="en-US" altLang="zh-CN" sz="16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(/</a:t>
            </a:r>
            <a:r>
              <a:rPr lang="zh-CN" altLang="en-US" sz="16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真值表</a:t>
            </a:r>
            <a:r>
              <a:rPr lang="en-US" altLang="zh-CN" sz="16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2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、时序图、状态图</a:t>
            </a:r>
            <a:r>
              <a:rPr lang="en-US" altLang="zh-CN" sz="16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(/</a:t>
            </a:r>
            <a:r>
              <a:rPr lang="zh-CN" altLang="en-US" sz="16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状态表</a:t>
            </a:r>
            <a:r>
              <a:rPr lang="en-US" altLang="zh-CN" sz="16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2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、特征方程</a:t>
            </a:r>
            <a:endParaRPr lang="en-US" altLang="zh-CN" sz="2200" b="1" spc="-5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015622AF-7426-4DEB-A722-3DA9C902DC03}"/>
              </a:ext>
            </a:extLst>
          </p:cNvPr>
          <p:cNvGrpSpPr/>
          <p:nvPr/>
        </p:nvGrpSpPr>
        <p:grpSpPr>
          <a:xfrm>
            <a:off x="6119805" y="2348880"/>
            <a:ext cx="2520315" cy="1223645"/>
            <a:chOff x="3458" y="6123"/>
            <a:chExt cx="3969" cy="1927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C8967764-2B5D-49CE-9FC2-F0E79229E53E}"/>
                </a:ext>
              </a:extLst>
            </p:cNvPr>
            <p:cNvSpPr/>
            <p:nvPr>
              <p:custDataLst>
                <p:tags r:id="rId99"/>
              </p:custDataLst>
            </p:nvPr>
          </p:nvSpPr>
          <p:spPr>
            <a:xfrm>
              <a:off x="4535" y="6236"/>
              <a:ext cx="567" cy="567"/>
            </a:xfrm>
            <a:prstGeom prst="ellipse">
              <a:avLst/>
            </a:prstGeom>
            <a:solidFill>
              <a:srgbClr val="CCECFF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0" tIns="10795" rIns="0" bIns="0" numCol="1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</a:rPr>
                <a:t>A</a:t>
              </a: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4DB5CEE-7963-4084-B18D-54AE59CF4DFF}"/>
                </a:ext>
              </a:extLst>
            </p:cNvPr>
            <p:cNvSpPr/>
            <p:nvPr>
              <p:custDataLst>
                <p:tags r:id="rId100"/>
              </p:custDataLst>
            </p:nvPr>
          </p:nvSpPr>
          <p:spPr>
            <a:xfrm>
              <a:off x="4535" y="7483"/>
              <a:ext cx="567" cy="567"/>
            </a:xfrm>
            <a:prstGeom prst="ellipse">
              <a:avLst/>
            </a:prstGeom>
            <a:solidFill>
              <a:srgbClr val="CCECFF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0" tIns="10795" rIns="0" bIns="0" numCol="1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</a:rPr>
                <a:t>D</a:t>
              </a:r>
            </a:p>
          </p:txBody>
        </p: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F3A93077-5A8A-457F-90D6-08746A39DA64}"/>
                </a:ext>
              </a:extLst>
            </p:cNvPr>
            <p:cNvCxnSpPr/>
            <p:nvPr>
              <p:custDataLst>
                <p:tags r:id="rId101"/>
              </p:custDataLst>
            </p:nvPr>
          </p:nvCxnSpPr>
          <p:spPr bwMode="auto">
            <a:xfrm flipV="1">
              <a:off x="5102" y="6463"/>
              <a:ext cx="1361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DB540E50-4964-4FB7-B405-33984852BFFA}"/>
                </a:ext>
              </a:extLst>
            </p:cNvPr>
            <p:cNvCxnSpPr/>
            <p:nvPr>
              <p:custDataLst>
                <p:tags r:id="rId102"/>
              </p:custDataLst>
            </p:nvPr>
          </p:nvCxnSpPr>
          <p:spPr bwMode="auto">
            <a:xfrm flipH="1">
              <a:off x="5102" y="6576"/>
              <a:ext cx="1361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0" name="Text Box 191">
              <a:extLst>
                <a:ext uri="{FF2B5EF4-FFF2-40B4-BE49-F238E27FC236}">
                  <a16:creationId xmlns:a16="http://schemas.microsoft.com/office/drawing/2014/main" id="{9ECBBC31-6073-4DC2-A860-CF420846BF15}"/>
                </a:ext>
              </a:extLst>
            </p:cNvPr>
            <p:cNvSpPr txBox="1">
              <a:spLocks noChangeArrowheads="1"/>
            </p:cNvSpPr>
            <p:nvPr>
              <p:custDataLst>
                <p:tags r:id="rId103"/>
              </p:custDataLst>
            </p:nvPr>
          </p:nvSpPr>
          <p:spPr bwMode="auto">
            <a:xfrm>
              <a:off x="5499" y="6123"/>
              <a:ext cx="68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1/</a:t>
              </a:r>
              <a:r>
                <a:rPr lang="en-US" altLang="zh-CN" sz="16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6287A625-75DD-4B23-87FB-C7BC548DC551}"/>
                </a:ext>
              </a:extLst>
            </p:cNvPr>
            <p:cNvCxnSpPr/>
            <p:nvPr>
              <p:custDataLst>
                <p:tags r:id="rId104"/>
              </p:custDataLst>
            </p:nvPr>
          </p:nvCxnSpPr>
          <p:spPr bwMode="auto">
            <a:xfrm flipV="1">
              <a:off x="4819" y="6803"/>
              <a:ext cx="0" cy="68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7219A143-70F2-419C-B885-1741E3A5D973}"/>
                </a:ext>
              </a:extLst>
            </p:cNvPr>
            <p:cNvCxnSpPr/>
            <p:nvPr>
              <p:custDataLst>
                <p:tags r:id="rId105"/>
              </p:custDataLst>
            </p:nvPr>
          </p:nvCxnSpPr>
          <p:spPr bwMode="auto">
            <a:xfrm flipH="1">
              <a:off x="5102" y="7767"/>
              <a:ext cx="1361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3" name="任意多边形 43">
              <a:extLst>
                <a:ext uri="{FF2B5EF4-FFF2-40B4-BE49-F238E27FC236}">
                  <a16:creationId xmlns:a16="http://schemas.microsoft.com/office/drawing/2014/main" id="{F7F3A4ED-15DE-4CDE-9773-8F2139AED1E1}"/>
                </a:ext>
              </a:extLst>
            </p:cNvPr>
            <p:cNvSpPr/>
            <p:nvPr>
              <p:custDataLst>
                <p:tags r:id="rId106"/>
              </p:custDataLst>
            </p:nvPr>
          </p:nvSpPr>
          <p:spPr>
            <a:xfrm>
              <a:off x="4121" y="6237"/>
              <a:ext cx="458" cy="441"/>
            </a:xfrm>
            <a:custGeom>
              <a:avLst/>
              <a:gdLst>
                <a:gd name="connisteX0" fmla="*/ 291130 w 291130"/>
                <a:gd name="connsiteY0" fmla="*/ 76506 h 279796"/>
                <a:gd name="connisteX1" fmla="*/ 147620 w 291130"/>
                <a:gd name="connsiteY1" fmla="*/ 306 h 279796"/>
                <a:gd name="connisteX2" fmla="*/ 20620 w 291130"/>
                <a:gd name="connsiteY2" fmla="*/ 59361 h 279796"/>
                <a:gd name="connisteX3" fmla="*/ 16175 w 291130"/>
                <a:gd name="connsiteY3" fmla="*/ 203506 h 279796"/>
                <a:gd name="connisteX4" fmla="*/ 134920 w 291130"/>
                <a:gd name="connsiteY4" fmla="*/ 279706 h 279796"/>
                <a:gd name="connisteX5" fmla="*/ 261920 w 291130"/>
                <a:gd name="connsiteY5" fmla="*/ 216206 h 279796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</a:cxnLst>
              <a:rect l="l" t="t" r="r" b="b"/>
              <a:pathLst>
                <a:path w="291131" h="279797">
                  <a:moveTo>
                    <a:pt x="291131" y="76507"/>
                  </a:moveTo>
                  <a:cubicBezTo>
                    <a:pt x="265096" y="59997"/>
                    <a:pt x="201596" y="3482"/>
                    <a:pt x="147621" y="307"/>
                  </a:cubicBezTo>
                  <a:cubicBezTo>
                    <a:pt x="93646" y="-2868"/>
                    <a:pt x="46656" y="18722"/>
                    <a:pt x="20621" y="59362"/>
                  </a:cubicBezTo>
                  <a:cubicBezTo>
                    <a:pt x="-5414" y="100002"/>
                    <a:pt x="-6684" y="159692"/>
                    <a:pt x="16176" y="203507"/>
                  </a:cubicBezTo>
                  <a:cubicBezTo>
                    <a:pt x="39036" y="247322"/>
                    <a:pt x="86026" y="277167"/>
                    <a:pt x="134921" y="279707"/>
                  </a:cubicBezTo>
                  <a:cubicBezTo>
                    <a:pt x="183816" y="282247"/>
                    <a:pt x="239061" y="230177"/>
                    <a:pt x="261921" y="216207"/>
                  </a:cubicBezTo>
                </a:path>
              </a:pathLst>
            </a:cu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" name="任意多边形 45">
              <a:extLst>
                <a:ext uri="{FF2B5EF4-FFF2-40B4-BE49-F238E27FC236}">
                  <a16:creationId xmlns:a16="http://schemas.microsoft.com/office/drawing/2014/main" id="{563EA737-7A0C-4A91-942E-68ACEA59CA2E}"/>
                </a:ext>
              </a:extLst>
            </p:cNvPr>
            <p:cNvSpPr/>
            <p:nvPr>
              <p:custDataLst>
                <p:tags r:id="rId107"/>
              </p:custDataLst>
            </p:nvPr>
          </p:nvSpPr>
          <p:spPr>
            <a:xfrm>
              <a:off x="4090" y="7564"/>
              <a:ext cx="469" cy="437"/>
            </a:xfrm>
            <a:custGeom>
              <a:avLst/>
              <a:gdLst>
                <a:gd name="connisteX0" fmla="*/ 297697 w 297697"/>
                <a:gd name="connsiteY0" fmla="*/ 59085 h 277482"/>
                <a:gd name="connisteX1" fmla="*/ 157997 w 297697"/>
                <a:gd name="connsiteY1" fmla="*/ 30 h 277482"/>
                <a:gd name="connisteX2" fmla="*/ 14487 w 297697"/>
                <a:gd name="connsiteY2" fmla="*/ 54640 h 277482"/>
                <a:gd name="connisteX3" fmla="*/ 35442 w 297697"/>
                <a:gd name="connsiteY3" fmla="*/ 232440 h 277482"/>
                <a:gd name="connisteX4" fmla="*/ 208797 w 297697"/>
                <a:gd name="connsiteY4" fmla="*/ 274985 h 277482"/>
                <a:gd name="connisteX5" fmla="*/ 293887 w 297697"/>
                <a:gd name="connsiteY5" fmla="*/ 198785 h 277482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</a:cxnLst>
              <a:rect l="l" t="t" r="r" b="b"/>
              <a:pathLst>
                <a:path w="297698" h="277483">
                  <a:moveTo>
                    <a:pt x="297698" y="59086"/>
                  </a:moveTo>
                  <a:cubicBezTo>
                    <a:pt x="272933" y="46386"/>
                    <a:pt x="214513" y="666"/>
                    <a:pt x="157998" y="31"/>
                  </a:cubicBezTo>
                  <a:cubicBezTo>
                    <a:pt x="101483" y="-604"/>
                    <a:pt x="39253" y="8286"/>
                    <a:pt x="14488" y="54641"/>
                  </a:cubicBezTo>
                  <a:cubicBezTo>
                    <a:pt x="-10277" y="100996"/>
                    <a:pt x="-3292" y="188626"/>
                    <a:pt x="35443" y="232441"/>
                  </a:cubicBezTo>
                  <a:cubicBezTo>
                    <a:pt x="74178" y="276256"/>
                    <a:pt x="157363" y="281971"/>
                    <a:pt x="208798" y="274986"/>
                  </a:cubicBezTo>
                  <a:cubicBezTo>
                    <a:pt x="260233" y="268001"/>
                    <a:pt x="280553" y="214661"/>
                    <a:pt x="293888" y="198786"/>
                  </a:cubicBezTo>
                </a:path>
              </a:pathLst>
            </a:cu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" name="Text Box 191">
              <a:extLst>
                <a:ext uri="{FF2B5EF4-FFF2-40B4-BE49-F238E27FC236}">
                  <a16:creationId xmlns:a16="http://schemas.microsoft.com/office/drawing/2014/main" id="{A4DD3A00-9288-4142-B6BD-03F64C45003C}"/>
                </a:ext>
              </a:extLst>
            </p:cNvPr>
            <p:cNvSpPr txBox="1">
              <a:spLocks noChangeArrowheads="1"/>
            </p:cNvSpPr>
            <p:nvPr>
              <p:custDataLst>
                <p:tags r:id="rId108"/>
              </p:custDataLst>
            </p:nvPr>
          </p:nvSpPr>
          <p:spPr bwMode="auto">
            <a:xfrm>
              <a:off x="5499" y="7427"/>
              <a:ext cx="68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1/</a:t>
              </a:r>
              <a:r>
                <a:rPr lang="en-US" altLang="zh-CN" sz="16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16" name="Text Box 191">
              <a:extLst>
                <a:ext uri="{FF2B5EF4-FFF2-40B4-BE49-F238E27FC236}">
                  <a16:creationId xmlns:a16="http://schemas.microsoft.com/office/drawing/2014/main" id="{8C528820-39C6-4789-8A67-0A89BCE87983}"/>
                </a:ext>
              </a:extLst>
            </p:cNvPr>
            <p:cNvSpPr txBox="1">
              <a:spLocks noChangeArrowheads="1"/>
            </p:cNvSpPr>
            <p:nvPr>
              <p:custDataLst>
                <p:tags r:id="rId109"/>
              </p:custDataLst>
            </p:nvPr>
          </p:nvSpPr>
          <p:spPr bwMode="auto">
            <a:xfrm>
              <a:off x="5499" y="6633"/>
              <a:ext cx="68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0/</a:t>
              </a:r>
              <a:r>
                <a:rPr lang="en-US" altLang="zh-CN" sz="16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61308256-C483-4C54-9367-BAA6AD60C3FB}"/>
                </a:ext>
              </a:extLst>
            </p:cNvPr>
            <p:cNvSpPr/>
            <p:nvPr>
              <p:custDataLst>
                <p:tags r:id="rId110"/>
              </p:custDataLst>
            </p:nvPr>
          </p:nvSpPr>
          <p:spPr>
            <a:xfrm>
              <a:off x="6463" y="6236"/>
              <a:ext cx="567" cy="567"/>
            </a:xfrm>
            <a:prstGeom prst="ellipse">
              <a:avLst/>
            </a:prstGeom>
            <a:solidFill>
              <a:srgbClr val="CCECFF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0" tIns="10795" rIns="0" bIns="0" numCol="1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</a:rPr>
                <a:t>B</a:t>
              </a: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CA392957-4AFB-4381-BBC6-95C59964994C}"/>
                </a:ext>
              </a:extLst>
            </p:cNvPr>
            <p:cNvSpPr/>
            <p:nvPr>
              <p:custDataLst>
                <p:tags r:id="rId111"/>
              </p:custDataLst>
            </p:nvPr>
          </p:nvSpPr>
          <p:spPr>
            <a:xfrm>
              <a:off x="6463" y="7483"/>
              <a:ext cx="567" cy="567"/>
            </a:xfrm>
            <a:prstGeom prst="ellipse">
              <a:avLst/>
            </a:prstGeom>
            <a:solidFill>
              <a:srgbClr val="CCECFF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0" tIns="10795" rIns="0" bIns="0" numCol="1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</a:rPr>
                <a:t>C</a:t>
              </a:r>
            </a:p>
          </p:txBody>
        </p: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6D76257B-4D5A-4582-95E1-7662F566FFDF}"/>
                </a:ext>
              </a:extLst>
            </p:cNvPr>
            <p:cNvCxnSpPr/>
            <p:nvPr>
              <p:custDataLst>
                <p:tags r:id="rId112"/>
              </p:custDataLst>
            </p:nvPr>
          </p:nvCxnSpPr>
          <p:spPr bwMode="auto">
            <a:xfrm>
              <a:off x="6747" y="6803"/>
              <a:ext cx="0" cy="68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0" name="Text Box 191">
              <a:extLst>
                <a:ext uri="{FF2B5EF4-FFF2-40B4-BE49-F238E27FC236}">
                  <a16:creationId xmlns:a16="http://schemas.microsoft.com/office/drawing/2014/main" id="{5ACD2573-DFB4-42AE-A6B1-B2FA2A97C4ED}"/>
                </a:ext>
              </a:extLst>
            </p:cNvPr>
            <p:cNvSpPr txBox="1">
              <a:spLocks noChangeArrowheads="1"/>
            </p:cNvSpPr>
            <p:nvPr>
              <p:custDataLst>
                <p:tags r:id="rId113"/>
              </p:custDataLst>
            </p:nvPr>
          </p:nvSpPr>
          <p:spPr bwMode="auto">
            <a:xfrm>
              <a:off x="6747" y="6973"/>
              <a:ext cx="68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1/</a:t>
              </a:r>
              <a:r>
                <a:rPr lang="en-US" altLang="zh-CN" sz="16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21" name="Text Box 191">
              <a:extLst>
                <a:ext uri="{FF2B5EF4-FFF2-40B4-BE49-F238E27FC236}">
                  <a16:creationId xmlns:a16="http://schemas.microsoft.com/office/drawing/2014/main" id="{C5856DDC-D674-4A29-98F5-959CC7BE487D}"/>
                </a:ext>
              </a:extLst>
            </p:cNvPr>
            <p:cNvSpPr txBox="1">
              <a:spLocks noChangeArrowheads="1"/>
            </p:cNvSpPr>
            <p:nvPr>
              <p:custDataLst>
                <p:tags r:id="rId114"/>
              </p:custDataLst>
            </p:nvPr>
          </p:nvSpPr>
          <p:spPr bwMode="auto">
            <a:xfrm>
              <a:off x="4139" y="6973"/>
              <a:ext cx="68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0/</a:t>
              </a:r>
              <a:r>
                <a:rPr lang="en-US" altLang="zh-CN" sz="16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77F719F0-7834-4784-8F15-5D2C688E9B55}"/>
                </a:ext>
              </a:extLst>
            </p:cNvPr>
            <p:cNvCxnSpPr/>
            <p:nvPr>
              <p:custDataLst>
                <p:tags r:id="rId115"/>
              </p:custDataLst>
            </p:nvPr>
          </p:nvCxnSpPr>
          <p:spPr bwMode="auto">
            <a:xfrm flipH="1" flipV="1">
              <a:off x="5046" y="6690"/>
              <a:ext cx="1474" cy="907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3" name="Text Box 191">
              <a:extLst>
                <a:ext uri="{FF2B5EF4-FFF2-40B4-BE49-F238E27FC236}">
                  <a16:creationId xmlns:a16="http://schemas.microsoft.com/office/drawing/2014/main" id="{DBAB61D9-718E-4DAE-8A8C-F3CC8337FE59}"/>
                </a:ext>
              </a:extLst>
            </p:cNvPr>
            <p:cNvSpPr txBox="1">
              <a:spLocks noChangeArrowheads="1"/>
            </p:cNvSpPr>
            <p:nvPr>
              <p:custDataLst>
                <p:tags r:id="rId116"/>
              </p:custDataLst>
            </p:nvPr>
          </p:nvSpPr>
          <p:spPr bwMode="auto">
            <a:xfrm>
              <a:off x="5046" y="7030"/>
              <a:ext cx="68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0/</a:t>
              </a:r>
              <a:r>
                <a:rPr lang="en-US" altLang="zh-CN" sz="16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24" name="Text Box 191">
              <a:extLst>
                <a:ext uri="{FF2B5EF4-FFF2-40B4-BE49-F238E27FC236}">
                  <a16:creationId xmlns:a16="http://schemas.microsoft.com/office/drawing/2014/main" id="{F78C7CCD-FA3D-4578-BA4C-496598E5CB50}"/>
                </a:ext>
              </a:extLst>
            </p:cNvPr>
            <p:cNvSpPr txBox="1">
              <a:spLocks noChangeArrowheads="1"/>
            </p:cNvSpPr>
            <p:nvPr>
              <p:custDataLst>
                <p:tags r:id="rId117"/>
              </p:custDataLst>
            </p:nvPr>
          </p:nvSpPr>
          <p:spPr bwMode="auto">
            <a:xfrm>
              <a:off x="3458" y="6293"/>
              <a:ext cx="68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0/</a:t>
              </a:r>
              <a:r>
                <a:rPr lang="en-US" altLang="zh-CN" sz="16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25" name="Text Box 191">
              <a:extLst>
                <a:ext uri="{FF2B5EF4-FFF2-40B4-BE49-F238E27FC236}">
                  <a16:creationId xmlns:a16="http://schemas.microsoft.com/office/drawing/2014/main" id="{EA8A1AE0-8D0E-4D8E-A3E4-C4CF623C3D7C}"/>
                </a:ext>
              </a:extLst>
            </p:cNvPr>
            <p:cNvSpPr txBox="1">
              <a:spLocks noChangeArrowheads="1"/>
            </p:cNvSpPr>
            <p:nvPr>
              <p:custDataLst>
                <p:tags r:id="rId118"/>
              </p:custDataLst>
            </p:nvPr>
          </p:nvSpPr>
          <p:spPr bwMode="auto">
            <a:xfrm>
              <a:off x="3458" y="7597"/>
              <a:ext cx="68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1/</a:t>
              </a:r>
              <a:r>
                <a:rPr lang="en-US" altLang="zh-CN" sz="16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49A6E888-10A5-4055-A580-150FC192C412}"/>
              </a:ext>
            </a:extLst>
          </p:cNvPr>
          <p:cNvGrpSpPr/>
          <p:nvPr/>
        </p:nvGrpSpPr>
        <p:grpSpPr>
          <a:xfrm>
            <a:off x="1799780" y="5553088"/>
            <a:ext cx="6839974" cy="504762"/>
            <a:chOff x="3572" y="8504"/>
            <a:chExt cx="10772" cy="795"/>
          </a:xfrm>
        </p:grpSpPr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1081704D-BF43-4506-B4DF-CAB20F298371}"/>
                </a:ext>
              </a:extLst>
            </p:cNvPr>
            <p:cNvCxnSpPr/>
            <p:nvPr>
              <p:custDataLst>
                <p:tags r:id="rId76"/>
              </p:custDataLst>
            </p:nvPr>
          </p:nvCxnSpPr>
          <p:spPr bwMode="auto">
            <a:xfrm flipV="1">
              <a:off x="5443" y="8844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2" name="Text Box 191">
              <a:extLst>
                <a:ext uri="{FF2B5EF4-FFF2-40B4-BE49-F238E27FC236}">
                  <a16:creationId xmlns:a16="http://schemas.microsoft.com/office/drawing/2014/main" id="{D2386A0A-024C-4ADD-A9CC-18D4EEAD2F40}"/>
                </a:ext>
              </a:extLst>
            </p:cNvPr>
            <p:cNvSpPr txBox="1">
              <a:spLocks noChangeArrowheads="1"/>
            </p:cNvSpPr>
            <p:nvPr>
              <p:custDataLst>
                <p:tags r:id="rId77"/>
              </p:custDataLst>
            </p:nvPr>
          </p:nvSpPr>
          <p:spPr bwMode="auto">
            <a:xfrm>
              <a:off x="6121" y="8901"/>
              <a:ext cx="147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时钟周期</a:t>
              </a:r>
            </a:p>
          </p:txBody>
        </p: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5951F4B2-39B1-43A7-9C30-AA2442384754}"/>
                </a:ext>
              </a:extLst>
            </p:cNvPr>
            <p:cNvCxnSpPr/>
            <p:nvPr>
              <p:custDataLst>
                <p:tags r:id="rId78"/>
              </p:custDataLst>
            </p:nvPr>
          </p:nvCxnSpPr>
          <p:spPr bwMode="auto">
            <a:xfrm flipH="1" flipV="1">
              <a:off x="9524" y="8731"/>
              <a:ext cx="283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52219429-42E4-48AE-A1BC-5EEB7378FA33}"/>
                </a:ext>
              </a:extLst>
            </p:cNvPr>
            <p:cNvCxnSpPr/>
            <p:nvPr>
              <p:custDataLst>
                <p:tags r:id="rId79"/>
              </p:custDataLst>
            </p:nvPr>
          </p:nvCxnSpPr>
          <p:spPr bwMode="auto">
            <a:xfrm flipH="1">
              <a:off x="5896" y="8561"/>
              <a:ext cx="0" cy="73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F783C530-1443-4A63-90E4-3F3036FB4080}"/>
                </a:ext>
              </a:extLst>
            </p:cNvPr>
            <p:cNvCxnSpPr/>
            <p:nvPr>
              <p:custDataLst>
                <p:tags r:id="rId80"/>
              </p:custDataLst>
            </p:nvPr>
          </p:nvCxnSpPr>
          <p:spPr bwMode="auto">
            <a:xfrm flipV="1">
              <a:off x="5896" y="9241"/>
              <a:ext cx="1814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70C0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</p:cxnSp>
        <p:sp>
          <p:nvSpPr>
            <p:cNvPr id="36" name="Text Box 191">
              <a:extLst>
                <a:ext uri="{FF2B5EF4-FFF2-40B4-BE49-F238E27FC236}">
                  <a16:creationId xmlns:a16="http://schemas.microsoft.com/office/drawing/2014/main" id="{A7488A9B-2669-4A4F-A29B-8A1A09939E7D}"/>
                </a:ext>
              </a:extLst>
            </p:cNvPr>
            <p:cNvSpPr txBox="1">
              <a:spLocks noChangeArrowheads="1"/>
            </p:cNvSpPr>
            <p:nvPr>
              <p:custDataLst>
                <p:tags r:id="rId81"/>
              </p:custDataLst>
            </p:nvPr>
          </p:nvSpPr>
          <p:spPr bwMode="auto">
            <a:xfrm>
              <a:off x="3572" y="8504"/>
              <a:ext cx="1871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时钟脉冲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CLK</a:t>
              </a:r>
            </a:p>
          </p:txBody>
        </p:sp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D164E546-9C7B-49EA-935A-9BC88445FBDA}"/>
                </a:ext>
              </a:extLst>
            </p:cNvPr>
            <p:cNvGrpSpPr/>
            <p:nvPr/>
          </p:nvGrpSpPr>
          <p:grpSpPr>
            <a:xfrm>
              <a:off x="5784" y="8504"/>
              <a:ext cx="1813" cy="341"/>
              <a:chOff x="5784" y="8504"/>
              <a:chExt cx="1813" cy="341"/>
            </a:xfrm>
          </p:grpSpPr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D4E92819-6B11-4892-8074-4809983332A6}"/>
                  </a:ext>
                </a:extLst>
              </p:cNvPr>
              <p:cNvCxnSpPr/>
              <p:nvPr>
                <p:custDataLst>
                  <p:tags r:id="rId95"/>
                </p:custDataLst>
              </p:nvPr>
            </p:nvCxnSpPr>
            <p:spPr bwMode="auto">
              <a:xfrm flipV="1">
                <a:off x="6009" y="8505"/>
                <a:ext cx="680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60291ABB-E755-472C-9E8A-34D95E306832}"/>
                  </a:ext>
                </a:extLst>
              </p:cNvPr>
              <p:cNvCxnSpPr/>
              <p:nvPr>
                <p:custDataLst>
                  <p:tags r:id="rId96"/>
                </p:custDataLst>
              </p:nvPr>
            </p:nvCxnSpPr>
            <p:spPr bwMode="auto">
              <a:xfrm flipH="1">
                <a:off x="5784" y="8505"/>
                <a:ext cx="227" cy="34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8B047AD0-3892-4946-9247-B00B6D27C388}"/>
                  </a:ext>
                </a:extLst>
              </p:cNvPr>
              <p:cNvCxnSpPr/>
              <p:nvPr>
                <p:custDataLst>
                  <p:tags r:id="rId97"/>
                </p:custDataLst>
              </p:nvPr>
            </p:nvCxnSpPr>
            <p:spPr bwMode="auto">
              <a:xfrm flipV="1">
                <a:off x="6917" y="8844"/>
                <a:ext cx="680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53461EAD-8B71-44C3-B1E8-FFA33AF6D4E6}"/>
                  </a:ext>
                </a:extLst>
              </p:cNvPr>
              <p:cNvCxnSpPr/>
              <p:nvPr>
                <p:custDataLst>
                  <p:tags r:id="rId98"/>
                </p:custDataLst>
              </p:nvPr>
            </p:nvCxnSpPr>
            <p:spPr bwMode="auto">
              <a:xfrm>
                <a:off x="6690" y="8504"/>
                <a:ext cx="227" cy="34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43D1417B-8EC5-44D4-A7AA-85A94AA40750}"/>
                </a:ext>
              </a:extLst>
            </p:cNvPr>
            <p:cNvCxnSpPr/>
            <p:nvPr>
              <p:custDataLst>
                <p:tags r:id="rId82"/>
              </p:custDataLst>
            </p:nvPr>
          </p:nvCxnSpPr>
          <p:spPr bwMode="auto">
            <a:xfrm flipV="1">
              <a:off x="7822" y="8505"/>
              <a:ext cx="68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3891B439-CA1A-435F-9F1F-12867A3E0E0B}"/>
                </a:ext>
              </a:extLst>
            </p:cNvPr>
            <p:cNvCxnSpPr/>
            <p:nvPr>
              <p:custDataLst>
                <p:tags r:id="rId83"/>
              </p:custDataLst>
            </p:nvPr>
          </p:nvCxnSpPr>
          <p:spPr bwMode="auto">
            <a:xfrm flipH="1">
              <a:off x="7597" y="8505"/>
              <a:ext cx="227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7E5C7EDF-0AFC-44C7-91F1-485657A9AF72}"/>
                </a:ext>
              </a:extLst>
            </p:cNvPr>
            <p:cNvCxnSpPr/>
            <p:nvPr>
              <p:custDataLst>
                <p:tags r:id="rId84"/>
              </p:custDataLst>
            </p:nvPr>
          </p:nvCxnSpPr>
          <p:spPr bwMode="auto">
            <a:xfrm flipV="1">
              <a:off x="8730" y="8844"/>
              <a:ext cx="68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70C4C450-FE5F-460C-9841-316F959F817B}"/>
                </a:ext>
              </a:extLst>
            </p:cNvPr>
            <p:cNvCxnSpPr/>
            <p:nvPr>
              <p:custDataLst>
                <p:tags r:id="rId85"/>
              </p:custDataLst>
            </p:nvPr>
          </p:nvCxnSpPr>
          <p:spPr bwMode="auto">
            <a:xfrm>
              <a:off x="8503" y="8504"/>
              <a:ext cx="227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643DDB9A-8F57-4D63-9463-50BD2551E2C1}"/>
                </a:ext>
              </a:extLst>
            </p:cNvPr>
            <p:cNvCxnSpPr/>
            <p:nvPr>
              <p:custDataLst>
                <p:tags r:id="rId86"/>
              </p:custDataLst>
            </p:nvPr>
          </p:nvCxnSpPr>
          <p:spPr bwMode="auto">
            <a:xfrm flipV="1">
              <a:off x="9636" y="8505"/>
              <a:ext cx="68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F25BC464-605D-4143-800C-969FA2C061EE}"/>
                </a:ext>
              </a:extLst>
            </p:cNvPr>
            <p:cNvCxnSpPr/>
            <p:nvPr>
              <p:custDataLst>
                <p:tags r:id="rId87"/>
              </p:custDataLst>
            </p:nvPr>
          </p:nvCxnSpPr>
          <p:spPr bwMode="auto">
            <a:xfrm flipH="1">
              <a:off x="9411" y="8505"/>
              <a:ext cx="227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3017E900-D412-4B57-A6CE-85707F7078C1}"/>
                </a:ext>
              </a:extLst>
            </p:cNvPr>
            <p:cNvCxnSpPr/>
            <p:nvPr>
              <p:custDataLst>
                <p:tags r:id="rId88"/>
              </p:custDataLst>
            </p:nvPr>
          </p:nvCxnSpPr>
          <p:spPr bwMode="auto">
            <a:xfrm flipV="1">
              <a:off x="10544" y="8844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4388956F-DF10-4389-A01D-103A72688AB3}"/>
                </a:ext>
              </a:extLst>
            </p:cNvPr>
            <p:cNvCxnSpPr/>
            <p:nvPr>
              <p:custDataLst>
                <p:tags r:id="rId89"/>
              </p:custDataLst>
            </p:nvPr>
          </p:nvCxnSpPr>
          <p:spPr bwMode="auto">
            <a:xfrm>
              <a:off x="10317" y="8504"/>
              <a:ext cx="227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62AF00C3-F678-484A-9787-AE95053C4C34}"/>
                </a:ext>
              </a:extLst>
            </p:cNvPr>
            <p:cNvCxnSpPr/>
            <p:nvPr>
              <p:custDataLst>
                <p:tags r:id="rId90"/>
              </p:custDataLst>
            </p:nvPr>
          </p:nvCxnSpPr>
          <p:spPr bwMode="auto">
            <a:xfrm flipH="1">
              <a:off x="7710" y="8561"/>
              <a:ext cx="0" cy="73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7" name="Text Box 191">
              <a:extLst>
                <a:ext uri="{FF2B5EF4-FFF2-40B4-BE49-F238E27FC236}">
                  <a16:creationId xmlns:a16="http://schemas.microsoft.com/office/drawing/2014/main" id="{A7F89F8C-6EC2-4629-ABE2-2417EF91623B}"/>
                </a:ext>
              </a:extLst>
            </p:cNvPr>
            <p:cNvSpPr txBox="1">
              <a:spLocks noChangeArrowheads="1"/>
            </p:cNvSpPr>
            <p:nvPr>
              <p:custDataLst>
                <p:tags r:id="rId91"/>
              </p:custDataLst>
            </p:nvPr>
          </p:nvSpPr>
          <p:spPr bwMode="auto">
            <a:xfrm>
              <a:off x="9751" y="8957"/>
              <a:ext cx="102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上升沿</a:t>
              </a:r>
            </a:p>
          </p:txBody>
        </p: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B604B194-E73F-4209-AF9D-2211AD50425E}"/>
                </a:ext>
              </a:extLst>
            </p:cNvPr>
            <p:cNvCxnSpPr/>
            <p:nvPr>
              <p:custDataLst>
                <p:tags r:id="rId92"/>
              </p:custDataLst>
            </p:nvPr>
          </p:nvCxnSpPr>
          <p:spPr bwMode="auto">
            <a:xfrm flipV="1">
              <a:off x="8391" y="8619"/>
              <a:ext cx="226" cy="24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49" name="Text Box 191">
              <a:extLst>
                <a:ext uri="{FF2B5EF4-FFF2-40B4-BE49-F238E27FC236}">
                  <a16:creationId xmlns:a16="http://schemas.microsoft.com/office/drawing/2014/main" id="{86217FAC-B058-457B-AF6A-2B11B18E8B84}"/>
                </a:ext>
              </a:extLst>
            </p:cNvPr>
            <p:cNvSpPr txBox="1">
              <a:spLocks noChangeArrowheads="1"/>
            </p:cNvSpPr>
            <p:nvPr>
              <p:custDataLst>
                <p:tags r:id="rId93"/>
              </p:custDataLst>
            </p:nvPr>
          </p:nvSpPr>
          <p:spPr bwMode="auto">
            <a:xfrm>
              <a:off x="7938" y="8959"/>
              <a:ext cx="102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下降沿</a:t>
              </a:r>
            </a:p>
          </p:txBody>
        </p:sp>
        <p:sp>
          <p:nvSpPr>
            <p:cNvPr id="50" name="Text Box 191">
              <a:extLst>
                <a:ext uri="{FF2B5EF4-FFF2-40B4-BE49-F238E27FC236}">
                  <a16:creationId xmlns:a16="http://schemas.microsoft.com/office/drawing/2014/main" id="{8CD5AD48-C908-4570-8B28-3F322A61189D}"/>
                </a:ext>
              </a:extLst>
            </p:cNvPr>
            <p:cNvSpPr txBox="1">
              <a:spLocks noChangeArrowheads="1"/>
            </p:cNvSpPr>
            <p:nvPr>
              <p:custDataLst>
                <p:tags r:id="rId94"/>
              </p:custDataLst>
            </p:nvPr>
          </p:nvSpPr>
          <p:spPr bwMode="auto">
            <a:xfrm>
              <a:off x="10886" y="8620"/>
              <a:ext cx="3458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时钟频率</a:t>
              </a: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＝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1/</a:t>
              </a: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时钟周期</a:t>
              </a:r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B11E2712-9461-40A9-82C8-FF3DC0714385}"/>
              </a:ext>
            </a:extLst>
          </p:cNvPr>
          <p:cNvGrpSpPr/>
          <p:nvPr/>
        </p:nvGrpSpPr>
        <p:grpSpPr>
          <a:xfrm>
            <a:off x="2447520" y="4221088"/>
            <a:ext cx="1765935" cy="828040"/>
            <a:chOff x="1304" y="7143"/>
            <a:chExt cx="2781" cy="1304"/>
          </a:xfrm>
        </p:grpSpPr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FD4EFBB5-D072-4BC5-8385-CAE0C293A7FD}"/>
                </a:ext>
              </a:extLst>
            </p:cNvPr>
            <p:cNvCxnSpPr/>
            <p:nvPr>
              <p:custDataLst>
                <p:tags r:id="rId42"/>
              </p:custDataLst>
            </p:nvPr>
          </p:nvCxnSpPr>
          <p:spPr bwMode="auto">
            <a:xfrm flipH="1">
              <a:off x="3571" y="7483"/>
              <a:ext cx="0" cy="96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C00000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E33B7677-79DC-4D73-A81E-3DF534FFC9A5}"/>
                </a:ext>
              </a:extLst>
            </p:cNvPr>
            <p:cNvCxnSpPr/>
            <p:nvPr>
              <p:custDataLst>
                <p:tags r:id="rId43"/>
              </p:custDataLst>
            </p:nvPr>
          </p:nvCxnSpPr>
          <p:spPr bwMode="auto">
            <a:xfrm flipH="1">
              <a:off x="2665" y="7483"/>
              <a:ext cx="0" cy="96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C00000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4DF4C797-93D8-48E3-BB3B-4D12352A25A5}"/>
                </a:ext>
              </a:extLst>
            </p:cNvPr>
            <p:cNvCxnSpPr/>
            <p:nvPr>
              <p:custDataLst>
                <p:tags r:id="rId44"/>
              </p:custDataLst>
            </p:nvPr>
          </p:nvCxnSpPr>
          <p:spPr bwMode="auto">
            <a:xfrm flipH="1">
              <a:off x="1985" y="7483"/>
              <a:ext cx="0" cy="96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C00000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9" name="Text Box 191">
              <a:extLst>
                <a:ext uri="{FF2B5EF4-FFF2-40B4-BE49-F238E27FC236}">
                  <a16:creationId xmlns:a16="http://schemas.microsoft.com/office/drawing/2014/main" id="{3E0EC57B-E3F8-4C86-B765-D87F363A9D97}"/>
                </a:ext>
              </a:extLst>
            </p:cNvPr>
            <p:cNvSpPr txBox="1"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3684" y="8050"/>
              <a:ext cx="170" cy="340"/>
            </a:xfrm>
            <a:prstGeom prst="rect">
              <a:avLst/>
            </a:prstGeom>
            <a:solidFill>
              <a:srgbClr val="CC99FF"/>
            </a:solidFill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0" name="Text Box 191">
              <a:extLst>
                <a:ext uri="{FF2B5EF4-FFF2-40B4-BE49-F238E27FC236}">
                  <a16:creationId xmlns:a16="http://schemas.microsoft.com/office/drawing/2014/main" id="{D054E29E-3DD3-48CD-B394-CD96FEBC29F3}"/>
                </a:ext>
              </a:extLst>
            </p:cNvPr>
            <p:cNvSpPr txBox="1"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2439" y="8050"/>
              <a:ext cx="170" cy="340"/>
            </a:xfrm>
            <a:prstGeom prst="rect">
              <a:avLst/>
            </a:prstGeom>
            <a:solidFill>
              <a:srgbClr val="CC99FF"/>
            </a:solidFill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1" name="Text Box 191">
              <a:extLst>
                <a:ext uri="{FF2B5EF4-FFF2-40B4-BE49-F238E27FC236}">
                  <a16:creationId xmlns:a16="http://schemas.microsoft.com/office/drawing/2014/main" id="{9340905D-5C7C-4709-B74B-67F758366683}"/>
                </a:ext>
              </a:extLst>
            </p:cNvPr>
            <p:cNvSpPr txBox="1"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1985" y="8050"/>
              <a:ext cx="170" cy="340"/>
            </a:xfrm>
            <a:prstGeom prst="rect">
              <a:avLst/>
            </a:prstGeom>
            <a:solidFill>
              <a:srgbClr val="CC99FF"/>
            </a:solidFill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B5BB9EB0-BA90-4317-A4A6-DF4608823230}"/>
                </a:ext>
              </a:extLst>
            </p:cNvPr>
            <p:cNvCxnSpPr/>
            <p:nvPr>
              <p:custDataLst>
                <p:tags r:id="rId48"/>
              </p:custDataLst>
            </p:nvPr>
          </p:nvCxnSpPr>
          <p:spPr bwMode="auto">
            <a:xfrm flipV="1">
              <a:off x="1758" y="7483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3" name="Text Box 191">
              <a:extLst>
                <a:ext uri="{FF2B5EF4-FFF2-40B4-BE49-F238E27FC236}">
                  <a16:creationId xmlns:a16="http://schemas.microsoft.com/office/drawing/2014/main" id="{9B3F5DAE-2395-4E48-8B3C-67F55E8E0302}"/>
                </a:ext>
              </a:extLst>
            </p:cNvPr>
            <p:cNvSpPr txBox="1"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1304" y="7143"/>
              <a:ext cx="39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EN</a:t>
              </a:r>
            </a:p>
          </p:txBody>
        </p: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DF11FA4F-4143-4160-AE54-7F8F5864C8FB}"/>
                </a:ext>
              </a:extLst>
            </p:cNvPr>
            <p:cNvCxnSpPr/>
            <p:nvPr>
              <p:custDataLst>
                <p:tags r:id="rId50"/>
              </p:custDataLst>
            </p:nvPr>
          </p:nvCxnSpPr>
          <p:spPr bwMode="auto">
            <a:xfrm flipV="1">
              <a:off x="1985" y="7144"/>
              <a:ext cx="68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CC157CA8-7636-46C6-BC3A-759AD4AFDD9F}"/>
                </a:ext>
              </a:extLst>
            </p:cNvPr>
            <p:cNvCxnSpPr/>
            <p:nvPr>
              <p:custDataLst>
                <p:tags r:id="rId51"/>
              </p:custDataLst>
            </p:nvPr>
          </p:nvCxnSpPr>
          <p:spPr bwMode="auto">
            <a:xfrm flipH="1">
              <a:off x="1985" y="7144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6" name="Text Box 191">
              <a:extLst>
                <a:ext uri="{FF2B5EF4-FFF2-40B4-BE49-F238E27FC236}">
                  <a16:creationId xmlns:a16="http://schemas.microsoft.com/office/drawing/2014/main" id="{AE754740-E4E3-4F92-B934-AD131B131D02}"/>
                </a:ext>
              </a:extLst>
            </p:cNvPr>
            <p:cNvSpPr txBox="1"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1418" y="7597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Y</a:t>
              </a:r>
            </a:p>
          </p:txBody>
        </p:sp>
        <p:sp>
          <p:nvSpPr>
            <p:cNvPr id="67" name="Text Box 191">
              <a:extLst>
                <a:ext uri="{FF2B5EF4-FFF2-40B4-BE49-F238E27FC236}">
                  <a16:creationId xmlns:a16="http://schemas.microsoft.com/office/drawing/2014/main" id="{4DD19F73-F2FC-451B-9E91-166057911401}"/>
                </a:ext>
              </a:extLst>
            </p:cNvPr>
            <p:cNvSpPr txBox="1"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1418" y="8050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Q</a:t>
              </a:r>
            </a:p>
          </p:txBody>
        </p: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03CE0864-06D0-44BA-86FB-0D8D4E0D43AC}"/>
                </a:ext>
              </a:extLst>
            </p:cNvPr>
            <p:cNvCxnSpPr/>
            <p:nvPr>
              <p:custDataLst>
                <p:tags r:id="rId54"/>
              </p:custDataLst>
            </p:nvPr>
          </p:nvCxnSpPr>
          <p:spPr bwMode="auto">
            <a:xfrm flipV="1">
              <a:off x="2666" y="7483"/>
              <a:ext cx="90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47825C24-EACC-40C2-81D3-2C8E27CFB84C}"/>
                </a:ext>
              </a:extLst>
            </p:cNvPr>
            <p:cNvCxnSpPr/>
            <p:nvPr>
              <p:custDataLst>
                <p:tags r:id="rId55"/>
              </p:custDataLst>
            </p:nvPr>
          </p:nvCxnSpPr>
          <p:spPr bwMode="auto">
            <a:xfrm flipH="1">
              <a:off x="2666" y="7144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DE93CF44-213E-406F-8171-A98F65963DB4}"/>
                </a:ext>
              </a:extLst>
            </p:cNvPr>
            <p:cNvCxnSpPr/>
            <p:nvPr>
              <p:custDataLst>
                <p:tags r:id="rId56"/>
              </p:custDataLst>
            </p:nvPr>
          </p:nvCxnSpPr>
          <p:spPr bwMode="auto">
            <a:xfrm flipV="1">
              <a:off x="2891" y="7597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5056432B-C3A3-449C-B501-112EDDC37A69}"/>
                </a:ext>
              </a:extLst>
            </p:cNvPr>
            <p:cNvCxnSpPr/>
            <p:nvPr>
              <p:custDataLst>
                <p:tags r:id="rId57"/>
              </p:custDataLst>
            </p:nvPr>
          </p:nvCxnSpPr>
          <p:spPr bwMode="auto">
            <a:xfrm>
              <a:off x="3230" y="7596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7B2F1FFF-69C2-4D57-9DF5-7AA30018C831}"/>
                </a:ext>
              </a:extLst>
            </p:cNvPr>
            <p:cNvCxnSpPr/>
            <p:nvPr>
              <p:custDataLst>
                <p:tags r:id="rId58"/>
              </p:custDataLst>
            </p:nvPr>
          </p:nvCxnSpPr>
          <p:spPr bwMode="auto">
            <a:xfrm flipV="1">
              <a:off x="3573" y="7144"/>
              <a:ext cx="51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B3BF83B1-16F1-48CD-AA8E-C0D1376363BF}"/>
                </a:ext>
              </a:extLst>
            </p:cNvPr>
            <p:cNvCxnSpPr/>
            <p:nvPr>
              <p:custDataLst>
                <p:tags r:id="rId59"/>
              </p:custDataLst>
            </p:nvPr>
          </p:nvCxnSpPr>
          <p:spPr bwMode="auto">
            <a:xfrm flipH="1">
              <a:off x="3573" y="7144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695B99C4-888E-4EB5-B8CB-A45392458B05}"/>
                </a:ext>
              </a:extLst>
            </p:cNvPr>
            <p:cNvCxnSpPr/>
            <p:nvPr>
              <p:custDataLst>
                <p:tags r:id="rId60"/>
              </p:custDataLst>
            </p:nvPr>
          </p:nvCxnSpPr>
          <p:spPr bwMode="auto">
            <a:xfrm flipV="1">
              <a:off x="3688" y="7596"/>
              <a:ext cx="39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0828C61B-728E-457A-905A-2A389500EB79}"/>
                </a:ext>
              </a:extLst>
            </p:cNvPr>
            <p:cNvCxnSpPr/>
            <p:nvPr>
              <p:custDataLst>
                <p:tags r:id="rId61"/>
              </p:custDataLst>
            </p:nvPr>
          </p:nvCxnSpPr>
          <p:spPr bwMode="auto">
            <a:xfrm>
              <a:off x="3687" y="7595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9C267CD0-7EBE-46D4-B9E8-8AAD08C934FD}"/>
                </a:ext>
              </a:extLst>
            </p:cNvPr>
            <p:cNvCxnSpPr/>
            <p:nvPr>
              <p:custDataLst>
                <p:tags r:id="rId62"/>
              </p:custDataLst>
            </p:nvPr>
          </p:nvCxnSpPr>
          <p:spPr bwMode="auto">
            <a:xfrm flipV="1">
              <a:off x="1758" y="7937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FEC4B947-3653-4898-A28C-720312A1D2F7}"/>
                </a:ext>
              </a:extLst>
            </p:cNvPr>
            <p:cNvCxnSpPr/>
            <p:nvPr>
              <p:custDataLst>
                <p:tags r:id="rId63"/>
              </p:custDataLst>
            </p:nvPr>
          </p:nvCxnSpPr>
          <p:spPr bwMode="auto">
            <a:xfrm flipV="1">
              <a:off x="1985" y="7598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71C9948E-84CF-418B-93BA-2F831A3DEA04}"/>
                </a:ext>
              </a:extLst>
            </p:cNvPr>
            <p:cNvCxnSpPr/>
            <p:nvPr>
              <p:custDataLst>
                <p:tags r:id="rId64"/>
              </p:custDataLst>
            </p:nvPr>
          </p:nvCxnSpPr>
          <p:spPr bwMode="auto">
            <a:xfrm flipH="1">
              <a:off x="1985" y="7598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4BB029CC-B19B-4A91-B57C-084A0C234B34}"/>
                </a:ext>
              </a:extLst>
            </p:cNvPr>
            <p:cNvCxnSpPr/>
            <p:nvPr>
              <p:custDataLst>
                <p:tags r:id="rId65"/>
              </p:custDataLst>
            </p:nvPr>
          </p:nvCxnSpPr>
          <p:spPr bwMode="auto">
            <a:xfrm flipV="1">
              <a:off x="2438" y="7937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259D301E-E803-4465-81EA-3DF1775CAC89}"/>
                </a:ext>
              </a:extLst>
            </p:cNvPr>
            <p:cNvCxnSpPr/>
            <p:nvPr>
              <p:custDataLst>
                <p:tags r:id="rId66"/>
              </p:custDataLst>
            </p:nvPr>
          </p:nvCxnSpPr>
          <p:spPr bwMode="auto">
            <a:xfrm>
              <a:off x="2438" y="7597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A955F9DA-EDBC-4967-B245-7166A063F3D3}"/>
                </a:ext>
              </a:extLst>
            </p:cNvPr>
            <p:cNvCxnSpPr/>
            <p:nvPr>
              <p:custDataLst>
                <p:tags r:id="rId67"/>
              </p:custDataLst>
            </p:nvPr>
          </p:nvCxnSpPr>
          <p:spPr bwMode="auto">
            <a:xfrm flipH="1">
              <a:off x="2892" y="7597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AF42E520-33A4-4CFB-9384-5722A28BBB5A}"/>
                </a:ext>
              </a:extLst>
            </p:cNvPr>
            <p:cNvCxnSpPr/>
            <p:nvPr>
              <p:custDataLst>
                <p:tags r:id="rId68"/>
              </p:custDataLst>
            </p:nvPr>
          </p:nvCxnSpPr>
          <p:spPr bwMode="auto">
            <a:xfrm flipV="1">
              <a:off x="3231" y="7936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1ECE65A8-7FCD-49C6-B7BB-7A6C9D2E8DB3}"/>
                </a:ext>
              </a:extLst>
            </p:cNvPr>
            <p:cNvCxnSpPr/>
            <p:nvPr>
              <p:custDataLst>
                <p:tags r:id="rId69"/>
              </p:custDataLst>
            </p:nvPr>
          </p:nvCxnSpPr>
          <p:spPr bwMode="auto">
            <a:xfrm flipV="1">
              <a:off x="1758" y="8390"/>
              <a:ext cx="39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26397446-2BCE-489D-BFB1-43F474C20C6D}"/>
                </a:ext>
              </a:extLst>
            </p:cNvPr>
            <p:cNvCxnSpPr/>
            <p:nvPr>
              <p:custDataLst>
                <p:tags r:id="rId70"/>
              </p:custDataLst>
            </p:nvPr>
          </p:nvCxnSpPr>
          <p:spPr bwMode="auto">
            <a:xfrm flipV="1">
              <a:off x="2154" y="8051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8A7D7D42-59E5-490D-BC67-998F06DA4EDC}"/>
                </a:ext>
              </a:extLst>
            </p:cNvPr>
            <p:cNvCxnSpPr/>
            <p:nvPr>
              <p:custDataLst>
                <p:tags r:id="rId71"/>
              </p:custDataLst>
            </p:nvPr>
          </p:nvCxnSpPr>
          <p:spPr bwMode="auto">
            <a:xfrm flipH="1">
              <a:off x="2154" y="8051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0F9B339B-8077-4FBF-B48B-3D2AF5E53389}"/>
                </a:ext>
              </a:extLst>
            </p:cNvPr>
            <p:cNvCxnSpPr/>
            <p:nvPr>
              <p:custDataLst>
                <p:tags r:id="rId72"/>
              </p:custDataLst>
            </p:nvPr>
          </p:nvCxnSpPr>
          <p:spPr bwMode="auto">
            <a:xfrm flipV="1">
              <a:off x="2608" y="8390"/>
              <a:ext cx="124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F702362F-6AAE-4CF6-B107-AEF7725D4ADC}"/>
                </a:ext>
              </a:extLst>
            </p:cNvPr>
            <p:cNvCxnSpPr/>
            <p:nvPr>
              <p:custDataLst>
                <p:tags r:id="rId73"/>
              </p:custDataLst>
            </p:nvPr>
          </p:nvCxnSpPr>
          <p:spPr bwMode="auto">
            <a:xfrm>
              <a:off x="2608" y="8050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1CFA1FA9-502A-4878-8B31-09C3184FACFB}"/>
                </a:ext>
              </a:extLst>
            </p:cNvPr>
            <p:cNvCxnSpPr/>
            <p:nvPr>
              <p:custDataLst>
                <p:tags r:id="rId74"/>
              </p:custDataLst>
            </p:nvPr>
          </p:nvCxnSpPr>
          <p:spPr bwMode="auto">
            <a:xfrm flipH="1">
              <a:off x="3855" y="8050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261B556E-4683-408F-88FC-50214563EB37}"/>
                </a:ext>
              </a:extLst>
            </p:cNvPr>
            <p:cNvCxnSpPr/>
            <p:nvPr>
              <p:custDataLst>
                <p:tags r:id="rId75"/>
              </p:custDataLst>
            </p:nvPr>
          </p:nvCxnSpPr>
          <p:spPr bwMode="auto">
            <a:xfrm flipV="1">
              <a:off x="3855" y="8050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90" name="组合 89">
            <a:extLst>
              <a:ext uri="{FF2B5EF4-FFF2-40B4-BE49-F238E27FC236}">
                <a16:creationId xmlns:a16="http://schemas.microsoft.com/office/drawing/2014/main" id="{B56F96B0-264E-46C8-BC10-5D9C2F035CDB}"/>
              </a:ext>
            </a:extLst>
          </p:cNvPr>
          <p:cNvGrpSpPr/>
          <p:nvPr/>
        </p:nvGrpSpPr>
        <p:grpSpPr>
          <a:xfrm>
            <a:off x="4751546" y="4221088"/>
            <a:ext cx="2124710" cy="828040"/>
            <a:chOff x="4195" y="7143"/>
            <a:chExt cx="3346" cy="1304"/>
          </a:xfrm>
        </p:grpSpPr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E106CE5B-0072-4FE1-986E-07D3F9B17F30}"/>
                </a:ext>
              </a:extLst>
            </p:cNvPr>
            <p:cNvCxnSpPr/>
            <p:nvPr>
              <p:custDataLst>
                <p:tags r:id="rId3"/>
              </p:custDataLst>
            </p:nvPr>
          </p:nvCxnSpPr>
          <p:spPr bwMode="auto">
            <a:xfrm flipH="1">
              <a:off x="6858" y="7483"/>
              <a:ext cx="0" cy="96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C00000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B5C9EBC6-4FE6-4091-AFF4-1954AE4EDB41}"/>
                </a:ext>
              </a:extLst>
            </p:cNvPr>
            <p:cNvCxnSpPr/>
            <p:nvPr>
              <p:custDataLst>
                <p:tags r:id="rId4"/>
              </p:custDataLst>
            </p:nvPr>
          </p:nvCxnSpPr>
          <p:spPr bwMode="auto">
            <a:xfrm flipH="1">
              <a:off x="5952" y="7483"/>
              <a:ext cx="0" cy="96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C00000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4B87D3AB-001E-4AAA-A803-F636BFBACC4E}"/>
                </a:ext>
              </a:extLst>
            </p:cNvPr>
            <p:cNvCxnSpPr/>
            <p:nvPr>
              <p:custDataLst>
                <p:tags r:id="rId5"/>
              </p:custDataLst>
            </p:nvPr>
          </p:nvCxnSpPr>
          <p:spPr bwMode="auto">
            <a:xfrm flipH="1">
              <a:off x="5046" y="7483"/>
              <a:ext cx="0" cy="96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C00000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4" name="Text Box 191">
              <a:extLst>
                <a:ext uri="{FF2B5EF4-FFF2-40B4-BE49-F238E27FC236}">
                  <a16:creationId xmlns:a16="http://schemas.microsoft.com/office/drawing/2014/main" id="{4227028D-8AB8-4E87-B998-DEDE6C003A3D}"/>
                </a:ext>
              </a:extLst>
            </p:cNvPr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6858" y="8050"/>
              <a:ext cx="170" cy="340"/>
            </a:xfrm>
            <a:prstGeom prst="rect">
              <a:avLst/>
            </a:prstGeom>
            <a:solidFill>
              <a:srgbClr val="CC99FF"/>
            </a:solidFill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95" name="Text Box 191">
              <a:extLst>
                <a:ext uri="{FF2B5EF4-FFF2-40B4-BE49-F238E27FC236}">
                  <a16:creationId xmlns:a16="http://schemas.microsoft.com/office/drawing/2014/main" id="{4F8DF468-8E3A-4CF5-96BE-61A45BF2D42B}"/>
                </a:ext>
              </a:extLst>
            </p:cNvPr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5952" y="8050"/>
              <a:ext cx="170" cy="340"/>
            </a:xfrm>
            <a:prstGeom prst="rect">
              <a:avLst/>
            </a:prstGeom>
            <a:solidFill>
              <a:srgbClr val="CC99FF"/>
            </a:solidFill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96" name="Text Box 191">
              <a:extLst>
                <a:ext uri="{FF2B5EF4-FFF2-40B4-BE49-F238E27FC236}">
                  <a16:creationId xmlns:a16="http://schemas.microsoft.com/office/drawing/2014/main" id="{8A1AE173-1ED9-459D-BCA9-C37CD0938698}"/>
                </a:ext>
              </a:extLst>
            </p:cNvPr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5046" y="8050"/>
              <a:ext cx="170" cy="340"/>
            </a:xfrm>
            <a:prstGeom prst="rect">
              <a:avLst/>
            </a:prstGeom>
            <a:solidFill>
              <a:srgbClr val="CC99FF"/>
            </a:solidFill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2BA96E87-B670-4CDF-903C-BDFA0A12A1DB}"/>
                </a:ext>
              </a:extLst>
            </p:cNvPr>
            <p:cNvCxnSpPr/>
            <p:nvPr>
              <p:custDataLst>
                <p:tags r:id="rId9"/>
              </p:custDataLst>
            </p:nvPr>
          </p:nvCxnSpPr>
          <p:spPr bwMode="auto">
            <a:xfrm flipV="1">
              <a:off x="4819" y="7483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8" name="Text Box 191">
              <a:extLst>
                <a:ext uri="{FF2B5EF4-FFF2-40B4-BE49-F238E27FC236}">
                  <a16:creationId xmlns:a16="http://schemas.microsoft.com/office/drawing/2014/main" id="{CD32ADFF-8A40-4306-9C81-FBAA28B700A3}"/>
                </a:ext>
              </a:extLst>
            </p:cNvPr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4195" y="7143"/>
              <a:ext cx="56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CLK</a:t>
              </a:r>
            </a:p>
          </p:txBody>
        </p: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622559D2-6204-4116-B551-81CDCAC61DB6}"/>
                </a:ext>
              </a:extLst>
            </p:cNvPr>
            <p:cNvCxnSpPr/>
            <p:nvPr>
              <p:custDataLst>
                <p:tags r:id="rId11"/>
              </p:custDataLst>
            </p:nvPr>
          </p:nvCxnSpPr>
          <p:spPr bwMode="auto">
            <a:xfrm flipV="1">
              <a:off x="5046" y="7144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E19D7DD8-DEB1-4DA4-B272-0E5625421515}"/>
                </a:ext>
              </a:extLst>
            </p:cNvPr>
            <p:cNvCxnSpPr/>
            <p:nvPr>
              <p:custDataLst>
                <p:tags r:id="rId12"/>
              </p:custDataLst>
            </p:nvPr>
          </p:nvCxnSpPr>
          <p:spPr bwMode="auto">
            <a:xfrm flipH="1">
              <a:off x="5046" y="7144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06096C5B-FF7A-4656-AB76-0C846CA07D94}"/>
                </a:ext>
              </a:extLst>
            </p:cNvPr>
            <p:cNvCxnSpPr/>
            <p:nvPr>
              <p:custDataLst>
                <p:tags r:id="rId13"/>
              </p:custDataLst>
            </p:nvPr>
          </p:nvCxnSpPr>
          <p:spPr bwMode="auto">
            <a:xfrm flipV="1">
              <a:off x="5499" y="7483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8E12D101-E66F-4B97-A2AF-376488B506C4}"/>
                </a:ext>
              </a:extLst>
            </p:cNvPr>
            <p:cNvCxnSpPr/>
            <p:nvPr>
              <p:custDataLst>
                <p:tags r:id="rId14"/>
              </p:custDataLst>
            </p:nvPr>
          </p:nvCxnSpPr>
          <p:spPr bwMode="auto">
            <a:xfrm>
              <a:off x="5499" y="7143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3" name="Text Box 191">
              <a:extLst>
                <a:ext uri="{FF2B5EF4-FFF2-40B4-BE49-F238E27FC236}">
                  <a16:creationId xmlns:a16="http://schemas.microsoft.com/office/drawing/2014/main" id="{C48C2698-B9E4-4590-BC3C-9446F185AC4A}"/>
                </a:ext>
              </a:extLst>
            </p:cNvPr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4479" y="7597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Y</a:t>
              </a:r>
            </a:p>
          </p:txBody>
        </p:sp>
        <p:sp>
          <p:nvSpPr>
            <p:cNvPr id="104" name="Text Box 191">
              <a:extLst>
                <a:ext uri="{FF2B5EF4-FFF2-40B4-BE49-F238E27FC236}">
                  <a16:creationId xmlns:a16="http://schemas.microsoft.com/office/drawing/2014/main" id="{CCC0F2C2-BA62-4D52-9667-43B94AE551D9}"/>
                </a:ext>
              </a:extLst>
            </p:cNvPr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4479" y="8050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Q</a:t>
              </a:r>
            </a:p>
          </p:txBody>
        </p: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C088AFCE-55D0-4500-8D46-A07071B9C3D1}"/>
                </a:ext>
              </a:extLst>
            </p:cNvPr>
            <p:cNvCxnSpPr/>
            <p:nvPr>
              <p:custDataLst>
                <p:tags r:id="rId17"/>
              </p:custDataLst>
            </p:nvPr>
          </p:nvCxnSpPr>
          <p:spPr bwMode="auto">
            <a:xfrm flipV="1">
              <a:off x="5953" y="7144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CB45BB95-6DA0-471E-BFEB-F3E1B96EAF1E}"/>
                </a:ext>
              </a:extLst>
            </p:cNvPr>
            <p:cNvCxnSpPr/>
            <p:nvPr>
              <p:custDataLst>
                <p:tags r:id="rId18"/>
              </p:custDataLst>
            </p:nvPr>
          </p:nvCxnSpPr>
          <p:spPr bwMode="auto">
            <a:xfrm flipH="1">
              <a:off x="5953" y="7144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150A2855-ACB8-4207-8EFE-AFD8541F46A1}"/>
                </a:ext>
              </a:extLst>
            </p:cNvPr>
            <p:cNvCxnSpPr/>
            <p:nvPr>
              <p:custDataLst>
                <p:tags r:id="rId19"/>
              </p:custDataLst>
            </p:nvPr>
          </p:nvCxnSpPr>
          <p:spPr bwMode="auto">
            <a:xfrm flipV="1">
              <a:off x="6407" y="7483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EF6B3D61-3F79-4876-8DB7-4BE8A8B9B7DE}"/>
                </a:ext>
              </a:extLst>
            </p:cNvPr>
            <p:cNvCxnSpPr/>
            <p:nvPr>
              <p:custDataLst>
                <p:tags r:id="rId20"/>
              </p:custDataLst>
            </p:nvPr>
          </p:nvCxnSpPr>
          <p:spPr bwMode="auto">
            <a:xfrm>
              <a:off x="6406" y="7143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C5DE8674-7FA1-4B99-9B99-6FA276CBCE37}"/>
                </a:ext>
              </a:extLst>
            </p:cNvPr>
            <p:cNvCxnSpPr/>
            <p:nvPr>
              <p:custDataLst>
                <p:tags r:id="rId21"/>
              </p:custDataLst>
            </p:nvPr>
          </p:nvCxnSpPr>
          <p:spPr bwMode="auto">
            <a:xfrm flipV="1">
              <a:off x="6860" y="7144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BCB55175-CDBB-49A2-9505-A8F26922EA6A}"/>
                </a:ext>
              </a:extLst>
            </p:cNvPr>
            <p:cNvCxnSpPr/>
            <p:nvPr>
              <p:custDataLst>
                <p:tags r:id="rId22"/>
              </p:custDataLst>
            </p:nvPr>
          </p:nvCxnSpPr>
          <p:spPr bwMode="auto">
            <a:xfrm flipH="1">
              <a:off x="6860" y="7144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50922775-CFB8-420A-922C-46325626AAF4}"/>
                </a:ext>
              </a:extLst>
            </p:cNvPr>
            <p:cNvCxnSpPr/>
            <p:nvPr>
              <p:custDataLst>
                <p:tags r:id="rId23"/>
              </p:custDataLst>
            </p:nvPr>
          </p:nvCxnSpPr>
          <p:spPr bwMode="auto">
            <a:xfrm flipV="1">
              <a:off x="7314" y="7483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04396E3A-289F-4CD4-9BDD-A7AFD6B14378}"/>
                </a:ext>
              </a:extLst>
            </p:cNvPr>
            <p:cNvCxnSpPr/>
            <p:nvPr>
              <p:custDataLst>
                <p:tags r:id="rId24"/>
              </p:custDataLst>
            </p:nvPr>
          </p:nvCxnSpPr>
          <p:spPr bwMode="auto">
            <a:xfrm>
              <a:off x="7313" y="7143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735AA82D-2F27-4BF6-9092-DAC030D2676F}"/>
                </a:ext>
              </a:extLst>
            </p:cNvPr>
            <p:cNvCxnSpPr/>
            <p:nvPr>
              <p:custDataLst>
                <p:tags r:id="rId25"/>
              </p:custDataLst>
            </p:nvPr>
          </p:nvCxnSpPr>
          <p:spPr bwMode="auto">
            <a:xfrm flipV="1">
              <a:off x="4819" y="7937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E23B1830-E8C1-4E93-A1A1-B1B25A4F305E}"/>
                </a:ext>
              </a:extLst>
            </p:cNvPr>
            <p:cNvCxnSpPr/>
            <p:nvPr>
              <p:custDataLst>
                <p:tags r:id="rId26"/>
              </p:custDataLst>
            </p:nvPr>
          </p:nvCxnSpPr>
          <p:spPr bwMode="auto">
            <a:xfrm flipV="1">
              <a:off x="5046" y="7598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A516EBA5-51C8-45B1-BB53-FB78C932EE30}"/>
                </a:ext>
              </a:extLst>
            </p:cNvPr>
            <p:cNvCxnSpPr/>
            <p:nvPr>
              <p:custDataLst>
                <p:tags r:id="rId27"/>
              </p:custDataLst>
            </p:nvPr>
          </p:nvCxnSpPr>
          <p:spPr bwMode="auto">
            <a:xfrm flipH="1">
              <a:off x="5046" y="7598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70D487C6-F795-4CD2-955C-90E24AC0B058}"/>
                </a:ext>
              </a:extLst>
            </p:cNvPr>
            <p:cNvCxnSpPr/>
            <p:nvPr>
              <p:custDataLst>
                <p:tags r:id="rId28"/>
              </p:custDataLst>
            </p:nvPr>
          </p:nvCxnSpPr>
          <p:spPr bwMode="auto">
            <a:xfrm flipV="1">
              <a:off x="5499" y="7937"/>
              <a:ext cx="90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354152CF-A5BF-4C4C-A0ED-7C36DD2D278F}"/>
                </a:ext>
              </a:extLst>
            </p:cNvPr>
            <p:cNvCxnSpPr/>
            <p:nvPr>
              <p:custDataLst>
                <p:tags r:id="rId29"/>
              </p:custDataLst>
            </p:nvPr>
          </p:nvCxnSpPr>
          <p:spPr bwMode="auto">
            <a:xfrm>
              <a:off x="5499" y="7597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6DF11998-4009-453A-9289-A4B86EEAB857}"/>
                </a:ext>
              </a:extLst>
            </p:cNvPr>
            <p:cNvCxnSpPr/>
            <p:nvPr>
              <p:custDataLst>
                <p:tags r:id="rId30"/>
              </p:custDataLst>
            </p:nvPr>
          </p:nvCxnSpPr>
          <p:spPr bwMode="auto">
            <a:xfrm flipH="1">
              <a:off x="6405" y="7597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D924F406-0905-42FF-8E7A-D93D030B3358}"/>
                </a:ext>
              </a:extLst>
            </p:cNvPr>
            <p:cNvCxnSpPr/>
            <p:nvPr>
              <p:custDataLst>
                <p:tags r:id="rId31"/>
              </p:custDataLst>
            </p:nvPr>
          </p:nvCxnSpPr>
          <p:spPr bwMode="auto">
            <a:xfrm flipV="1">
              <a:off x="6405" y="7597"/>
              <a:ext cx="113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61C58965-44E4-4B4A-BA70-AA5FE744A2DE}"/>
                </a:ext>
              </a:extLst>
            </p:cNvPr>
            <p:cNvCxnSpPr/>
            <p:nvPr>
              <p:custDataLst>
                <p:tags r:id="rId32"/>
              </p:custDataLst>
            </p:nvPr>
          </p:nvCxnSpPr>
          <p:spPr bwMode="auto">
            <a:xfrm flipV="1">
              <a:off x="4819" y="8390"/>
              <a:ext cx="39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CF67CFE7-46F7-4C14-8371-B1F5CCCFDC35}"/>
                </a:ext>
              </a:extLst>
            </p:cNvPr>
            <p:cNvCxnSpPr/>
            <p:nvPr>
              <p:custDataLst>
                <p:tags r:id="rId33"/>
              </p:custDataLst>
            </p:nvPr>
          </p:nvCxnSpPr>
          <p:spPr bwMode="auto">
            <a:xfrm flipV="1">
              <a:off x="5216" y="8051"/>
              <a:ext cx="90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0CB08326-292E-4A5F-B479-9BA98C2EB98D}"/>
                </a:ext>
              </a:extLst>
            </p:cNvPr>
            <p:cNvCxnSpPr/>
            <p:nvPr>
              <p:custDataLst>
                <p:tags r:id="rId34"/>
              </p:custDataLst>
            </p:nvPr>
          </p:nvCxnSpPr>
          <p:spPr bwMode="auto">
            <a:xfrm flipH="1">
              <a:off x="5216" y="8051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7E4908B6-9F83-4CD8-8B81-1523074FF7A7}"/>
                </a:ext>
              </a:extLst>
            </p:cNvPr>
            <p:cNvCxnSpPr/>
            <p:nvPr>
              <p:custDataLst>
                <p:tags r:id="rId35"/>
              </p:custDataLst>
            </p:nvPr>
          </p:nvCxnSpPr>
          <p:spPr bwMode="auto">
            <a:xfrm flipV="1">
              <a:off x="6123" y="8390"/>
              <a:ext cx="90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4A427EC9-0ABB-4DCF-ABB0-9B78D30F9365}"/>
                </a:ext>
              </a:extLst>
            </p:cNvPr>
            <p:cNvCxnSpPr/>
            <p:nvPr>
              <p:custDataLst>
                <p:tags r:id="rId36"/>
              </p:custDataLst>
            </p:nvPr>
          </p:nvCxnSpPr>
          <p:spPr bwMode="auto">
            <a:xfrm>
              <a:off x="6123" y="8050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5C2D2CDA-613A-4EC9-B81F-260955DB6F3E}"/>
                </a:ext>
              </a:extLst>
            </p:cNvPr>
            <p:cNvCxnSpPr/>
            <p:nvPr>
              <p:custDataLst>
                <p:tags r:id="rId37"/>
              </p:custDataLst>
            </p:nvPr>
          </p:nvCxnSpPr>
          <p:spPr bwMode="auto">
            <a:xfrm flipH="1">
              <a:off x="7030" y="8050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10161CDF-9DD7-4EFB-97D2-DD041DF407CC}"/>
                </a:ext>
              </a:extLst>
            </p:cNvPr>
            <p:cNvCxnSpPr/>
            <p:nvPr>
              <p:custDataLst>
                <p:tags r:id="rId38"/>
              </p:custDataLst>
            </p:nvPr>
          </p:nvCxnSpPr>
          <p:spPr bwMode="auto">
            <a:xfrm flipV="1">
              <a:off x="7030" y="8050"/>
              <a:ext cx="51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7" name="直接连接符 126">
              <a:extLst>
                <a:ext uri="{FF2B5EF4-FFF2-40B4-BE49-F238E27FC236}">
                  <a16:creationId xmlns:a16="http://schemas.microsoft.com/office/drawing/2014/main" id="{3264EF62-163E-491C-86CE-AECE49F9CC1F}"/>
                </a:ext>
              </a:extLst>
            </p:cNvPr>
            <p:cNvCxnSpPr/>
            <p:nvPr>
              <p:custDataLst>
                <p:tags r:id="rId39"/>
              </p:custDataLst>
            </p:nvPr>
          </p:nvCxnSpPr>
          <p:spPr bwMode="auto">
            <a:xfrm flipH="1" flipV="1">
              <a:off x="5046" y="7200"/>
              <a:ext cx="0" cy="22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28" name="直接连接符 127">
              <a:extLst>
                <a:ext uri="{FF2B5EF4-FFF2-40B4-BE49-F238E27FC236}">
                  <a16:creationId xmlns:a16="http://schemas.microsoft.com/office/drawing/2014/main" id="{4D8F0C23-8C9D-4069-998B-787F871F3DF5}"/>
                </a:ext>
              </a:extLst>
            </p:cNvPr>
            <p:cNvCxnSpPr/>
            <p:nvPr>
              <p:custDataLst>
                <p:tags r:id="rId40"/>
              </p:custDataLst>
            </p:nvPr>
          </p:nvCxnSpPr>
          <p:spPr bwMode="auto">
            <a:xfrm flipH="1" flipV="1">
              <a:off x="5952" y="7200"/>
              <a:ext cx="0" cy="22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C243F7DC-5BA2-4037-9BFB-D38C09FE2268}"/>
                </a:ext>
              </a:extLst>
            </p:cNvPr>
            <p:cNvCxnSpPr/>
            <p:nvPr>
              <p:custDataLst>
                <p:tags r:id="rId41"/>
              </p:custDataLst>
            </p:nvPr>
          </p:nvCxnSpPr>
          <p:spPr bwMode="auto">
            <a:xfrm flipH="1" flipV="1">
              <a:off x="6858" y="7200"/>
              <a:ext cx="0" cy="22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sp>
        <p:nvSpPr>
          <p:cNvPr id="130" name="AutoShape 338">
            <a:extLst>
              <a:ext uri="{FF2B5EF4-FFF2-40B4-BE49-F238E27FC236}">
                <a16:creationId xmlns:a16="http://schemas.microsoft.com/office/drawing/2014/main" id="{1509F3E5-9EF6-4669-B53E-6254A9D017B1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251520" y="4582558"/>
            <a:ext cx="1944000" cy="252000"/>
          </a:xfrm>
          <a:prstGeom prst="borderCallout2">
            <a:avLst>
              <a:gd name="adj1" fmla="val 47099"/>
              <a:gd name="adj2" fmla="val 99258"/>
              <a:gd name="adj3" fmla="val 48801"/>
              <a:gd name="adj4" fmla="val 114687"/>
              <a:gd name="adj5" fmla="val 126916"/>
              <a:gd name="adj6" fmla="val 134014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 anchorCtr="0"/>
          <a:lstStyle/>
          <a:p>
            <a:pPr algn="ctr">
              <a:lnSpc>
                <a:spcPct val="90000"/>
              </a:lnSpc>
            </a:pPr>
            <a:r>
              <a:rPr lang="zh-CN" altLang="en-US" sz="1600" b="1" u="none" dirty="0">
                <a:latin typeface="宋体" panose="02010600030101010101" pitchFamily="2" charset="-122"/>
              </a:rPr>
              <a:t>存储电路的传输延迟</a:t>
            </a:r>
          </a:p>
        </p:txBody>
      </p:sp>
      <p:sp>
        <p:nvSpPr>
          <p:cNvPr id="131" name="AutoShape 452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0A0C4C00-7F7B-44B3-9FF2-CC78C2CC5066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rot="5400000">
            <a:off x="3996630" y="6525890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2879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4</a:t>
            </a:fld>
            <a:endParaRPr lang="en-US" altLang="zh-CN"/>
          </a:p>
        </p:txBody>
      </p:sp>
      <p:sp>
        <p:nvSpPr>
          <p:cNvPr id="5" name="Text Box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76808" y="260648"/>
            <a:ext cx="746760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/>
            <a:r>
              <a:rPr lang="en-US" altLang="zh-CN" sz="2800" b="1" dirty="0">
                <a:latin typeface="宋体" panose="02010600030101010101" pitchFamily="2" charset="-122"/>
              </a:rPr>
              <a:t>§4.2 </a:t>
            </a:r>
            <a:r>
              <a:rPr lang="zh-CN" altLang="en-US" sz="2800" b="1" dirty="0">
                <a:latin typeface="宋体" panose="02010600030101010101" pitchFamily="2" charset="-122"/>
              </a:rPr>
              <a:t>锁存器与触发器</a:t>
            </a:r>
          </a:p>
        </p:txBody>
      </p:sp>
      <p:sp>
        <p:nvSpPr>
          <p:cNvPr id="10" name="Text Box 27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9512" y="764704"/>
            <a:ext cx="8785225" cy="4756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 ※</a:t>
            </a: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主要内容：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双稳态元件；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SR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锁存器，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D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锁存器；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D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触发器，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T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触发器</a:t>
            </a:r>
            <a:endParaRPr lang="zh-CN" altLang="en-US" sz="2000" b="1" dirty="0">
              <a:latin typeface="宋体" panose="02010600030101010101" pitchFamily="2" charset="-122"/>
            </a:endParaRPr>
          </a:p>
        </p:txBody>
      </p:sp>
      <p:sp>
        <p:nvSpPr>
          <p:cNvPr id="60" name="Text Box 7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79070" y="1268760"/>
            <a:ext cx="4243705" cy="46850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双稳态元件</a:t>
            </a:r>
            <a:r>
              <a:rPr lang="zh-CN" sz="2200" b="1" dirty="0">
                <a:solidFill>
                  <a:srgbClr val="C00000"/>
                </a:solidFill>
                <a:latin typeface="+mn-ea"/>
                <a:ea typeface="+mn-ea"/>
                <a:sym typeface="+mn-ea"/>
              </a:rPr>
              <a:t>：</a:t>
            </a:r>
            <a:r>
              <a:rPr lang="en-US" altLang="zh-CN" sz="2200" b="1" dirty="0">
                <a:solidFill>
                  <a:srgbClr val="C00000"/>
                </a:solidFill>
                <a:latin typeface="+mn-ea"/>
                <a:ea typeface="+mn-ea"/>
                <a:sym typeface="+mn-ea"/>
              </a:rPr>
              <a:t> </a:t>
            </a:r>
            <a:endParaRPr lang="zh-CN" sz="2200" b="1" dirty="0">
              <a:solidFill>
                <a:srgbClr val="C00000"/>
              </a:solidFill>
              <a:latin typeface="+mn-ea"/>
              <a:ea typeface="+mn-ea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内部状态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状态的存储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 marL="0" indent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8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24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基本组成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8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分类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功能表示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 marL="0" indent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      (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任选一个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</a:p>
        </p:txBody>
      </p:sp>
      <p:sp>
        <p:nvSpPr>
          <p:cNvPr id="243719" name="Text Box 7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626235" y="1268760"/>
            <a:ext cx="7407910" cy="4804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能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存储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位二进制信息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(0/1)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，可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输出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所存储信息</a:t>
            </a:r>
            <a:endParaRPr lang="zh-CN" altLang="en-US" sz="22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值有</a:t>
            </a:r>
            <a:r>
              <a:rPr lang="zh-CN" sz="2200" b="1" u="sng" dirty="0">
                <a:latin typeface="宋体" panose="02010600030101010101" pitchFamily="2" charset="-122"/>
                <a:sym typeface="+mn-ea"/>
              </a:rPr>
              <a:t>状态</a:t>
            </a:r>
            <a:r>
              <a:rPr lang="en-US" altLang="zh-CN" sz="2200" b="1" u="sng" dirty="0">
                <a:latin typeface="宋体" panose="02010600030101010101" pitchFamily="2" charset="-122"/>
                <a:sym typeface="+mn-ea"/>
              </a:rPr>
              <a:t>1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又称</a:t>
            </a:r>
            <a:r>
              <a:rPr lang="zh-CN" altLang="en-US" sz="16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置位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状态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、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状态</a:t>
            </a:r>
            <a:r>
              <a:rPr lang="en-US" altLang="zh-CN" sz="2200" b="1" u="sng" dirty="0">
                <a:latin typeface="宋体" panose="02010600030101010101" pitchFamily="2" charset="-122"/>
                <a:sym typeface="+mn-ea"/>
              </a:rPr>
              <a:t>0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又称</a:t>
            </a:r>
            <a:r>
              <a:rPr lang="zh-CN" altLang="en-US" sz="16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复位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状态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</a:t>
            </a:r>
            <a:endParaRPr lang="en-US" altLang="zh-CN" sz="18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使用</a:t>
            </a:r>
            <a:r>
              <a:rPr lang="en-US" altLang="zh-CN" sz="2200" b="1" u="sng" dirty="0">
                <a:latin typeface="宋体" panose="02010600030101010101" pitchFamily="2" charset="-122"/>
                <a:sym typeface="+mn-ea"/>
              </a:rPr>
              <a:t>2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个非门串联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，可输出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当前状态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、且保持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稳定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</a:t>
            </a:r>
            <a:endParaRPr lang="zh-CN" altLang="en-US" sz="2200" b="1" dirty="0"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                                      </a:t>
            </a:r>
            <a:r>
              <a:rPr lang="zh-CN" altLang="en-US" sz="18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←及其非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故称双稳态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240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状态存储电路＋激励电路</a:t>
            </a:r>
          </a:p>
          <a:p>
            <a:pPr marL="0" indent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            用来改变状态→</a:t>
            </a:r>
            <a:r>
              <a:rPr lang="zh-CN" altLang="en-US" sz="1800" dirty="0">
                <a:latin typeface="宋体" panose="02010600030101010101" pitchFamily="2" charset="-122"/>
                <a:sym typeface="+mn-ea"/>
              </a:rPr>
              <a:t>┘</a:t>
            </a:r>
          </a:p>
          <a:p>
            <a:pPr marL="0" indent="0" eaLnBrk="1" latinLnBrk="0" hangingPunct="1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spc="-50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按激励信号</a:t>
            </a:r>
            <a:r>
              <a:rPr lang="zh-CN" altLang="en-US" sz="2200" b="1" u="sng" spc="-50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特征</a:t>
            </a:r>
            <a:r>
              <a:rPr lang="zh-CN" altLang="en-US" sz="2200" b="1" spc="-50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，有</a:t>
            </a:r>
            <a:r>
              <a:rPr lang="en-US" altLang="zh-CN" sz="2200" b="1" spc="-50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SR</a:t>
            </a:r>
            <a:r>
              <a:rPr lang="zh-CN" altLang="en-US" sz="2200" b="1" spc="-50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200" b="1" spc="-50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JK</a:t>
            </a:r>
            <a:r>
              <a:rPr lang="zh-CN" altLang="en-US" sz="2200" b="1" spc="-50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200" b="1" spc="-50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D</a:t>
            </a:r>
            <a:r>
              <a:rPr lang="zh-CN" altLang="en-US" sz="2200" b="1" spc="-50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200" b="1" spc="-50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zh-CN" altLang="en-US" sz="2200" b="1" spc="-50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等；</a:t>
            </a:r>
            <a:endParaRPr lang="zh-CN" altLang="en-US" sz="16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spc="-50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按状态改变</a:t>
            </a:r>
            <a:r>
              <a:rPr lang="zh-CN" altLang="en-US" sz="2200" b="1" u="sng" spc="-50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触发方式</a:t>
            </a:r>
            <a:r>
              <a:rPr lang="zh-CN" altLang="en-US" sz="2200" b="1" spc="-50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，有</a:t>
            </a:r>
            <a:r>
              <a:rPr lang="zh-CN" altLang="en-US" sz="2200" b="1" u="sng" spc="-50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锁存器</a:t>
            </a:r>
            <a:r>
              <a:rPr lang="en-US" altLang="zh-CN" sz="1600" b="1" spc="-50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spc="-50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电平触发</a:t>
            </a:r>
            <a:r>
              <a:rPr lang="en-US" altLang="zh-CN" sz="1600" b="1" spc="-50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200" b="1" spc="-50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zh-CN" altLang="en-US" sz="2200" b="1" u="sng" spc="-50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触发器</a:t>
            </a:r>
            <a:r>
              <a:rPr lang="en-US" altLang="zh-CN" sz="1600" b="1" spc="-50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spc="-50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边沿触发</a:t>
            </a:r>
            <a:r>
              <a:rPr lang="en-US" altLang="zh-CN" sz="1600" b="1" spc="-50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zh-CN" altLang="en-US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有真值表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功能表、时序图、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状态图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表、特征方程</a:t>
            </a: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75" name="右箭头 274"/>
          <p:cNvSpPr/>
          <p:nvPr/>
        </p:nvSpPr>
        <p:spPr>
          <a:xfrm>
            <a:off x="3421653" y="2636912"/>
            <a:ext cx="878205" cy="443230"/>
          </a:xfrm>
          <a:prstGeom prst="rightArrow">
            <a:avLst/>
          </a:prstGeom>
          <a:noFill/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400" b="1" i="0" u="none" strike="noStrike" cap="none" normalizeH="0" baseline="0" dirty="0">
                <a:ln>
                  <a:noFill/>
                </a:ln>
                <a:solidFill>
                  <a:srgbClr val="990099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交叉耦合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4446493" y="2564904"/>
            <a:ext cx="1116330" cy="829945"/>
            <a:chOff x="7426" y="6234"/>
            <a:chExt cx="1758" cy="1307"/>
          </a:xfrm>
        </p:grpSpPr>
        <p:sp>
          <p:nvSpPr>
            <p:cNvPr id="131" name="Text Box 191"/>
            <p:cNvSpPr txBox="1">
              <a:spLocks noChangeArrowheads="1"/>
            </p:cNvSpPr>
            <p:nvPr>
              <p:custDataLst>
                <p:tags r:id="rId112"/>
              </p:custDataLst>
            </p:nvPr>
          </p:nvSpPr>
          <p:spPr bwMode="auto">
            <a:xfrm>
              <a:off x="8844" y="6407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Q</a:t>
              </a:r>
            </a:p>
          </p:txBody>
        </p:sp>
        <p:cxnSp>
          <p:nvCxnSpPr>
            <p:cNvPr id="155" name="直接连接符 154"/>
            <p:cNvCxnSpPr/>
            <p:nvPr>
              <p:custDataLst>
                <p:tags r:id="rId113"/>
              </p:custDataLst>
            </p:nvPr>
          </p:nvCxnSpPr>
          <p:spPr bwMode="auto">
            <a:xfrm flipV="1">
              <a:off x="8929" y="7160"/>
              <a:ext cx="17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6" name="直接连接符 155"/>
            <p:cNvCxnSpPr/>
            <p:nvPr>
              <p:custDataLst>
                <p:tags r:id="rId114"/>
              </p:custDataLst>
            </p:nvPr>
          </p:nvCxnSpPr>
          <p:spPr bwMode="auto">
            <a:xfrm>
              <a:off x="7483" y="6576"/>
              <a:ext cx="0" cy="22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4" name="直接连接符 163"/>
            <p:cNvCxnSpPr/>
            <p:nvPr>
              <p:custDataLst>
                <p:tags r:id="rId115"/>
              </p:custDataLst>
            </p:nvPr>
          </p:nvCxnSpPr>
          <p:spPr bwMode="auto">
            <a:xfrm>
              <a:off x="8560" y="6576"/>
              <a:ext cx="0" cy="22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grpSp>
          <p:nvGrpSpPr>
            <p:cNvPr id="249" name="组合 248"/>
            <p:cNvGrpSpPr/>
            <p:nvPr/>
          </p:nvGrpSpPr>
          <p:grpSpPr>
            <a:xfrm>
              <a:off x="7483" y="6350"/>
              <a:ext cx="1361" cy="454"/>
              <a:chOff x="5386" y="4267"/>
              <a:chExt cx="1361" cy="454"/>
            </a:xfrm>
          </p:grpSpPr>
          <p:cxnSp>
            <p:nvCxnSpPr>
              <p:cNvPr id="245" name="直接箭头连接符 244"/>
              <p:cNvCxnSpPr/>
              <p:nvPr>
                <p:custDataLst>
                  <p:tags r:id="rId127"/>
                </p:custDataLst>
              </p:nvPr>
            </p:nvCxnSpPr>
            <p:spPr bwMode="auto">
              <a:xfrm flipV="1">
                <a:off x="5386" y="4493"/>
                <a:ext cx="34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246" name="Text Box 36"/>
              <p:cNvSpPr txBox="1">
                <a:spLocks noChangeArrowheads="1"/>
              </p:cNvSpPr>
              <p:nvPr>
                <p:custDataLst>
                  <p:tags r:id="rId128"/>
                </p:custDataLst>
              </p:nvPr>
            </p:nvSpPr>
            <p:spPr bwMode="auto">
              <a:xfrm>
                <a:off x="5727" y="4267"/>
                <a:ext cx="454" cy="454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1</a:t>
                </a:r>
              </a:p>
            </p:txBody>
          </p:sp>
          <p:cxnSp>
            <p:nvCxnSpPr>
              <p:cNvPr id="247" name="直接箭头连接符 246"/>
              <p:cNvCxnSpPr/>
              <p:nvPr>
                <p:custDataLst>
                  <p:tags r:id="rId129"/>
                </p:custDataLst>
              </p:nvPr>
            </p:nvCxnSpPr>
            <p:spPr bwMode="auto">
              <a:xfrm flipV="1">
                <a:off x="6293" y="4493"/>
                <a:ext cx="45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248" name="椭圆 247"/>
              <p:cNvSpPr/>
              <p:nvPr>
                <p:custDataLst>
                  <p:tags r:id="rId130"/>
                </p:custDataLst>
              </p:nvPr>
            </p:nvSpPr>
            <p:spPr>
              <a:xfrm>
                <a:off x="6180" y="4437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50" name="组合 249"/>
            <p:cNvGrpSpPr/>
            <p:nvPr/>
          </p:nvGrpSpPr>
          <p:grpSpPr>
            <a:xfrm>
              <a:off x="7483" y="7087"/>
              <a:ext cx="1361" cy="454"/>
              <a:chOff x="5386" y="4267"/>
              <a:chExt cx="1361" cy="454"/>
            </a:xfrm>
          </p:grpSpPr>
          <p:cxnSp>
            <p:nvCxnSpPr>
              <p:cNvPr id="251" name="直接箭头连接符 250"/>
              <p:cNvCxnSpPr/>
              <p:nvPr>
                <p:custDataLst>
                  <p:tags r:id="rId123"/>
                </p:custDataLst>
              </p:nvPr>
            </p:nvCxnSpPr>
            <p:spPr bwMode="auto">
              <a:xfrm flipV="1">
                <a:off x="5386" y="4493"/>
                <a:ext cx="34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252" name="Text Box 36"/>
              <p:cNvSpPr txBox="1">
                <a:spLocks noChangeArrowheads="1"/>
              </p:cNvSpPr>
              <p:nvPr>
                <p:custDataLst>
                  <p:tags r:id="rId124"/>
                </p:custDataLst>
              </p:nvPr>
            </p:nvSpPr>
            <p:spPr bwMode="auto">
              <a:xfrm>
                <a:off x="5727" y="4267"/>
                <a:ext cx="454" cy="454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1</a:t>
                </a:r>
              </a:p>
            </p:txBody>
          </p:sp>
          <p:cxnSp>
            <p:nvCxnSpPr>
              <p:cNvPr id="253" name="直接箭头连接符 252"/>
              <p:cNvCxnSpPr/>
              <p:nvPr>
                <p:custDataLst>
                  <p:tags r:id="rId125"/>
                </p:custDataLst>
              </p:nvPr>
            </p:nvCxnSpPr>
            <p:spPr bwMode="auto">
              <a:xfrm flipV="1">
                <a:off x="6293" y="4493"/>
                <a:ext cx="45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254" name="椭圆 253"/>
              <p:cNvSpPr/>
              <p:nvPr>
                <p:custDataLst>
                  <p:tags r:id="rId126"/>
                </p:custDataLst>
              </p:nvPr>
            </p:nvSpPr>
            <p:spPr>
              <a:xfrm>
                <a:off x="6180" y="4437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255" name="直接连接符 254"/>
            <p:cNvCxnSpPr/>
            <p:nvPr>
              <p:custDataLst>
                <p:tags r:id="rId116"/>
              </p:custDataLst>
            </p:nvPr>
          </p:nvCxnSpPr>
          <p:spPr bwMode="auto">
            <a:xfrm flipV="1">
              <a:off x="8560" y="7087"/>
              <a:ext cx="0" cy="22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256" name="直接连接符 255"/>
            <p:cNvCxnSpPr/>
            <p:nvPr>
              <p:custDataLst>
                <p:tags r:id="rId117"/>
              </p:custDataLst>
            </p:nvPr>
          </p:nvCxnSpPr>
          <p:spPr bwMode="auto">
            <a:xfrm>
              <a:off x="7483" y="7087"/>
              <a:ext cx="0" cy="22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7" name="直接连接符 256"/>
            <p:cNvCxnSpPr/>
            <p:nvPr>
              <p:custDataLst>
                <p:tags r:id="rId118"/>
              </p:custDataLst>
            </p:nvPr>
          </p:nvCxnSpPr>
          <p:spPr bwMode="auto">
            <a:xfrm flipH="1">
              <a:off x="7483" y="6804"/>
              <a:ext cx="1077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8" name="直接连接符 257"/>
            <p:cNvCxnSpPr/>
            <p:nvPr>
              <p:custDataLst>
                <p:tags r:id="rId119"/>
              </p:custDataLst>
            </p:nvPr>
          </p:nvCxnSpPr>
          <p:spPr bwMode="auto">
            <a:xfrm flipH="1" flipV="1">
              <a:off x="7483" y="6804"/>
              <a:ext cx="1077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59" name="Text Box 191"/>
            <p:cNvSpPr txBox="1">
              <a:spLocks noChangeArrowheads="1"/>
            </p:cNvSpPr>
            <p:nvPr>
              <p:custDataLst>
                <p:tags r:id="rId120"/>
              </p:custDataLst>
            </p:nvPr>
          </p:nvSpPr>
          <p:spPr bwMode="auto">
            <a:xfrm>
              <a:off x="8844" y="7144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Q</a:t>
              </a:r>
            </a:p>
          </p:txBody>
        </p:sp>
        <p:sp>
          <p:nvSpPr>
            <p:cNvPr id="3" name="Text Box 191"/>
            <p:cNvSpPr txBox="1">
              <a:spLocks noChangeArrowheads="1"/>
            </p:cNvSpPr>
            <p:nvPr>
              <p:custDataLst>
                <p:tags r:id="rId121"/>
              </p:custDataLst>
            </p:nvPr>
          </p:nvSpPr>
          <p:spPr bwMode="auto">
            <a:xfrm>
              <a:off x="7426" y="6234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A</a:t>
              </a:r>
            </a:p>
          </p:txBody>
        </p:sp>
        <p:sp>
          <p:nvSpPr>
            <p:cNvPr id="4" name="Text Box 191"/>
            <p:cNvSpPr txBox="1">
              <a:spLocks noChangeArrowheads="1"/>
            </p:cNvSpPr>
            <p:nvPr>
              <p:custDataLst>
                <p:tags r:id="rId122"/>
              </p:custDataLst>
            </p:nvPr>
          </p:nvSpPr>
          <p:spPr bwMode="auto">
            <a:xfrm>
              <a:off x="8390" y="6234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B</a:t>
              </a: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5652120" y="3501008"/>
            <a:ext cx="3023870" cy="828040"/>
            <a:chOff x="6973" y="7427"/>
            <a:chExt cx="4762" cy="1304"/>
          </a:xfrm>
        </p:grpSpPr>
        <p:sp>
          <p:nvSpPr>
            <p:cNvPr id="15" name="Text Box 191"/>
            <p:cNvSpPr txBox="1">
              <a:spLocks noChangeArrowheads="1"/>
            </p:cNvSpPr>
            <p:nvPr>
              <p:custDataLst>
                <p:tags r:id="rId90"/>
              </p:custDataLst>
            </p:nvPr>
          </p:nvSpPr>
          <p:spPr bwMode="auto">
            <a:xfrm>
              <a:off x="8788" y="7540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Q</a:t>
              </a:r>
            </a:p>
          </p:txBody>
        </p:sp>
        <p:cxnSp>
          <p:nvCxnSpPr>
            <p:cNvPr id="16" name="直接连接符 15"/>
            <p:cNvCxnSpPr/>
            <p:nvPr>
              <p:custDataLst>
                <p:tags r:id="rId91"/>
              </p:custDataLst>
            </p:nvPr>
          </p:nvCxnSpPr>
          <p:spPr bwMode="auto">
            <a:xfrm flipV="1">
              <a:off x="8873" y="8293"/>
              <a:ext cx="17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" name="直接连接符 16"/>
            <p:cNvCxnSpPr/>
            <p:nvPr>
              <p:custDataLst>
                <p:tags r:id="rId92"/>
              </p:custDataLst>
            </p:nvPr>
          </p:nvCxnSpPr>
          <p:spPr bwMode="auto">
            <a:xfrm>
              <a:off x="7483" y="7824"/>
              <a:ext cx="0" cy="17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" name="直接连接符 17"/>
            <p:cNvCxnSpPr/>
            <p:nvPr>
              <p:custDataLst>
                <p:tags r:id="rId93"/>
              </p:custDataLst>
            </p:nvPr>
          </p:nvCxnSpPr>
          <p:spPr bwMode="auto">
            <a:xfrm>
              <a:off x="8504" y="7709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grpSp>
          <p:nvGrpSpPr>
            <p:cNvPr id="19" name="组合 18"/>
            <p:cNvGrpSpPr/>
            <p:nvPr/>
          </p:nvGrpSpPr>
          <p:grpSpPr>
            <a:xfrm>
              <a:off x="7483" y="7483"/>
              <a:ext cx="1305" cy="454"/>
              <a:chOff x="5442" y="4267"/>
              <a:chExt cx="1305" cy="454"/>
            </a:xfrm>
          </p:grpSpPr>
          <p:cxnSp>
            <p:nvCxnSpPr>
              <p:cNvPr id="20" name="直接箭头连接符 19"/>
              <p:cNvCxnSpPr/>
              <p:nvPr>
                <p:custDataLst>
                  <p:tags r:id="rId108"/>
                </p:custDataLst>
              </p:nvPr>
            </p:nvCxnSpPr>
            <p:spPr bwMode="auto">
              <a:xfrm flipV="1">
                <a:off x="5442" y="4608"/>
                <a:ext cx="283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21" name="Text Box 36"/>
              <p:cNvSpPr txBox="1">
                <a:spLocks noChangeArrowheads="1"/>
              </p:cNvSpPr>
              <p:nvPr>
                <p:custDataLst>
                  <p:tags r:id="rId109"/>
                </p:custDataLst>
              </p:nvPr>
            </p:nvSpPr>
            <p:spPr bwMode="auto">
              <a:xfrm>
                <a:off x="5727" y="4267"/>
                <a:ext cx="454" cy="454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 fontAlgn="ctr">
                  <a:lnSpc>
                    <a:spcPct val="90000"/>
                  </a:lnSpc>
                </a:pPr>
                <a:r>
                  <a:rPr lang="en-US" altLang="zh-CN" sz="1200" b="1" u="none" dirty="0">
                    <a:latin typeface="宋体" panose="02010600030101010101" pitchFamily="2" charset="-122"/>
                  </a:rPr>
                  <a:t>≥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1</a:t>
                </a:r>
              </a:p>
            </p:txBody>
          </p:sp>
          <p:cxnSp>
            <p:nvCxnSpPr>
              <p:cNvPr id="22" name="直接箭头连接符 21"/>
              <p:cNvCxnSpPr/>
              <p:nvPr>
                <p:custDataLst>
                  <p:tags r:id="rId110"/>
                </p:custDataLst>
              </p:nvPr>
            </p:nvCxnSpPr>
            <p:spPr bwMode="auto">
              <a:xfrm flipV="1">
                <a:off x="6293" y="4493"/>
                <a:ext cx="45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23" name="椭圆 22"/>
              <p:cNvSpPr/>
              <p:nvPr>
                <p:custDataLst>
                  <p:tags r:id="rId111"/>
                </p:custDataLst>
              </p:nvPr>
            </p:nvSpPr>
            <p:spPr>
              <a:xfrm>
                <a:off x="6180" y="4437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4" name="组合 23"/>
            <p:cNvGrpSpPr/>
            <p:nvPr/>
          </p:nvGrpSpPr>
          <p:grpSpPr>
            <a:xfrm>
              <a:off x="7483" y="8220"/>
              <a:ext cx="1305" cy="454"/>
              <a:chOff x="5442" y="4267"/>
              <a:chExt cx="1305" cy="454"/>
            </a:xfrm>
          </p:grpSpPr>
          <p:cxnSp>
            <p:nvCxnSpPr>
              <p:cNvPr id="25" name="直接箭头连接符 24"/>
              <p:cNvCxnSpPr/>
              <p:nvPr>
                <p:custDataLst>
                  <p:tags r:id="rId104"/>
                </p:custDataLst>
              </p:nvPr>
            </p:nvCxnSpPr>
            <p:spPr bwMode="auto">
              <a:xfrm flipV="1">
                <a:off x="5442" y="4381"/>
                <a:ext cx="283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26" name="Text Box 36"/>
              <p:cNvSpPr txBox="1">
                <a:spLocks noChangeArrowheads="1"/>
              </p:cNvSpPr>
              <p:nvPr>
                <p:custDataLst>
                  <p:tags r:id="rId105"/>
                </p:custDataLst>
              </p:nvPr>
            </p:nvSpPr>
            <p:spPr bwMode="auto">
              <a:xfrm>
                <a:off x="5727" y="4267"/>
                <a:ext cx="454" cy="454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 fontAlgn="ctr">
                  <a:lnSpc>
                    <a:spcPct val="90000"/>
                  </a:lnSpc>
                </a:pPr>
                <a:r>
                  <a:rPr lang="en-US" altLang="zh-CN" sz="1200" b="1" dirty="0">
                    <a:latin typeface="宋体" panose="02010600030101010101" pitchFamily="2" charset="-122"/>
                    <a:sym typeface="+mn-ea"/>
                  </a:rPr>
                  <a:t>≥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1</a:t>
                </a:r>
              </a:p>
            </p:txBody>
          </p:sp>
          <p:cxnSp>
            <p:nvCxnSpPr>
              <p:cNvPr id="27" name="直接箭头连接符 26"/>
              <p:cNvCxnSpPr/>
              <p:nvPr>
                <p:custDataLst>
                  <p:tags r:id="rId106"/>
                </p:custDataLst>
              </p:nvPr>
            </p:nvCxnSpPr>
            <p:spPr bwMode="auto">
              <a:xfrm flipV="1">
                <a:off x="6293" y="4493"/>
                <a:ext cx="45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28" name="椭圆 27"/>
              <p:cNvSpPr/>
              <p:nvPr>
                <p:custDataLst>
                  <p:tags r:id="rId107"/>
                </p:custDataLst>
              </p:nvPr>
            </p:nvSpPr>
            <p:spPr>
              <a:xfrm>
                <a:off x="6180" y="4437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29" name="直接连接符 28"/>
            <p:cNvCxnSpPr/>
            <p:nvPr>
              <p:custDataLst>
                <p:tags r:id="rId94"/>
              </p:custDataLst>
            </p:nvPr>
          </p:nvCxnSpPr>
          <p:spPr bwMode="auto">
            <a:xfrm flipV="1">
              <a:off x="8504" y="8164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30" name="直接连接符 29"/>
            <p:cNvCxnSpPr/>
            <p:nvPr>
              <p:custDataLst>
                <p:tags r:id="rId95"/>
              </p:custDataLst>
            </p:nvPr>
          </p:nvCxnSpPr>
          <p:spPr bwMode="auto">
            <a:xfrm>
              <a:off x="7483" y="8164"/>
              <a:ext cx="0" cy="17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" name="直接连接符 30"/>
            <p:cNvCxnSpPr/>
            <p:nvPr>
              <p:custDataLst>
                <p:tags r:id="rId96"/>
              </p:custDataLst>
            </p:nvPr>
          </p:nvCxnSpPr>
          <p:spPr bwMode="auto">
            <a:xfrm flipH="1">
              <a:off x="7483" y="7994"/>
              <a:ext cx="1020" cy="17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" name="直接连接符 31"/>
            <p:cNvCxnSpPr/>
            <p:nvPr>
              <p:custDataLst>
                <p:tags r:id="rId97"/>
              </p:custDataLst>
            </p:nvPr>
          </p:nvCxnSpPr>
          <p:spPr bwMode="auto">
            <a:xfrm flipH="1" flipV="1">
              <a:off x="7483" y="7994"/>
              <a:ext cx="1020" cy="17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3" name="Text Box 191"/>
            <p:cNvSpPr txBox="1">
              <a:spLocks noChangeArrowheads="1"/>
            </p:cNvSpPr>
            <p:nvPr>
              <p:custDataLst>
                <p:tags r:id="rId98"/>
              </p:custDataLst>
            </p:nvPr>
          </p:nvSpPr>
          <p:spPr bwMode="auto">
            <a:xfrm>
              <a:off x="8788" y="8277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Q</a:t>
              </a:r>
            </a:p>
          </p:txBody>
        </p:sp>
        <p:sp>
          <p:nvSpPr>
            <p:cNvPr id="34" name="Text Box 191"/>
            <p:cNvSpPr txBox="1">
              <a:spLocks noChangeArrowheads="1"/>
            </p:cNvSpPr>
            <p:nvPr>
              <p:custDataLst>
                <p:tags r:id="rId99"/>
              </p:custDataLst>
            </p:nvPr>
          </p:nvSpPr>
          <p:spPr bwMode="auto">
            <a:xfrm>
              <a:off x="6973" y="7427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R</a:t>
              </a:r>
            </a:p>
          </p:txBody>
        </p:sp>
        <p:sp>
          <p:nvSpPr>
            <p:cNvPr id="35" name="Text Box 191"/>
            <p:cNvSpPr txBox="1">
              <a:spLocks noChangeArrowheads="1"/>
            </p:cNvSpPr>
            <p:nvPr>
              <p:custDataLst>
                <p:tags r:id="rId100"/>
              </p:custDataLst>
            </p:nvPr>
          </p:nvSpPr>
          <p:spPr bwMode="auto">
            <a:xfrm>
              <a:off x="6973" y="8391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S</a:t>
              </a:r>
            </a:p>
          </p:txBody>
        </p:sp>
        <p:sp>
          <p:nvSpPr>
            <p:cNvPr id="36" name="Text Box 191"/>
            <p:cNvSpPr txBox="1">
              <a:spLocks noChangeArrowheads="1"/>
            </p:cNvSpPr>
            <p:nvPr>
              <p:custDataLst>
                <p:tags r:id="rId101"/>
              </p:custDataLst>
            </p:nvPr>
          </p:nvSpPr>
          <p:spPr bwMode="auto">
            <a:xfrm>
              <a:off x="9241" y="7484"/>
              <a:ext cx="2494" cy="1191"/>
            </a:xfrm>
            <a:prstGeom prst="rect">
              <a:avLst/>
            </a:prstGeom>
            <a:solidFill>
              <a:srgbClr val="CCFFFF"/>
            </a:solidFill>
            <a:ln w="9525">
              <a:noFill/>
              <a:miter lim="800000"/>
            </a:ln>
          </p:spPr>
          <p:txBody>
            <a:bodyPr lIns="10795" tIns="0" rIns="0" bIns="0" anchor="t" anchorCtr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R=0</a:t>
              </a: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、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S=1</a:t>
              </a:r>
              <a:r>
                <a:rPr lang="zh-CN" altLang="en-US" sz="1600" b="1" dirty="0">
                  <a:latin typeface="宋体" panose="02010600030101010101" pitchFamily="2" charset="-122"/>
                  <a:sym typeface="+mn-ea"/>
                </a:rPr>
                <a:t>时</a:t>
              </a: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  <a:sym typeface="+mn-ea"/>
                </a:rPr>
                <a:t>Q</a:t>
              </a:r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  <a:sym typeface="+mn-ea"/>
                </a:rPr>
                <a:t>＝</a:t>
              </a: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  <a:sym typeface="+mn-ea"/>
                </a:rPr>
                <a:t>1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R=1</a:t>
              </a:r>
              <a:r>
                <a:rPr lang="zh-CN" altLang="en-US" sz="1600" b="1" dirty="0">
                  <a:latin typeface="宋体" panose="02010600030101010101" pitchFamily="2" charset="-122"/>
                  <a:sym typeface="+mn-ea"/>
                </a:rPr>
                <a:t>、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S=0</a:t>
              </a:r>
              <a:r>
                <a:rPr lang="zh-CN" altLang="en-US" sz="1600" b="1" dirty="0">
                  <a:latin typeface="宋体" panose="02010600030101010101" pitchFamily="2" charset="-122"/>
                  <a:sym typeface="+mn-ea"/>
                </a:rPr>
                <a:t>时</a:t>
              </a: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  <a:sym typeface="+mn-ea"/>
                </a:rPr>
                <a:t>Q</a:t>
              </a:r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  <a:sym typeface="+mn-ea"/>
                </a:rPr>
                <a:t>＝</a:t>
              </a: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  <a:sym typeface="+mn-ea"/>
                </a:rPr>
                <a:t>0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  <a:sym typeface="+mn-ea"/>
                </a:rPr>
                <a:t>R=0</a:t>
              </a: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  <a:sym typeface="+mn-ea"/>
                </a:rPr>
                <a:t>、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  <a:sym typeface="+mn-ea"/>
                </a:rPr>
                <a:t>S=0</a:t>
              </a: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  <a:sym typeface="+mn-ea"/>
                </a:rPr>
                <a:t>时</a:t>
              </a: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  <a:sym typeface="+mn-ea"/>
                </a:rPr>
                <a:t>Q</a:t>
              </a:r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  <a:sym typeface="+mn-ea"/>
                </a:rPr>
                <a:t>不变</a:t>
              </a:r>
            </a:p>
          </p:txBody>
        </p:sp>
        <p:cxnSp>
          <p:nvCxnSpPr>
            <p:cNvPr id="39" name="直接箭头连接符 38"/>
            <p:cNvCxnSpPr/>
            <p:nvPr>
              <p:custDataLst>
                <p:tags r:id="rId102"/>
              </p:custDataLst>
            </p:nvPr>
          </p:nvCxnSpPr>
          <p:spPr bwMode="auto">
            <a:xfrm flipV="1">
              <a:off x="7257" y="7597"/>
              <a:ext cx="51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0" name="直接箭头连接符 39"/>
            <p:cNvCxnSpPr/>
            <p:nvPr>
              <p:custDataLst>
                <p:tags r:id="rId103"/>
              </p:custDataLst>
            </p:nvPr>
          </p:nvCxnSpPr>
          <p:spPr bwMode="auto">
            <a:xfrm flipV="1">
              <a:off x="7257" y="8561"/>
              <a:ext cx="51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230" name="Text Box 4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796136" y="2996952"/>
            <a:ext cx="3096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195" tIns="10795" rIns="36195" bIns="10795" anchor="ctr" anchorCtr="0">
            <a:noAutofit/>
          </a:bodyPr>
          <a:lstStyle/>
          <a:p>
            <a:pPr marL="261620" indent="-261620">
              <a:lnSpc>
                <a:spcPct val="90000"/>
              </a:lnSpc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引子：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状态如何改变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写入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？</a:t>
            </a:r>
          </a:p>
        </p:txBody>
      </p:sp>
      <p:sp>
        <p:nvSpPr>
          <p:cNvPr id="243806" name="AutoShape 94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 rot="10800000">
            <a:off x="3995937" y="6524303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21" name="组合 120"/>
          <p:cNvGrpSpPr/>
          <p:nvPr/>
        </p:nvGrpSpPr>
        <p:grpSpPr>
          <a:xfrm>
            <a:off x="5831755" y="5373216"/>
            <a:ext cx="1297305" cy="683895"/>
            <a:chOff x="3346" y="4365"/>
            <a:chExt cx="2043" cy="1077"/>
          </a:xfrm>
        </p:grpSpPr>
        <p:cxnSp>
          <p:nvCxnSpPr>
            <p:cNvPr id="122" name="直接连接符 121"/>
            <p:cNvCxnSpPr/>
            <p:nvPr>
              <p:custDataLst>
                <p:tags r:id="rId63"/>
              </p:custDataLst>
            </p:nvPr>
          </p:nvCxnSpPr>
          <p:spPr bwMode="auto">
            <a:xfrm flipH="1">
              <a:off x="4593" y="4648"/>
              <a:ext cx="0" cy="51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C00000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3" name="直接连接符 122"/>
            <p:cNvCxnSpPr/>
            <p:nvPr>
              <p:custDataLst>
                <p:tags r:id="rId64"/>
              </p:custDataLst>
            </p:nvPr>
          </p:nvCxnSpPr>
          <p:spPr bwMode="auto">
            <a:xfrm flipH="1">
              <a:off x="4934" y="4365"/>
              <a:ext cx="0" cy="107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C00000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4" name="直接连接符 123"/>
            <p:cNvCxnSpPr/>
            <p:nvPr>
              <p:custDataLst>
                <p:tags r:id="rId65"/>
              </p:custDataLst>
            </p:nvPr>
          </p:nvCxnSpPr>
          <p:spPr bwMode="auto">
            <a:xfrm flipH="1">
              <a:off x="4367" y="4648"/>
              <a:ext cx="0" cy="79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C00000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5" name="直接连接符 124"/>
            <p:cNvCxnSpPr/>
            <p:nvPr>
              <p:custDataLst>
                <p:tags r:id="rId66"/>
              </p:custDataLst>
            </p:nvPr>
          </p:nvCxnSpPr>
          <p:spPr bwMode="auto">
            <a:xfrm flipH="1">
              <a:off x="3912" y="4648"/>
              <a:ext cx="0" cy="51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C00000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28" name="Text Box 191"/>
            <p:cNvSpPr txBox="1">
              <a:spLocks noChangeArrowheads="1"/>
            </p:cNvSpPr>
            <p:nvPr>
              <p:custDataLst>
                <p:tags r:id="rId67"/>
              </p:custDataLst>
            </p:nvPr>
          </p:nvSpPr>
          <p:spPr bwMode="auto">
            <a:xfrm>
              <a:off x="3346" y="4366"/>
              <a:ext cx="283" cy="28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S</a:t>
              </a:r>
            </a:p>
          </p:txBody>
        </p:sp>
        <p:sp>
          <p:nvSpPr>
            <p:cNvPr id="144" name="Text Box 191"/>
            <p:cNvSpPr txBox="1">
              <a:spLocks noChangeArrowheads="1"/>
            </p:cNvSpPr>
            <p:nvPr>
              <p:custDataLst>
                <p:tags r:id="rId68"/>
              </p:custDataLst>
            </p:nvPr>
          </p:nvSpPr>
          <p:spPr bwMode="auto">
            <a:xfrm>
              <a:off x="3346" y="4762"/>
              <a:ext cx="283" cy="28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R</a:t>
              </a:r>
            </a:p>
          </p:txBody>
        </p:sp>
        <p:cxnSp>
          <p:nvCxnSpPr>
            <p:cNvPr id="145" name="直接连接符 144"/>
            <p:cNvCxnSpPr/>
            <p:nvPr>
              <p:custDataLst>
                <p:tags r:id="rId69"/>
              </p:custDataLst>
            </p:nvPr>
          </p:nvCxnSpPr>
          <p:spPr bwMode="auto">
            <a:xfrm flipV="1">
              <a:off x="3686" y="4648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6" name="直接连接符 145"/>
            <p:cNvCxnSpPr/>
            <p:nvPr>
              <p:custDataLst>
                <p:tags r:id="rId70"/>
              </p:custDataLst>
            </p:nvPr>
          </p:nvCxnSpPr>
          <p:spPr bwMode="auto">
            <a:xfrm flipV="1">
              <a:off x="3912" y="4367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7" name="直接连接符 146"/>
            <p:cNvCxnSpPr/>
            <p:nvPr>
              <p:custDataLst>
                <p:tags r:id="rId71"/>
              </p:custDataLst>
            </p:nvPr>
          </p:nvCxnSpPr>
          <p:spPr bwMode="auto">
            <a:xfrm flipH="1">
              <a:off x="3912" y="4367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8" name="直接连接符 147"/>
            <p:cNvCxnSpPr/>
            <p:nvPr>
              <p:custDataLst>
                <p:tags r:id="rId72"/>
              </p:custDataLst>
            </p:nvPr>
          </p:nvCxnSpPr>
          <p:spPr bwMode="auto">
            <a:xfrm flipV="1">
              <a:off x="4367" y="4648"/>
              <a:ext cx="90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9" name="直接连接符 148"/>
            <p:cNvCxnSpPr/>
            <p:nvPr>
              <p:custDataLst>
                <p:tags r:id="rId73"/>
              </p:custDataLst>
            </p:nvPr>
          </p:nvCxnSpPr>
          <p:spPr bwMode="auto">
            <a:xfrm>
              <a:off x="4367" y="4366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0" name="直接连接符 149"/>
            <p:cNvCxnSpPr/>
            <p:nvPr>
              <p:custDataLst>
                <p:tags r:id="rId74"/>
              </p:custDataLst>
            </p:nvPr>
          </p:nvCxnSpPr>
          <p:spPr bwMode="auto">
            <a:xfrm flipH="1">
              <a:off x="5271" y="4366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1" name="直接连接符 150"/>
            <p:cNvCxnSpPr/>
            <p:nvPr>
              <p:custDataLst>
                <p:tags r:id="rId75"/>
              </p:custDataLst>
            </p:nvPr>
          </p:nvCxnSpPr>
          <p:spPr bwMode="auto">
            <a:xfrm flipV="1">
              <a:off x="5275" y="4366"/>
              <a:ext cx="113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2" name="直接连接符 151"/>
            <p:cNvCxnSpPr/>
            <p:nvPr>
              <p:custDataLst>
                <p:tags r:id="rId76"/>
              </p:custDataLst>
            </p:nvPr>
          </p:nvCxnSpPr>
          <p:spPr bwMode="auto">
            <a:xfrm flipV="1">
              <a:off x="3686" y="5442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3" name="直接连接符 152"/>
            <p:cNvCxnSpPr/>
            <p:nvPr>
              <p:custDataLst>
                <p:tags r:id="rId77"/>
              </p:custDataLst>
            </p:nvPr>
          </p:nvCxnSpPr>
          <p:spPr bwMode="auto">
            <a:xfrm flipV="1">
              <a:off x="3915" y="5159"/>
              <a:ext cx="68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4" name="直接连接符 153"/>
            <p:cNvCxnSpPr/>
            <p:nvPr>
              <p:custDataLst>
                <p:tags r:id="rId78"/>
              </p:custDataLst>
            </p:nvPr>
          </p:nvCxnSpPr>
          <p:spPr bwMode="auto">
            <a:xfrm flipH="1">
              <a:off x="3915" y="5159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7" name="直接连接符 156"/>
            <p:cNvCxnSpPr/>
            <p:nvPr>
              <p:custDataLst>
                <p:tags r:id="rId79"/>
              </p:custDataLst>
            </p:nvPr>
          </p:nvCxnSpPr>
          <p:spPr bwMode="auto">
            <a:xfrm flipV="1">
              <a:off x="5274" y="5159"/>
              <a:ext cx="113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8" name="直接连接符 157"/>
            <p:cNvCxnSpPr/>
            <p:nvPr>
              <p:custDataLst>
                <p:tags r:id="rId80"/>
              </p:custDataLst>
            </p:nvPr>
          </p:nvCxnSpPr>
          <p:spPr bwMode="auto">
            <a:xfrm flipH="1">
              <a:off x="5274" y="5159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59" name="Text Box 191"/>
            <p:cNvSpPr txBox="1">
              <a:spLocks noChangeArrowheads="1"/>
            </p:cNvSpPr>
            <p:nvPr>
              <p:custDataLst>
                <p:tags r:id="rId81"/>
              </p:custDataLst>
            </p:nvPr>
          </p:nvSpPr>
          <p:spPr bwMode="auto">
            <a:xfrm>
              <a:off x="3346" y="5159"/>
              <a:ext cx="283" cy="28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Q</a:t>
              </a:r>
            </a:p>
          </p:txBody>
        </p:sp>
        <p:cxnSp>
          <p:nvCxnSpPr>
            <p:cNvPr id="160" name="直接连接符 159"/>
            <p:cNvCxnSpPr/>
            <p:nvPr>
              <p:custDataLst>
                <p:tags r:id="rId82"/>
              </p:custDataLst>
            </p:nvPr>
          </p:nvCxnSpPr>
          <p:spPr bwMode="auto">
            <a:xfrm flipV="1">
              <a:off x="4593" y="4762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1" name="直接连接符 160"/>
            <p:cNvCxnSpPr/>
            <p:nvPr>
              <p:custDataLst>
                <p:tags r:id="rId83"/>
              </p:custDataLst>
            </p:nvPr>
          </p:nvCxnSpPr>
          <p:spPr bwMode="auto">
            <a:xfrm flipH="1">
              <a:off x="4593" y="4762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2" name="直接连接符 161"/>
            <p:cNvCxnSpPr/>
            <p:nvPr>
              <p:custDataLst>
                <p:tags r:id="rId84"/>
              </p:custDataLst>
            </p:nvPr>
          </p:nvCxnSpPr>
          <p:spPr bwMode="auto">
            <a:xfrm flipV="1">
              <a:off x="4935" y="5046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3" name="直接连接符 162"/>
            <p:cNvCxnSpPr/>
            <p:nvPr>
              <p:custDataLst>
                <p:tags r:id="rId85"/>
              </p:custDataLst>
            </p:nvPr>
          </p:nvCxnSpPr>
          <p:spPr bwMode="auto">
            <a:xfrm>
              <a:off x="4935" y="4762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5" name="直接连接符 164"/>
            <p:cNvCxnSpPr/>
            <p:nvPr>
              <p:custDataLst>
                <p:tags r:id="rId86"/>
              </p:custDataLst>
            </p:nvPr>
          </p:nvCxnSpPr>
          <p:spPr bwMode="auto">
            <a:xfrm flipV="1">
              <a:off x="3686" y="5046"/>
              <a:ext cx="90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7" name="直接连接符 166"/>
            <p:cNvCxnSpPr/>
            <p:nvPr>
              <p:custDataLst>
                <p:tags r:id="rId87"/>
              </p:custDataLst>
            </p:nvPr>
          </p:nvCxnSpPr>
          <p:spPr bwMode="auto">
            <a:xfrm flipH="1">
              <a:off x="4593" y="5159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8" name="直接连接符 167"/>
            <p:cNvCxnSpPr/>
            <p:nvPr>
              <p:custDataLst>
                <p:tags r:id="rId88"/>
              </p:custDataLst>
            </p:nvPr>
          </p:nvCxnSpPr>
          <p:spPr bwMode="auto">
            <a:xfrm flipV="1">
              <a:off x="4593" y="5442"/>
              <a:ext cx="68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9" name="直接连接符 168"/>
            <p:cNvCxnSpPr/>
            <p:nvPr>
              <p:custDataLst>
                <p:tags r:id="rId89"/>
              </p:custDataLst>
            </p:nvPr>
          </p:nvCxnSpPr>
          <p:spPr bwMode="auto">
            <a:xfrm flipH="1">
              <a:off x="5274" y="4648"/>
              <a:ext cx="0" cy="51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C00000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4" name="组合 13"/>
          <p:cNvGrpSpPr/>
          <p:nvPr/>
        </p:nvGrpSpPr>
        <p:grpSpPr>
          <a:xfrm>
            <a:off x="7270943" y="5229200"/>
            <a:ext cx="1693545" cy="935990"/>
            <a:chOff x="6803" y="3912"/>
            <a:chExt cx="2667" cy="1474"/>
          </a:xfrm>
        </p:grpSpPr>
        <p:cxnSp>
          <p:nvCxnSpPr>
            <p:cNvPr id="37" name="直接连接符 36"/>
            <p:cNvCxnSpPr/>
            <p:nvPr>
              <p:custDataLst>
                <p:tags r:id="rId23"/>
              </p:custDataLst>
            </p:nvPr>
          </p:nvCxnSpPr>
          <p:spPr bwMode="auto">
            <a:xfrm flipH="1">
              <a:off x="9014" y="4195"/>
              <a:ext cx="0" cy="1191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C00000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8" name="直接连接符 37"/>
            <p:cNvCxnSpPr/>
            <p:nvPr>
              <p:custDataLst>
                <p:tags r:id="rId24"/>
              </p:custDataLst>
            </p:nvPr>
          </p:nvCxnSpPr>
          <p:spPr bwMode="auto">
            <a:xfrm flipH="1">
              <a:off x="8335" y="4195"/>
              <a:ext cx="0" cy="1191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C00000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2" name="直接连接符 41"/>
            <p:cNvCxnSpPr/>
            <p:nvPr>
              <p:custDataLst>
                <p:tags r:id="rId25"/>
              </p:custDataLst>
            </p:nvPr>
          </p:nvCxnSpPr>
          <p:spPr bwMode="auto">
            <a:xfrm flipH="1">
              <a:off x="7654" y="4195"/>
              <a:ext cx="0" cy="1191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C00000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3" name="直接连接符 42"/>
            <p:cNvCxnSpPr/>
            <p:nvPr>
              <p:custDataLst>
                <p:tags r:id="rId26"/>
              </p:custDataLst>
            </p:nvPr>
          </p:nvCxnSpPr>
          <p:spPr bwMode="auto">
            <a:xfrm flipV="1">
              <a:off x="7427" y="4195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4" name="Text Box 191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6803" y="3912"/>
              <a:ext cx="567" cy="28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CLK</a:t>
              </a:r>
            </a:p>
          </p:txBody>
        </p:sp>
        <p:cxnSp>
          <p:nvCxnSpPr>
            <p:cNvPr id="45" name="直接连接符 44"/>
            <p:cNvCxnSpPr/>
            <p:nvPr>
              <p:custDataLst>
                <p:tags r:id="rId28"/>
              </p:custDataLst>
            </p:nvPr>
          </p:nvCxnSpPr>
          <p:spPr bwMode="auto">
            <a:xfrm flipV="1">
              <a:off x="7654" y="3913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6" name="直接连接符 45"/>
            <p:cNvCxnSpPr/>
            <p:nvPr>
              <p:custDataLst>
                <p:tags r:id="rId29"/>
              </p:custDataLst>
            </p:nvPr>
          </p:nvCxnSpPr>
          <p:spPr bwMode="auto">
            <a:xfrm flipH="1">
              <a:off x="7654" y="3913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7" name="直接连接符 46"/>
            <p:cNvCxnSpPr/>
            <p:nvPr>
              <p:custDataLst>
                <p:tags r:id="rId30"/>
              </p:custDataLst>
            </p:nvPr>
          </p:nvCxnSpPr>
          <p:spPr bwMode="auto">
            <a:xfrm flipV="1">
              <a:off x="7994" y="4195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8" name="直接连接符 47"/>
            <p:cNvCxnSpPr/>
            <p:nvPr>
              <p:custDataLst>
                <p:tags r:id="rId31"/>
              </p:custDataLst>
            </p:nvPr>
          </p:nvCxnSpPr>
          <p:spPr bwMode="auto">
            <a:xfrm>
              <a:off x="7994" y="3912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9" name="Text Box 191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7087" y="4309"/>
              <a:ext cx="283" cy="28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S</a:t>
              </a:r>
            </a:p>
          </p:txBody>
        </p:sp>
        <p:sp>
          <p:nvSpPr>
            <p:cNvPr id="50" name="Text Box 191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7087" y="4706"/>
              <a:ext cx="283" cy="28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R</a:t>
              </a:r>
            </a:p>
          </p:txBody>
        </p:sp>
        <p:cxnSp>
          <p:nvCxnSpPr>
            <p:cNvPr id="51" name="直接连接符 50"/>
            <p:cNvCxnSpPr/>
            <p:nvPr>
              <p:custDataLst>
                <p:tags r:id="rId34"/>
              </p:custDataLst>
            </p:nvPr>
          </p:nvCxnSpPr>
          <p:spPr bwMode="auto">
            <a:xfrm flipV="1">
              <a:off x="8335" y="3913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2" name="直接连接符 51"/>
            <p:cNvCxnSpPr/>
            <p:nvPr>
              <p:custDataLst>
                <p:tags r:id="rId35"/>
              </p:custDataLst>
            </p:nvPr>
          </p:nvCxnSpPr>
          <p:spPr bwMode="auto">
            <a:xfrm flipH="1">
              <a:off x="8335" y="3913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3" name="直接连接符 52"/>
            <p:cNvCxnSpPr/>
            <p:nvPr>
              <p:custDataLst>
                <p:tags r:id="rId36"/>
              </p:custDataLst>
            </p:nvPr>
          </p:nvCxnSpPr>
          <p:spPr bwMode="auto">
            <a:xfrm flipV="1">
              <a:off x="8676" y="4195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4" name="直接连接符 53"/>
            <p:cNvCxnSpPr/>
            <p:nvPr>
              <p:custDataLst>
                <p:tags r:id="rId37"/>
              </p:custDataLst>
            </p:nvPr>
          </p:nvCxnSpPr>
          <p:spPr bwMode="auto">
            <a:xfrm>
              <a:off x="8675" y="3912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5" name="直接连接符 54"/>
            <p:cNvCxnSpPr/>
            <p:nvPr>
              <p:custDataLst>
                <p:tags r:id="rId38"/>
              </p:custDataLst>
            </p:nvPr>
          </p:nvCxnSpPr>
          <p:spPr bwMode="auto">
            <a:xfrm flipV="1">
              <a:off x="9016" y="3913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6" name="直接连接符 55"/>
            <p:cNvCxnSpPr/>
            <p:nvPr>
              <p:custDataLst>
                <p:tags r:id="rId39"/>
              </p:custDataLst>
            </p:nvPr>
          </p:nvCxnSpPr>
          <p:spPr bwMode="auto">
            <a:xfrm flipH="1">
              <a:off x="9016" y="3913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7" name="直接连接符 56"/>
            <p:cNvCxnSpPr/>
            <p:nvPr>
              <p:custDataLst>
                <p:tags r:id="rId40"/>
              </p:custDataLst>
            </p:nvPr>
          </p:nvCxnSpPr>
          <p:spPr bwMode="auto">
            <a:xfrm flipV="1">
              <a:off x="9357" y="4195"/>
              <a:ext cx="113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8" name="直接连接符 57"/>
            <p:cNvCxnSpPr/>
            <p:nvPr>
              <p:custDataLst>
                <p:tags r:id="rId41"/>
              </p:custDataLst>
            </p:nvPr>
          </p:nvCxnSpPr>
          <p:spPr bwMode="auto">
            <a:xfrm>
              <a:off x="9356" y="3912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9" name="直接连接符 58"/>
            <p:cNvCxnSpPr/>
            <p:nvPr>
              <p:custDataLst>
                <p:tags r:id="rId42"/>
              </p:custDataLst>
            </p:nvPr>
          </p:nvCxnSpPr>
          <p:spPr bwMode="auto">
            <a:xfrm flipV="1">
              <a:off x="7427" y="4593"/>
              <a:ext cx="39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1" name="直接连接符 60"/>
            <p:cNvCxnSpPr/>
            <p:nvPr>
              <p:custDataLst>
                <p:tags r:id="rId43"/>
              </p:custDataLst>
            </p:nvPr>
          </p:nvCxnSpPr>
          <p:spPr bwMode="auto">
            <a:xfrm flipV="1">
              <a:off x="7823" y="4309"/>
              <a:ext cx="73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2" name="直接连接符 61"/>
            <p:cNvCxnSpPr/>
            <p:nvPr>
              <p:custDataLst>
                <p:tags r:id="rId44"/>
              </p:custDataLst>
            </p:nvPr>
          </p:nvCxnSpPr>
          <p:spPr bwMode="auto">
            <a:xfrm flipH="1">
              <a:off x="7823" y="4309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3" name="直接连接符 62"/>
            <p:cNvCxnSpPr/>
            <p:nvPr>
              <p:custDataLst>
                <p:tags r:id="rId45"/>
              </p:custDataLst>
            </p:nvPr>
          </p:nvCxnSpPr>
          <p:spPr bwMode="auto">
            <a:xfrm flipV="1">
              <a:off x="8559" y="4593"/>
              <a:ext cx="68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4" name="直接连接符 63"/>
            <p:cNvCxnSpPr/>
            <p:nvPr>
              <p:custDataLst>
                <p:tags r:id="rId46"/>
              </p:custDataLst>
            </p:nvPr>
          </p:nvCxnSpPr>
          <p:spPr bwMode="auto">
            <a:xfrm>
              <a:off x="8561" y="4309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5" name="直接连接符 64"/>
            <p:cNvCxnSpPr/>
            <p:nvPr>
              <p:custDataLst>
                <p:tags r:id="rId47"/>
              </p:custDataLst>
            </p:nvPr>
          </p:nvCxnSpPr>
          <p:spPr bwMode="auto">
            <a:xfrm flipH="1">
              <a:off x="9239" y="4309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6" name="直接连接符 65"/>
            <p:cNvCxnSpPr/>
            <p:nvPr>
              <p:custDataLst>
                <p:tags r:id="rId48"/>
              </p:custDataLst>
            </p:nvPr>
          </p:nvCxnSpPr>
          <p:spPr bwMode="auto">
            <a:xfrm flipV="1">
              <a:off x="9243" y="4309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7" name="直接连接符 66"/>
            <p:cNvCxnSpPr/>
            <p:nvPr>
              <p:custDataLst>
                <p:tags r:id="rId49"/>
              </p:custDataLst>
            </p:nvPr>
          </p:nvCxnSpPr>
          <p:spPr bwMode="auto">
            <a:xfrm flipV="1">
              <a:off x="7427" y="5386"/>
              <a:ext cx="90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8" name="直接连接符 67"/>
            <p:cNvCxnSpPr/>
            <p:nvPr>
              <p:custDataLst>
                <p:tags r:id="rId50"/>
              </p:custDataLst>
            </p:nvPr>
          </p:nvCxnSpPr>
          <p:spPr bwMode="auto">
            <a:xfrm flipV="1">
              <a:off x="8335" y="5103"/>
              <a:ext cx="68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9" name="直接连接符 68"/>
            <p:cNvCxnSpPr/>
            <p:nvPr>
              <p:custDataLst>
                <p:tags r:id="rId51"/>
              </p:custDataLst>
            </p:nvPr>
          </p:nvCxnSpPr>
          <p:spPr bwMode="auto">
            <a:xfrm flipH="1">
              <a:off x="8335" y="5103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0" name="直接连接符 69"/>
            <p:cNvCxnSpPr/>
            <p:nvPr>
              <p:custDataLst>
                <p:tags r:id="rId52"/>
              </p:custDataLst>
            </p:nvPr>
          </p:nvCxnSpPr>
          <p:spPr bwMode="auto">
            <a:xfrm flipV="1">
              <a:off x="9016" y="5386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1" name="直接连接符 70"/>
            <p:cNvCxnSpPr/>
            <p:nvPr>
              <p:custDataLst>
                <p:tags r:id="rId53"/>
              </p:custDataLst>
            </p:nvPr>
          </p:nvCxnSpPr>
          <p:spPr bwMode="auto">
            <a:xfrm flipH="1">
              <a:off x="9016" y="5103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2" name="直接连接符 71"/>
            <p:cNvCxnSpPr/>
            <p:nvPr>
              <p:custDataLst>
                <p:tags r:id="rId54"/>
              </p:custDataLst>
            </p:nvPr>
          </p:nvCxnSpPr>
          <p:spPr bwMode="auto">
            <a:xfrm flipH="1" flipV="1">
              <a:off x="7654" y="3969"/>
              <a:ext cx="0" cy="22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3" name="直接连接符 72"/>
            <p:cNvCxnSpPr/>
            <p:nvPr>
              <p:custDataLst>
                <p:tags r:id="rId55"/>
              </p:custDataLst>
            </p:nvPr>
          </p:nvCxnSpPr>
          <p:spPr bwMode="auto">
            <a:xfrm flipH="1" flipV="1">
              <a:off x="8334" y="3969"/>
              <a:ext cx="0" cy="22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4" name="直接连接符 73"/>
            <p:cNvCxnSpPr/>
            <p:nvPr>
              <p:custDataLst>
                <p:tags r:id="rId56"/>
              </p:custDataLst>
            </p:nvPr>
          </p:nvCxnSpPr>
          <p:spPr bwMode="auto">
            <a:xfrm flipH="1" flipV="1">
              <a:off x="9014" y="3969"/>
              <a:ext cx="0" cy="22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75" name="Text Box 191"/>
            <p:cNvSpPr txBox="1"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7087" y="5103"/>
              <a:ext cx="283" cy="28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Q</a:t>
              </a:r>
            </a:p>
          </p:txBody>
        </p:sp>
        <p:cxnSp>
          <p:nvCxnSpPr>
            <p:cNvPr id="76" name="直接连接符 75"/>
            <p:cNvCxnSpPr/>
            <p:nvPr>
              <p:custDataLst>
                <p:tags r:id="rId58"/>
              </p:custDataLst>
            </p:nvPr>
          </p:nvCxnSpPr>
          <p:spPr bwMode="auto">
            <a:xfrm flipV="1">
              <a:off x="8671" y="4706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7" name="直接连接符 76"/>
            <p:cNvCxnSpPr/>
            <p:nvPr>
              <p:custDataLst>
                <p:tags r:id="rId59"/>
              </p:custDataLst>
            </p:nvPr>
          </p:nvCxnSpPr>
          <p:spPr bwMode="auto">
            <a:xfrm flipH="1">
              <a:off x="8671" y="4706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8" name="直接连接符 77"/>
            <p:cNvCxnSpPr/>
            <p:nvPr>
              <p:custDataLst>
                <p:tags r:id="rId60"/>
              </p:custDataLst>
            </p:nvPr>
          </p:nvCxnSpPr>
          <p:spPr bwMode="auto">
            <a:xfrm flipV="1">
              <a:off x="9129" y="4989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9" name="直接连接符 78"/>
            <p:cNvCxnSpPr/>
            <p:nvPr>
              <p:custDataLst>
                <p:tags r:id="rId61"/>
              </p:custDataLst>
            </p:nvPr>
          </p:nvCxnSpPr>
          <p:spPr bwMode="auto">
            <a:xfrm>
              <a:off x="9129" y="4706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0" name="直接连接符 79"/>
            <p:cNvCxnSpPr/>
            <p:nvPr>
              <p:custDataLst>
                <p:tags r:id="rId62"/>
              </p:custDataLst>
            </p:nvPr>
          </p:nvCxnSpPr>
          <p:spPr bwMode="auto">
            <a:xfrm flipV="1">
              <a:off x="7427" y="4989"/>
              <a:ext cx="124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6" name="AutoShape 338"/>
          <p:cNvSpPr/>
          <p:nvPr>
            <p:custDataLst>
              <p:tags r:id="rId7"/>
            </p:custDataLst>
          </p:nvPr>
        </p:nvSpPr>
        <p:spPr bwMode="auto">
          <a:xfrm>
            <a:off x="4283968" y="6093296"/>
            <a:ext cx="1332000" cy="252000"/>
          </a:xfrm>
          <a:prstGeom prst="borderCallout2">
            <a:avLst>
              <a:gd name="adj1" fmla="val 52138"/>
              <a:gd name="adj2" fmla="val 500"/>
              <a:gd name="adj3" fmla="val 50878"/>
              <a:gd name="adj4" fmla="val -20170"/>
              <a:gd name="adj5" fmla="val -185932"/>
              <a:gd name="adj6" fmla="val -27312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 anchorCtr="0"/>
          <a:lstStyle/>
          <a:p>
            <a:pPr algn="ctr">
              <a:lnSpc>
                <a:spcPct val="90000"/>
              </a:lnSpc>
            </a:pPr>
            <a:r>
              <a:rPr lang="zh-CN" sz="1600" b="1" u="none" dirty="0">
                <a:latin typeface="宋体" panose="02010600030101010101" pitchFamily="2" charset="-122"/>
              </a:rPr>
              <a:t>真值表的简化</a:t>
            </a:r>
          </a:p>
        </p:txBody>
      </p:sp>
      <p:grpSp>
        <p:nvGrpSpPr>
          <p:cNvPr id="141" name="组合 140">
            <a:extLst>
              <a:ext uri="{FF2B5EF4-FFF2-40B4-BE49-F238E27FC236}">
                <a16:creationId xmlns:a16="http://schemas.microsoft.com/office/drawing/2014/main" id="{A4EE60BF-37F1-4A49-863A-07B4B2E7FE0B}"/>
              </a:ext>
            </a:extLst>
          </p:cNvPr>
          <p:cNvGrpSpPr/>
          <p:nvPr/>
        </p:nvGrpSpPr>
        <p:grpSpPr>
          <a:xfrm>
            <a:off x="1296000" y="2564904"/>
            <a:ext cx="2592070" cy="974090"/>
            <a:chOff x="1296000" y="2556000"/>
            <a:chExt cx="2592070" cy="974090"/>
          </a:xfrm>
        </p:grpSpPr>
        <p:cxnSp>
          <p:nvCxnSpPr>
            <p:cNvPr id="142" name="直接连接符 141">
              <a:extLst>
                <a:ext uri="{FF2B5EF4-FFF2-40B4-BE49-F238E27FC236}">
                  <a16:creationId xmlns:a16="http://schemas.microsoft.com/office/drawing/2014/main" id="{4E08B36A-7C9D-4743-B75F-3F241639320A}"/>
                </a:ext>
              </a:extLst>
            </p:cNvPr>
            <p:cNvCxnSpPr/>
            <p:nvPr>
              <p:custDataLst>
                <p:tags r:id="rId8"/>
              </p:custDataLst>
            </p:nvPr>
          </p:nvCxnSpPr>
          <p:spPr bwMode="auto">
            <a:xfrm>
              <a:off x="3204175" y="2772535"/>
              <a:ext cx="0" cy="2159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0" name="直接连接符 169">
              <a:extLst>
                <a:ext uri="{FF2B5EF4-FFF2-40B4-BE49-F238E27FC236}">
                  <a16:creationId xmlns:a16="http://schemas.microsoft.com/office/drawing/2014/main" id="{3C62FEE4-3663-4827-B8A5-FE03AB4A36E1}"/>
                </a:ext>
              </a:extLst>
            </p:cNvPr>
            <p:cNvCxnSpPr/>
            <p:nvPr>
              <p:custDataLst>
                <p:tags r:id="rId9"/>
              </p:custDataLst>
            </p:nvPr>
          </p:nvCxnSpPr>
          <p:spPr bwMode="auto">
            <a:xfrm flipV="1">
              <a:off x="1548730" y="2987800"/>
              <a:ext cx="165608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1" name="直接箭头连接符 170">
              <a:extLst>
                <a:ext uri="{FF2B5EF4-FFF2-40B4-BE49-F238E27FC236}">
                  <a16:creationId xmlns:a16="http://schemas.microsoft.com/office/drawing/2014/main" id="{D9AC3376-9B97-442E-98FC-9EA3D5E9C37F}"/>
                </a:ext>
              </a:extLst>
            </p:cNvPr>
            <p:cNvCxnSpPr/>
            <p:nvPr>
              <p:custDataLst>
                <p:tags r:id="rId10"/>
              </p:custDataLst>
            </p:nvPr>
          </p:nvCxnSpPr>
          <p:spPr bwMode="auto">
            <a:xfrm flipV="1">
              <a:off x="1548730" y="2771265"/>
              <a:ext cx="28829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72" name="Text Box 36">
              <a:extLst>
                <a:ext uri="{FF2B5EF4-FFF2-40B4-BE49-F238E27FC236}">
                  <a16:creationId xmlns:a16="http://schemas.microsoft.com/office/drawing/2014/main" id="{F83622ED-4F8F-4D14-9A75-408925BE2B0B}"/>
                </a:ext>
              </a:extLst>
            </p:cNvPr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1837655" y="2627755"/>
              <a:ext cx="288290" cy="28829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173" name="椭圆 172">
              <a:extLst>
                <a:ext uri="{FF2B5EF4-FFF2-40B4-BE49-F238E27FC236}">
                  <a16:creationId xmlns:a16="http://schemas.microsoft.com/office/drawing/2014/main" id="{F0D61C66-DAD4-4AC0-A990-C32397EA1ADB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2125310" y="2735705"/>
              <a:ext cx="71755" cy="71755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74" name="直接箭头连接符 173">
              <a:extLst>
                <a:ext uri="{FF2B5EF4-FFF2-40B4-BE49-F238E27FC236}">
                  <a16:creationId xmlns:a16="http://schemas.microsoft.com/office/drawing/2014/main" id="{E7E4A0C5-1B2B-4A22-8384-94B9FBF6BE32}"/>
                </a:ext>
              </a:extLst>
            </p:cNvPr>
            <p:cNvCxnSpPr/>
            <p:nvPr>
              <p:custDataLst>
                <p:tags r:id="rId13"/>
              </p:custDataLst>
            </p:nvPr>
          </p:nvCxnSpPr>
          <p:spPr bwMode="auto">
            <a:xfrm flipV="1">
              <a:off x="2196430" y="2771900"/>
              <a:ext cx="4318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75" name="Text Box 36">
              <a:extLst>
                <a:ext uri="{FF2B5EF4-FFF2-40B4-BE49-F238E27FC236}">
                  <a16:creationId xmlns:a16="http://schemas.microsoft.com/office/drawing/2014/main" id="{1681EBF6-4626-4158-B200-4B729A7880E0}"/>
                </a:ext>
              </a:extLst>
            </p:cNvPr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628230" y="2628390"/>
              <a:ext cx="288290" cy="28829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1</a:t>
              </a:r>
            </a:p>
          </p:txBody>
        </p:sp>
        <p:cxnSp>
          <p:nvCxnSpPr>
            <p:cNvPr id="176" name="直接箭头连接符 175">
              <a:extLst>
                <a:ext uri="{FF2B5EF4-FFF2-40B4-BE49-F238E27FC236}">
                  <a16:creationId xmlns:a16="http://schemas.microsoft.com/office/drawing/2014/main" id="{6AAB025F-B732-4EE3-9F44-0ACDDAFEBCA3}"/>
                </a:ext>
              </a:extLst>
            </p:cNvPr>
            <p:cNvCxnSpPr/>
            <p:nvPr>
              <p:custDataLst>
                <p:tags r:id="rId15"/>
              </p:custDataLst>
            </p:nvPr>
          </p:nvCxnSpPr>
          <p:spPr bwMode="auto">
            <a:xfrm flipV="1">
              <a:off x="2987640" y="2771900"/>
              <a:ext cx="2159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77" name="椭圆 176">
              <a:extLst>
                <a:ext uri="{FF2B5EF4-FFF2-40B4-BE49-F238E27FC236}">
                  <a16:creationId xmlns:a16="http://schemas.microsoft.com/office/drawing/2014/main" id="{CB186E65-8774-4FDF-A743-3DBE73E8BF05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2915885" y="2736340"/>
              <a:ext cx="71755" cy="71755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78" name="直接连接符 177">
              <a:extLst>
                <a:ext uri="{FF2B5EF4-FFF2-40B4-BE49-F238E27FC236}">
                  <a16:creationId xmlns:a16="http://schemas.microsoft.com/office/drawing/2014/main" id="{FE4D895D-BB88-4DE7-A7B0-8AC2E34C9027}"/>
                </a:ext>
              </a:extLst>
            </p:cNvPr>
            <p:cNvCxnSpPr/>
            <p:nvPr>
              <p:custDataLst>
                <p:tags r:id="rId17"/>
              </p:custDataLst>
            </p:nvPr>
          </p:nvCxnSpPr>
          <p:spPr bwMode="auto">
            <a:xfrm>
              <a:off x="1548730" y="2772535"/>
              <a:ext cx="0" cy="2159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79" name="Text Box 191">
              <a:extLst>
                <a:ext uri="{FF2B5EF4-FFF2-40B4-BE49-F238E27FC236}">
                  <a16:creationId xmlns:a16="http://schemas.microsoft.com/office/drawing/2014/main" id="{D3791D26-4145-4D6C-9096-3430DA5C2C94}"/>
                </a:ext>
              </a:extLst>
            </p:cNvPr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1548095" y="2556000"/>
              <a:ext cx="215900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A</a:t>
              </a:r>
            </a:p>
          </p:txBody>
        </p:sp>
        <p:sp>
          <p:nvSpPr>
            <p:cNvPr id="180" name="Text Box 191">
              <a:extLst>
                <a:ext uri="{FF2B5EF4-FFF2-40B4-BE49-F238E27FC236}">
                  <a16:creationId xmlns:a16="http://schemas.microsoft.com/office/drawing/2014/main" id="{CA19B8C0-DF80-4A73-BFDD-18637267281C}"/>
                </a:ext>
              </a:extLst>
            </p:cNvPr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2339940" y="2556000"/>
              <a:ext cx="215900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B</a:t>
              </a:r>
            </a:p>
          </p:txBody>
        </p:sp>
        <p:sp>
          <p:nvSpPr>
            <p:cNvPr id="181" name="Text Box 191">
              <a:extLst>
                <a:ext uri="{FF2B5EF4-FFF2-40B4-BE49-F238E27FC236}">
                  <a16:creationId xmlns:a16="http://schemas.microsoft.com/office/drawing/2014/main" id="{33AA66D3-03CC-426F-B61F-F8F4C1E07495}"/>
                </a:ext>
              </a:extLst>
            </p:cNvPr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1296000" y="3062095"/>
              <a:ext cx="2592070" cy="467995"/>
            </a:xfrm>
            <a:prstGeom prst="rect">
              <a:avLst/>
            </a:prstGeom>
            <a:solidFill>
              <a:srgbClr val="CCFFFF"/>
            </a:solidFill>
            <a:ln w="9525">
              <a:noFill/>
              <a:miter lim="800000"/>
            </a:ln>
          </p:spPr>
          <p:txBody>
            <a:bodyPr lIns="0" tIns="0" rIns="0" bIns="0" anchor="t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A</a:t>
              </a:r>
              <a:r>
                <a:rPr lang="zh-CN" altLang="en-US" sz="1600" b="1" dirty="0">
                  <a:latin typeface="宋体" panose="02010600030101010101" pitchFamily="2" charset="-122"/>
                  <a:sym typeface="+mn-ea"/>
                </a:rPr>
                <a:t>＝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1</a:t>
              </a:r>
              <a:r>
                <a:rPr lang="zh-CN" altLang="en-US" sz="1600" b="1" dirty="0">
                  <a:latin typeface="宋体" panose="02010600030101010101" pitchFamily="2" charset="-122"/>
                  <a:sym typeface="+mn-ea"/>
                </a:rPr>
                <a:t>时</a:t>
              </a:r>
              <a:r>
                <a:rPr lang="zh-CN" sz="1600" b="1" dirty="0">
                  <a:solidFill>
                    <a:srgbClr val="FF3399"/>
                  </a:solidFill>
                  <a:latin typeface="宋体" panose="02010600030101010101" pitchFamily="2" charset="-122"/>
                  <a:sym typeface="+mn-ea"/>
                </a:rPr>
                <a:t>→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B</a:t>
              </a:r>
              <a:r>
                <a:rPr lang="zh-CN" altLang="en-US" sz="1600" b="1" dirty="0">
                  <a:latin typeface="宋体" panose="02010600030101010101" pitchFamily="2" charset="-122"/>
                  <a:sym typeface="+mn-ea"/>
                </a:rPr>
                <a:t>＝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0</a:t>
              </a:r>
              <a:r>
                <a:rPr lang="zh-CN" sz="1600" b="1" dirty="0">
                  <a:solidFill>
                    <a:srgbClr val="FF3399"/>
                  </a:solidFill>
                  <a:latin typeface="宋体" panose="02010600030101010101" pitchFamily="2" charset="-122"/>
                  <a:sym typeface="+mn-ea"/>
                </a:rPr>
                <a:t>→</a:t>
              </a:r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  <a:sym typeface="+mn-ea"/>
                </a:rPr>
                <a:t>增强了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A</a:t>
              </a:r>
              <a:r>
                <a:rPr lang="zh-CN" altLang="en-US" sz="1600" b="1" dirty="0">
                  <a:latin typeface="宋体" panose="02010600030101010101" pitchFamily="2" charset="-122"/>
                  <a:sym typeface="+mn-ea"/>
                </a:rPr>
                <a:t>＝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1</a:t>
              </a:r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A</a:t>
              </a:r>
              <a:r>
                <a:rPr lang="zh-CN" altLang="en-US" sz="1600" b="1" dirty="0">
                  <a:latin typeface="宋体" panose="02010600030101010101" pitchFamily="2" charset="-122"/>
                  <a:sym typeface="+mn-ea"/>
                </a:rPr>
                <a:t>＝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0</a:t>
              </a:r>
              <a:r>
                <a:rPr lang="zh-CN" altLang="en-US" sz="1600" b="1" dirty="0">
                  <a:latin typeface="宋体" panose="02010600030101010101" pitchFamily="2" charset="-122"/>
                  <a:sym typeface="+mn-ea"/>
                </a:rPr>
                <a:t>时</a:t>
              </a:r>
              <a:r>
                <a:rPr lang="zh-CN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  <a:sym typeface="+mn-ea"/>
                </a:rPr>
                <a:t>→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B</a:t>
              </a:r>
              <a:r>
                <a:rPr lang="zh-CN" altLang="en-US" sz="1600" b="1" dirty="0">
                  <a:latin typeface="宋体" panose="02010600030101010101" pitchFamily="2" charset="-122"/>
                  <a:sym typeface="+mn-ea"/>
                </a:rPr>
                <a:t>＝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1</a:t>
              </a:r>
              <a:r>
                <a:rPr lang="zh-CN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  <a:sym typeface="+mn-ea"/>
                </a:rPr>
                <a:t>→</a:t>
              </a:r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  <a:sym typeface="+mn-ea"/>
                </a:rPr>
                <a:t>增强了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A</a:t>
              </a:r>
              <a:r>
                <a:rPr lang="zh-CN" altLang="en-US" sz="1600" b="1" dirty="0">
                  <a:latin typeface="宋体" panose="02010600030101010101" pitchFamily="2" charset="-122"/>
                  <a:sym typeface="+mn-ea"/>
                </a:rPr>
                <a:t>＝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0</a:t>
              </a:r>
            </a:p>
          </p:txBody>
        </p:sp>
        <p:cxnSp>
          <p:nvCxnSpPr>
            <p:cNvPr id="182" name="直接连接符 181">
              <a:extLst>
                <a:ext uri="{FF2B5EF4-FFF2-40B4-BE49-F238E27FC236}">
                  <a16:creationId xmlns:a16="http://schemas.microsoft.com/office/drawing/2014/main" id="{70780BE9-E7C9-45BF-964D-532BB98C2AF0}"/>
                </a:ext>
              </a:extLst>
            </p:cNvPr>
            <p:cNvCxnSpPr>
              <a:cxnSpLocks/>
            </p:cNvCxnSpPr>
            <p:nvPr>
              <p:custDataLst>
                <p:tags r:id="rId21"/>
              </p:custDataLst>
            </p:nvPr>
          </p:nvCxnSpPr>
          <p:spPr bwMode="auto">
            <a:xfrm flipH="1" flipV="1">
              <a:off x="1548000" y="2556000"/>
              <a:ext cx="0" cy="216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183" name="直接连接符 182">
              <a:extLst>
                <a:ext uri="{FF2B5EF4-FFF2-40B4-BE49-F238E27FC236}">
                  <a16:creationId xmlns:a16="http://schemas.microsoft.com/office/drawing/2014/main" id="{58C6455C-35BD-4E89-B8A9-6A767C001EA6}"/>
                </a:ext>
              </a:extLst>
            </p:cNvPr>
            <p:cNvCxnSpPr>
              <a:cxnSpLocks/>
            </p:cNvCxnSpPr>
            <p:nvPr>
              <p:custDataLst>
                <p:tags r:id="rId22"/>
              </p:custDataLst>
            </p:nvPr>
          </p:nvCxnSpPr>
          <p:spPr bwMode="auto">
            <a:xfrm flipH="1" flipV="1">
              <a:off x="2340000" y="2556000"/>
              <a:ext cx="0" cy="216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43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437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437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437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2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2437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437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2437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2437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5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2437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2437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000"/>
                            </p:stCondLst>
                            <p:childTnLst>
                              <p:par>
                                <p:cTn id="10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6" dur="500"/>
                                        <p:tgtEl>
                                          <p:spTgt spid="6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5" grpId="0" bldLvl="0" animBg="1"/>
      <p:bldP spid="230" grpId="0" bldLvl="0" animBg="1"/>
      <p:bldP spid="6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 Box 7"/>
          <p:cNvSpPr txBox="1">
            <a:spLocks noChangeArrowheads="1"/>
          </p:cNvSpPr>
          <p:nvPr/>
        </p:nvSpPr>
        <p:spPr bwMode="auto">
          <a:xfrm>
            <a:off x="179070" y="332656"/>
            <a:ext cx="3601720" cy="507863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*SR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锁存器：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电平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触发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结构及逻辑符号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功能表示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 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任意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种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dirty="0"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真值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表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功能表：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时序图：</a:t>
            </a: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状态图：</a:t>
            </a: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特征方程：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状态方程：</a:t>
            </a:r>
            <a:endParaRPr lang="en-US" altLang="zh-CN" sz="2200" b="1" dirty="0">
              <a:solidFill>
                <a:srgbClr val="0070C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输出方程：</a:t>
            </a:r>
            <a:endParaRPr lang="en-US" altLang="zh-CN" sz="2200" b="1" dirty="0">
              <a:solidFill>
                <a:srgbClr val="0070C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sng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带使能端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SR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锁存器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43719" name="Text Box 7"/>
          <p:cNvSpPr txBox="1">
            <a:spLocks noChangeArrowheads="1"/>
          </p:cNvSpPr>
          <p:nvPr/>
        </p:nvSpPr>
        <p:spPr bwMode="auto">
          <a:xfrm>
            <a:off x="2856294" y="764704"/>
            <a:ext cx="6191457" cy="210089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有</a:t>
            </a:r>
            <a:r>
              <a:rPr lang="en-US" altLang="zh-CN" sz="2200" b="1" u="sng" dirty="0">
                <a:latin typeface="宋体" panose="02010600030101010101" pitchFamily="2" charset="-122"/>
                <a:sym typeface="+mn-ea"/>
              </a:rPr>
              <a:t>2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个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激励信号，由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2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个交叉耦合的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或非门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组成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                                         </a:t>
            </a:r>
            <a:r>
              <a:rPr lang="en-US" altLang="zh-CN" sz="1600" dirty="0">
                <a:latin typeface="宋体" panose="02010600030101010101" pitchFamily="2" charset="-122"/>
                <a:sym typeface="+mn-ea"/>
              </a:rPr>
              <a:t>  └←</a:t>
            </a:r>
            <a:r>
              <a:rPr lang="zh-CN" sz="1600" b="1" dirty="0">
                <a:latin typeface="宋体" panose="02010600030101010101" pitchFamily="2" charset="-122"/>
                <a:sym typeface="+mn-ea"/>
              </a:rPr>
              <a:t>可为</a:t>
            </a:r>
            <a:r>
              <a:rPr lang="zh-CN" sz="1600" b="1" u="sng" dirty="0">
                <a:latin typeface="宋体" panose="02010600030101010101" pitchFamily="2" charset="-122"/>
                <a:sym typeface="+mn-ea"/>
              </a:rPr>
              <a:t>与非门</a:t>
            </a:r>
            <a:endParaRPr lang="en-US" altLang="zh-CN" sz="1600" b="1" u="sng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spc="-50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spc="-5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</a:pPr>
            <a:r>
              <a:rPr lang="en-US" altLang="zh-CN" sz="2200" b="1" spc="-5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2200" b="1" spc="-5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功能表更简便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5</a:t>
            </a:fld>
            <a:endParaRPr lang="en-US" altLang="zh-CN"/>
          </a:p>
        </p:txBody>
      </p:sp>
      <p:grpSp>
        <p:nvGrpSpPr>
          <p:cNvPr id="60" name="组合 59"/>
          <p:cNvGrpSpPr/>
          <p:nvPr/>
        </p:nvGrpSpPr>
        <p:grpSpPr>
          <a:xfrm>
            <a:off x="2377065" y="1196752"/>
            <a:ext cx="1368425" cy="828040"/>
            <a:chOff x="6973" y="7427"/>
            <a:chExt cx="2155" cy="1304"/>
          </a:xfrm>
        </p:grpSpPr>
        <p:sp>
          <p:nvSpPr>
            <p:cNvPr id="80" name="Text Box 191"/>
            <p:cNvSpPr txBox="1">
              <a:spLocks noChangeArrowheads="1"/>
            </p:cNvSpPr>
            <p:nvPr>
              <p:custDataLst>
                <p:tags r:id="rId155"/>
              </p:custDataLst>
            </p:nvPr>
          </p:nvSpPr>
          <p:spPr bwMode="auto">
            <a:xfrm>
              <a:off x="8788" y="8277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Q</a:t>
              </a:r>
            </a:p>
          </p:txBody>
        </p:sp>
        <p:sp>
          <p:nvSpPr>
            <p:cNvPr id="61" name="Text Box 191"/>
            <p:cNvSpPr txBox="1">
              <a:spLocks noChangeArrowheads="1"/>
            </p:cNvSpPr>
            <p:nvPr>
              <p:custDataLst>
                <p:tags r:id="rId156"/>
              </p:custDataLst>
            </p:nvPr>
          </p:nvSpPr>
          <p:spPr bwMode="auto">
            <a:xfrm>
              <a:off x="8788" y="7540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Q</a:t>
              </a:r>
            </a:p>
          </p:txBody>
        </p:sp>
        <p:cxnSp>
          <p:nvCxnSpPr>
            <p:cNvPr id="62" name="直接连接符 61"/>
            <p:cNvCxnSpPr/>
            <p:nvPr>
              <p:custDataLst>
                <p:tags r:id="rId157"/>
              </p:custDataLst>
            </p:nvPr>
          </p:nvCxnSpPr>
          <p:spPr bwMode="auto">
            <a:xfrm flipV="1">
              <a:off x="8873" y="8293"/>
              <a:ext cx="17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3" name="直接连接符 62"/>
            <p:cNvCxnSpPr/>
            <p:nvPr>
              <p:custDataLst>
                <p:tags r:id="rId158"/>
              </p:custDataLst>
            </p:nvPr>
          </p:nvCxnSpPr>
          <p:spPr bwMode="auto">
            <a:xfrm>
              <a:off x="7482" y="7824"/>
              <a:ext cx="0" cy="17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4" name="直接连接符 63"/>
            <p:cNvCxnSpPr/>
            <p:nvPr>
              <p:custDataLst>
                <p:tags r:id="rId159"/>
              </p:custDataLst>
            </p:nvPr>
          </p:nvCxnSpPr>
          <p:spPr bwMode="auto">
            <a:xfrm>
              <a:off x="8504" y="7709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grpSp>
          <p:nvGrpSpPr>
            <p:cNvPr id="65" name="组合 64"/>
            <p:cNvGrpSpPr/>
            <p:nvPr/>
          </p:nvGrpSpPr>
          <p:grpSpPr>
            <a:xfrm>
              <a:off x="7482" y="7483"/>
              <a:ext cx="1306" cy="454"/>
              <a:chOff x="5441" y="4267"/>
              <a:chExt cx="1306" cy="454"/>
            </a:xfrm>
          </p:grpSpPr>
          <p:cxnSp>
            <p:nvCxnSpPr>
              <p:cNvPr id="66" name="直接箭头连接符 65"/>
              <p:cNvCxnSpPr/>
              <p:nvPr>
                <p:custDataLst>
                  <p:tags r:id="rId172"/>
                </p:custDataLst>
              </p:nvPr>
            </p:nvCxnSpPr>
            <p:spPr bwMode="auto">
              <a:xfrm flipV="1">
                <a:off x="5441" y="4608"/>
                <a:ext cx="283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67" name="Text Box 36"/>
              <p:cNvSpPr txBox="1">
                <a:spLocks noChangeArrowheads="1"/>
              </p:cNvSpPr>
              <p:nvPr>
                <p:custDataLst>
                  <p:tags r:id="rId173"/>
                </p:custDataLst>
              </p:nvPr>
            </p:nvSpPr>
            <p:spPr bwMode="auto">
              <a:xfrm>
                <a:off x="5727" y="4267"/>
                <a:ext cx="454" cy="454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 fontAlgn="ctr">
                  <a:lnSpc>
                    <a:spcPct val="90000"/>
                  </a:lnSpc>
                </a:pPr>
                <a:r>
                  <a:rPr lang="en-US" altLang="zh-CN" sz="1200" b="1" u="none" dirty="0">
                    <a:latin typeface="宋体" panose="02010600030101010101" pitchFamily="2" charset="-122"/>
                  </a:rPr>
                  <a:t>≥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1</a:t>
                </a:r>
              </a:p>
            </p:txBody>
          </p:sp>
          <p:cxnSp>
            <p:nvCxnSpPr>
              <p:cNvPr id="69" name="直接箭头连接符 68"/>
              <p:cNvCxnSpPr/>
              <p:nvPr>
                <p:custDataLst>
                  <p:tags r:id="rId174"/>
                </p:custDataLst>
              </p:nvPr>
            </p:nvCxnSpPr>
            <p:spPr bwMode="auto">
              <a:xfrm flipV="1">
                <a:off x="6293" y="4493"/>
                <a:ext cx="45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70" name="椭圆 69"/>
              <p:cNvSpPr/>
              <p:nvPr>
                <p:custDataLst>
                  <p:tags r:id="rId175"/>
                </p:custDataLst>
              </p:nvPr>
            </p:nvSpPr>
            <p:spPr>
              <a:xfrm>
                <a:off x="6180" y="4437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71" name="组合 70"/>
            <p:cNvGrpSpPr/>
            <p:nvPr/>
          </p:nvGrpSpPr>
          <p:grpSpPr>
            <a:xfrm>
              <a:off x="7482" y="8220"/>
              <a:ext cx="1306" cy="454"/>
              <a:chOff x="5441" y="4267"/>
              <a:chExt cx="1306" cy="454"/>
            </a:xfrm>
          </p:grpSpPr>
          <p:cxnSp>
            <p:nvCxnSpPr>
              <p:cNvPr id="72" name="直接箭头连接符 71"/>
              <p:cNvCxnSpPr/>
              <p:nvPr>
                <p:custDataLst>
                  <p:tags r:id="rId168"/>
                </p:custDataLst>
              </p:nvPr>
            </p:nvCxnSpPr>
            <p:spPr bwMode="auto">
              <a:xfrm flipV="1">
                <a:off x="5441" y="4381"/>
                <a:ext cx="283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73" name="Text Box 36"/>
              <p:cNvSpPr txBox="1">
                <a:spLocks noChangeArrowheads="1"/>
              </p:cNvSpPr>
              <p:nvPr>
                <p:custDataLst>
                  <p:tags r:id="rId169"/>
                </p:custDataLst>
              </p:nvPr>
            </p:nvSpPr>
            <p:spPr bwMode="auto">
              <a:xfrm>
                <a:off x="5727" y="4267"/>
                <a:ext cx="454" cy="454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 fontAlgn="ctr">
                  <a:lnSpc>
                    <a:spcPct val="90000"/>
                  </a:lnSpc>
                </a:pPr>
                <a:r>
                  <a:rPr lang="en-US" altLang="zh-CN" sz="1200" b="1" dirty="0">
                    <a:latin typeface="宋体" panose="02010600030101010101" pitchFamily="2" charset="-122"/>
                    <a:sym typeface="+mn-ea"/>
                  </a:rPr>
                  <a:t>≥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1</a:t>
                </a:r>
              </a:p>
            </p:txBody>
          </p:sp>
          <p:cxnSp>
            <p:nvCxnSpPr>
              <p:cNvPr id="74" name="直接箭头连接符 73"/>
              <p:cNvCxnSpPr/>
              <p:nvPr>
                <p:custDataLst>
                  <p:tags r:id="rId170"/>
                </p:custDataLst>
              </p:nvPr>
            </p:nvCxnSpPr>
            <p:spPr bwMode="auto">
              <a:xfrm flipV="1">
                <a:off x="6293" y="4493"/>
                <a:ext cx="45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75" name="椭圆 74"/>
              <p:cNvSpPr/>
              <p:nvPr>
                <p:custDataLst>
                  <p:tags r:id="rId171"/>
                </p:custDataLst>
              </p:nvPr>
            </p:nvSpPr>
            <p:spPr>
              <a:xfrm>
                <a:off x="6180" y="4437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76" name="直接连接符 75"/>
            <p:cNvCxnSpPr/>
            <p:nvPr>
              <p:custDataLst>
                <p:tags r:id="rId160"/>
              </p:custDataLst>
            </p:nvPr>
          </p:nvCxnSpPr>
          <p:spPr bwMode="auto">
            <a:xfrm flipV="1">
              <a:off x="8504" y="8164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77" name="直接连接符 76"/>
            <p:cNvCxnSpPr/>
            <p:nvPr>
              <p:custDataLst>
                <p:tags r:id="rId161"/>
              </p:custDataLst>
            </p:nvPr>
          </p:nvCxnSpPr>
          <p:spPr bwMode="auto">
            <a:xfrm>
              <a:off x="7482" y="8164"/>
              <a:ext cx="0" cy="17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8" name="直接连接符 77"/>
            <p:cNvCxnSpPr/>
            <p:nvPr>
              <p:custDataLst>
                <p:tags r:id="rId162"/>
              </p:custDataLst>
            </p:nvPr>
          </p:nvCxnSpPr>
          <p:spPr bwMode="auto">
            <a:xfrm flipH="1">
              <a:off x="7482" y="7994"/>
              <a:ext cx="1020" cy="17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9" name="直接连接符 78"/>
            <p:cNvCxnSpPr/>
            <p:nvPr>
              <p:custDataLst>
                <p:tags r:id="rId163"/>
              </p:custDataLst>
            </p:nvPr>
          </p:nvCxnSpPr>
          <p:spPr bwMode="auto">
            <a:xfrm flipH="1" flipV="1">
              <a:off x="7482" y="7994"/>
              <a:ext cx="1020" cy="17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1" name="Text Box 191"/>
            <p:cNvSpPr txBox="1">
              <a:spLocks noChangeArrowheads="1"/>
            </p:cNvSpPr>
            <p:nvPr>
              <p:custDataLst>
                <p:tags r:id="rId164"/>
              </p:custDataLst>
            </p:nvPr>
          </p:nvSpPr>
          <p:spPr bwMode="auto">
            <a:xfrm>
              <a:off x="6973" y="7427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R</a:t>
              </a:r>
            </a:p>
          </p:txBody>
        </p:sp>
        <p:sp>
          <p:nvSpPr>
            <p:cNvPr id="82" name="Text Box 191"/>
            <p:cNvSpPr txBox="1">
              <a:spLocks noChangeArrowheads="1"/>
            </p:cNvSpPr>
            <p:nvPr>
              <p:custDataLst>
                <p:tags r:id="rId165"/>
              </p:custDataLst>
            </p:nvPr>
          </p:nvSpPr>
          <p:spPr bwMode="auto">
            <a:xfrm>
              <a:off x="6973" y="8391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S</a:t>
              </a:r>
            </a:p>
          </p:txBody>
        </p:sp>
        <p:cxnSp>
          <p:nvCxnSpPr>
            <p:cNvPr id="84" name="直接箭头连接符 83"/>
            <p:cNvCxnSpPr/>
            <p:nvPr>
              <p:custDataLst>
                <p:tags r:id="rId166"/>
              </p:custDataLst>
            </p:nvPr>
          </p:nvCxnSpPr>
          <p:spPr bwMode="auto">
            <a:xfrm flipV="1">
              <a:off x="7257" y="7597"/>
              <a:ext cx="51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85" name="直接箭头连接符 84"/>
            <p:cNvCxnSpPr/>
            <p:nvPr>
              <p:custDataLst>
                <p:tags r:id="rId167"/>
              </p:custDataLst>
            </p:nvPr>
          </p:nvCxnSpPr>
          <p:spPr bwMode="auto">
            <a:xfrm flipV="1">
              <a:off x="7257" y="8561"/>
              <a:ext cx="51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aphicFrame>
        <p:nvGraphicFramePr>
          <p:cNvPr id="217" name="表格 216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43037348"/>
              </p:ext>
            </p:extLst>
          </p:nvPr>
        </p:nvGraphicFramePr>
        <p:xfrm>
          <a:off x="5868144" y="1628800"/>
          <a:ext cx="1554480" cy="119926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1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7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9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59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257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</a:t>
                      </a:r>
                      <a:endParaRPr lang="en-US" altLang="zh-CN" sz="1600" b="1" baseline="-250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</a:t>
                      </a:r>
                      <a:endParaRPr lang="en-US" altLang="zh-CN" sz="1600" b="1" baseline="-250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7780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</a:t>
                      </a:r>
                      <a:r>
                        <a:rPr lang="en-US" altLang="zh-CN" sz="1600" b="1" baseline="30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*</a:t>
                      </a:r>
                    </a:p>
                  </a:txBody>
                  <a:tcPr marL="0" marR="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Q</a:t>
                      </a:r>
                      <a:r>
                        <a:rPr lang="en-US" altLang="zh-CN" sz="1600" baseline="30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*</a:t>
                      </a:r>
                      <a:endParaRPr lang="en-US" altLang="zh-CN" sz="1600" b="1" baseline="30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  <a:sym typeface="+mn-ea"/>
                      </a:endParaRPr>
                    </a:p>
                  </a:txBody>
                  <a:tcPr marL="0" marR="0" marT="1778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  <a:sym typeface="+mn-ea"/>
                        </a:rPr>
                        <a:t>功能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85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 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</a:t>
                      </a:r>
                      <a:endParaRPr lang="en-US" altLang="zh-CN" sz="1600" b="1" baseline="300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保持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9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置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85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置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50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rgbClr val="FF33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禁止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62" name="组合 161"/>
          <p:cNvGrpSpPr/>
          <p:nvPr/>
        </p:nvGrpSpPr>
        <p:grpSpPr>
          <a:xfrm>
            <a:off x="4536147" y="2996952"/>
            <a:ext cx="2915920" cy="611265"/>
            <a:chOff x="4819" y="4479"/>
            <a:chExt cx="4592" cy="963"/>
          </a:xfrm>
        </p:grpSpPr>
        <p:sp>
          <p:nvSpPr>
            <p:cNvPr id="101" name="椭圆 100"/>
            <p:cNvSpPr/>
            <p:nvPr>
              <p:custDataLst>
                <p:tags r:id="rId146"/>
              </p:custDataLst>
            </p:nvPr>
          </p:nvSpPr>
          <p:spPr>
            <a:xfrm>
              <a:off x="5783" y="4649"/>
              <a:ext cx="567" cy="567"/>
            </a:xfrm>
            <a:prstGeom prst="ellipse">
              <a:avLst/>
            </a:prstGeom>
            <a:solidFill>
              <a:srgbClr val="CCECFF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0" tIns="0" rIns="0" bIns="0" numCol="1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</a:rPr>
                <a:t>0</a:t>
              </a:r>
            </a:p>
          </p:txBody>
        </p:sp>
        <p:cxnSp>
          <p:nvCxnSpPr>
            <p:cNvPr id="103" name="直接箭头连接符 102"/>
            <p:cNvCxnSpPr/>
            <p:nvPr>
              <p:custDataLst>
                <p:tags r:id="rId147"/>
              </p:custDataLst>
            </p:nvPr>
          </p:nvCxnSpPr>
          <p:spPr bwMode="auto">
            <a:xfrm flipV="1">
              <a:off x="6321" y="4819"/>
              <a:ext cx="147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3" name="直接箭头连接符 112"/>
            <p:cNvCxnSpPr/>
            <p:nvPr>
              <p:custDataLst>
                <p:tags r:id="rId148"/>
              </p:custDataLst>
            </p:nvPr>
          </p:nvCxnSpPr>
          <p:spPr bwMode="auto">
            <a:xfrm flipH="1">
              <a:off x="6321" y="5046"/>
              <a:ext cx="147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14" name="Text Box 191"/>
            <p:cNvSpPr txBox="1">
              <a:spLocks noChangeArrowheads="1"/>
            </p:cNvSpPr>
            <p:nvPr>
              <p:custDataLst>
                <p:tags r:id="rId149"/>
              </p:custDataLst>
            </p:nvPr>
          </p:nvSpPr>
          <p:spPr bwMode="auto">
            <a:xfrm>
              <a:off x="6463" y="4479"/>
              <a:ext cx="124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S=1,R=0</a:t>
              </a:r>
              <a:endParaRPr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4" name="任意多边形 143"/>
            <p:cNvSpPr/>
            <p:nvPr>
              <p:custDataLst>
                <p:tags r:id="rId150"/>
              </p:custDataLst>
            </p:nvPr>
          </p:nvSpPr>
          <p:spPr>
            <a:xfrm>
              <a:off x="5443" y="4649"/>
              <a:ext cx="397" cy="397"/>
            </a:xfrm>
            <a:custGeom>
              <a:avLst/>
              <a:gdLst>
                <a:gd name="connisteX0" fmla="*/ 291130 w 291130"/>
                <a:gd name="connsiteY0" fmla="*/ 76506 h 279796"/>
                <a:gd name="connisteX1" fmla="*/ 147620 w 291130"/>
                <a:gd name="connsiteY1" fmla="*/ 306 h 279796"/>
                <a:gd name="connisteX2" fmla="*/ 20620 w 291130"/>
                <a:gd name="connsiteY2" fmla="*/ 59361 h 279796"/>
                <a:gd name="connisteX3" fmla="*/ 16175 w 291130"/>
                <a:gd name="connsiteY3" fmla="*/ 203506 h 279796"/>
                <a:gd name="connisteX4" fmla="*/ 134920 w 291130"/>
                <a:gd name="connsiteY4" fmla="*/ 279706 h 279796"/>
                <a:gd name="connisteX5" fmla="*/ 261920 w 291130"/>
                <a:gd name="connsiteY5" fmla="*/ 216206 h 279796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</a:cxnLst>
              <a:rect l="l" t="t" r="r" b="b"/>
              <a:pathLst>
                <a:path w="291131" h="279797">
                  <a:moveTo>
                    <a:pt x="291131" y="76507"/>
                  </a:moveTo>
                  <a:cubicBezTo>
                    <a:pt x="265096" y="59997"/>
                    <a:pt x="201596" y="3482"/>
                    <a:pt x="147621" y="307"/>
                  </a:cubicBezTo>
                  <a:cubicBezTo>
                    <a:pt x="93646" y="-2868"/>
                    <a:pt x="46656" y="18722"/>
                    <a:pt x="20621" y="59362"/>
                  </a:cubicBezTo>
                  <a:cubicBezTo>
                    <a:pt x="-5414" y="100002"/>
                    <a:pt x="-6684" y="159692"/>
                    <a:pt x="16176" y="203507"/>
                  </a:cubicBezTo>
                  <a:cubicBezTo>
                    <a:pt x="39036" y="247322"/>
                    <a:pt x="86026" y="277167"/>
                    <a:pt x="134921" y="279707"/>
                  </a:cubicBezTo>
                  <a:cubicBezTo>
                    <a:pt x="183816" y="282247"/>
                    <a:pt x="239061" y="230177"/>
                    <a:pt x="261921" y="216207"/>
                  </a:cubicBezTo>
                </a:path>
              </a:pathLst>
            </a:cu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7" name="Text Box 191"/>
            <p:cNvSpPr txBox="1">
              <a:spLocks noChangeArrowheads="1"/>
            </p:cNvSpPr>
            <p:nvPr>
              <p:custDataLst>
                <p:tags r:id="rId151"/>
              </p:custDataLst>
            </p:nvPr>
          </p:nvSpPr>
          <p:spPr bwMode="auto">
            <a:xfrm>
              <a:off x="6463" y="5102"/>
              <a:ext cx="124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S=0,R=1</a:t>
              </a:r>
              <a:endParaRPr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8" name="椭圆 147"/>
            <p:cNvSpPr/>
            <p:nvPr>
              <p:custDataLst>
                <p:tags r:id="rId152"/>
              </p:custDataLst>
            </p:nvPr>
          </p:nvSpPr>
          <p:spPr>
            <a:xfrm>
              <a:off x="7767" y="4649"/>
              <a:ext cx="567" cy="567"/>
            </a:xfrm>
            <a:prstGeom prst="ellipse">
              <a:avLst/>
            </a:prstGeom>
            <a:solidFill>
              <a:srgbClr val="CCECFF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0" tIns="0" rIns="0" bIns="0" numCol="1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155" name="Text Box 191"/>
            <p:cNvSpPr txBox="1">
              <a:spLocks noChangeArrowheads="1"/>
            </p:cNvSpPr>
            <p:nvPr>
              <p:custDataLst>
                <p:tags r:id="rId153"/>
              </p:custDataLst>
            </p:nvPr>
          </p:nvSpPr>
          <p:spPr bwMode="auto">
            <a:xfrm>
              <a:off x="4819" y="4592"/>
              <a:ext cx="680" cy="62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S=0</a:t>
              </a:r>
            </a:p>
            <a:p>
              <a:pPr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R=×</a:t>
              </a:r>
            </a:p>
          </p:txBody>
        </p:sp>
        <p:sp>
          <p:nvSpPr>
            <p:cNvPr id="157" name="Text Box 191"/>
            <p:cNvSpPr txBox="1">
              <a:spLocks noChangeArrowheads="1"/>
            </p:cNvSpPr>
            <p:nvPr>
              <p:custDataLst>
                <p:tags r:id="rId154"/>
              </p:custDataLst>
            </p:nvPr>
          </p:nvSpPr>
          <p:spPr bwMode="auto">
            <a:xfrm>
              <a:off x="8731" y="4592"/>
              <a:ext cx="680" cy="62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S=×</a:t>
              </a:r>
            </a:p>
            <a:p>
              <a:pPr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R=0</a:t>
              </a:r>
            </a:p>
          </p:txBody>
        </p:sp>
        <p:sp>
          <p:nvSpPr>
            <p:cNvPr id="161" name="任意多边形 160"/>
            <p:cNvSpPr/>
            <p:nvPr/>
          </p:nvSpPr>
          <p:spPr>
            <a:xfrm>
              <a:off x="8277" y="4649"/>
              <a:ext cx="397" cy="397"/>
            </a:xfrm>
            <a:custGeom>
              <a:avLst/>
              <a:gdLst>
                <a:gd name="connisteX0" fmla="*/ 0 w 271780"/>
                <a:gd name="connsiteY0" fmla="*/ 68321 h 272791"/>
                <a:gd name="connisteX1" fmla="*/ 78105 w 271780"/>
                <a:gd name="connsiteY1" fmla="*/ 4821 h 272791"/>
                <a:gd name="connisteX2" fmla="*/ 219075 w 271780"/>
                <a:gd name="connsiteY2" fmla="*/ 19426 h 272791"/>
                <a:gd name="connisteX3" fmla="*/ 271780 w 271780"/>
                <a:gd name="connsiteY3" fmla="*/ 103881 h 272791"/>
                <a:gd name="connisteX4" fmla="*/ 219075 w 271780"/>
                <a:gd name="connsiteY4" fmla="*/ 244851 h 272791"/>
                <a:gd name="connisteX5" fmla="*/ 92075 w 271780"/>
                <a:gd name="connsiteY5" fmla="*/ 269616 h 272791"/>
                <a:gd name="connisteX6" fmla="*/ 17780 w 271780"/>
                <a:gd name="connsiteY6" fmla="*/ 220086 h 272791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</a:cxnLst>
              <a:rect l="l" t="t" r="r" b="b"/>
              <a:pathLst>
                <a:path w="271780" h="272792">
                  <a:moveTo>
                    <a:pt x="0" y="68322"/>
                  </a:moveTo>
                  <a:cubicBezTo>
                    <a:pt x="12700" y="55622"/>
                    <a:pt x="34290" y="14347"/>
                    <a:pt x="78105" y="4822"/>
                  </a:cubicBezTo>
                  <a:cubicBezTo>
                    <a:pt x="121920" y="-4703"/>
                    <a:pt x="180340" y="-258"/>
                    <a:pt x="219075" y="19427"/>
                  </a:cubicBezTo>
                  <a:cubicBezTo>
                    <a:pt x="257810" y="39112"/>
                    <a:pt x="271780" y="58797"/>
                    <a:pt x="271780" y="103882"/>
                  </a:cubicBezTo>
                  <a:cubicBezTo>
                    <a:pt x="271780" y="148967"/>
                    <a:pt x="255270" y="211832"/>
                    <a:pt x="219075" y="244852"/>
                  </a:cubicBezTo>
                  <a:cubicBezTo>
                    <a:pt x="182880" y="277872"/>
                    <a:pt x="132080" y="274697"/>
                    <a:pt x="92075" y="269617"/>
                  </a:cubicBezTo>
                  <a:cubicBezTo>
                    <a:pt x="52070" y="264537"/>
                    <a:pt x="29845" y="230247"/>
                    <a:pt x="17780" y="220087"/>
                  </a:cubicBezTo>
                </a:path>
              </a:pathLst>
            </a:cu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69" name="组合 268"/>
          <p:cNvGrpSpPr/>
          <p:nvPr/>
        </p:nvGrpSpPr>
        <p:grpSpPr>
          <a:xfrm>
            <a:off x="2484000" y="2852936"/>
            <a:ext cx="1800225" cy="1080770"/>
            <a:chOff x="2268" y="7143"/>
            <a:chExt cx="2835" cy="1702"/>
          </a:xfrm>
        </p:grpSpPr>
        <p:sp>
          <p:nvSpPr>
            <p:cNvPr id="267" name="Text Box 191"/>
            <p:cNvSpPr txBox="1">
              <a:spLocks noChangeArrowheads="1"/>
            </p:cNvSpPr>
            <p:nvPr>
              <p:custDataLst>
                <p:tags r:id="rId96"/>
              </p:custDataLst>
            </p:nvPr>
          </p:nvSpPr>
          <p:spPr bwMode="auto">
            <a:xfrm>
              <a:off x="4082" y="8050"/>
              <a:ext cx="454" cy="794"/>
            </a:xfrm>
            <a:prstGeom prst="rect">
              <a:avLst/>
            </a:prstGeom>
            <a:solidFill>
              <a:srgbClr val="CCFFFF"/>
            </a:solidFill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65" name="Text Box 191"/>
            <p:cNvSpPr txBox="1">
              <a:spLocks noChangeArrowheads="1"/>
            </p:cNvSpPr>
            <p:nvPr>
              <p:custDataLst>
                <p:tags r:id="rId97"/>
              </p:custDataLst>
            </p:nvPr>
          </p:nvSpPr>
          <p:spPr bwMode="auto">
            <a:xfrm>
              <a:off x="4876" y="8504"/>
              <a:ext cx="113" cy="340"/>
            </a:xfrm>
            <a:prstGeom prst="rect">
              <a:avLst/>
            </a:prstGeom>
            <a:solidFill>
              <a:srgbClr val="CC99FF"/>
            </a:solidFill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66" name="Text Box 191"/>
            <p:cNvSpPr txBox="1">
              <a:spLocks noChangeArrowheads="1"/>
            </p:cNvSpPr>
            <p:nvPr>
              <p:custDataLst>
                <p:tags r:id="rId98"/>
              </p:custDataLst>
            </p:nvPr>
          </p:nvSpPr>
          <p:spPr bwMode="auto">
            <a:xfrm>
              <a:off x="4876" y="8050"/>
              <a:ext cx="113" cy="340"/>
            </a:xfrm>
            <a:prstGeom prst="rect">
              <a:avLst/>
            </a:prstGeom>
            <a:solidFill>
              <a:srgbClr val="CC99FF"/>
            </a:solidFill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63" name="Text Box 191"/>
            <p:cNvSpPr txBox="1">
              <a:spLocks noChangeArrowheads="1"/>
            </p:cNvSpPr>
            <p:nvPr>
              <p:custDataLst>
                <p:tags r:id="rId99"/>
              </p:custDataLst>
            </p:nvPr>
          </p:nvSpPr>
          <p:spPr bwMode="auto">
            <a:xfrm>
              <a:off x="4422" y="8504"/>
              <a:ext cx="113" cy="340"/>
            </a:xfrm>
            <a:prstGeom prst="rect">
              <a:avLst/>
            </a:prstGeom>
            <a:solidFill>
              <a:srgbClr val="CC99FF"/>
            </a:solidFill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64" name="Text Box 191"/>
            <p:cNvSpPr txBox="1">
              <a:spLocks noChangeArrowheads="1"/>
            </p:cNvSpPr>
            <p:nvPr>
              <p:custDataLst>
                <p:tags r:id="rId100"/>
              </p:custDataLst>
            </p:nvPr>
          </p:nvSpPr>
          <p:spPr bwMode="auto">
            <a:xfrm>
              <a:off x="4422" y="8050"/>
              <a:ext cx="113" cy="340"/>
            </a:xfrm>
            <a:prstGeom prst="rect">
              <a:avLst/>
            </a:prstGeom>
            <a:solidFill>
              <a:srgbClr val="CC99FF"/>
            </a:solidFill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61" name="Text Box 191"/>
            <p:cNvSpPr txBox="1">
              <a:spLocks noChangeArrowheads="1"/>
            </p:cNvSpPr>
            <p:nvPr>
              <p:custDataLst>
                <p:tags r:id="rId101"/>
              </p:custDataLst>
            </p:nvPr>
          </p:nvSpPr>
          <p:spPr bwMode="auto">
            <a:xfrm>
              <a:off x="3969" y="8504"/>
              <a:ext cx="113" cy="340"/>
            </a:xfrm>
            <a:prstGeom prst="rect">
              <a:avLst/>
            </a:prstGeom>
            <a:solidFill>
              <a:srgbClr val="CC99FF"/>
            </a:solidFill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62" name="Text Box 191"/>
            <p:cNvSpPr txBox="1">
              <a:spLocks noChangeArrowheads="1"/>
            </p:cNvSpPr>
            <p:nvPr>
              <p:custDataLst>
                <p:tags r:id="rId102"/>
              </p:custDataLst>
            </p:nvPr>
          </p:nvSpPr>
          <p:spPr bwMode="auto">
            <a:xfrm>
              <a:off x="3969" y="8050"/>
              <a:ext cx="113" cy="340"/>
            </a:xfrm>
            <a:prstGeom prst="rect">
              <a:avLst/>
            </a:prstGeom>
            <a:solidFill>
              <a:srgbClr val="CC99FF"/>
            </a:solidFill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59" name="Text Box 191"/>
            <p:cNvSpPr txBox="1">
              <a:spLocks noChangeArrowheads="1"/>
            </p:cNvSpPr>
            <p:nvPr>
              <p:custDataLst>
                <p:tags r:id="rId103"/>
              </p:custDataLst>
            </p:nvPr>
          </p:nvSpPr>
          <p:spPr bwMode="auto">
            <a:xfrm>
              <a:off x="3515" y="8504"/>
              <a:ext cx="113" cy="340"/>
            </a:xfrm>
            <a:prstGeom prst="rect">
              <a:avLst/>
            </a:prstGeom>
            <a:solidFill>
              <a:srgbClr val="CC99FF"/>
            </a:solidFill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60" name="Text Box 191"/>
            <p:cNvSpPr txBox="1">
              <a:spLocks noChangeArrowheads="1"/>
            </p:cNvSpPr>
            <p:nvPr>
              <p:custDataLst>
                <p:tags r:id="rId104"/>
              </p:custDataLst>
            </p:nvPr>
          </p:nvSpPr>
          <p:spPr bwMode="auto">
            <a:xfrm>
              <a:off x="3515" y="8050"/>
              <a:ext cx="113" cy="340"/>
            </a:xfrm>
            <a:prstGeom prst="rect">
              <a:avLst/>
            </a:prstGeom>
            <a:solidFill>
              <a:srgbClr val="CC99FF"/>
            </a:solidFill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67" name="直接连接符 166"/>
            <p:cNvCxnSpPr/>
            <p:nvPr>
              <p:custDataLst>
                <p:tags r:id="rId105"/>
              </p:custDataLst>
            </p:nvPr>
          </p:nvCxnSpPr>
          <p:spPr bwMode="auto">
            <a:xfrm flipH="1">
              <a:off x="3516" y="7484"/>
              <a:ext cx="0" cy="1361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C00000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8" name="直接连接符 167"/>
            <p:cNvCxnSpPr/>
            <p:nvPr>
              <p:custDataLst>
                <p:tags r:id="rId106"/>
              </p:custDataLst>
            </p:nvPr>
          </p:nvCxnSpPr>
          <p:spPr bwMode="auto">
            <a:xfrm flipH="1">
              <a:off x="3969" y="7143"/>
              <a:ext cx="0" cy="1701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C00000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9" name="直接连接符 168"/>
            <p:cNvCxnSpPr/>
            <p:nvPr>
              <p:custDataLst>
                <p:tags r:id="rId107"/>
              </p:custDataLst>
            </p:nvPr>
          </p:nvCxnSpPr>
          <p:spPr bwMode="auto">
            <a:xfrm flipH="1">
              <a:off x="3064" y="7143"/>
              <a:ext cx="0" cy="1701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C00000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0" name="直接连接符 169"/>
            <p:cNvCxnSpPr/>
            <p:nvPr>
              <p:custDataLst>
                <p:tags r:id="rId108"/>
              </p:custDataLst>
            </p:nvPr>
          </p:nvCxnSpPr>
          <p:spPr bwMode="auto">
            <a:xfrm flipH="1">
              <a:off x="4869" y="7482"/>
              <a:ext cx="0" cy="1361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C00000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71" name="Text Box 191"/>
            <p:cNvSpPr txBox="1">
              <a:spLocks noChangeArrowheads="1"/>
            </p:cNvSpPr>
            <p:nvPr>
              <p:custDataLst>
                <p:tags r:id="rId109"/>
              </p:custDataLst>
            </p:nvPr>
          </p:nvSpPr>
          <p:spPr bwMode="auto">
            <a:xfrm>
              <a:off x="2268" y="7144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S</a:t>
              </a:r>
            </a:p>
          </p:txBody>
        </p:sp>
        <p:sp>
          <p:nvSpPr>
            <p:cNvPr id="172" name="Text Box 191"/>
            <p:cNvSpPr txBox="1">
              <a:spLocks noChangeArrowheads="1"/>
            </p:cNvSpPr>
            <p:nvPr>
              <p:custDataLst>
                <p:tags r:id="rId110"/>
              </p:custDataLst>
            </p:nvPr>
          </p:nvSpPr>
          <p:spPr bwMode="auto">
            <a:xfrm>
              <a:off x="2268" y="7597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R</a:t>
              </a:r>
            </a:p>
          </p:txBody>
        </p:sp>
        <p:cxnSp>
          <p:nvCxnSpPr>
            <p:cNvPr id="173" name="直接连接符 172"/>
            <p:cNvCxnSpPr/>
            <p:nvPr>
              <p:custDataLst>
                <p:tags r:id="rId111"/>
              </p:custDataLst>
            </p:nvPr>
          </p:nvCxnSpPr>
          <p:spPr bwMode="auto">
            <a:xfrm flipV="1">
              <a:off x="2608" y="7484"/>
              <a:ext cx="90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4" name="直接连接符 173"/>
            <p:cNvCxnSpPr/>
            <p:nvPr>
              <p:custDataLst>
                <p:tags r:id="rId112"/>
              </p:custDataLst>
            </p:nvPr>
          </p:nvCxnSpPr>
          <p:spPr bwMode="auto">
            <a:xfrm flipV="1">
              <a:off x="3513" y="7145"/>
              <a:ext cx="1361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5" name="直接连接符 174"/>
            <p:cNvCxnSpPr/>
            <p:nvPr>
              <p:custDataLst>
                <p:tags r:id="rId113"/>
              </p:custDataLst>
            </p:nvPr>
          </p:nvCxnSpPr>
          <p:spPr bwMode="auto">
            <a:xfrm flipH="1">
              <a:off x="3513" y="7145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6" name="直接连接符 175"/>
            <p:cNvCxnSpPr/>
            <p:nvPr>
              <p:custDataLst>
                <p:tags r:id="rId114"/>
              </p:custDataLst>
            </p:nvPr>
          </p:nvCxnSpPr>
          <p:spPr bwMode="auto">
            <a:xfrm flipV="1">
              <a:off x="4418" y="7936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7" name="直接连接符 176"/>
            <p:cNvCxnSpPr/>
            <p:nvPr>
              <p:custDataLst>
                <p:tags r:id="rId115"/>
              </p:custDataLst>
            </p:nvPr>
          </p:nvCxnSpPr>
          <p:spPr bwMode="auto">
            <a:xfrm>
              <a:off x="4420" y="7596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8" name="直接连接符 177"/>
            <p:cNvCxnSpPr/>
            <p:nvPr>
              <p:custDataLst>
                <p:tags r:id="rId116"/>
              </p:custDataLst>
            </p:nvPr>
          </p:nvCxnSpPr>
          <p:spPr bwMode="auto">
            <a:xfrm flipH="1">
              <a:off x="4872" y="7596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9" name="直接连接符 178"/>
            <p:cNvCxnSpPr/>
            <p:nvPr>
              <p:custDataLst>
                <p:tags r:id="rId117"/>
              </p:custDataLst>
            </p:nvPr>
          </p:nvCxnSpPr>
          <p:spPr bwMode="auto">
            <a:xfrm flipV="1">
              <a:off x="4876" y="7483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0" name="直接连接符 179"/>
            <p:cNvCxnSpPr/>
            <p:nvPr>
              <p:custDataLst>
                <p:tags r:id="rId118"/>
              </p:custDataLst>
            </p:nvPr>
          </p:nvCxnSpPr>
          <p:spPr bwMode="auto">
            <a:xfrm flipV="1">
              <a:off x="2608" y="8389"/>
              <a:ext cx="90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4" name="直接连接符 183"/>
            <p:cNvCxnSpPr/>
            <p:nvPr>
              <p:custDataLst>
                <p:tags r:id="rId119"/>
              </p:custDataLst>
            </p:nvPr>
          </p:nvCxnSpPr>
          <p:spPr bwMode="auto">
            <a:xfrm flipV="1">
              <a:off x="3628" y="8050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7" name="直接连接符 186"/>
            <p:cNvCxnSpPr/>
            <p:nvPr>
              <p:custDataLst>
                <p:tags r:id="rId120"/>
              </p:custDataLst>
            </p:nvPr>
          </p:nvCxnSpPr>
          <p:spPr bwMode="auto">
            <a:xfrm flipV="1">
              <a:off x="4535" y="8050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1" name="直接连接符 190"/>
            <p:cNvCxnSpPr/>
            <p:nvPr>
              <p:custDataLst>
                <p:tags r:id="rId121"/>
              </p:custDataLst>
            </p:nvPr>
          </p:nvCxnSpPr>
          <p:spPr bwMode="auto">
            <a:xfrm flipH="1">
              <a:off x="4423" y="8049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92" name="Text Box 191"/>
            <p:cNvSpPr txBox="1">
              <a:spLocks noChangeArrowheads="1"/>
            </p:cNvSpPr>
            <p:nvPr>
              <p:custDataLst>
                <p:tags r:id="rId122"/>
              </p:custDataLst>
            </p:nvPr>
          </p:nvSpPr>
          <p:spPr bwMode="auto">
            <a:xfrm>
              <a:off x="2268" y="8050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Q</a:t>
              </a:r>
            </a:p>
          </p:txBody>
        </p:sp>
        <p:cxnSp>
          <p:nvCxnSpPr>
            <p:cNvPr id="203" name="直接连接符 202"/>
            <p:cNvCxnSpPr/>
            <p:nvPr>
              <p:custDataLst>
                <p:tags r:id="rId123"/>
              </p:custDataLst>
            </p:nvPr>
          </p:nvCxnSpPr>
          <p:spPr bwMode="auto">
            <a:xfrm flipV="1">
              <a:off x="3061" y="7597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9" name="直接连接符 208"/>
            <p:cNvCxnSpPr/>
            <p:nvPr>
              <p:custDataLst>
                <p:tags r:id="rId124"/>
              </p:custDataLst>
            </p:nvPr>
          </p:nvCxnSpPr>
          <p:spPr bwMode="auto">
            <a:xfrm flipH="1">
              <a:off x="3061" y="7597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0" name="直接连接符 209"/>
            <p:cNvCxnSpPr/>
            <p:nvPr>
              <p:custDataLst>
                <p:tags r:id="rId125"/>
              </p:custDataLst>
            </p:nvPr>
          </p:nvCxnSpPr>
          <p:spPr bwMode="auto">
            <a:xfrm flipV="1">
              <a:off x="3519" y="7937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1" name="直接连接符 210"/>
            <p:cNvCxnSpPr/>
            <p:nvPr>
              <p:custDataLst>
                <p:tags r:id="rId126"/>
              </p:custDataLst>
            </p:nvPr>
          </p:nvCxnSpPr>
          <p:spPr bwMode="auto">
            <a:xfrm>
              <a:off x="3519" y="7597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2" name="直接连接符 211"/>
            <p:cNvCxnSpPr/>
            <p:nvPr>
              <p:custDataLst>
                <p:tags r:id="rId127"/>
              </p:custDataLst>
            </p:nvPr>
          </p:nvCxnSpPr>
          <p:spPr bwMode="auto">
            <a:xfrm flipV="1">
              <a:off x="2608" y="7937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3" name="直接连接符 212"/>
            <p:cNvCxnSpPr/>
            <p:nvPr>
              <p:custDataLst>
                <p:tags r:id="rId128"/>
              </p:custDataLst>
            </p:nvPr>
          </p:nvCxnSpPr>
          <p:spPr bwMode="auto">
            <a:xfrm>
              <a:off x="3969" y="8050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4" name="直接连接符 213"/>
            <p:cNvCxnSpPr/>
            <p:nvPr>
              <p:custDataLst>
                <p:tags r:id="rId129"/>
              </p:custDataLst>
            </p:nvPr>
          </p:nvCxnSpPr>
          <p:spPr bwMode="auto">
            <a:xfrm flipV="1">
              <a:off x="4082" y="8391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5" name="直接连接符 214"/>
            <p:cNvCxnSpPr/>
            <p:nvPr>
              <p:custDataLst>
                <p:tags r:id="rId130"/>
              </p:custDataLst>
            </p:nvPr>
          </p:nvCxnSpPr>
          <p:spPr bwMode="auto">
            <a:xfrm flipH="1">
              <a:off x="4423" y="7143"/>
              <a:ext cx="0" cy="1701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C00000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6" name="直接连接符 215"/>
            <p:cNvCxnSpPr/>
            <p:nvPr>
              <p:custDataLst>
                <p:tags r:id="rId131"/>
              </p:custDataLst>
            </p:nvPr>
          </p:nvCxnSpPr>
          <p:spPr bwMode="auto">
            <a:xfrm flipH="1">
              <a:off x="2608" y="7143"/>
              <a:ext cx="0" cy="1701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C00000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9" name="直接连接符 218"/>
            <p:cNvCxnSpPr/>
            <p:nvPr>
              <p:custDataLst>
                <p:tags r:id="rId132"/>
              </p:custDataLst>
            </p:nvPr>
          </p:nvCxnSpPr>
          <p:spPr bwMode="auto">
            <a:xfrm flipV="1">
              <a:off x="2608" y="8504"/>
              <a:ext cx="90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1" name="直接连接符 220"/>
            <p:cNvCxnSpPr/>
            <p:nvPr>
              <p:custDataLst>
                <p:tags r:id="rId133"/>
              </p:custDataLst>
            </p:nvPr>
          </p:nvCxnSpPr>
          <p:spPr bwMode="auto">
            <a:xfrm flipV="1">
              <a:off x="3628" y="8844"/>
              <a:ext cx="124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2" name="直接连接符 221"/>
            <p:cNvCxnSpPr/>
            <p:nvPr>
              <p:custDataLst>
                <p:tags r:id="rId134"/>
              </p:custDataLst>
            </p:nvPr>
          </p:nvCxnSpPr>
          <p:spPr bwMode="auto">
            <a:xfrm>
              <a:off x="3515" y="8504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3" name="直接连接符 222"/>
            <p:cNvCxnSpPr/>
            <p:nvPr>
              <p:custDataLst>
                <p:tags r:id="rId135"/>
              </p:custDataLst>
            </p:nvPr>
          </p:nvCxnSpPr>
          <p:spPr bwMode="auto">
            <a:xfrm flipV="1">
              <a:off x="4876" y="7597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4" name="直接连接符 223"/>
            <p:cNvCxnSpPr/>
            <p:nvPr>
              <p:custDataLst>
                <p:tags r:id="rId136"/>
              </p:custDataLst>
            </p:nvPr>
          </p:nvCxnSpPr>
          <p:spPr bwMode="auto">
            <a:xfrm flipH="1">
              <a:off x="4876" y="7143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8" name="直接连接符 227"/>
            <p:cNvCxnSpPr/>
            <p:nvPr>
              <p:custDataLst>
                <p:tags r:id="rId137"/>
              </p:custDataLst>
            </p:nvPr>
          </p:nvCxnSpPr>
          <p:spPr bwMode="auto">
            <a:xfrm flipH="1">
              <a:off x="4873" y="8504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0" name="直接连接符 229"/>
            <p:cNvCxnSpPr/>
            <p:nvPr>
              <p:custDataLst>
                <p:tags r:id="rId138"/>
              </p:custDataLst>
            </p:nvPr>
          </p:nvCxnSpPr>
          <p:spPr bwMode="auto">
            <a:xfrm flipH="1">
              <a:off x="3969" y="7597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1" name="直接连接符 230"/>
            <p:cNvCxnSpPr/>
            <p:nvPr>
              <p:custDataLst>
                <p:tags r:id="rId139"/>
              </p:custDataLst>
            </p:nvPr>
          </p:nvCxnSpPr>
          <p:spPr bwMode="auto">
            <a:xfrm flipV="1">
              <a:off x="3969" y="7597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32" name="Text Box 191"/>
            <p:cNvSpPr txBox="1">
              <a:spLocks noChangeArrowheads="1"/>
            </p:cNvSpPr>
            <p:nvPr>
              <p:custDataLst>
                <p:tags r:id="rId140"/>
              </p:custDataLst>
            </p:nvPr>
          </p:nvSpPr>
          <p:spPr bwMode="auto">
            <a:xfrm>
              <a:off x="2268" y="8504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Q</a:t>
              </a:r>
            </a:p>
          </p:txBody>
        </p:sp>
        <p:cxnSp>
          <p:nvCxnSpPr>
            <p:cNvPr id="233" name="直接连接符 232"/>
            <p:cNvCxnSpPr/>
            <p:nvPr>
              <p:custDataLst>
                <p:tags r:id="rId141"/>
              </p:custDataLst>
            </p:nvPr>
          </p:nvCxnSpPr>
          <p:spPr bwMode="auto">
            <a:xfrm flipV="1">
              <a:off x="4989" y="8391"/>
              <a:ext cx="113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4" name="直接连接符 233"/>
            <p:cNvCxnSpPr/>
            <p:nvPr>
              <p:custDataLst>
                <p:tags r:id="rId142"/>
              </p:custDataLst>
            </p:nvPr>
          </p:nvCxnSpPr>
          <p:spPr bwMode="auto">
            <a:xfrm>
              <a:off x="4876" y="8050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5" name="直接连接符 234"/>
            <p:cNvCxnSpPr/>
            <p:nvPr>
              <p:custDataLst>
                <p:tags r:id="rId143"/>
              </p:custDataLst>
            </p:nvPr>
          </p:nvCxnSpPr>
          <p:spPr bwMode="auto">
            <a:xfrm flipV="1">
              <a:off x="4989" y="8504"/>
              <a:ext cx="113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6" name="直接连接符 255"/>
            <p:cNvCxnSpPr/>
            <p:nvPr>
              <p:custDataLst>
                <p:tags r:id="rId144"/>
              </p:custDataLst>
            </p:nvPr>
          </p:nvCxnSpPr>
          <p:spPr bwMode="auto">
            <a:xfrm flipH="1">
              <a:off x="3515" y="8050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8" name="直接连接符 267"/>
            <p:cNvCxnSpPr/>
            <p:nvPr>
              <p:custDataLst>
                <p:tags r:id="rId145"/>
              </p:custDataLst>
            </p:nvPr>
          </p:nvCxnSpPr>
          <p:spPr bwMode="auto">
            <a:xfrm flipV="1">
              <a:off x="2390" y="8521"/>
              <a:ext cx="153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aphicFrame>
        <p:nvGraphicFramePr>
          <p:cNvPr id="318" name="表格 317"/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529528616"/>
              </p:ext>
            </p:extLst>
          </p:nvPr>
        </p:nvGraphicFramePr>
        <p:xfrm>
          <a:off x="3779912" y="5011393"/>
          <a:ext cx="1641487" cy="144246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160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7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93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257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</a:t>
                      </a:r>
                      <a:endParaRPr lang="en-US" altLang="zh-CN" sz="1600" b="1" baseline="-250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7780" marB="0" anchor="ctr">
                    <a:lnL w="12700">
                      <a:noFill/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</a:t>
                      </a:r>
                      <a:endParaRPr lang="en-US" altLang="zh-CN" sz="1600" b="1" baseline="-250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7780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</a:t>
                      </a:r>
                      <a:r>
                        <a:rPr lang="en-US" altLang="zh-CN" sz="1600" b="1" baseline="30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*</a:t>
                      </a:r>
                    </a:p>
                  </a:txBody>
                  <a:tcPr marL="0" marR="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Q</a:t>
                      </a:r>
                      <a:r>
                        <a:rPr lang="en-US" altLang="zh-CN" sz="1600" baseline="30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*</a:t>
                      </a:r>
                      <a:endParaRPr lang="en-US" altLang="zh-CN" sz="1600" b="1" baseline="30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  <a:sym typeface="+mn-ea"/>
                      </a:endParaRPr>
                    </a:p>
                  </a:txBody>
                  <a:tcPr marL="0" marR="0" marT="1778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  <a:sym typeface="+mn-ea"/>
                        </a:rPr>
                        <a:t>功能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85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×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marL="0" marR="0" marT="17780" marB="0" anchor="ctr">
                    <a:lnL w="12700">
                      <a:noFill/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×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</a:t>
                      </a:r>
                      <a:endParaRPr lang="en-US" altLang="zh-CN" sz="1600" b="1" baseline="300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保持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9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</a:txBody>
                  <a:tcPr marL="0" marR="0" marT="17780" marB="0" anchor="ctr">
                    <a:lnL w="12700">
                      <a:noFill/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Q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85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</a:txBody>
                  <a:tcPr marL="0" marR="0" marT="17780" marB="0" anchor="ctr">
                    <a:lnL w="12700">
                      <a:noFill/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置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85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0" marR="0" marT="17780" marB="0" anchor="ctr">
                    <a:lnL w="12700">
                      <a:noFill/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置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85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0" marR="0" marT="17780" marB="0" anchor="ctr">
                    <a:lnL w="12700">
                      <a:noFill/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rgbClr val="FF33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禁止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320" name="组合 319"/>
          <p:cNvGrpSpPr/>
          <p:nvPr/>
        </p:nvGrpSpPr>
        <p:grpSpPr>
          <a:xfrm>
            <a:off x="1438672" y="5373216"/>
            <a:ext cx="1981200" cy="971550"/>
            <a:chOff x="2211" y="7598"/>
            <a:chExt cx="3120" cy="1530"/>
          </a:xfrm>
        </p:grpSpPr>
        <p:sp>
          <p:nvSpPr>
            <p:cNvPr id="290" name="Text Box 191"/>
            <p:cNvSpPr txBox="1">
              <a:spLocks noChangeArrowheads="1"/>
            </p:cNvSpPr>
            <p:nvPr>
              <p:custDataLst>
                <p:tags r:id="rId63"/>
              </p:custDataLst>
            </p:nvPr>
          </p:nvSpPr>
          <p:spPr bwMode="auto">
            <a:xfrm>
              <a:off x="2211" y="7598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R</a:t>
              </a:r>
            </a:p>
          </p:txBody>
        </p:sp>
        <p:sp>
          <p:nvSpPr>
            <p:cNvPr id="291" name="Text Box 191"/>
            <p:cNvSpPr txBox="1">
              <a:spLocks noChangeArrowheads="1"/>
            </p:cNvSpPr>
            <p:nvPr>
              <p:custDataLst>
                <p:tags r:id="rId64"/>
              </p:custDataLst>
            </p:nvPr>
          </p:nvSpPr>
          <p:spPr bwMode="auto">
            <a:xfrm>
              <a:off x="2211" y="8788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S</a:t>
              </a:r>
            </a:p>
          </p:txBody>
        </p:sp>
        <p:sp>
          <p:nvSpPr>
            <p:cNvPr id="271" name="Text Box 191"/>
            <p:cNvSpPr txBox="1">
              <a:spLocks noChangeArrowheads="1"/>
            </p:cNvSpPr>
            <p:nvPr>
              <p:custDataLst>
                <p:tags r:id="rId65"/>
              </p:custDataLst>
            </p:nvPr>
          </p:nvSpPr>
          <p:spPr bwMode="auto">
            <a:xfrm>
              <a:off x="4991" y="8561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Q</a:t>
              </a:r>
            </a:p>
          </p:txBody>
        </p:sp>
        <p:sp>
          <p:nvSpPr>
            <p:cNvPr id="272" name="Text Box 191"/>
            <p:cNvSpPr txBox="1">
              <a:spLocks noChangeArrowheads="1"/>
            </p:cNvSpPr>
            <p:nvPr>
              <p:custDataLst>
                <p:tags r:id="rId66"/>
              </p:custDataLst>
            </p:nvPr>
          </p:nvSpPr>
          <p:spPr bwMode="auto">
            <a:xfrm>
              <a:off x="4991" y="7824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Q</a:t>
              </a:r>
            </a:p>
          </p:txBody>
        </p:sp>
        <p:cxnSp>
          <p:nvCxnSpPr>
            <p:cNvPr id="273" name="直接连接符 272"/>
            <p:cNvCxnSpPr/>
            <p:nvPr>
              <p:custDataLst>
                <p:tags r:id="rId67"/>
              </p:custDataLst>
            </p:nvPr>
          </p:nvCxnSpPr>
          <p:spPr bwMode="auto">
            <a:xfrm flipV="1">
              <a:off x="5076" y="8577"/>
              <a:ext cx="17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313" name="组合 312"/>
            <p:cNvGrpSpPr/>
            <p:nvPr/>
          </p:nvGrpSpPr>
          <p:grpSpPr>
            <a:xfrm>
              <a:off x="3572" y="7767"/>
              <a:ext cx="1419" cy="1191"/>
              <a:chOff x="3798" y="7993"/>
              <a:chExt cx="1419" cy="1191"/>
            </a:xfrm>
          </p:grpSpPr>
          <p:cxnSp>
            <p:nvCxnSpPr>
              <p:cNvPr id="274" name="直接连接符 273"/>
              <p:cNvCxnSpPr/>
              <p:nvPr>
                <p:custDataLst>
                  <p:tags r:id="rId80"/>
                </p:custDataLst>
              </p:nvPr>
            </p:nvCxnSpPr>
            <p:spPr bwMode="auto">
              <a:xfrm>
                <a:off x="3912" y="8334"/>
                <a:ext cx="0" cy="17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75" name="直接连接符 274"/>
              <p:cNvCxnSpPr/>
              <p:nvPr>
                <p:custDataLst>
                  <p:tags r:id="rId81"/>
                </p:custDataLst>
              </p:nvPr>
            </p:nvCxnSpPr>
            <p:spPr bwMode="auto">
              <a:xfrm>
                <a:off x="4933" y="8219"/>
                <a:ext cx="0" cy="283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  <a:effectLst/>
            </p:spPr>
          </p:cxnSp>
          <p:cxnSp>
            <p:nvCxnSpPr>
              <p:cNvPr id="277" name="直接箭头连接符 276"/>
              <p:cNvCxnSpPr/>
              <p:nvPr>
                <p:custDataLst>
                  <p:tags r:id="rId82"/>
                </p:custDataLst>
              </p:nvPr>
            </p:nvCxnSpPr>
            <p:spPr bwMode="auto">
              <a:xfrm flipV="1">
                <a:off x="3912" y="8334"/>
                <a:ext cx="283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278" name="Text Box 36"/>
              <p:cNvSpPr txBox="1">
                <a:spLocks noChangeArrowheads="1"/>
              </p:cNvSpPr>
              <p:nvPr>
                <p:custDataLst>
                  <p:tags r:id="rId83"/>
                </p:custDataLst>
              </p:nvPr>
            </p:nvSpPr>
            <p:spPr bwMode="auto">
              <a:xfrm>
                <a:off x="4197" y="7993"/>
                <a:ext cx="454" cy="454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 fontAlgn="ctr">
                  <a:lnSpc>
                    <a:spcPct val="90000"/>
                  </a:lnSpc>
                </a:pPr>
                <a:r>
                  <a:rPr lang="en-US" altLang="zh-CN" sz="1200" b="1" u="none" dirty="0">
                    <a:latin typeface="宋体" panose="02010600030101010101" pitchFamily="2" charset="-122"/>
                  </a:rPr>
                  <a:t>≥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1</a:t>
                </a:r>
              </a:p>
            </p:txBody>
          </p:sp>
          <p:cxnSp>
            <p:nvCxnSpPr>
              <p:cNvPr id="279" name="直接箭头连接符 278"/>
              <p:cNvCxnSpPr/>
              <p:nvPr>
                <p:custDataLst>
                  <p:tags r:id="rId84"/>
                </p:custDataLst>
              </p:nvPr>
            </p:nvCxnSpPr>
            <p:spPr bwMode="auto">
              <a:xfrm flipV="1">
                <a:off x="4763" y="8219"/>
                <a:ext cx="45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280" name="椭圆 279"/>
              <p:cNvSpPr/>
              <p:nvPr>
                <p:custDataLst>
                  <p:tags r:id="rId85"/>
                </p:custDataLst>
              </p:nvPr>
            </p:nvSpPr>
            <p:spPr>
              <a:xfrm>
                <a:off x="4650" y="8163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282" name="直接箭头连接符 281"/>
              <p:cNvCxnSpPr/>
              <p:nvPr>
                <p:custDataLst>
                  <p:tags r:id="rId86"/>
                </p:custDataLst>
              </p:nvPr>
            </p:nvCxnSpPr>
            <p:spPr bwMode="auto">
              <a:xfrm flipV="1">
                <a:off x="3912" y="8844"/>
                <a:ext cx="283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283" name="Text Box 36"/>
              <p:cNvSpPr txBox="1">
                <a:spLocks noChangeArrowheads="1"/>
              </p:cNvSpPr>
              <p:nvPr>
                <p:custDataLst>
                  <p:tags r:id="rId87"/>
                </p:custDataLst>
              </p:nvPr>
            </p:nvSpPr>
            <p:spPr bwMode="auto">
              <a:xfrm>
                <a:off x="4197" y="8730"/>
                <a:ext cx="454" cy="454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 fontAlgn="ctr">
                  <a:lnSpc>
                    <a:spcPct val="90000"/>
                  </a:lnSpc>
                </a:pPr>
                <a:r>
                  <a:rPr lang="en-US" altLang="zh-CN" sz="1200" b="1" dirty="0">
                    <a:latin typeface="宋体" panose="02010600030101010101" pitchFamily="2" charset="-122"/>
                    <a:sym typeface="+mn-ea"/>
                  </a:rPr>
                  <a:t>≥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1</a:t>
                </a:r>
              </a:p>
            </p:txBody>
          </p:sp>
          <p:cxnSp>
            <p:nvCxnSpPr>
              <p:cNvPr id="284" name="直接箭头连接符 283"/>
              <p:cNvCxnSpPr/>
              <p:nvPr>
                <p:custDataLst>
                  <p:tags r:id="rId88"/>
                </p:custDataLst>
              </p:nvPr>
            </p:nvCxnSpPr>
            <p:spPr bwMode="auto">
              <a:xfrm flipV="1">
                <a:off x="4763" y="8956"/>
                <a:ext cx="45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285" name="椭圆 284"/>
              <p:cNvSpPr/>
              <p:nvPr>
                <p:custDataLst>
                  <p:tags r:id="rId89"/>
                </p:custDataLst>
              </p:nvPr>
            </p:nvSpPr>
            <p:spPr>
              <a:xfrm>
                <a:off x="4650" y="8900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286" name="直接连接符 285"/>
              <p:cNvCxnSpPr/>
              <p:nvPr>
                <p:custDataLst>
                  <p:tags r:id="rId90"/>
                </p:custDataLst>
              </p:nvPr>
            </p:nvCxnSpPr>
            <p:spPr bwMode="auto">
              <a:xfrm flipV="1">
                <a:off x="4933" y="8674"/>
                <a:ext cx="0" cy="283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  <a:effectLst/>
            </p:spPr>
          </p:cxnSp>
          <p:cxnSp>
            <p:nvCxnSpPr>
              <p:cNvPr id="287" name="直接连接符 286"/>
              <p:cNvCxnSpPr/>
              <p:nvPr>
                <p:custDataLst>
                  <p:tags r:id="rId91"/>
                </p:custDataLst>
              </p:nvPr>
            </p:nvCxnSpPr>
            <p:spPr bwMode="auto">
              <a:xfrm>
                <a:off x="3912" y="8674"/>
                <a:ext cx="0" cy="17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88" name="直接连接符 287"/>
              <p:cNvCxnSpPr/>
              <p:nvPr>
                <p:custDataLst>
                  <p:tags r:id="rId92"/>
                </p:custDataLst>
              </p:nvPr>
            </p:nvCxnSpPr>
            <p:spPr bwMode="auto">
              <a:xfrm flipH="1">
                <a:off x="3912" y="8504"/>
                <a:ext cx="1020" cy="17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89" name="直接连接符 288"/>
              <p:cNvCxnSpPr/>
              <p:nvPr>
                <p:custDataLst>
                  <p:tags r:id="rId93"/>
                </p:custDataLst>
              </p:nvPr>
            </p:nvCxnSpPr>
            <p:spPr bwMode="auto">
              <a:xfrm flipH="1" flipV="1">
                <a:off x="3912" y="8504"/>
                <a:ext cx="1020" cy="17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92" name="直接箭头连接符 291"/>
              <p:cNvCxnSpPr/>
              <p:nvPr>
                <p:custDataLst>
                  <p:tags r:id="rId94"/>
                </p:custDataLst>
              </p:nvPr>
            </p:nvCxnSpPr>
            <p:spPr bwMode="auto">
              <a:xfrm flipV="1">
                <a:off x="3798" y="8107"/>
                <a:ext cx="39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93" name="直接箭头连接符 292"/>
              <p:cNvCxnSpPr/>
              <p:nvPr>
                <p:custDataLst>
                  <p:tags r:id="rId95"/>
                </p:custDataLst>
              </p:nvPr>
            </p:nvCxnSpPr>
            <p:spPr bwMode="auto">
              <a:xfrm flipV="1">
                <a:off x="3798" y="9071"/>
                <a:ext cx="39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</p:grpSp>
        <p:grpSp>
          <p:nvGrpSpPr>
            <p:cNvPr id="316" name="组合 315"/>
            <p:cNvGrpSpPr/>
            <p:nvPr/>
          </p:nvGrpSpPr>
          <p:grpSpPr>
            <a:xfrm>
              <a:off x="2494" y="7654"/>
              <a:ext cx="1077" cy="1418"/>
              <a:chOff x="2494" y="7880"/>
              <a:chExt cx="1077" cy="1418"/>
            </a:xfrm>
          </p:grpSpPr>
          <p:sp>
            <p:nvSpPr>
              <p:cNvPr id="295" name="Text Box 36"/>
              <p:cNvSpPr txBox="1">
                <a:spLocks noChangeArrowheads="1"/>
              </p:cNvSpPr>
              <p:nvPr>
                <p:custDataLst>
                  <p:tags r:id="rId70"/>
                </p:custDataLst>
              </p:nvPr>
            </p:nvSpPr>
            <p:spPr bwMode="auto">
              <a:xfrm>
                <a:off x="3005" y="7880"/>
                <a:ext cx="340" cy="454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 font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cxnSp>
            <p:nvCxnSpPr>
              <p:cNvPr id="296" name="直接箭头连接符 295"/>
              <p:cNvCxnSpPr/>
              <p:nvPr>
                <p:custDataLst>
                  <p:tags r:id="rId71"/>
                </p:custDataLst>
              </p:nvPr>
            </p:nvCxnSpPr>
            <p:spPr bwMode="auto">
              <a:xfrm flipV="1">
                <a:off x="3344" y="8107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99" name="直接箭头连接符 298"/>
              <p:cNvCxnSpPr/>
              <p:nvPr>
                <p:custDataLst>
                  <p:tags r:id="rId72"/>
                </p:custDataLst>
              </p:nvPr>
            </p:nvCxnSpPr>
            <p:spPr bwMode="auto">
              <a:xfrm flipV="1">
                <a:off x="2494" y="7996"/>
                <a:ext cx="51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00" name="直接箭头连接符 299"/>
              <p:cNvCxnSpPr/>
              <p:nvPr>
                <p:custDataLst>
                  <p:tags r:id="rId73"/>
                </p:custDataLst>
              </p:nvPr>
            </p:nvCxnSpPr>
            <p:spPr bwMode="auto">
              <a:xfrm flipV="1">
                <a:off x="2778" y="8220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303" name="Text Box 36"/>
              <p:cNvSpPr txBox="1">
                <a:spLocks noChangeArrowheads="1"/>
              </p:cNvSpPr>
              <p:nvPr>
                <p:custDataLst>
                  <p:tags r:id="rId74"/>
                </p:custDataLst>
              </p:nvPr>
            </p:nvSpPr>
            <p:spPr bwMode="auto">
              <a:xfrm>
                <a:off x="3005" y="8844"/>
                <a:ext cx="340" cy="454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 font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cxnSp>
            <p:nvCxnSpPr>
              <p:cNvPr id="304" name="直接箭头连接符 303"/>
              <p:cNvCxnSpPr/>
              <p:nvPr>
                <p:custDataLst>
                  <p:tags r:id="rId75"/>
                </p:custDataLst>
              </p:nvPr>
            </p:nvCxnSpPr>
            <p:spPr bwMode="auto">
              <a:xfrm flipV="1">
                <a:off x="3344" y="9071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06" name="直接箭头连接符 305"/>
              <p:cNvCxnSpPr/>
              <p:nvPr>
                <p:custDataLst>
                  <p:tags r:id="rId76"/>
                </p:custDataLst>
              </p:nvPr>
            </p:nvCxnSpPr>
            <p:spPr bwMode="auto">
              <a:xfrm flipV="1">
                <a:off x="2778" y="8960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07" name="直接箭头连接符 306"/>
              <p:cNvCxnSpPr/>
              <p:nvPr>
                <p:custDataLst>
                  <p:tags r:id="rId77"/>
                </p:custDataLst>
              </p:nvPr>
            </p:nvCxnSpPr>
            <p:spPr bwMode="auto">
              <a:xfrm flipV="1">
                <a:off x="2494" y="9184"/>
                <a:ext cx="51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08" name="直接连接符 307"/>
              <p:cNvCxnSpPr/>
              <p:nvPr>
                <p:custDataLst>
                  <p:tags r:id="rId78"/>
                </p:custDataLst>
              </p:nvPr>
            </p:nvCxnSpPr>
            <p:spPr bwMode="auto">
              <a:xfrm>
                <a:off x="2778" y="8220"/>
                <a:ext cx="0" cy="737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09" name="直接箭头连接符 308"/>
              <p:cNvCxnSpPr/>
              <p:nvPr>
                <p:custDataLst>
                  <p:tags r:id="rId79"/>
                </p:custDataLst>
              </p:nvPr>
            </p:nvCxnSpPr>
            <p:spPr bwMode="auto">
              <a:xfrm flipV="1">
                <a:off x="2494" y="8617"/>
                <a:ext cx="283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oval" w="sm" len="sm"/>
              </a:ln>
              <a:effectLst/>
            </p:spPr>
          </p:cxnSp>
        </p:grpSp>
        <p:sp>
          <p:nvSpPr>
            <p:cNvPr id="311" name="Text Box 191"/>
            <p:cNvSpPr txBox="1">
              <a:spLocks noChangeArrowheads="1"/>
            </p:cNvSpPr>
            <p:nvPr>
              <p:custDataLst>
                <p:tags r:id="rId68"/>
              </p:custDataLst>
            </p:nvPr>
          </p:nvSpPr>
          <p:spPr bwMode="auto">
            <a:xfrm>
              <a:off x="2211" y="8197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C</a:t>
              </a:r>
            </a:p>
          </p:txBody>
        </p:sp>
        <p:cxnSp>
          <p:nvCxnSpPr>
            <p:cNvPr id="319" name="直接连接符 318"/>
            <p:cNvCxnSpPr/>
            <p:nvPr>
              <p:custDataLst>
                <p:tags r:id="rId69"/>
              </p:custDataLst>
            </p:nvPr>
          </p:nvCxnSpPr>
          <p:spPr bwMode="auto">
            <a:xfrm>
              <a:off x="3515" y="7767"/>
              <a:ext cx="0" cy="119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21" name="AutoShape 338"/>
          <p:cNvSpPr/>
          <p:nvPr>
            <p:custDataLst>
              <p:tags r:id="rId3"/>
            </p:custDataLst>
          </p:nvPr>
        </p:nvSpPr>
        <p:spPr bwMode="auto">
          <a:xfrm>
            <a:off x="4572000" y="3789040"/>
            <a:ext cx="1908000" cy="216000"/>
          </a:xfrm>
          <a:prstGeom prst="borderCallout2">
            <a:avLst>
              <a:gd name="adj1" fmla="val 50503"/>
              <a:gd name="adj2" fmla="val -55"/>
              <a:gd name="adj3" fmla="val 50465"/>
              <a:gd name="adj4" fmla="val -9344"/>
              <a:gd name="adj5" fmla="val 10625"/>
              <a:gd name="adj6" fmla="val -17880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 anchorCtr="0"/>
          <a:lstStyle/>
          <a:p>
            <a:pPr algn="ctr">
              <a:lnSpc>
                <a:spcPct val="90000"/>
              </a:lnSpc>
            </a:pPr>
            <a:r>
              <a:rPr lang="zh-CN" sz="1600" b="1" u="none" dirty="0">
                <a:latin typeface="宋体" panose="02010600030101010101" pitchFamily="2" charset="-122"/>
              </a:rPr>
              <a:t>传输延迟</a:t>
            </a:r>
            <a:r>
              <a:rPr lang="en-US" altLang="zh-CN" sz="1600" b="1" u="none" dirty="0">
                <a:latin typeface="宋体" panose="02010600030101010101" pitchFamily="2" charset="-122"/>
              </a:rPr>
              <a:t>(</a:t>
            </a:r>
            <a:r>
              <a:rPr lang="zh-CN" altLang="en-US" sz="1600" b="1" u="none" dirty="0">
                <a:latin typeface="宋体" panose="02010600030101010101" pitchFamily="2" charset="-122"/>
              </a:rPr>
              <a:t>值不稳定</a:t>
            </a:r>
            <a:r>
              <a:rPr lang="en-US" altLang="zh-CN" sz="1600" b="1" u="none" dirty="0">
                <a:latin typeface="宋体" panose="02010600030101010101" pitchFamily="2" charset="-122"/>
              </a:rPr>
              <a:t>)</a:t>
            </a:r>
          </a:p>
        </p:txBody>
      </p:sp>
      <p:sp>
        <p:nvSpPr>
          <p:cNvPr id="3" name="Text Box 4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932040" y="4581160"/>
            <a:ext cx="3996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195" tIns="10795" rIns="36195" bIns="10795" anchor="ctr" anchorCtr="0">
            <a:noAutofit/>
          </a:bodyPr>
          <a:lstStyle/>
          <a:p>
            <a:pPr marL="443865" indent="-443865">
              <a:lnSpc>
                <a:spcPct val="90000"/>
              </a:lnSpc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引子：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改变时机如何不仅依赖于输入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？</a:t>
            </a:r>
          </a:p>
        </p:txBody>
      </p:sp>
      <p:sp>
        <p:nvSpPr>
          <p:cNvPr id="42" name="AutoShape 452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 rot="5400000">
            <a:off x="3996630" y="6525890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3806" name="AutoShape 94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 rot="10800000">
            <a:off x="2847857" y="6524303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32" name="组合 131"/>
          <p:cNvGrpSpPr/>
          <p:nvPr/>
        </p:nvGrpSpPr>
        <p:grpSpPr>
          <a:xfrm>
            <a:off x="3996422" y="1274942"/>
            <a:ext cx="1583690" cy="746760"/>
            <a:chOff x="6803" y="4706"/>
            <a:chExt cx="2494" cy="1176"/>
          </a:xfrm>
        </p:grpSpPr>
        <p:sp>
          <p:nvSpPr>
            <p:cNvPr id="100" name="Text Box 36"/>
            <p:cNvSpPr txBox="1"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7030" y="4706"/>
              <a:ext cx="680" cy="794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wrap="square" lIns="10795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S</a:t>
              </a:r>
              <a:r>
                <a:rPr lang="en-US" altLang="zh-CN" sz="1600" b="1" dirty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 </a:t>
              </a:r>
              <a:r>
                <a:rPr lang="en-US" altLang="zh-CN" sz="1600" b="1" baseline="-25000" dirty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Q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R</a:t>
              </a:r>
              <a:r>
                <a:rPr lang="en-US" altLang="zh-CN" sz="1600" b="1" dirty="0">
                  <a:solidFill>
                    <a:schemeClr val="tx1"/>
                  </a:solidFill>
                  <a:uFillTx/>
                  <a:latin typeface="宋体" panose="02010600030101010101" pitchFamily="2" charset="-122"/>
                  <a:sym typeface="+mn-ea"/>
                </a:rPr>
                <a:t> </a:t>
              </a:r>
              <a:r>
                <a:rPr lang="en-US" altLang="zh-CN" sz="1600" b="1" baseline="-25000" dirty="0">
                  <a:solidFill>
                    <a:schemeClr val="tx1"/>
                  </a:solidFill>
                  <a:uFillTx/>
                  <a:latin typeface="宋体" panose="02010600030101010101" pitchFamily="2" charset="-122"/>
                  <a:sym typeface="+mn-ea"/>
                </a:rPr>
                <a:t> 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Q</a:t>
              </a:r>
              <a:endParaRPr lang="en-US" altLang="zh-CN" sz="1600" b="1" u="none" dirty="0">
                <a:latin typeface="宋体" panose="02010600030101010101" pitchFamily="2" charset="-122"/>
                <a:sym typeface="+mn-ea"/>
              </a:endParaRPr>
            </a:p>
          </p:txBody>
        </p:sp>
        <p:cxnSp>
          <p:nvCxnSpPr>
            <p:cNvPr id="4" name="直接箭头连接符 3"/>
            <p:cNvCxnSpPr/>
            <p:nvPr>
              <p:custDataLst>
                <p:tags r:id="rId51"/>
              </p:custDataLst>
            </p:nvPr>
          </p:nvCxnSpPr>
          <p:spPr bwMode="auto">
            <a:xfrm flipV="1">
              <a:off x="6803" y="4876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5" name="直接箭头连接符 4"/>
            <p:cNvCxnSpPr/>
            <p:nvPr>
              <p:custDataLst>
                <p:tags r:id="rId52"/>
              </p:custDataLst>
            </p:nvPr>
          </p:nvCxnSpPr>
          <p:spPr bwMode="auto">
            <a:xfrm flipV="1">
              <a:off x="6803" y="5273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7" name="直接箭头连接符 116"/>
            <p:cNvCxnSpPr/>
            <p:nvPr>
              <p:custDataLst>
                <p:tags r:id="rId53"/>
              </p:custDataLst>
            </p:nvPr>
          </p:nvCxnSpPr>
          <p:spPr bwMode="auto">
            <a:xfrm flipV="1">
              <a:off x="7710" y="4876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8" name="直接箭头连接符 117"/>
            <p:cNvCxnSpPr/>
            <p:nvPr>
              <p:custDataLst>
                <p:tags r:id="rId54"/>
              </p:custDataLst>
            </p:nvPr>
          </p:nvCxnSpPr>
          <p:spPr bwMode="auto">
            <a:xfrm flipV="1">
              <a:off x="7710" y="5273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9" name="直接连接符 118"/>
            <p:cNvCxnSpPr/>
            <p:nvPr>
              <p:custDataLst>
                <p:tags r:id="rId55"/>
              </p:custDataLst>
            </p:nvPr>
          </p:nvCxnSpPr>
          <p:spPr bwMode="auto">
            <a:xfrm flipV="1">
              <a:off x="7522" y="5131"/>
              <a:ext cx="153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" name="Text Box 191"/>
            <p:cNvSpPr txBox="1"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7368" y="5556"/>
              <a:ext cx="1361" cy="3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逻辑符号</a:t>
              </a:r>
            </a:p>
          </p:txBody>
        </p:sp>
        <p:sp>
          <p:nvSpPr>
            <p:cNvPr id="122" name="Text Box 36"/>
            <p:cNvSpPr txBox="1"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8391" y="4706"/>
              <a:ext cx="680" cy="794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wrap="square" lIns="10795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S</a:t>
              </a:r>
              <a:r>
                <a:rPr lang="en-US" altLang="zh-CN" sz="1600" b="1" dirty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 </a:t>
              </a:r>
              <a:r>
                <a:rPr lang="en-US" altLang="zh-CN" sz="1600" b="1" baseline="-25000" dirty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Q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R</a:t>
              </a:r>
              <a:r>
                <a:rPr lang="en-US" altLang="zh-CN" sz="1600" b="1" dirty="0">
                  <a:solidFill>
                    <a:schemeClr val="tx1"/>
                  </a:solidFill>
                  <a:uFillTx/>
                  <a:latin typeface="宋体" panose="02010600030101010101" pitchFamily="2" charset="-122"/>
                  <a:sym typeface="+mn-ea"/>
                </a:rPr>
                <a:t> </a:t>
              </a:r>
              <a:r>
                <a:rPr lang="en-US" altLang="zh-CN" sz="1600" b="1" baseline="-25000" dirty="0">
                  <a:solidFill>
                    <a:schemeClr val="tx1"/>
                  </a:solidFill>
                  <a:uFillTx/>
                  <a:latin typeface="宋体" panose="02010600030101010101" pitchFamily="2" charset="-122"/>
                  <a:sym typeface="+mn-ea"/>
                </a:rPr>
                <a:t> 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Q</a:t>
              </a:r>
              <a:endParaRPr lang="en-US" altLang="zh-CN" sz="1600" b="1" u="none" dirty="0">
                <a:latin typeface="宋体" panose="02010600030101010101" pitchFamily="2" charset="-122"/>
                <a:sym typeface="+mn-ea"/>
              </a:endParaRPr>
            </a:p>
          </p:txBody>
        </p:sp>
        <p:cxnSp>
          <p:nvCxnSpPr>
            <p:cNvPr id="123" name="直接箭头连接符 122"/>
            <p:cNvCxnSpPr/>
            <p:nvPr>
              <p:custDataLst>
                <p:tags r:id="rId58"/>
              </p:custDataLst>
            </p:nvPr>
          </p:nvCxnSpPr>
          <p:spPr bwMode="auto">
            <a:xfrm flipV="1">
              <a:off x="8164" y="4876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4" name="直接箭头连接符 123"/>
            <p:cNvCxnSpPr/>
            <p:nvPr>
              <p:custDataLst>
                <p:tags r:id="rId59"/>
              </p:custDataLst>
            </p:nvPr>
          </p:nvCxnSpPr>
          <p:spPr bwMode="auto">
            <a:xfrm flipV="1">
              <a:off x="8164" y="5273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6" name="直接箭头连接符 125"/>
            <p:cNvCxnSpPr/>
            <p:nvPr>
              <p:custDataLst>
                <p:tags r:id="rId60"/>
              </p:custDataLst>
            </p:nvPr>
          </p:nvCxnSpPr>
          <p:spPr bwMode="auto">
            <a:xfrm flipV="1">
              <a:off x="9071" y="4876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7" name="直接箭头连接符 126"/>
            <p:cNvCxnSpPr/>
            <p:nvPr>
              <p:custDataLst>
                <p:tags r:id="rId61"/>
              </p:custDataLst>
            </p:nvPr>
          </p:nvCxnSpPr>
          <p:spPr bwMode="auto">
            <a:xfrm flipV="1">
              <a:off x="9184" y="5273"/>
              <a:ext cx="113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29" name="椭圆 128"/>
            <p:cNvSpPr/>
            <p:nvPr>
              <p:custDataLst>
                <p:tags r:id="rId62"/>
              </p:custDataLst>
            </p:nvPr>
          </p:nvSpPr>
          <p:spPr>
            <a:xfrm>
              <a:off x="9071" y="5216"/>
              <a:ext cx="114" cy="111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6916916" y="5472000"/>
            <a:ext cx="1981200" cy="971550"/>
            <a:chOff x="7257" y="8334"/>
            <a:chExt cx="3120" cy="1530"/>
          </a:xfrm>
        </p:grpSpPr>
        <p:sp>
          <p:nvSpPr>
            <p:cNvPr id="8" name="Text Box 191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7257" y="8334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R</a:t>
              </a:r>
            </a:p>
          </p:txBody>
        </p:sp>
        <p:sp>
          <p:nvSpPr>
            <p:cNvPr id="9" name="Text Box 191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7257" y="9524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S</a:t>
              </a:r>
            </a:p>
          </p:txBody>
        </p:sp>
        <p:sp>
          <p:nvSpPr>
            <p:cNvPr id="10" name="Text Box 191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0037" y="9297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Q</a:t>
              </a:r>
            </a:p>
          </p:txBody>
        </p:sp>
        <p:sp>
          <p:nvSpPr>
            <p:cNvPr id="11" name="Text Box 191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10037" y="8560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Q</a:t>
              </a:r>
            </a:p>
          </p:txBody>
        </p:sp>
        <p:cxnSp>
          <p:nvCxnSpPr>
            <p:cNvPr id="12" name="直接连接符 11"/>
            <p:cNvCxnSpPr/>
            <p:nvPr>
              <p:custDataLst>
                <p:tags r:id="rId19"/>
              </p:custDataLst>
            </p:nvPr>
          </p:nvCxnSpPr>
          <p:spPr bwMode="auto">
            <a:xfrm flipV="1">
              <a:off x="10122" y="9313"/>
              <a:ext cx="17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13" name="组合 12"/>
            <p:cNvGrpSpPr/>
            <p:nvPr/>
          </p:nvGrpSpPr>
          <p:grpSpPr>
            <a:xfrm>
              <a:off x="8618" y="8503"/>
              <a:ext cx="1419" cy="1191"/>
              <a:chOff x="3798" y="7993"/>
              <a:chExt cx="1419" cy="1191"/>
            </a:xfrm>
          </p:grpSpPr>
          <p:cxnSp>
            <p:nvCxnSpPr>
              <p:cNvPr id="14" name="直接连接符 13"/>
              <p:cNvCxnSpPr/>
              <p:nvPr>
                <p:custDataLst>
                  <p:tags r:id="rId34"/>
                </p:custDataLst>
              </p:nvPr>
            </p:nvCxnSpPr>
            <p:spPr bwMode="auto">
              <a:xfrm>
                <a:off x="3912" y="8334"/>
                <a:ext cx="0" cy="17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5" name="直接连接符 14"/>
              <p:cNvCxnSpPr/>
              <p:nvPr>
                <p:custDataLst>
                  <p:tags r:id="rId35"/>
                </p:custDataLst>
              </p:nvPr>
            </p:nvCxnSpPr>
            <p:spPr bwMode="auto">
              <a:xfrm>
                <a:off x="4933" y="8219"/>
                <a:ext cx="0" cy="283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  <a:effectLst/>
            </p:spPr>
          </p:cxnSp>
          <p:cxnSp>
            <p:nvCxnSpPr>
              <p:cNvPr id="16" name="直接箭头连接符 15"/>
              <p:cNvCxnSpPr/>
              <p:nvPr>
                <p:custDataLst>
                  <p:tags r:id="rId36"/>
                </p:custDataLst>
              </p:nvPr>
            </p:nvCxnSpPr>
            <p:spPr bwMode="auto">
              <a:xfrm flipV="1">
                <a:off x="3912" y="8334"/>
                <a:ext cx="283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17" name="Text Box 36"/>
              <p:cNvSpPr txBox="1">
                <a:spLocks noChangeArrowheads="1"/>
              </p:cNvSpPr>
              <p:nvPr>
                <p:custDataLst>
                  <p:tags r:id="rId37"/>
                </p:custDataLst>
              </p:nvPr>
            </p:nvSpPr>
            <p:spPr bwMode="auto">
              <a:xfrm>
                <a:off x="4197" y="7993"/>
                <a:ext cx="454" cy="454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 fontAlgn="ctr">
                  <a:lnSpc>
                    <a:spcPct val="90000"/>
                  </a:lnSpc>
                </a:pPr>
                <a:r>
                  <a:rPr lang="en-US" altLang="zh-CN" sz="1600" b="1" u="none" dirty="0">
                    <a:solidFill>
                      <a:srgbClr val="FF3399"/>
                    </a:solidFill>
                    <a:latin typeface="宋体" panose="02010600030101010101" pitchFamily="2" charset="-122"/>
                  </a:rPr>
                  <a:t>&amp;</a:t>
                </a:r>
              </a:p>
            </p:txBody>
          </p:sp>
          <p:cxnSp>
            <p:nvCxnSpPr>
              <p:cNvPr id="18" name="直接箭头连接符 17"/>
              <p:cNvCxnSpPr/>
              <p:nvPr>
                <p:custDataLst>
                  <p:tags r:id="rId38"/>
                </p:custDataLst>
              </p:nvPr>
            </p:nvCxnSpPr>
            <p:spPr bwMode="auto">
              <a:xfrm flipV="1">
                <a:off x="4763" y="8219"/>
                <a:ext cx="45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19" name="椭圆 18"/>
              <p:cNvSpPr/>
              <p:nvPr>
                <p:custDataLst>
                  <p:tags r:id="rId39"/>
                </p:custDataLst>
              </p:nvPr>
            </p:nvSpPr>
            <p:spPr>
              <a:xfrm>
                <a:off x="4650" y="8163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20" name="直接箭头连接符 19"/>
              <p:cNvCxnSpPr/>
              <p:nvPr>
                <p:custDataLst>
                  <p:tags r:id="rId40"/>
                </p:custDataLst>
              </p:nvPr>
            </p:nvCxnSpPr>
            <p:spPr bwMode="auto">
              <a:xfrm flipV="1">
                <a:off x="3912" y="8844"/>
                <a:ext cx="283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21" name="Text Box 36"/>
              <p:cNvSpPr txBox="1">
                <a:spLocks noChangeArrowheads="1"/>
              </p:cNvSpPr>
              <p:nvPr>
                <p:custDataLst>
                  <p:tags r:id="rId41"/>
                </p:custDataLst>
              </p:nvPr>
            </p:nvSpPr>
            <p:spPr bwMode="auto">
              <a:xfrm>
                <a:off x="4197" y="8730"/>
                <a:ext cx="454" cy="454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 fontAlgn="ctr">
                  <a:lnSpc>
                    <a:spcPct val="90000"/>
                  </a:lnSpc>
                </a:pPr>
                <a:r>
                  <a:rPr lang="en-US" altLang="zh-CN" sz="1600" b="1" u="none" dirty="0">
                    <a:solidFill>
                      <a:srgbClr val="FF3399"/>
                    </a:solidFill>
                    <a:latin typeface="宋体" panose="02010600030101010101" pitchFamily="2" charset="-122"/>
                  </a:rPr>
                  <a:t>&amp;</a:t>
                </a:r>
              </a:p>
            </p:txBody>
          </p:sp>
          <p:cxnSp>
            <p:nvCxnSpPr>
              <p:cNvPr id="22" name="直接箭头连接符 21"/>
              <p:cNvCxnSpPr/>
              <p:nvPr>
                <p:custDataLst>
                  <p:tags r:id="rId42"/>
                </p:custDataLst>
              </p:nvPr>
            </p:nvCxnSpPr>
            <p:spPr bwMode="auto">
              <a:xfrm flipV="1">
                <a:off x="4763" y="8956"/>
                <a:ext cx="45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23" name="椭圆 22"/>
              <p:cNvSpPr/>
              <p:nvPr>
                <p:custDataLst>
                  <p:tags r:id="rId43"/>
                </p:custDataLst>
              </p:nvPr>
            </p:nvSpPr>
            <p:spPr>
              <a:xfrm>
                <a:off x="4650" y="8900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24" name="直接连接符 23"/>
              <p:cNvCxnSpPr/>
              <p:nvPr>
                <p:custDataLst>
                  <p:tags r:id="rId44"/>
                </p:custDataLst>
              </p:nvPr>
            </p:nvCxnSpPr>
            <p:spPr bwMode="auto">
              <a:xfrm flipV="1">
                <a:off x="4933" y="8674"/>
                <a:ext cx="0" cy="283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  <a:effectLst/>
            </p:spPr>
          </p:cxnSp>
          <p:cxnSp>
            <p:nvCxnSpPr>
              <p:cNvPr id="25" name="直接连接符 24"/>
              <p:cNvCxnSpPr/>
              <p:nvPr>
                <p:custDataLst>
                  <p:tags r:id="rId45"/>
                </p:custDataLst>
              </p:nvPr>
            </p:nvCxnSpPr>
            <p:spPr bwMode="auto">
              <a:xfrm>
                <a:off x="3912" y="8674"/>
                <a:ext cx="0" cy="17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6" name="直接连接符 25"/>
              <p:cNvCxnSpPr/>
              <p:nvPr>
                <p:custDataLst>
                  <p:tags r:id="rId46"/>
                </p:custDataLst>
              </p:nvPr>
            </p:nvCxnSpPr>
            <p:spPr bwMode="auto">
              <a:xfrm flipH="1">
                <a:off x="3912" y="8504"/>
                <a:ext cx="1020" cy="17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3" name="直接连接符 82"/>
              <p:cNvCxnSpPr/>
              <p:nvPr>
                <p:custDataLst>
                  <p:tags r:id="rId47"/>
                </p:custDataLst>
              </p:nvPr>
            </p:nvCxnSpPr>
            <p:spPr bwMode="auto">
              <a:xfrm flipH="1" flipV="1">
                <a:off x="3912" y="8504"/>
                <a:ext cx="1020" cy="17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7" name="直接箭头连接符 26"/>
              <p:cNvCxnSpPr/>
              <p:nvPr>
                <p:custDataLst>
                  <p:tags r:id="rId48"/>
                </p:custDataLst>
              </p:nvPr>
            </p:nvCxnSpPr>
            <p:spPr bwMode="auto">
              <a:xfrm flipV="1">
                <a:off x="3798" y="8107"/>
                <a:ext cx="39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8" name="直接箭头连接符 27"/>
              <p:cNvCxnSpPr/>
              <p:nvPr>
                <p:custDataLst>
                  <p:tags r:id="rId49"/>
                </p:custDataLst>
              </p:nvPr>
            </p:nvCxnSpPr>
            <p:spPr bwMode="auto">
              <a:xfrm flipV="1">
                <a:off x="3798" y="9071"/>
                <a:ext cx="39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</p:grpSp>
        <p:sp>
          <p:nvSpPr>
            <p:cNvPr id="97" name="Text Box 191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7257" y="8933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C</a:t>
              </a:r>
            </a:p>
          </p:txBody>
        </p:sp>
        <p:cxnSp>
          <p:nvCxnSpPr>
            <p:cNvPr id="98" name="直接连接符 97"/>
            <p:cNvCxnSpPr/>
            <p:nvPr>
              <p:custDataLst>
                <p:tags r:id="rId21"/>
              </p:custDataLst>
            </p:nvPr>
          </p:nvCxnSpPr>
          <p:spPr bwMode="auto">
            <a:xfrm>
              <a:off x="8561" y="8503"/>
              <a:ext cx="0" cy="119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102" name="组合 101"/>
            <p:cNvGrpSpPr/>
            <p:nvPr/>
          </p:nvGrpSpPr>
          <p:grpSpPr>
            <a:xfrm>
              <a:off x="7540" y="8390"/>
              <a:ext cx="1190" cy="1418"/>
              <a:chOff x="7540" y="8390"/>
              <a:chExt cx="1190" cy="1418"/>
            </a:xfrm>
          </p:grpSpPr>
          <p:sp>
            <p:nvSpPr>
              <p:cNvPr id="29" name="Text Box 36"/>
              <p:cNvSpPr txBox="1">
                <a:spLocks noChangeArrowheads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8051" y="8390"/>
                <a:ext cx="340" cy="454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 font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cxnSp>
            <p:nvCxnSpPr>
              <p:cNvPr id="88" name="直接箭头连接符 87"/>
              <p:cNvCxnSpPr/>
              <p:nvPr>
                <p:custDataLst>
                  <p:tags r:id="rId23"/>
                </p:custDataLst>
              </p:nvPr>
            </p:nvCxnSpPr>
            <p:spPr bwMode="auto">
              <a:xfrm flipV="1">
                <a:off x="8504" y="8617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0" name="直接箭头连接符 29"/>
              <p:cNvCxnSpPr/>
              <p:nvPr>
                <p:custDataLst>
                  <p:tags r:id="rId24"/>
                </p:custDataLst>
              </p:nvPr>
            </p:nvCxnSpPr>
            <p:spPr bwMode="auto">
              <a:xfrm flipV="1">
                <a:off x="7540" y="8506"/>
                <a:ext cx="51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1" name="直接箭头连接符 30"/>
              <p:cNvCxnSpPr/>
              <p:nvPr>
                <p:custDataLst>
                  <p:tags r:id="rId25"/>
                </p:custDataLst>
              </p:nvPr>
            </p:nvCxnSpPr>
            <p:spPr bwMode="auto">
              <a:xfrm flipV="1">
                <a:off x="7824" y="8730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32" name="Text Box 36"/>
              <p:cNvSpPr txBox="1">
                <a:spLocks noChangeArrowheads="1"/>
              </p:cNvSpPr>
              <p:nvPr>
                <p:custDataLst>
                  <p:tags r:id="rId26"/>
                </p:custDataLst>
              </p:nvPr>
            </p:nvSpPr>
            <p:spPr bwMode="auto">
              <a:xfrm>
                <a:off x="8051" y="9354"/>
                <a:ext cx="340" cy="454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 font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cxnSp>
            <p:nvCxnSpPr>
              <p:cNvPr id="33" name="直接箭头连接符 32"/>
              <p:cNvCxnSpPr/>
              <p:nvPr>
                <p:custDataLst>
                  <p:tags r:id="rId27"/>
                </p:custDataLst>
              </p:nvPr>
            </p:nvCxnSpPr>
            <p:spPr bwMode="auto">
              <a:xfrm flipV="1">
                <a:off x="8504" y="9581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93" name="直接箭头连接符 92"/>
              <p:cNvCxnSpPr/>
              <p:nvPr>
                <p:custDataLst>
                  <p:tags r:id="rId28"/>
                </p:custDataLst>
              </p:nvPr>
            </p:nvCxnSpPr>
            <p:spPr bwMode="auto">
              <a:xfrm flipV="1">
                <a:off x="7824" y="9470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94" name="直接箭头连接符 93"/>
              <p:cNvCxnSpPr/>
              <p:nvPr>
                <p:custDataLst>
                  <p:tags r:id="rId29"/>
                </p:custDataLst>
              </p:nvPr>
            </p:nvCxnSpPr>
            <p:spPr bwMode="auto">
              <a:xfrm flipV="1">
                <a:off x="7540" y="9694"/>
                <a:ext cx="51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95" name="直接连接符 94"/>
              <p:cNvCxnSpPr/>
              <p:nvPr>
                <p:custDataLst>
                  <p:tags r:id="rId30"/>
                </p:custDataLst>
              </p:nvPr>
            </p:nvCxnSpPr>
            <p:spPr bwMode="auto">
              <a:xfrm>
                <a:off x="7824" y="8730"/>
                <a:ext cx="0" cy="737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4" name="直接箭头连接符 33"/>
              <p:cNvCxnSpPr/>
              <p:nvPr>
                <p:custDataLst>
                  <p:tags r:id="rId31"/>
                </p:custDataLst>
              </p:nvPr>
            </p:nvCxnSpPr>
            <p:spPr bwMode="auto">
              <a:xfrm flipV="1">
                <a:off x="7540" y="9127"/>
                <a:ext cx="283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  <a:effectLst/>
            </p:spPr>
          </p:cxnSp>
          <p:sp>
            <p:nvSpPr>
              <p:cNvPr id="99" name="椭圆 98"/>
              <p:cNvSpPr/>
              <p:nvPr>
                <p:custDataLst>
                  <p:tags r:id="rId32"/>
                </p:custDataLst>
              </p:nvPr>
            </p:nvSpPr>
            <p:spPr>
              <a:xfrm>
                <a:off x="8391" y="9524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rgbClr val="FF3399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" name="椭圆 34"/>
              <p:cNvSpPr/>
              <p:nvPr>
                <p:custDataLst>
                  <p:tags r:id="rId33"/>
                </p:custDataLst>
              </p:nvPr>
            </p:nvSpPr>
            <p:spPr>
              <a:xfrm>
                <a:off x="8391" y="8561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rgbClr val="FF3399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 Box 7"/>
              <p:cNvSpPr txBox="1">
                <a:spLocks noChangeArrowheads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2699792" y="4077072"/>
                <a:ext cx="4309110" cy="85517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 marL="0" indent="0" eaLnBrk="1" latinLnBrk="0" hangingPunct="1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2200" b="1" spc="-50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次态</a:t>
                </a:r>
                <a:r>
                  <a:rPr lang="en-US" altLang="zh-CN" sz="2200" b="1" spc="-50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Q</a:t>
                </a:r>
                <a:r>
                  <a:rPr lang="en-US" altLang="zh-CN" sz="2200" b="1" spc="-50" baseline="30000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*</a:t>
                </a:r>
                <a:r>
                  <a:rPr lang="zh-CN" altLang="en-US" sz="2200" b="1" dirty="0">
                    <a:latin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2200" b="1" dirty="0">
                    <a:latin typeface="宋体" panose="02010600030101010101" pitchFamily="2" charset="-122"/>
                    <a:sym typeface="+mn-ea"/>
                  </a:rPr>
                  <a:t>S+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2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2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R</m:t>
                        </m:r>
                      </m:e>
                    </m:acc>
                  </m:oMath>
                </a14:m>
                <a:r>
                  <a:rPr lang="en-US" altLang="zh-CN" sz="2200" b="1" dirty="0">
                    <a:solidFill>
                      <a:srgbClr val="000000"/>
                    </a:solidFill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•</a:t>
                </a:r>
                <a:r>
                  <a:rPr lang="en-US" altLang="zh-CN" sz="2200" b="1" dirty="0">
                    <a:latin typeface="宋体" panose="02010600030101010101" pitchFamily="2" charset="-122"/>
                    <a:sym typeface="+mn-ea"/>
                  </a:rPr>
                  <a:t>Q</a:t>
                </a:r>
                <a:r>
                  <a:rPr lang="zh-CN" altLang="en-US" sz="2200" b="1" dirty="0">
                    <a:latin typeface="宋体" panose="02010600030101010101" pitchFamily="2" charset="-122"/>
                    <a:sym typeface="+mn-ea"/>
                  </a:rPr>
                  <a:t>，约束条件</a:t>
                </a:r>
                <a:r>
                  <a:rPr lang="en-US" altLang="zh-CN" sz="2200" b="1" dirty="0">
                    <a:latin typeface="宋体" panose="02010600030101010101" pitchFamily="2" charset="-122"/>
                    <a:sym typeface="+mn-ea"/>
                  </a:rPr>
                  <a:t>S</a:t>
                </a:r>
                <a:r>
                  <a:rPr lang="en-US" altLang="zh-CN" sz="2200" b="1" dirty="0">
                    <a:solidFill>
                      <a:srgbClr val="000000"/>
                    </a:solidFill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•</a:t>
                </a:r>
                <a:r>
                  <a:rPr lang="en-US" altLang="zh-CN" sz="2200" b="1" dirty="0">
                    <a:latin typeface="宋体" panose="02010600030101010101" pitchFamily="2" charset="-122"/>
                    <a:sym typeface="+mn-ea"/>
                  </a:rPr>
                  <a:t>R≠1</a:t>
                </a:r>
                <a:endParaRPr lang="zh-CN" altLang="en-US" sz="2200" b="1" dirty="0">
                  <a:latin typeface="宋体" panose="02010600030101010101" pitchFamily="2" charset="-122"/>
                  <a:sym typeface="+mn-ea"/>
                </a:endParaRPr>
              </a:p>
              <a:p>
                <a:pPr marL="0" indent="0" eaLnBrk="1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2200" b="1" spc="-5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无</a:t>
                </a:r>
                <a:r>
                  <a:rPr lang="en-US" altLang="zh-CN" sz="1800" b="1" spc="-5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(</a:t>
                </a:r>
                <a:r>
                  <a:rPr lang="zh-CN" altLang="en-US" sz="1800" b="1" spc="-5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直接输出</a:t>
                </a:r>
                <a:r>
                  <a:rPr lang="en-US" altLang="zh-CN" sz="1800" b="1" spc="-5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)</a:t>
                </a:r>
                <a:endParaRPr lang="zh-CN" altLang="en-US" sz="2000" b="1" spc="-50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endParaRPr>
              </a:p>
            </p:txBody>
          </p:sp>
        </mc:Choice>
        <mc:Fallback xmlns="">
          <p:sp>
            <p:nvSpPr>
              <p:cNvPr id="37" name="Text Box 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78"/>
                </p:custDataLst>
              </p:nvPr>
            </p:nvSpPr>
            <p:spPr bwMode="auto">
              <a:xfrm>
                <a:off x="2699792" y="4077072"/>
                <a:ext cx="4309110" cy="855171"/>
              </a:xfrm>
              <a:prstGeom prst="rect">
                <a:avLst/>
              </a:prstGeom>
              <a:blipFill>
                <a:blip r:embed="rId179"/>
                <a:stretch>
                  <a:fillRect l="-1839" t="-2143" r="-283" b="-12857"/>
                </a:stretch>
              </a:blipFill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63" name="表格 162"/>
          <p:cNvGraphicFramePr>
            <a:graphicFrameLocks noGrp="1"/>
          </p:cNvGraphicFramePr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423112518"/>
              </p:ext>
            </p:extLst>
          </p:nvPr>
        </p:nvGraphicFramePr>
        <p:xfrm>
          <a:off x="7603900" y="1628800"/>
          <a:ext cx="1295400" cy="262686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5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257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</a:t>
                      </a:r>
                      <a:endParaRPr lang="en-US" altLang="zh-CN" sz="1600" b="1" baseline="-250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</a:t>
                      </a:r>
                      <a:endParaRPr lang="en-US" altLang="zh-CN" sz="1600" b="1" baseline="-250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7780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</a:t>
                      </a:r>
                      <a:endParaRPr lang="en-US" altLang="zh-CN" sz="1600" b="1" baseline="300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Q</a:t>
                      </a:r>
                      <a:r>
                        <a:rPr lang="en-US" altLang="zh-CN" sz="1600" baseline="30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*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  <a:sym typeface="+mn-ea"/>
                      </a:endParaRP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Q</a:t>
                      </a:r>
                      <a:r>
                        <a:rPr lang="en-US" altLang="zh-CN" sz="1600" baseline="30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*</a:t>
                      </a:r>
                      <a:endParaRPr lang="en-US" altLang="zh-CN" sz="1600" b="1" baseline="30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  <a:sym typeface="+mn-ea"/>
                      </a:endParaRPr>
                    </a:p>
                  </a:txBody>
                  <a:tcPr marL="0" marR="0" marT="17780" marB="0" anchor="b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85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 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85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9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09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85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685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85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rgbClr val="FF33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rgbClr val="FF33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685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rgbClr val="FF33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rgbClr val="FF33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6855">
                <a:tc gridSpan="5"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Q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现态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,Q</a:t>
                      </a:r>
                      <a:r>
                        <a:rPr lang="en-US" altLang="zh-CN" sz="1600" b="1" baseline="30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*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次</a:t>
                      </a:r>
                      <a:r>
                        <a:rPr lang="zh-CN" altLang="en-US" sz="1600" b="1" dirty="0">
                          <a:latin typeface="宋体" panose="02010600030101010101" pitchFamily="2" charset="-122"/>
                          <a:sym typeface="+mn-ea"/>
                        </a:rPr>
                        <a:t>态</a:t>
                      </a:r>
                    </a:p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S=R=1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时</a:t>
                      </a:r>
                      <a:r>
                        <a:rPr lang="zh-CN" altLang="en-US" sz="1600" b="1" dirty="0">
                          <a:solidFill>
                            <a:srgbClr val="FF33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非法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1778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1778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 Box 7"/>
              <p:cNvSpPr txBox="1"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5508104" y="4968000"/>
                <a:ext cx="3462020" cy="80977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 marL="0" indent="0" eaLnBrk="1" latinLnBrk="0" hangingPunct="1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2000" b="1" spc="-50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状态方程</a:t>
                </a:r>
                <a:r>
                  <a:rPr lang="en-US" altLang="zh-CN" sz="2000" b="1" spc="-50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2000" b="1" spc="-5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Q</a:t>
                </a:r>
                <a:r>
                  <a:rPr lang="en-US" altLang="zh-CN" sz="2000" b="1" spc="-50" baseline="300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*</a:t>
                </a:r>
                <a:r>
                  <a:rPr lang="zh-CN" altLang="en-US" sz="2000" b="1" dirty="0">
                    <a:latin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2000" b="1" dirty="0">
                    <a:latin typeface="宋体" panose="02010600030101010101" pitchFamily="2" charset="-122"/>
                    <a:sym typeface="+mn-ea"/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C</m:t>
                        </m:r>
                      </m:e>
                    </m:acc>
                  </m:oMath>
                </a14:m>
                <a:r>
                  <a:rPr lang="en-US" altLang="zh-CN" sz="2000" b="1" dirty="0">
                    <a:latin typeface="宋体" panose="02010600030101010101" pitchFamily="2" charset="-122"/>
                    <a:sym typeface="+mn-ea"/>
                  </a:rPr>
                  <a:t>+C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S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altLang="zh-CN" sz="20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R</m:t>
                        </m:r>
                      </m:e>
                    </m:acc>
                  </m:oMath>
                </a14:m>
                <a:r>
                  <a:rPr lang="en-US" altLang="zh-CN" sz="2000" b="1" dirty="0">
                    <a:latin typeface="宋体" panose="02010600030101010101" pitchFamily="2" charset="-122"/>
                    <a:sym typeface="+mn-ea"/>
                  </a:rPr>
                  <a:t>)Q+CS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R</m:t>
                        </m:r>
                      </m:e>
                    </m:acc>
                  </m:oMath>
                </a14:m>
                <a:endParaRPr lang="en-US" altLang="zh-CN" sz="2000" dirty="0">
                  <a:latin typeface="Cambria Math" panose="02040503050406030204" pitchFamily="18" charset="0"/>
                  <a:cs typeface="Cambria Math" panose="02040503050406030204" pitchFamily="18" charset="0"/>
                  <a:sym typeface="+mn-ea"/>
                </a:endParaRP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2000" b="1" spc="-5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与非门实现</a:t>
                </a:r>
                <a:r>
                  <a:rPr lang="en-US" altLang="zh-CN" sz="2000" b="1" spc="-50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</a:t>
                </a:r>
              </a:p>
            </p:txBody>
          </p:sp>
        </mc:Choice>
        <mc:Fallback xmlns="">
          <p:sp>
            <p:nvSpPr>
              <p:cNvPr id="38" name="Text Box 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80"/>
                </p:custDataLst>
              </p:nvPr>
            </p:nvSpPr>
            <p:spPr bwMode="auto">
              <a:xfrm>
                <a:off x="5508104" y="4968000"/>
                <a:ext cx="3462020" cy="809773"/>
              </a:xfrm>
              <a:prstGeom prst="rect">
                <a:avLst/>
              </a:prstGeom>
              <a:blipFill>
                <a:blip r:embed="rId181"/>
                <a:stretch>
                  <a:fillRect l="-1940" t="-1504" r="-8642" b="-12782"/>
                </a:stretch>
              </a:blipFill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直接箭头连接符 38"/>
          <p:cNvCxnSpPr/>
          <p:nvPr/>
        </p:nvCxnSpPr>
        <p:spPr bwMode="auto">
          <a:xfrm flipV="1">
            <a:off x="8640000" y="1664800"/>
            <a:ext cx="108000" cy="0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grpSp>
        <p:nvGrpSpPr>
          <p:cNvPr id="43" name="组合 42"/>
          <p:cNvGrpSpPr/>
          <p:nvPr/>
        </p:nvGrpSpPr>
        <p:grpSpPr>
          <a:xfrm>
            <a:off x="6661124" y="1664522"/>
            <a:ext cx="125535" cy="243490"/>
            <a:chOff x="14513" y="2665"/>
            <a:chExt cx="198" cy="383"/>
          </a:xfrm>
        </p:grpSpPr>
        <p:cxnSp>
          <p:nvCxnSpPr>
            <p:cNvPr id="40" name="直接箭头连接符 39"/>
            <p:cNvCxnSpPr/>
            <p:nvPr>
              <p:custDataLst>
                <p:tags r:id="rId13"/>
              </p:custDataLst>
            </p:nvPr>
          </p:nvCxnSpPr>
          <p:spPr bwMode="auto">
            <a:xfrm flipV="1">
              <a:off x="14513" y="2665"/>
              <a:ext cx="17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1" name="直接箭头连接符 40"/>
            <p:cNvCxnSpPr/>
            <p:nvPr>
              <p:custDataLst>
                <p:tags r:id="rId14"/>
              </p:custDataLst>
            </p:nvPr>
          </p:nvCxnSpPr>
          <p:spPr bwMode="auto">
            <a:xfrm flipV="1">
              <a:off x="14541" y="3048"/>
              <a:ext cx="17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48" name="组合 47"/>
          <p:cNvGrpSpPr/>
          <p:nvPr/>
        </p:nvGrpSpPr>
        <p:grpSpPr>
          <a:xfrm>
            <a:off x="4701319" y="5039995"/>
            <a:ext cx="144444" cy="478800"/>
            <a:chOff x="7285" y="7937"/>
            <a:chExt cx="227" cy="754"/>
          </a:xfrm>
        </p:grpSpPr>
        <p:cxnSp>
          <p:nvCxnSpPr>
            <p:cNvPr id="45" name="直接箭头连接符 44"/>
            <p:cNvCxnSpPr/>
            <p:nvPr>
              <p:custDataLst>
                <p:tags r:id="rId10"/>
              </p:custDataLst>
            </p:nvPr>
          </p:nvCxnSpPr>
          <p:spPr bwMode="auto">
            <a:xfrm flipV="1">
              <a:off x="7285" y="7937"/>
              <a:ext cx="17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6" name="直接箭头连接符 45"/>
            <p:cNvCxnSpPr/>
            <p:nvPr>
              <p:custDataLst>
                <p:tags r:id="rId11"/>
              </p:custDataLst>
            </p:nvPr>
          </p:nvCxnSpPr>
          <p:spPr bwMode="auto">
            <a:xfrm flipV="1">
              <a:off x="7341" y="8323"/>
              <a:ext cx="17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7" name="直接箭头连接符 46"/>
            <p:cNvCxnSpPr/>
            <p:nvPr>
              <p:custDataLst>
                <p:tags r:id="rId12"/>
              </p:custDataLst>
            </p:nvPr>
          </p:nvCxnSpPr>
          <p:spPr bwMode="auto">
            <a:xfrm flipV="1">
              <a:off x="7342" y="8691"/>
              <a:ext cx="17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3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437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6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2437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4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8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3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6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7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2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0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5" dur="500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"/>
                            </p:stCondLst>
                            <p:childTnLst>
                              <p:par>
                                <p:cTn id="11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" grpId="0" bldLvl="0" animBg="1"/>
      <p:bldP spid="3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6</a:t>
            </a:fld>
            <a:endParaRPr lang="en-US" altLang="zh-CN"/>
          </a:p>
        </p:txBody>
      </p:sp>
      <p:sp>
        <p:nvSpPr>
          <p:cNvPr id="68" name="Text Box 7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070" y="332656"/>
            <a:ext cx="3601720" cy="598195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*D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锁存器：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电平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触发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结构及逻辑符号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 marL="0" indent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功能表示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功能表：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时序图：</a:t>
            </a:r>
          </a:p>
          <a:p>
            <a:pPr marL="0" indent="0" eaLnBrk="1" latinLnBrk="0" hangingPunct="1">
              <a:lnSpc>
                <a:spcPct val="125000"/>
              </a:lnSpc>
              <a:spcBef>
                <a:spcPts val="15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特征方程：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延迟分析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传输延迟：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endParaRPr lang="en-US" altLang="zh-CN" sz="18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锁存延迟：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43719" name="Text Box 7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200275" y="692696"/>
            <a:ext cx="6773545" cy="78210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90000" tIns="64800" rIns="90000" bIns="4680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  </a:t>
            </a:r>
            <a:r>
              <a:rPr lang="en-US" altLang="zh-CN" sz="2200" b="1" u="sng" dirty="0"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个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激励信号的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SR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锁存器，常带控制端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实现保持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endParaRPr lang="zh-CN" altLang="en-US" sz="22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         </a:t>
            </a:r>
            <a:r>
              <a:rPr lang="en-US" altLang="zh-CN" sz="16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用</a:t>
            </a:r>
            <a:r>
              <a:rPr lang="zh-CN" altLang="en-US" sz="1600" b="1" u="sng" dirty="0">
                <a:latin typeface="宋体" panose="02010600030101010101" pitchFamily="2" charset="-122"/>
                <a:sym typeface="+mn-ea"/>
              </a:rPr>
              <a:t>非门</a:t>
            </a:r>
            <a:r>
              <a:rPr lang="zh-CN" altLang="en-US" sz="16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合并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R&amp;S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，</a:t>
            </a:r>
            <a:r>
              <a: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自动实现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约束条件、</a:t>
            </a:r>
            <a:r>
              <a: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减少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引脚数</a:t>
            </a:r>
            <a:endParaRPr lang="en-US" altLang="zh-CN" sz="1600" b="1" dirty="0">
              <a:latin typeface="宋体" panose="02010600030101010101" pitchFamily="2" charset="-122"/>
              <a:sym typeface="+mn-ea"/>
            </a:endParaRPr>
          </a:p>
        </p:txBody>
      </p:sp>
      <p:graphicFrame>
        <p:nvGraphicFramePr>
          <p:cNvPr id="318" name="表格 317"/>
          <p:cNvGraphicFramePr>
            <a:graphicFrameLocks noGrp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503789900"/>
              </p:ext>
            </p:extLst>
          </p:nvPr>
        </p:nvGraphicFramePr>
        <p:xfrm>
          <a:off x="2339752" y="2780928"/>
          <a:ext cx="1790065" cy="97409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5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5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4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257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</a:t>
                      </a:r>
                      <a:endParaRPr lang="en-US" altLang="zh-CN" sz="1600" b="1" baseline="-250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7780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</a:t>
                      </a:r>
                      <a:r>
                        <a:rPr lang="en-US" altLang="zh-CN" sz="1600" b="1" baseline="30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*</a:t>
                      </a:r>
                    </a:p>
                  </a:txBody>
                  <a:tcPr marL="0" marR="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Q</a:t>
                      </a:r>
                      <a:r>
                        <a:rPr lang="en-US" altLang="zh-CN" sz="1600" baseline="30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*</a:t>
                      </a:r>
                      <a:endParaRPr lang="en-US" altLang="zh-CN" sz="1600" b="1" baseline="30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  <a:sym typeface="+mn-ea"/>
                      </a:endParaRPr>
                    </a:p>
                  </a:txBody>
                  <a:tcPr marL="0" marR="0" marT="1778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  <a:sym typeface="+mn-ea"/>
                        </a:rPr>
                        <a:t>功能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57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×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</a:t>
                      </a:r>
                      <a:endParaRPr lang="en-US" altLang="zh-CN" sz="1600" b="1" baseline="300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保持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9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置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85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置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AutoShape 452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 rot="5400000">
            <a:off x="2848550" y="6525890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1" name="AutoShape 338"/>
          <p:cNvSpPr/>
          <p:nvPr>
            <p:custDataLst>
              <p:tags r:id="rId5"/>
            </p:custDataLst>
          </p:nvPr>
        </p:nvSpPr>
        <p:spPr bwMode="auto">
          <a:xfrm>
            <a:off x="7200464" y="2564904"/>
            <a:ext cx="1548000" cy="252000"/>
          </a:xfrm>
          <a:prstGeom prst="borderCallout2">
            <a:avLst>
              <a:gd name="adj1" fmla="val 52138"/>
              <a:gd name="adj2" fmla="val 500"/>
              <a:gd name="adj3" fmla="val 53734"/>
              <a:gd name="adj4" fmla="val -11379"/>
              <a:gd name="adj5" fmla="val 148777"/>
              <a:gd name="adj6" fmla="val -20916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 anchorCtr="0"/>
          <a:lstStyle/>
          <a:p>
            <a:pPr algn="ctr">
              <a:lnSpc>
                <a:spcPct val="90000"/>
              </a:lnSpc>
            </a:pPr>
            <a:r>
              <a:rPr lang="zh-CN" sz="1600" b="1" u="none" dirty="0">
                <a:latin typeface="宋体" panose="02010600030101010101" pitchFamily="2" charset="-122"/>
              </a:rPr>
              <a:t>锁存点</a:t>
            </a:r>
            <a:r>
              <a:rPr lang="en-US" altLang="zh-CN" sz="1600" b="1" u="none" dirty="0">
                <a:latin typeface="宋体" panose="02010600030101010101" pitchFamily="2" charset="-122"/>
              </a:rPr>
              <a:t>(</a:t>
            </a:r>
            <a:r>
              <a:rPr lang="zh-CN" altLang="en-US" sz="1600" b="1" u="none" dirty="0">
                <a:latin typeface="宋体" panose="02010600030101010101" pitchFamily="2" charset="-122"/>
              </a:rPr>
              <a:t>保持值</a:t>
            </a:r>
            <a:r>
              <a:rPr lang="en-US" altLang="zh-CN" sz="1600" b="1" u="none" dirty="0">
                <a:latin typeface="宋体" panose="02010600030101010101" pitchFamily="2" charset="-122"/>
              </a:rPr>
              <a:t>)</a:t>
            </a:r>
          </a:p>
        </p:txBody>
      </p:sp>
      <p:grpSp>
        <p:nvGrpSpPr>
          <p:cNvPr id="132" name="组合 131"/>
          <p:cNvGrpSpPr/>
          <p:nvPr/>
        </p:nvGrpSpPr>
        <p:grpSpPr>
          <a:xfrm>
            <a:off x="5755005" y="1700808"/>
            <a:ext cx="1584325" cy="747395"/>
            <a:chOff x="6803" y="4706"/>
            <a:chExt cx="2495" cy="1177"/>
          </a:xfrm>
        </p:grpSpPr>
        <p:sp>
          <p:nvSpPr>
            <p:cNvPr id="100" name="Text Box 36"/>
            <p:cNvSpPr txBox="1">
              <a:spLocks noChangeArrowheads="1"/>
            </p:cNvSpPr>
            <p:nvPr>
              <p:custDataLst>
                <p:tags r:id="rId105"/>
              </p:custDataLst>
            </p:nvPr>
          </p:nvSpPr>
          <p:spPr bwMode="auto">
            <a:xfrm>
              <a:off x="7030" y="4706"/>
              <a:ext cx="680" cy="794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wrap="square" lIns="10795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dirty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 </a:t>
              </a:r>
              <a:r>
                <a:rPr lang="en-US" altLang="zh-CN" sz="1600" b="1" baseline="-25000" dirty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Q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C</a:t>
              </a:r>
              <a:r>
                <a:rPr lang="en-US" altLang="zh-CN" sz="1600" b="1" dirty="0">
                  <a:solidFill>
                    <a:schemeClr val="tx1"/>
                  </a:solidFill>
                  <a:uFillTx/>
                  <a:latin typeface="宋体" panose="02010600030101010101" pitchFamily="2" charset="-122"/>
                  <a:sym typeface="+mn-ea"/>
                </a:rPr>
                <a:t> </a:t>
              </a:r>
              <a:r>
                <a:rPr lang="en-US" altLang="zh-CN" sz="1600" b="1" baseline="-25000" dirty="0">
                  <a:solidFill>
                    <a:schemeClr val="tx1"/>
                  </a:solidFill>
                  <a:uFillTx/>
                  <a:latin typeface="宋体" panose="02010600030101010101" pitchFamily="2" charset="-122"/>
                  <a:sym typeface="+mn-ea"/>
                </a:rPr>
                <a:t> 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Q</a:t>
              </a:r>
              <a:endParaRPr lang="en-US" altLang="zh-CN" sz="1600" b="1" u="none" dirty="0">
                <a:latin typeface="宋体" panose="02010600030101010101" pitchFamily="2" charset="-122"/>
                <a:sym typeface="+mn-ea"/>
              </a:endParaRPr>
            </a:p>
          </p:txBody>
        </p:sp>
        <p:cxnSp>
          <p:nvCxnSpPr>
            <p:cNvPr id="5" name="直接箭头连接符 4"/>
            <p:cNvCxnSpPr/>
            <p:nvPr>
              <p:custDataLst>
                <p:tags r:id="rId106"/>
              </p:custDataLst>
            </p:nvPr>
          </p:nvCxnSpPr>
          <p:spPr bwMode="auto">
            <a:xfrm flipV="1">
              <a:off x="6803" y="4876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" name="直接箭头连接符 5"/>
            <p:cNvCxnSpPr/>
            <p:nvPr>
              <p:custDataLst>
                <p:tags r:id="rId107"/>
              </p:custDataLst>
            </p:nvPr>
          </p:nvCxnSpPr>
          <p:spPr bwMode="auto">
            <a:xfrm flipV="1">
              <a:off x="6803" y="5273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7" name="直接箭头连接符 6"/>
            <p:cNvCxnSpPr/>
            <p:nvPr>
              <p:custDataLst>
                <p:tags r:id="rId108"/>
              </p:custDataLst>
            </p:nvPr>
          </p:nvCxnSpPr>
          <p:spPr bwMode="auto">
            <a:xfrm flipV="1">
              <a:off x="7710" y="4876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8" name="直接箭头连接符 7"/>
            <p:cNvCxnSpPr/>
            <p:nvPr>
              <p:custDataLst>
                <p:tags r:id="rId109"/>
              </p:custDataLst>
            </p:nvPr>
          </p:nvCxnSpPr>
          <p:spPr bwMode="auto">
            <a:xfrm flipV="1">
              <a:off x="7710" y="5273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" name="直接连接符 13"/>
            <p:cNvCxnSpPr/>
            <p:nvPr>
              <p:custDataLst>
                <p:tags r:id="rId110"/>
              </p:custDataLst>
            </p:nvPr>
          </p:nvCxnSpPr>
          <p:spPr bwMode="auto">
            <a:xfrm flipV="1">
              <a:off x="7522" y="5146"/>
              <a:ext cx="153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9" name="Text Box 191"/>
            <p:cNvSpPr txBox="1">
              <a:spLocks noChangeArrowheads="1"/>
            </p:cNvSpPr>
            <p:nvPr>
              <p:custDataLst>
                <p:tags r:id="rId111"/>
              </p:custDataLst>
            </p:nvPr>
          </p:nvSpPr>
          <p:spPr bwMode="auto">
            <a:xfrm>
              <a:off x="7368" y="5556"/>
              <a:ext cx="1361" cy="3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逻辑符号</a:t>
              </a:r>
            </a:p>
          </p:txBody>
        </p:sp>
        <p:sp>
          <p:nvSpPr>
            <p:cNvPr id="122" name="Text Box 36"/>
            <p:cNvSpPr txBox="1">
              <a:spLocks noChangeArrowheads="1"/>
            </p:cNvSpPr>
            <p:nvPr>
              <p:custDataLst>
                <p:tags r:id="rId112"/>
              </p:custDataLst>
            </p:nvPr>
          </p:nvSpPr>
          <p:spPr bwMode="auto">
            <a:xfrm>
              <a:off x="8391" y="4706"/>
              <a:ext cx="680" cy="794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wrap="square" lIns="10795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dirty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 </a:t>
              </a:r>
              <a:r>
                <a:rPr lang="en-US" altLang="zh-CN" sz="1600" b="1" baseline="-25000" dirty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Q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C</a:t>
              </a:r>
              <a:r>
                <a:rPr lang="en-US" altLang="zh-CN" sz="1600" b="1" dirty="0">
                  <a:solidFill>
                    <a:schemeClr val="tx1"/>
                  </a:solidFill>
                  <a:uFillTx/>
                  <a:latin typeface="宋体" panose="02010600030101010101" pitchFamily="2" charset="-122"/>
                  <a:sym typeface="+mn-ea"/>
                </a:rPr>
                <a:t> </a:t>
              </a:r>
              <a:r>
                <a:rPr lang="en-US" altLang="zh-CN" sz="1600" b="1" baseline="-25000" dirty="0">
                  <a:solidFill>
                    <a:schemeClr val="tx1"/>
                  </a:solidFill>
                  <a:uFillTx/>
                  <a:latin typeface="宋体" panose="02010600030101010101" pitchFamily="2" charset="-122"/>
                  <a:sym typeface="+mn-ea"/>
                </a:rPr>
                <a:t> 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Q</a:t>
              </a:r>
              <a:endParaRPr lang="en-US" altLang="zh-CN" sz="1600" b="1" u="none" dirty="0">
                <a:latin typeface="宋体" panose="02010600030101010101" pitchFamily="2" charset="-122"/>
                <a:sym typeface="+mn-ea"/>
              </a:endParaRPr>
            </a:p>
          </p:txBody>
        </p:sp>
        <p:cxnSp>
          <p:nvCxnSpPr>
            <p:cNvPr id="123" name="直接箭头连接符 122"/>
            <p:cNvCxnSpPr/>
            <p:nvPr>
              <p:custDataLst>
                <p:tags r:id="rId113"/>
              </p:custDataLst>
            </p:nvPr>
          </p:nvCxnSpPr>
          <p:spPr bwMode="auto">
            <a:xfrm flipV="1">
              <a:off x="8164" y="4876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4" name="直接箭头连接符 123"/>
            <p:cNvCxnSpPr/>
            <p:nvPr>
              <p:custDataLst>
                <p:tags r:id="rId114"/>
              </p:custDataLst>
            </p:nvPr>
          </p:nvCxnSpPr>
          <p:spPr bwMode="auto">
            <a:xfrm flipV="1">
              <a:off x="8164" y="5273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6" name="直接箭头连接符 125"/>
            <p:cNvCxnSpPr/>
            <p:nvPr>
              <p:custDataLst>
                <p:tags r:id="rId115"/>
              </p:custDataLst>
            </p:nvPr>
          </p:nvCxnSpPr>
          <p:spPr bwMode="auto">
            <a:xfrm flipV="1">
              <a:off x="9071" y="4876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7" name="直接箭头连接符 126"/>
            <p:cNvCxnSpPr/>
            <p:nvPr>
              <p:custDataLst>
                <p:tags r:id="rId116"/>
              </p:custDataLst>
            </p:nvPr>
          </p:nvCxnSpPr>
          <p:spPr bwMode="auto">
            <a:xfrm flipV="1">
              <a:off x="9184" y="5273"/>
              <a:ext cx="113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29" name="椭圆 128"/>
            <p:cNvSpPr/>
            <p:nvPr>
              <p:custDataLst>
                <p:tags r:id="rId117"/>
              </p:custDataLst>
            </p:nvPr>
          </p:nvSpPr>
          <p:spPr>
            <a:xfrm>
              <a:off x="9071" y="5216"/>
              <a:ext cx="114" cy="111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9" name="组合 88"/>
          <p:cNvGrpSpPr/>
          <p:nvPr/>
        </p:nvGrpSpPr>
        <p:grpSpPr>
          <a:xfrm>
            <a:off x="4680184" y="2780928"/>
            <a:ext cx="2374900" cy="1080770"/>
            <a:chOff x="7313" y="4535"/>
            <a:chExt cx="3740" cy="1702"/>
          </a:xfrm>
        </p:grpSpPr>
        <p:cxnSp>
          <p:nvCxnSpPr>
            <p:cNvPr id="91" name="直接连接符 90"/>
            <p:cNvCxnSpPr/>
            <p:nvPr>
              <p:custDataLst>
                <p:tags r:id="rId56"/>
              </p:custDataLst>
            </p:nvPr>
          </p:nvCxnSpPr>
          <p:spPr bwMode="auto">
            <a:xfrm flipH="1">
              <a:off x="9521" y="4535"/>
              <a:ext cx="0" cy="1701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B0F0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2" name="直接连接符 91"/>
            <p:cNvCxnSpPr/>
            <p:nvPr>
              <p:custDataLst>
                <p:tags r:id="rId57"/>
              </p:custDataLst>
            </p:nvPr>
          </p:nvCxnSpPr>
          <p:spPr bwMode="auto">
            <a:xfrm flipH="1">
              <a:off x="8504" y="4989"/>
              <a:ext cx="0" cy="90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C00000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3" name="直接连接符 92"/>
            <p:cNvCxnSpPr/>
            <p:nvPr>
              <p:custDataLst>
                <p:tags r:id="rId58"/>
              </p:custDataLst>
            </p:nvPr>
          </p:nvCxnSpPr>
          <p:spPr bwMode="auto">
            <a:xfrm flipH="1">
              <a:off x="8162" y="4876"/>
              <a:ext cx="0" cy="1361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B0F0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4" name="直接连接符 93"/>
            <p:cNvCxnSpPr/>
            <p:nvPr>
              <p:custDataLst>
                <p:tags r:id="rId59"/>
              </p:custDataLst>
            </p:nvPr>
          </p:nvCxnSpPr>
          <p:spPr bwMode="auto">
            <a:xfrm flipH="1">
              <a:off x="8391" y="4989"/>
              <a:ext cx="0" cy="124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990099"/>
              </a:solidFill>
              <a:prstDash val="dash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5" name="直接连接符 94"/>
            <p:cNvCxnSpPr/>
            <p:nvPr>
              <p:custDataLst>
                <p:tags r:id="rId60"/>
              </p:custDataLst>
            </p:nvPr>
          </p:nvCxnSpPr>
          <p:spPr bwMode="auto">
            <a:xfrm flipV="1">
              <a:off x="7596" y="5781"/>
              <a:ext cx="79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6" name="直接连接符 95"/>
            <p:cNvCxnSpPr/>
            <p:nvPr>
              <p:custDataLst>
                <p:tags r:id="rId61"/>
              </p:custDataLst>
            </p:nvPr>
          </p:nvCxnSpPr>
          <p:spPr bwMode="auto">
            <a:xfrm flipH="1">
              <a:off x="9862" y="5329"/>
              <a:ext cx="0" cy="56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990099"/>
              </a:solidFill>
              <a:prstDash val="dash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7" name="直接连接符 96"/>
            <p:cNvCxnSpPr/>
            <p:nvPr>
              <p:custDataLst>
                <p:tags r:id="rId62"/>
              </p:custDataLst>
            </p:nvPr>
          </p:nvCxnSpPr>
          <p:spPr bwMode="auto">
            <a:xfrm flipV="1">
              <a:off x="7596" y="5895"/>
              <a:ext cx="90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8" name="直接连接符 97"/>
            <p:cNvCxnSpPr/>
            <p:nvPr>
              <p:custDataLst>
                <p:tags r:id="rId63"/>
              </p:custDataLst>
            </p:nvPr>
          </p:nvCxnSpPr>
          <p:spPr bwMode="auto">
            <a:xfrm flipV="1">
              <a:off x="8391" y="5443"/>
              <a:ext cx="158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9" name="直接连接符 98"/>
            <p:cNvCxnSpPr/>
            <p:nvPr>
              <p:custDataLst>
                <p:tags r:id="rId64"/>
              </p:custDataLst>
            </p:nvPr>
          </p:nvCxnSpPr>
          <p:spPr bwMode="auto">
            <a:xfrm flipV="1">
              <a:off x="8504" y="6234"/>
              <a:ext cx="1361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1" name="直接连接符 100"/>
            <p:cNvCxnSpPr/>
            <p:nvPr>
              <p:custDataLst>
                <p:tags r:id="rId65"/>
              </p:custDataLst>
            </p:nvPr>
          </p:nvCxnSpPr>
          <p:spPr bwMode="auto">
            <a:xfrm flipV="1">
              <a:off x="10710" y="4875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2" name="直接连接符 101"/>
            <p:cNvCxnSpPr/>
            <p:nvPr>
              <p:custDataLst>
                <p:tags r:id="rId66"/>
              </p:custDataLst>
            </p:nvPr>
          </p:nvCxnSpPr>
          <p:spPr bwMode="auto">
            <a:xfrm>
              <a:off x="10711" y="4535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3" name="直接连接符 102"/>
            <p:cNvCxnSpPr/>
            <p:nvPr>
              <p:custDataLst>
                <p:tags r:id="rId67"/>
              </p:custDataLst>
            </p:nvPr>
          </p:nvCxnSpPr>
          <p:spPr bwMode="auto">
            <a:xfrm flipV="1">
              <a:off x="8162" y="4536"/>
              <a:ext cx="2551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4" name="直接连接符 103"/>
            <p:cNvCxnSpPr/>
            <p:nvPr>
              <p:custDataLst>
                <p:tags r:id="rId68"/>
              </p:custDataLst>
            </p:nvPr>
          </p:nvCxnSpPr>
          <p:spPr bwMode="auto">
            <a:xfrm flipH="1">
              <a:off x="8162" y="4536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5" name="直接连接符 104"/>
            <p:cNvCxnSpPr/>
            <p:nvPr>
              <p:custDataLst>
                <p:tags r:id="rId69"/>
              </p:custDataLst>
            </p:nvPr>
          </p:nvCxnSpPr>
          <p:spPr bwMode="auto">
            <a:xfrm flipV="1">
              <a:off x="7596" y="4876"/>
              <a:ext cx="56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6" name="Text Box 191"/>
            <p:cNvSpPr txBox="1">
              <a:spLocks noChangeArrowheads="1"/>
            </p:cNvSpPr>
            <p:nvPr>
              <p:custDataLst>
                <p:tags r:id="rId70"/>
              </p:custDataLst>
            </p:nvPr>
          </p:nvSpPr>
          <p:spPr bwMode="auto">
            <a:xfrm>
              <a:off x="7313" y="4536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C</a:t>
              </a:r>
            </a:p>
          </p:txBody>
        </p:sp>
        <p:sp>
          <p:nvSpPr>
            <p:cNvPr id="107" name="Text Box 191"/>
            <p:cNvSpPr txBox="1">
              <a:spLocks noChangeArrowheads="1"/>
            </p:cNvSpPr>
            <p:nvPr>
              <p:custDataLst>
                <p:tags r:id="rId71"/>
              </p:custDataLst>
            </p:nvPr>
          </p:nvSpPr>
          <p:spPr bwMode="auto">
            <a:xfrm>
              <a:off x="7313" y="5441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Q</a:t>
              </a:r>
            </a:p>
          </p:txBody>
        </p:sp>
        <p:sp>
          <p:nvSpPr>
            <p:cNvPr id="108" name="Text Box 191"/>
            <p:cNvSpPr txBox="1">
              <a:spLocks noChangeArrowheads="1"/>
            </p:cNvSpPr>
            <p:nvPr>
              <p:custDataLst>
                <p:tags r:id="rId72"/>
              </p:custDataLst>
            </p:nvPr>
          </p:nvSpPr>
          <p:spPr bwMode="auto">
            <a:xfrm>
              <a:off x="7313" y="5895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Q</a:t>
              </a:r>
            </a:p>
          </p:txBody>
        </p:sp>
        <p:cxnSp>
          <p:nvCxnSpPr>
            <p:cNvPr id="109" name="直接连接符 108"/>
            <p:cNvCxnSpPr/>
            <p:nvPr>
              <p:custDataLst>
                <p:tags r:id="rId73"/>
              </p:custDataLst>
            </p:nvPr>
          </p:nvCxnSpPr>
          <p:spPr bwMode="auto">
            <a:xfrm flipV="1">
              <a:off x="7387" y="5912"/>
              <a:ext cx="153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0" name="直接连接符 109"/>
            <p:cNvCxnSpPr/>
            <p:nvPr>
              <p:custDataLst>
                <p:tags r:id="rId74"/>
              </p:custDataLst>
            </p:nvPr>
          </p:nvCxnSpPr>
          <p:spPr bwMode="auto">
            <a:xfrm flipV="1">
              <a:off x="7596" y="5330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5" name="直接连接符 114"/>
            <p:cNvCxnSpPr/>
            <p:nvPr>
              <p:custDataLst>
                <p:tags r:id="rId75"/>
              </p:custDataLst>
            </p:nvPr>
          </p:nvCxnSpPr>
          <p:spPr bwMode="auto">
            <a:xfrm flipV="1">
              <a:off x="7824" y="4991"/>
              <a:ext cx="1701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1" name="直接连接符 120"/>
            <p:cNvCxnSpPr/>
            <p:nvPr>
              <p:custDataLst>
                <p:tags r:id="rId76"/>
              </p:custDataLst>
            </p:nvPr>
          </p:nvCxnSpPr>
          <p:spPr bwMode="auto">
            <a:xfrm flipH="1">
              <a:off x="7824" y="4991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5" name="直接连接符 124"/>
            <p:cNvCxnSpPr/>
            <p:nvPr>
              <p:custDataLst>
                <p:tags r:id="rId77"/>
              </p:custDataLst>
            </p:nvPr>
          </p:nvCxnSpPr>
          <p:spPr bwMode="auto">
            <a:xfrm flipH="1">
              <a:off x="9976" y="5443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28" name="Text Box 191"/>
            <p:cNvSpPr txBox="1">
              <a:spLocks noChangeArrowheads="1"/>
            </p:cNvSpPr>
            <p:nvPr>
              <p:custDataLst>
                <p:tags r:id="rId78"/>
              </p:custDataLst>
            </p:nvPr>
          </p:nvSpPr>
          <p:spPr bwMode="auto">
            <a:xfrm>
              <a:off x="7313" y="4990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D</a:t>
              </a:r>
            </a:p>
          </p:txBody>
        </p:sp>
        <p:cxnSp>
          <p:nvCxnSpPr>
            <p:cNvPr id="130" name="直接连接符 129"/>
            <p:cNvCxnSpPr/>
            <p:nvPr>
              <p:custDataLst>
                <p:tags r:id="rId79"/>
              </p:custDataLst>
            </p:nvPr>
          </p:nvCxnSpPr>
          <p:spPr bwMode="auto">
            <a:xfrm flipH="1">
              <a:off x="9521" y="4989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1" name="直接连接符 130"/>
            <p:cNvCxnSpPr/>
            <p:nvPr>
              <p:custDataLst>
                <p:tags r:id="rId80"/>
              </p:custDataLst>
            </p:nvPr>
          </p:nvCxnSpPr>
          <p:spPr bwMode="auto">
            <a:xfrm flipV="1">
              <a:off x="9521" y="5329"/>
              <a:ext cx="130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3" name="直接连接符 132"/>
            <p:cNvCxnSpPr/>
            <p:nvPr>
              <p:custDataLst>
                <p:tags r:id="rId81"/>
              </p:custDataLst>
            </p:nvPr>
          </p:nvCxnSpPr>
          <p:spPr bwMode="auto">
            <a:xfrm flipH="1">
              <a:off x="9861" y="5894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4" name="直接连接符 133"/>
            <p:cNvCxnSpPr/>
            <p:nvPr>
              <p:custDataLst>
                <p:tags r:id="rId82"/>
              </p:custDataLst>
            </p:nvPr>
          </p:nvCxnSpPr>
          <p:spPr bwMode="auto">
            <a:xfrm flipV="1">
              <a:off x="9976" y="5783"/>
              <a:ext cx="107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5" name="直接连接符 134"/>
            <p:cNvCxnSpPr/>
            <p:nvPr>
              <p:custDataLst>
                <p:tags r:id="rId83"/>
              </p:custDataLst>
            </p:nvPr>
          </p:nvCxnSpPr>
          <p:spPr bwMode="auto">
            <a:xfrm flipV="1">
              <a:off x="9861" y="5896"/>
              <a:ext cx="1191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6" name="直接连接符 135"/>
            <p:cNvCxnSpPr/>
            <p:nvPr>
              <p:custDataLst>
                <p:tags r:id="rId84"/>
              </p:custDataLst>
            </p:nvPr>
          </p:nvCxnSpPr>
          <p:spPr bwMode="auto">
            <a:xfrm flipH="1">
              <a:off x="8391" y="5443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7" name="直接连接符 136"/>
            <p:cNvCxnSpPr/>
            <p:nvPr>
              <p:custDataLst>
                <p:tags r:id="rId85"/>
              </p:custDataLst>
            </p:nvPr>
          </p:nvCxnSpPr>
          <p:spPr bwMode="auto">
            <a:xfrm flipH="1">
              <a:off x="8504" y="5896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8" name="直接连接符 137"/>
            <p:cNvCxnSpPr/>
            <p:nvPr>
              <p:custDataLst>
                <p:tags r:id="rId86"/>
              </p:custDataLst>
            </p:nvPr>
          </p:nvCxnSpPr>
          <p:spPr bwMode="auto">
            <a:xfrm flipH="1">
              <a:off x="10824" y="4989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9" name="直接连接符 138"/>
            <p:cNvCxnSpPr/>
            <p:nvPr>
              <p:custDataLst>
                <p:tags r:id="rId87"/>
              </p:custDataLst>
            </p:nvPr>
          </p:nvCxnSpPr>
          <p:spPr bwMode="auto">
            <a:xfrm flipV="1">
              <a:off x="10824" y="4989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0" name="直接连接符 139"/>
            <p:cNvCxnSpPr/>
            <p:nvPr>
              <p:custDataLst>
                <p:tags r:id="rId88"/>
              </p:custDataLst>
            </p:nvPr>
          </p:nvCxnSpPr>
          <p:spPr bwMode="auto">
            <a:xfrm flipH="1">
              <a:off x="9976" y="5328"/>
              <a:ext cx="0" cy="56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C00000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1" name="直接连接符 140"/>
            <p:cNvCxnSpPr/>
            <p:nvPr>
              <p:custDataLst>
                <p:tags r:id="rId89"/>
              </p:custDataLst>
            </p:nvPr>
          </p:nvCxnSpPr>
          <p:spPr bwMode="auto">
            <a:xfrm flipH="1">
              <a:off x="10713" y="4876"/>
              <a:ext cx="0" cy="1361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FF3399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42" name="Text Box 191"/>
            <p:cNvSpPr txBox="1">
              <a:spLocks noChangeArrowheads="1"/>
            </p:cNvSpPr>
            <p:nvPr>
              <p:custDataLst>
                <p:tags r:id="rId90"/>
              </p:custDataLst>
            </p:nvPr>
          </p:nvSpPr>
          <p:spPr bwMode="auto">
            <a:xfrm>
              <a:off x="8561" y="5445"/>
              <a:ext cx="51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t</a:t>
              </a:r>
              <a:r>
                <a:rPr lang="en-US" sz="1600" b="1" baseline="-25000" dirty="0">
                  <a:solidFill>
                    <a:srgbClr val="990099"/>
                  </a:solidFill>
                  <a:latin typeface="宋体" panose="02010600030101010101" pitchFamily="2" charset="-122"/>
                </a:rPr>
                <a:t>pLH</a:t>
              </a:r>
              <a:endParaRPr lang="en-US" altLang="en-US" sz="1600" b="1" baseline="-25000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43" name="直接连接符 142"/>
            <p:cNvCxnSpPr/>
            <p:nvPr>
              <p:custDataLst>
                <p:tags r:id="rId91"/>
              </p:custDataLst>
            </p:nvPr>
          </p:nvCxnSpPr>
          <p:spPr bwMode="auto">
            <a:xfrm flipV="1">
              <a:off x="7994" y="5613"/>
              <a:ext cx="17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990099"/>
              </a:solidFill>
              <a:prstDash val="solid"/>
              <a:round/>
              <a:headEnd type="none" w="sm" len="sm"/>
              <a:tailEnd type="triangle" w="sm" len="sm"/>
            </a:ln>
            <a:effectLst/>
          </p:spPr>
        </p:cxnSp>
        <p:cxnSp>
          <p:nvCxnSpPr>
            <p:cNvPr id="144" name="直接连接符 143"/>
            <p:cNvCxnSpPr/>
            <p:nvPr>
              <p:custDataLst>
                <p:tags r:id="rId92"/>
              </p:custDataLst>
            </p:nvPr>
          </p:nvCxnSpPr>
          <p:spPr bwMode="auto">
            <a:xfrm flipH="1">
              <a:off x="8390" y="5613"/>
              <a:ext cx="17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990099"/>
              </a:solidFill>
              <a:prstDash val="solid"/>
              <a:round/>
              <a:headEnd type="none" w="sm" len="sm"/>
              <a:tailEnd type="triangle" w="sm" len="sm"/>
            </a:ln>
            <a:effectLst/>
          </p:spPr>
        </p:cxnSp>
        <p:cxnSp>
          <p:nvCxnSpPr>
            <p:cNvPr id="145" name="直接连接符 144"/>
            <p:cNvCxnSpPr/>
            <p:nvPr>
              <p:custDataLst>
                <p:tags r:id="rId93"/>
              </p:custDataLst>
            </p:nvPr>
          </p:nvCxnSpPr>
          <p:spPr bwMode="auto">
            <a:xfrm flipV="1">
              <a:off x="7968" y="6066"/>
              <a:ext cx="17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sm" len="sm"/>
              <a:tailEnd type="triangle" w="sm" len="sm"/>
            </a:ln>
            <a:effectLst/>
          </p:spPr>
        </p:cxnSp>
        <p:cxnSp>
          <p:nvCxnSpPr>
            <p:cNvPr id="146" name="直接连接符 145"/>
            <p:cNvCxnSpPr/>
            <p:nvPr>
              <p:custDataLst>
                <p:tags r:id="rId94"/>
              </p:custDataLst>
            </p:nvPr>
          </p:nvCxnSpPr>
          <p:spPr bwMode="auto">
            <a:xfrm flipH="1">
              <a:off x="8504" y="6066"/>
              <a:ext cx="17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sm" len="sm"/>
              <a:tailEnd type="triangle" w="sm" len="sm"/>
            </a:ln>
            <a:effectLst/>
          </p:spPr>
        </p:cxnSp>
        <p:sp>
          <p:nvSpPr>
            <p:cNvPr id="147" name="Text Box 191"/>
            <p:cNvSpPr txBox="1">
              <a:spLocks noChangeArrowheads="1"/>
            </p:cNvSpPr>
            <p:nvPr>
              <p:custDataLst>
                <p:tags r:id="rId95"/>
              </p:custDataLst>
            </p:nvPr>
          </p:nvSpPr>
          <p:spPr bwMode="auto">
            <a:xfrm>
              <a:off x="8674" y="5896"/>
              <a:ext cx="51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6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t</a:t>
              </a:r>
              <a:r>
                <a:rPr lang="en-US" sz="1600" b="1" baseline="-25000" dirty="0">
                  <a:solidFill>
                    <a:srgbClr val="C00000"/>
                  </a:solidFill>
                  <a:latin typeface="宋体" panose="02010600030101010101" pitchFamily="2" charset="-122"/>
                </a:rPr>
                <a:t>pHL</a:t>
              </a:r>
              <a:endParaRPr lang="en-US" altLang="en-US" sz="1600" b="1" baseline="-25000" dirty="0">
                <a:solidFill>
                  <a:srgbClr val="C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8" name="Text Box 191"/>
            <p:cNvSpPr txBox="1">
              <a:spLocks noChangeArrowheads="1"/>
            </p:cNvSpPr>
            <p:nvPr>
              <p:custDataLst>
                <p:tags r:id="rId96"/>
              </p:custDataLst>
            </p:nvPr>
          </p:nvSpPr>
          <p:spPr bwMode="auto">
            <a:xfrm>
              <a:off x="10148" y="5443"/>
              <a:ext cx="51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600" b="1" dirty="0" err="1">
                  <a:solidFill>
                    <a:srgbClr val="C00000"/>
                  </a:solidFill>
                  <a:latin typeface="宋体" panose="02010600030101010101" pitchFamily="2" charset="-122"/>
                </a:rPr>
                <a:t>t</a:t>
              </a:r>
              <a:r>
                <a:rPr lang="en-US" sz="1600" b="1" baseline="-25000" dirty="0" err="1">
                  <a:solidFill>
                    <a:srgbClr val="C00000"/>
                  </a:solidFill>
                  <a:latin typeface="宋体" panose="02010600030101010101" pitchFamily="2" charset="-122"/>
                </a:rPr>
                <a:t>pH</a:t>
              </a:r>
              <a:r>
                <a:rPr lang="en-US" altLang="zh-CN" sz="1600" b="1" baseline="-25000" dirty="0" err="1">
                  <a:solidFill>
                    <a:srgbClr val="C00000"/>
                  </a:solidFill>
                  <a:latin typeface="宋体" panose="02010600030101010101" pitchFamily="2" charset="-122"/>
                </a:rPr>
                <a:t>L</a:t>
              </a:r>
              <a:endParaRPr lang="en-US" altLang="en-US" sz="1600" b="1" baseline="-25000" dirty="0">
                <a:solidFill>
                  <a:srgbClr val="C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49" name="直接连接符 148"/>
            <p:cNvCxnSpPr/>
            <p:nvPr>
              <p:custDataLst>
                <p:tags r:id="rId97"/>
              </p:custDataLst>
            </p:nvPr>
          </p:nvCxnSpPr>
          <p:spPr bwMode="auto">
            <a:xfrm flipV="1">
              <a:off x="9354" y="5613"/>
              <a:ext cx="17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sm" len="sm"/>
              <a:tailEnd type="triangle" w="sm" len="sm"/>
            </a:ln>
            <a:effectLst/>
          </p:spPr>
        </p:cxnSp>
        <p:cxnSp>
          <p:nvCxnSpPr>
            <p:cNvPr id="150" name="直接连接符 149"/>
            <p:cNvCxnSpPr/>
            <p:nvPr>
              <p:custDataLst>
                <p:tags r:id="rId98"/>
              </p:custDataLst>
            </p:nvPr>
          </p:nvCxnSpPr>
          <p:spPr bwMode="auto">
            <a:xfrm flipH="1">
              <a:off x="9978" y="5613"/>
              <a:ext cx="17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sm" len="sm"/>
              <a:tailEnd type="triangle" w="sm" len="sm"/>
            </a:ln>
            <a:effectLst/>
          </p:spPr>
        </p:cxnSp>
        <p:cxnSp>
          <p:nvCxnSpPr>
            <p:cNvPr id="151" name="直接连接符 150"/>
            <p:cNvCxnSpPr/>
            <p:nvPr>
              <p:custDataLst>
                <p:tags r:id="rId99"/>
              </p:custDataLst>
            </p:nvPr>
          </p:nvCxnSpPr>
          <p:spPr bwMode="auto">
            <a:xfrm flipV="1">
              <a:off x="9354" y="6066"/>
              <a:ext cx="17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990099"/>
              </a:solidFill>
              <a:prstDash val="solid"/>
              <a:round/>
              <a:headEnd type="none" w="sm" len="sm"/>
              <a:tailEnd type="triangle" w="sm" len="sm"/>
            </a:ln>
            <a:effectLst/>
          </p:spPr>
        </p:cxnSp>
        <p:cxnSp>
          <p:nvCxnSpPr>
            <p:cNvPr id="152" name="直接连接符 151"/>
            <p:cNvCxnSpPr/>
            <p:nvPr>
              <p:custDataLst>
                <p:tags r:id="rId100"/>
              </p:custDataLst>
            </p:nvPr>
          </p:nvCxnSpPr>
          <p:spPr bwMode="auto">
            <a:xfrm flipH="1">
              <a:off x="9865" y="6066"/>
              <a:ext cx="17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990099"/>
              </a:solidFill>
              <a:prstDash val="solid"/>
              <a:round/>
              <a:headEnd type="none" w="sm" len="sm"/>
              <a:tailEnd type="triangle" w="sm" len="sm"/>
            </a:ln>
            <a:effectLst/>
          </p:spPr>
        </p:cxnSp>
        <p:sp>
          <p:nvSpPr>
            <p:cNvPr id="153" name="Text Box 191"/>
            <p:cNvSpPr txBox="1">
              <a:spLocks noChangeArrowheads="1"/>
            </p:cNvSpPr>
            <p:nvPr>
              <p:custDataLst>
                <p:tags r:id="rId101"/>
              </p:custDataLst>
            </p:nvPr>
          </p:nvSpPr>
          <p:spPr bwMode="auto">
            <a:xfrm>
              <a:off x="10035" y="5896"/>
              <a:ext cx="51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600" b="1" dirty="0" err="1">
                  <a:solidFill>
                    <a:srgbClr val="990099"/>
                  </a:solidFill>
                  <a:latin typeface="宋体" panose="02010600030101010101" pitchFamily="2" charset="-122"/>
                </a:rPr>
                <a:t>t</a:t>
              </a:r>
              <a:r>
                <a:rPr lang="en-US" sz="1600" b="1" baseline="-25000" dirty="0" err="1">
                  <a:solidFill>
                    <a:srgbClr val="990099"/>
                  </a:solidFill>
                  <a:latin typeface="宋体" panose="02010600030101010101" pitchFamily="2" charset="-122"/>
                </a:rPr>
                <a:t>pL</a:t>
              </a:r>
              <a:r>
                <a:rPr lang="en-US" altLang="zh-CN" sz="1600" b="1" baseline="-25000" dirty="0" err="1">
                  <a:solidFill>
                    <a:srgbClr val="990099"/>
                  </a:solidFill>
                  <a:latin typeface="宋体" panose="02010600030101010101" pitchFamily="2" charset="-122"/>
                </a:rPr>
                <a:t>H</a:t>
              </a:r>
              <a:endParaRPr lang="en-US" altLang="en-US" sz="1600" b="1" baseline="-25000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54" name="Text Box 191"/>
            <p:cNvSpPr txBox="1">
              <a:spLocks noChangeArrowheads="1"/>
            </p:cNvSpPr>
            <p:nvPr>
              <p:custDataLst>
                <p:tags r:id="rId102"/>
              </p:custDataLst>
            </p:nvPr>
          </p:nvSpPr>
          <p:spPr bwMode="auto">
            <a:xfrm>
              <a:off x="10009" y="4965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6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t</a:t>
              </a:r>
              <a:r>
                <a:rPr lang="en-US" sz="1600" b="1" baseline="-25000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w</a:t>
              </a:r>
              <a:endParaRPr lang="en-US" altLang="en-US" sz="1600" b="1" baseline="-25000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55" name="直接连接符 154"/>
            <p:cNvCxnSpPr/>
            <p:nvPr>
              <p:custDataLst>
                <p:tags r:id="rId103"/>
              </p:custDataLst>
            </p:nvPr>
          </p:nvCxnSpPr>
          <p:spPr bwMode="auto">
            <a:xfrm flipH="1">
              <a:off x="9524" y="5159"/>
              <a:ext cx="454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triangle" w="sm" len="sm"/>
            </a:ln>
            <a:effectLst/>
          </p:spPr>
        </p:cxnSp>
        <p:cxnSp>
          <p:nvCxnSpPr>
            <p:cNvPr id="156" name="直接连接符 155"/>
            <p:cNvCxnSpPr/>
            <p:nvPr>
              <p:custDataLst>
                <p:tags r:id="rId104"/>
              </p:custDataLst>
            </p:nvPr>
          </p:nvCxnSpPr>
          <p:spPr bwMode="auto">
            <a:xfrm flipV="1">
              <a:off x="10375" y="5159"/>
              <a:ext cx="454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triangle" w="sm" len="sm"/>
            </a:ln>
            <a:effectLst/>
          </p:spPr>
        </p:cxnSp>
      </p:grpSp>
      <p:grpSp>
        <p:nvGrpSpPr>
          <p:cNvPr id="157" name="组合 156"/>
          <p:cNvGrpSpPr/>
          <p:nvPr/>
        </p:nvGrpSpPr>
        <p:grpSpPr>
          <a:xfrm>
            <a:off x="2735580" y="1412776"/>
            <a:ext cx="2413000" cy="1188085"/>
            <a:chOff x="4082" y="1191"/>
            <a:chExt cx="3800" cy="1871"/>
          </a:xfrm>
        </p:grpSpPr>
        <p:sp>
          <p:nvSpPr>
            <p:cNvPr id="158" name="Text Box 191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4082" y="1985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C</a:t>
              </a:r>
            </a:p>
          </p:txBody>
        </p:sp>
        <p:cxnSp>
          <p:nvCxnSpPr>
            <p:cNvPr id="159" name="直接连接符 158"/>
            <p:cNvCxnSpPr/>
            <p:nvPr>
              <p:custDataLst>
                <p:tags r:id="rId15"/>
              </p:custDataLst>
            </p:nvPr>
          </p:nvCxnSpPr>
          <p:spPr bwMode="auto">
            <a:xfrm>
              <a:off x="6236" y="1533"/>
              <a:ext cx="0" cy="119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60" name="Text Box 191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7542" y="2325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Q</a:t>
              </a:r>
            </a:p>
          </p:txBody>
        </p:sp>
        <p:sp>
          <p:nvSpPr>
            <p:cNvPr id="161" name="Text Box 191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7542" y="1588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Q</a:t>
              </a:r>
            </a:p>
          </p:txBody>
        </p:sp>
        <p:cxnSp>
          <p:nvCxnSpPr>
            <p:cNvPr id="162" name="直接连接符 161"/>
            <p:cNvCxnSpPr/>
            <p:nvPr>
              <p:custDataLst>
                <p:tags r:id="rId18"/>
              </p:custDataLst>
            </p:nvPr>
          </p:nvCxnSpPr>
          <p:spPr bwMode="auto">
            <a:xfrm flipV="1">
              <a:off x="7625" y="2356"/>
              <a:ext cx="17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63" name="Text Box 191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4082" y="1362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D</a:t>
              </a:r>
            </a:p>
          </p:txBody>
        </p:sp>
        <p:grpSp>
          <p:nvGrpSpPr>
            <p:cNvPr id="164" name="组合 163"/>
            <p:cNvGrpSpPr/>
            <p:nvPr/>
          </p:nvGrpSpPr>
          <p:grpSpPr>
            <a:xfrm>
              <a:off x="6180" y="1532"/>
              <a:ext cx="1362" cy="1191"/>
              <a:chOff x="8334" y="3968"/>
              <a:chExt cx="1362" cy="1191"/>
            </a:xfrm>
          </p:grpSpPr>
          <p:cxnSp>
            <p:nvCxnSpPr>
              <p:cNvPr id="165" name="直接连接符 164"/>
              <p:cNvCxnSpPr/>
              <p:nvPr>
                <p:custDataLst>
                  <p:tags r:id="rId40"/>
                </p:custDataLst>
              </p:nvPr>
            </p:nvCxnSpPr>
            <p:spPr bwMode="auto">
              <a:xfrm>
                <a:off x="8504" y="4309"/>
                <a:ext cx="0" cy="17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66" name="直接连接符 165"/>
              <p:cNvCxnSpPr/>
              <p:nvPr>
                <p:custDataLst>
                  <p:tags r:id="rId41"/>
                </p:custDataLst>
              </p:nvPr>
            </p:nvCxnSpPr>
            <p:spPr bwMode="auto">
              <a:xfrm>
                <a:off x="9410" y="4194"/>
                <a:ext cx="0" cy="283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  <a:effectLst/>
            </p:spPr>
          </p:cxnSp>
          <p:cxnSp>
            <p:nvCxnSpPr>
              <p:cNvPr id="178" name="直接箭头连接符 177"/>
              <p:cNvCxnSpPr/>
              <p:nvPr>
                <p:custDataLst>
                  <p:tags r:id="rId42"/>
                </p:custDataLst>
              </p:nvPr>
            </p:nvCxnSpPr>
            <p:spPr bwMode="auto">
              <a:xfrm flipV="1">
                <a:off x="8504" y="4309"/>
                <a:ext cx="283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181" name="Text Box 36"/>
              <p:cNvSpPr txBox="1">
                <a:spLocks noChangeArrowheads="1"/>
              </p:cNvSpPr>
              <p:nvPr>
                <p:custDataLst>
                  <p:tags r:id="rId43"/>
                </p:custDataLst>
              </p:nvPr>
            </p:nvSpPr>
            <p:spPr bwMode="auto">
              <a:xfrm>
                <a:off x="8789" y="3968"/>
                <a:ext cx="340" cy="454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 font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cxnSp>
            <p:nvCxnSpPr>
              <p:cNvPr id="182" name="直接箭头连接符 181"/>
              <p:cNvCxnSpPr/>
              <p:nvPr>
                <p:custDataLst>
                  <p:tags r:id="rId44"/>
                </p:custDataLst>
              </p:nvPr>
            </p:nvCxnSpPr>
            <p:spPr bwMode="auto">
              <a:xfrm flipV="1">
                <a:off x="9242" y="4194"/>
                <a:ext cx="45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183" name="椭圆 182"/>
              <p:cNvSpPr/>
              <p:nvPr>
                <p:custDataLst>
                  <p:tags r:id="rId45"/>
                </p:custDataLst>
              </p:nvPr>
            </p:nvSpPr>
            <p:spPr>
              <a:xfrm>
                <a:off x="9127" y="4138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185" name="直接箭头连接符 184"/>
              <p:cNvCxnSpPr/>
              <p:nvPr>
                <p:custDataLst>
                  <p:tags r:id="rId46"/>
                </p:custDataLst>
              </p:nvPr>
            </p:nvCxnSpPr>
            <p:spPr bwMode="auto">
              <a:xfrm flipV="1">
                <a:off x="8504" y="4819"/>
                <a:ext cx="283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186" name="Text Box 36"/>
              <p:cNvSpPr txBox="1">
                <a:spLocks noChangeArrowheads="1"/>
              </p:cNvSpPr>
              <p:nvPr>
                <p:custDataLst>
                  <p:tags r:id="rId47"/>
                </p:custDataLst>
              </p:nvPr>
            </p:nvSpPr>
            <p:spPr bwMode="auto">
              <a:xfrm>
                <a:off x="8789" y="4705"/>
                <a:ext cx="340" cy="454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 fontAlgn="ctr">
                  <a:lnSpc>
                    <a:spcPct val="90000"/>
                  </a:lnSpc>
                </a:pPr>
                <a:r>
                  <a:rPr lang="en-US" altLang="zh-CN" sz="1600" b="1" dirty="0">
                    <a:latin typeface="宋体" panose="02010600030101010101" pitchFamily="2" charset="-122"/>
                    <a:sym typeface="+mn-ea"/>
                  </a:rPr>
                  <a:t>&amp;</a:t>
                </a:r>
                <a:endParaRPr lang="en-US" altLang="zh-CN" sz="1600" b="1" u="none" dirty="0">
                  <a:latin typeface="宋体" panose="02010600030101010101" pitchFamily="2" charset="-122"/>
                  <a:sym typeface="+mn-ea"/>
                </a:endParaRPr>
              </a:p>
            </p:txBody>
          </p:sp>
          <p:cxnSp>
            <p:nvCxnSpPr>
              <p:cNvPr id="188" name="直接箭头连接符 187"/>
              <p:cNvCxnSpPr/>
              <p:nvPr>
                <p:custDataLst>
                  <p:tags r:id="rId48"/>
                </p:custDataLst>
              </p:nvPr>
            </p:nvCxnSpPr>
            <p:spPr bwMode="auto">
              <a:xfrm flipV="1">
                <a:off x="9242" y="4931"/>
                <a:ext cx="45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189" name="椭圆 188"/>
              <p:cNvSpPr/>
              <p:nvPr>
                <p:custDataLst>
                  <p:tags r:id="rId49"/>
                </p:custDataLst>
              </p:nvPr>
            </p:nvSpPr>
            <p:spPr>
              <a:xfrm>
                <a:off x="9127" y="4875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190" name="直接连接符 189"/>
              <p:cNvCxnSpPr/>
              <p:nvPr>
                <p:custDataLst>
                  <p:tags r:id="rId50"/>
                </p:custDataLst>
              </p:nvPr>
            </p:nvCxnSpPr>
            <p:spPr bwMode="auto">
              <a:xfrm flipV="1">
                <a:off x="9410" y="4649"/>
                <a:ext cx="0" cy="283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  <a:effectLst/>
            </p:spPr>
          </p:cxnSp>
          <p:cxnSp>
            <p:nvCxnSpPr>
              <p:cNvPr id="193" name="直接连接符 192"/>
              <p:cNvCxnSpPr/>
              <p:nvPr>
                <p:custDataLst>
                  <p:tags r:id="rId51"/>
                </p:custDataLst>
              </p:nvPr>
            </p:nvCxnSpPr>
            <p:spPr bwMode="auto">
              <a:xfrm>
                <a:off x="8504" y="4649"/>
                <a:ext cx="0" cy="17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94" name="直接连接符 193"/>
              <p:cNvCxnSpPr/>
              <p:nvPr>
                <p:custDataLst>
                  <p:tags r:id="rId52"/>
                </p:custDataLst>
              </p:nvPr>
            </p:nvCxnSpPr>
            <p:spPr bwMode="auto">
              <a:xfrm flipH="1">
                <a:off x="8504" y="4479"/>
                <a:ext cx="907" cy="17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95" name="直接连接符 194"/>
              <p:cNvCxnSpPr/>
              <p:nvPr>
                <p:custDataLst>
                  <p:tags r:id="rId53"/>
                </p:custDataLst>
              </p:nvPr>
            </p:nvCxnSpPr>
            <p:spPr bwMode="auto">
              <a:xfrm flipH="1" flipV="1">
                <a:off x="8504" y="4479"/>
                <a:ext cx="907" cy="17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96" name="直接箭头连接符 195"/>
              <p:cNvCxnSpPr/>
              <p:nvPr>
                <p:custDataLst>
                  <p:tags r:id="rId54"/>
                </p:custDataLst>
              </p:nvPr>
            </p:nvCxnSpPr>
            <p:spPr bwMode="auto">
              <a:xfrm flipV="1">
                <a:off x="8447" y="4082"/>
                <a:ext cx="34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97" name="直接箭头连接符 196"/>
              <p:cNvCxnSpPr/>
              <p:nvPr>
                <p:custDataLst>
                  <p:tags r:id="rId55"/>
                </p:custDataLst>
              </p:nvPr>
            </p:nvCxnSpPr>
            <p:spPr bwMode="auto">
              <a:xfrm flipV="1">
                <a:off x="8334" y="5046"/>
                <a:ext cx="45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</p:grpSp>
        <p:sp>
          <p:nvSpPr>
            <p:cNvPr id="198" name="Text Box 36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4819" y="2552"/>
              <a:ext cx="340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 font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199" name="椭圆 198"/>
            <p:cNvSpPr/>
            <p:nvPr>
              <p:custDataLst>
                <p:tags r:id="rId21"/>
              </p:custDataLst>
            </p:nvPr>
          </p:nvSpPr>
          <p:spPr>
            <a:xfrm>
              <a:off x="5159" y="2665"/>
              <a:ext cx="113" cy="113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200" name="直接箭头连接符 199"/>
            <p:cNvCxnSpPr/>
            <p:nvPr>
              <p:custDataLst>
                <p:tags r:id="rId22"/>
              </p:custDataLst>
            </p:nvPr>
          </p:nvCxnSpPr>
          <p:spPr bwMode="auto">
            <a:xfrm flipV="1">
              <a:off x="4592" y="2722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01" name="直接连接符 200"/>
            <p:cNvCxnSpPr/>
            <p:nvPr>
              <p:custDataLst>
                <p:tags r:id="rId23"/>
              </p:custDataLst>
            </p:nvPr>
          </p:nvCxnSpPr>
          <p:spPr bwMode="auto">
            <a:xfrm>
              <a:off x="4592" y="1533"/>
              <a:ext cx="0" cy="1191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202" name="直接箭头连接符 201"/>
            <p:cNvCxnSpPr/>
            <p:nvPr>
              <p:custDataLst>
                <p:tags r:id="rId24"/>
              </p:custDataLst>
            </p:nvPr>
          </p:nvCxnSpPr>
          <p:spPr bwMode="auto">
            <a:xfrm flipV="1">
              <a:off x="4366" y="1534"/>
              <a:ext cx="90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04" name="直接箭头连接符 203"/>
            <p:cNvCxnSpPr/>
            <p:nvPr>
              <p:custDataLst>
                <p:tags r:id="rId25"/>
              </p:custDataLst>
            </p:nvPr>
          </p:nvCxnSpPr>
          <p:spPr bwMode="auto">
            <a:xfrm flipV="1">
              <a:off x="4366" y="2155"/>
              <a:ext cx="79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05" name="Text Box 191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5329" y="1191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R</a:t>
              </a:r>
            </a:p>
          </p:txBody>
        </p:sp>
        <p:sp>
          <p:nvSpPr>
            <p:cNvPr id="206" name="Text Box 191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5329" y="2722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S</a:t>
              </a:r>
            </a:p>
          </p:txBody>
        </p:sp>
        <p:grpSp>
          <p:nvGrpSpPr>
            <p:cNvPr id="207" name="组合 206"/>
            <p:cNvGrpSpPr/>
            <p:nvPr/>
          </p:nvGrpSpPr>
          <p:grpSpPr>
            <a:xfrm>
              <a:off x="5159" y="1419"/>
              <a:ext cx="1190" cy="1418"/>
              <a:chOff x="5159" y="1419"/>
              <a:chExt cx="1190" cy="1418"/>
            </a:xfrm>
          </p:grpSpPr>
          <p:sp>
            <p:nvSpPr>
              <p:cNvPr id="208" name="Text Box 36"/>
              <p:cNvSpPr txBox="1">
                <a:spLocks noChangeArrowheads="1"/>
              </p:cNvSpPr>
              <p:nvPr>
                <p:custDataLst>
                  <p:tags r:id="rId28"/>
                </p:custDataLst>
              </p:nvPr>
            </p:nvSpPr>
            <p:spPr bwMode="auto">
              <a:xfrm>
                <a:off x="5670" y="1419"/>
                <a:ext cx="340" cy="454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 font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cxnSp>
            <p:nvCxnSpPr>
              <p:cNvPr id="216" name="直接箭头连接符 215"/>
              <p:cNvCxnSpPr/>
              <p:nvPr>
                <p:custDataLst>
                  <p:tags r:id="rId29"/>
                </p:custDataLst>
              </p:nvPr>
            </p:nvCxnSpPr>
            <p:spPr bwMode="auto">
              <a:xfrm flipV="1">
                <a:off x="6123" y="1646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17" name="直接箭头连接符 216"/>
              <p:cNvCxnSpPr/>
              <p:nvPr>
                <p:custDataLst>
                  <p:tags r:id="rId30"/>
                </p:custDataLst>
              </p:nvPr>
            </p:nvCxnSpPr>
            <p:spPr bwMode="auto">
              <a:xfrm flipV="1">
                <a:off x="5272" y="1535"/>
                <a:ext cx="39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18" name="直接箭头连接符 217"/>
              <p:cNvCxnSpPr/>
              <p:nvPr>
                <p:custDataLst>
                  <p:tags r:id="rId31"/>
                </p:custDataLst>
              </p:nvPr>
            </p:nvCxnSpPr>
            <p:spPr bwMode="auto">
              <a:xfrm flipV="1">
                <a:off x="5443" y="1759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220" name="Text Box 36"/>
              <p:cNvSpPr txBox="1">
                <a:spLocks noChangeArrowheads="1"/>
              </p:cNvSpPr>
              <p:nvPr>
                <p:custDataLst>
                  <p:tags r:id="rId32"/>
                </p:custDataLst>
              </p:nvPr>
            </p:nvSpPr>
            <p:spPr bwMode="auto">
              <a:xfrm>
                <a:off x="5670" y="2383"/>
                <a:ext cx="340" cy="454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 font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cxnSp>
            <p:nvCxnSpPr>
              <p:cNvPr id="223" name="直接箭头连接符 222"/>
              <p:cNvCxnSpPr/>
              <p:nvPr>
                <p:custDataLst>
                  <p:tags r:id="rId33"/>
                </p:custDataLst>
              </p:nvPr>
            </p:nvCxnSpPr>
            <p:spPr bwMode="auto">
              <a:xfrm flipV="1">
                <a:off x="6123" y="2610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25" name="直接箭头连接符 224"/>
              <p:cNvCxnSpPr/>
              <p:nvPr>
                <p:custDataLst>
                  <p:tags r:id="rId34"/>
                </p:custDataLst>
              </p:nvPr>
            </p:nvCxnSpPr>
            <p:spPr bwMode="auto">
              <a:xfrm flipV="1">
                <a:off x="5443" y="2499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27" name="直接箭头连接符 226"/>
              <p:cNvCxnSpPr/>
              <p:nvPr>
                <p:custDataLst>
                  <p:tags r:id="rId35"/>
                </p:custDataLst>
              </p:nvPr>
            </p:nvCxnSpPr>
            <p:spPr bwMode="auto">
              <a:xfrm flipV="1">
                <a:off x="5272" y="2723"/>
                <a:ext cx="39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28" name="直接连接符 227"/>
              <p:cNvCxnSpPr/>
              <p:nvPr>
                <p:custDataLst>
                  <p:tags r:id="rId36"/>
                </p:custDataLst>
              </p:nvPr>
            </p:nvCxnSpPr>
            <p:spPr bwMode="auto">
              <a:xfrm>
                <a:off x="5443" y="1759"/>
                <a:ext cx="0" cy="737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29" name="直接箭头连接符 228"/>
              <p:cNvCxnSpPr/>
              <p:nvPr>
                <p:custDataLst>
                  <p:tags r:id="rId37"/>
                </p:custDataLst>
              </p:nvPr>
            </p:nvCxnSpPr>
            <p:spPr bwMode="auto">
              <a:xfrm flipV="1">
                <a:off x="5159" y="2156"/>
                <a:ext cx="283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  <a:effectLst/>
            </p:spPr>
          </p:cxnSp>
          <p:sp>
            <p:nvSpPr>
              <p:cNvPr id="233" name="椭圆 232"/>
              <p:cNvSpPr/>
              <p:nvPr>
                <p:custDataLst>
                  <p:tags r:id="rId38"/>
                </p:custDataLst>
              </p:nvPr>
            </p:nvSpPr>
            <p:spPr>
              <a:xfrm>
                <a:off x="6009" y="2551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4" name="椭圆 233"/>
              <p:cNvSpPr/>
              <p:nvPr>
                <p:custDataLst>
                  <p:tags r:id="rId39"/>
                </p:custDataLst>
              </p:nvPr>
            </p:nvSpPr>
            <p:spPr>
              <a:xfrm>
                <a:off x="6009" y="1587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7"/>
              <p:cNvSpPr txBox="1">
                <a:spLocks noChangeArrowhead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2473573" y="3861048"/>
                <a:ext cx="3822052" cy="74879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 marL="0" indent="0" eaLnBrk="1" latinLnBrk="0" hangingPunct="1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2200" b="1" spc="-50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次态</a:t>
                </a:r>
                <a:r>
                  <a:rPr lang="en-US" altLang="zh-CN" sz="2200" b="1" spc="-50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Q</a:t>
                </a:r>
                <a:r>
                  <a:rPr lang="en-US" altLang="zh-CN" sz="2200" b="1" spc="-50" baseline="30000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*</a:t>
                </a:r>
                <a:r>
                  <a:rPr lang="zh-CN" altLang="en-US" sz="2200" b="1" dirty="0">
                    <a:latin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2200" b="1" dirty="0">
                    <a:latin typeface="宋体" panose="02010600030101010101" pitchFamily="2" charset="-122"/>
                    <a:sym typeface="+mn-ea"/>
                  </a:rPr>
                  <a:t>C</a:t>
                </a:r>
                <a:r>
                  <a:rPr lang="en-US" altLang="zh-CN" sz="2200" b="1" dirty="0">
                    <a:solidFill>
                      <a:srgbClr val="000000"/>
                    </a:solidFill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•D+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2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2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C</m:t>
                        </m:r>
                      </m:e>
                    </m:acc>
                  </m:oMath>
                </a14:m>
                <a:r>
                  <a:rPr lang="en-US" altLang="zh-CN" sz="2200" b="1" dirty="0">
                    <a:solidFill>
                      <a:srgbClr val="000000"/>
                    </a:solidFill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•</a:t>
                </a:r>
                <a:r>
                  <a:rPr lang="en-US" altLang="zh-CN" sz="2200" b="1" dirty="0">
                    <a:latin typeface="宋体" panose="02010600030101010101" pitchFamily="2" charset="-122"/>
                    <a:sym typeface="+mn-ea"/>
                  </a:rPr>
                  <a:t>Q  </a:t>
                </a:r>
                <a:r>
                  <a:rPr lang="en-US" altLang="zh-CN" sz="1600" b="1" dirty="0">
                    <a:latin typeface="宋体" panose="02010600030101010101" pitchFamily="2" charset="-122"/>
                    <a:sym typeface="+mn-ea"/>
                  </a:rPr>
                  <a:t>(</a:t>
                </a:r>
                <a:r>
                  <a:rPr lang="zh-CN" altLang="en-US" sz="1600" b="1" dirty="0">
                    <a:latin typeface="宋体" panose="02010600030101010101" pitchFamily="2" charset="-122"/>
                    <a:sym typeface="+mn-ea"/>
                  </a:rPr>
                  <a:t>无约束条件</a:t>
                </a:r>
                <a:r>
                  <a:rPr lang="en-US" altLang="zh-CN" sz="1600" b="1" dirty="0">
                    <a:latin typeface="宋体" panose="02010600030101010101" pitchFamily="2" charset="-122"/>
                    <a:sym typeface="+mn-ea"/>
                  </a:rPr>
                  <a:t>) </a:t>
                </a:r>
              </a:p>
              <a:p>
                <a:pPr marL="0" indent="0" eaLnBrk="1" latinLnBrk="0" hangingPunct="1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400" b="1" spc="-50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</a:t>
                </a:r>
                <a:endParaRPr lang="en-US" altLang="zh-CN" sz="2200" b="1" spc="-50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endParaRPr>
              </a:p>
            </p:txBody>
          </p:sp>
        </mc:Choice>
        <mc:Fallback xmlns="">
          <p:sp>
            <p:nvSpPr>
              <p:cNvPr id="9" name="Text Box 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19"/>
                </p:custDataLst>
              </p:nvPr>
            </p:nvSpPr>
            <p:spPr bwMode="auto">
              <a:xfrm>
                <a:off x="2473573" y="3861048"/>
                <a:ext cx="3822052" cy="748795"/>
              </a:xfrm>
              <a:prstGeom prst="rect">
                <a:avLst/>
              </a:prstGeom>
              <a:blipFill>
                <a:blip r:embed="rId120"/>
                <a:stretch>
                  <a:fillRect l="-2073" t="-1626" r="-1754"/>
                </a:stretch>
              </a:blipFill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3" name="组合 42"/>
          <p:cNvGrpSpPr/>
          <p:nvPr/>
        </p:nvGrpSpPr>
        <p:grpSpPr>
          <a:xfrm>
            <a:off x="3294817" y="2808738"/>
            <a:ext cx="143921" cy="251755"/>
            <a:chOff x="14513" y="2665"/>
            <a:chExt cx="227" cy="396"/>
          </a:xfrm>
        </p:grpSpPr>
        <p:cxnSp>
          <p:nvCxnSpPr>
            <p:cNvPr id="40" name="直接箭头连接符 39"/>
            <p:cNvCxnSpPr/>
            <p:nvPr>
              <p:custDataLst>
                <p:tags r:id="rId12"/>
              </p:custDataLst>
            </p:nvPr>
          </p:nvCxnSpPr>
          <p:spPr bwMode="auto">
            <a:xfrm flipV="1">
              <a:off x="14513" y="2665"/>
              <a:ext cx="17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1" name="直接箭头连接符 40"/>
            <p:cNvCxnSpPr/>
            <p:nvPr>
              <p:custDataLst>
                <p:tags r:id="rId13"/>
              </p:custDataLst>
            </p:nvPr>
          </p:nvCxnSpPr>
          <p:spPr bwMode="auto">
            <a:xfrm flipV="1">
              <a:off x="14570" y="3061"/>
              <a:ext cx="17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243806" name="AutoShape 94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 rot="10800000">
            <a:off x="5076000" y="6524303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6" name="Text Box 7">
            <a:extLst>
              <a:ext uri="{FF2B5EF4-FFF2-40B4-BE49-F238E27FC236}">
                <a16:creationId xmlns:a16="http://schemas.microsoft.com/office/drawing/2014/main" id="{9BF89F05-AAEC-4CD5-AD3D-B9C9D1ED10A3}"/>
              </a:ext>
            </a:extLst>
          </p:cNvPr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2409304" y="4365104"/>
            <a:ext cx="6564516" cy="190270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90000" tIns="46800" rIns="90000" bIns="46800">
            <a:spAutoFit/>
          </a:bodyPr>
          <a:lstStyle/>
          <a:p>
            <a:pPr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假设</a:t>
            </a:r>
            <a:r>
              <a:rPr lang="en-US" altLang="en-US" sz="1800" b="1" dirty="0" err="1">
                <a:latin typeface="宋体" panose="02010600030101010101" pitchFamily="2" charset="-122"/>
                <a:sym typeface="+mn-ea"/>
              </a:rPr>
              <a:t>t</a:t>
            </a:r>
            <a:r>
              <a:rPr lang="en-US" altLang="en-US" sz="1800" b="1" baseline="-25000" dirty="0" err="1">
                <a:latin typeface="宋体" panose="02010600030101010101" pitchFamily="2" charset="-122"/>
                <a:sym typeface="+mn-ea"/>
              </a:rPr>
              <a:t>pd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为门延迟，</a:t>
            </a:r>
            <a:r>
              <a:rPr lang="en-US" altLang="zh-CN" sz="1800" b="1" dirty="0" err="1">
                <a:latin typeface="宋体" panose="02010600030101010101" pitchFamily="2" charset="-122"/>
                <a:sym typeface="+mn-ea"/>
              </a:rPr>
              <a:t>t</a:t>
            </a:r>
            <a:r>
              <a:rPr lang="en-US" altLang="zh-CN" sz="1800" b="1" baseline="-25000" dirty="0" err="1">
                <a:latin typeface="宋体" panose="02010600030101010101" pitchFamily="2" charset="-122"/>
                <a:sym typeface="+mn-ea"/>
              </a:rPr>
              <a:t>pLH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zh-CN" sz="1800" b="1" dirty="0" err="1">
                <a:latin typeface="宋体" panose="02010600030101010101" pitchFamily="2" charset="-122"/>
                <a:sym typeface="+mn-ea"/>
              </a:rPr>
              <a:t>t</a:t>
            </a:r>
            <a:r>
              <a:rPr lang="en-US" altLang="zh-CN" sz="1800" b="1" baseline="-25000" dirty="0" err="1">
                <a:latin typeface="宋体" panose="02010600030101010101" pitchFamily="2" charset="-122"/>
                <a:sym typeface="+mn-ea"/>
              </a:rPr>
              <a:t>pHL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为传输时延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err="1">
                <a:latin typeface="宋体" panose="02010600030101010101" pitchFamily="2" charset="-122"/>
                <a:sym typeface="+mn-ea"/>
              </a:rPr>
              <a:t>t</a:t>
            </a:r>
            <a:r>
              <a:rPr lang="en-US" altLang="zh-CN" sz="2200" b="1" baseline="-25000" dirty="0" err="1">
                <a:latin typeface="宋体" panose="02010600030101010101" pitchFamily="2" charset="-122"/>
                <a:sym typeface="+mn-ea"/>
              </a:rPr>
              <a:t>dpd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max(t</a:t>
            </a:r>
            <a:r>
              <a:rPr lang="en-US" altLang="zh-CN" sz="2200" b="1" baseline="-25000" dirty="0">
                <a:latin typeface="宋体" panose="02010600030101010101" pitchFamily="2" charset="-122"/>
                <a:sym typeface="+mn-ea"/>
              </a:rPr>
              <a:t>pLH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,t</a:t>
            </a:r>
            <a:r>
              <a:rPr lang="en-US" altLang="zh-CN" sz="2200" b="1" baseline="-25000" dirty="0">
                <a:latin typeface="宋体" panose="02010600030101010101" pitchFamily="2" charset="-122"/>
                <a:sym typeface="+mn-ea"/>
              </a:rPr>
              <a:t>pHL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)≥4t</a:t>
            </a:r>
            <a:r>
              <a:rPr lang="en-US" altLang="zh-CN" sz="2200" b="1" baseline="-25000" dirty="0">
                <a:latin typeface="宋体" panose="02010600030101010101" pitchFamily="2" charset="-122"/>
                <a:sym typeface="+mn-ea"/>
              </a:rPr>
              <a:t>pd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     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zh-CN" sz="1600" b="1" dirty="0">
                <a:latin typeface="宋体" panose="02010600030101010101" pitchFamily="2" charset="-122"/>
              </a:rPr>
              <a:t>不带控制端</a:t>
            </a:r>
            <a:r>
              <a:rPr lang="zh-CN" altLang="en-US" sz="1600" b="1" dirty="0">
                <a:latin typeface="宋体" panose="02010600030101010101" pitchFamily="2" charset="-122"/>
              </a:rPr>
              <a:t>时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≥3t</a:t>
            </a:r>
            <a:r>
              <a:rPr lang="en-US" altLang="zh-CN" sz="1600" b="1" baseline="-25000" dirty="0">
                <a:latin typeface="宋体" panose="02010600030101010101" pitchFamily="2" charset="-122"/>
                <a:sym typeface="+mn-ea"/>
              </a:rPr>
              <a:t>pd</a:t>
            </a:r>
            <a:endParaRPr lang="en-US" altLang="zh-CN" sz="22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1800" b="1" dirty="0">
                <a:latin typeface="宋体" panose="02010600030101010101" pitchFamily="2" charset="-122"/>
              </a:rPr>
              <a:t>  ∵D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1800" b="1" dirty="0">
                <a:latin typeface="宋体" panose="02010600030101010101" pitchFamily="2" charset="-122"/>
              </a:rPr>
              <a:t>1</a:t>
            </a:r>
            <a:r>
              <a:rPr lang="zh-CN" altLang="en-US" sz="1800" b="1" dirty="0">
                <a:latin typeface="宋体" panose="02010600030101010101" pitchFamily="2" charset="-122"/>
              </a:rPr>
              <a:t>时</a:t>
            </a:r>
            <a:r>
              <a:rPr lang="en-US" altLang="zh-CN" sz="1800" b="1" dirty="0" err="1">
                <a:latin typeface="宋体" panose="02010600030101010101" pitchFamily="2" charset="-122"/>
              </a:rPr>
              <a:t>t</a:t>
            </a:r>
            <a:r>
              <a:rPr lang="en-US" altLang="zh-CN" sz="1800" b="1" baseline="-25000" dirty="0" err="1">
                <a:latin typeface="宋体" panose="02010600030101010101" pitchFamily="2" charset="-122"/>
              </a:rPr>
              <a:t>pLH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2t</a:t>
            </a:r>
            <a:r>
              <a:rPr lang="en-US" altLang="zh-CN" sz="1800" b="1" baseline="-25000" dirty="0">
                <a:latin typeface="宋体" panose="02010600030101010101" pitchFamily="2" charset="-122"/>
                <a:sym typeface="+mn-ea"/>
              </a:rPr>
              <a:t>pd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1800" b="1" dirty="0" err="1">
                <a:latin typeface="宋体" panose="02010600030101010101" pitchFamily="2" charset="-122"/>
                <a:sym typeface="+mn-ea"/>
              </a:rPr>
              <a:t>t</a:t>
            </a:r>
            <a:r>
              <a:rPr lang="en-US" altLang="zh-CN" sz="1800" b="1" baseline="-25000" dirty="0" err="1">
                <a:latin typeface="宋体" panose="02010600030101010101" pitchFamily="2" charset="-122"/>
                <a:sym typeface="+mn-ea"/>
              </a:rPr>
              <a:t>pHL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2t</a:t>
            </a:r>
            <a:r>
              <a:rPr lang="en-US" altLang="zh-CN" sz="1800" b="1" baseline="-25000" dirty="0">
                <a:latin typeface="宋体" panose="02010600030101010101" pitchFamily="2" charset="-122"/>
                <a:sym typeface="+mn-ea"/>
              </a:rPr>
              <a:t>pd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+1t</a:t>
            </a:r>
            <a:r>
              <a:rPr lang="en-US" altLang="zh-CN" sz="1800" b="1" baseline="-25000" dirty="0">
                <a:latin typeface="宋体" panose="02010600030101010101" pitchFamily="2" charset="-122"/>
                <a:sym typeface="+mn-ea"/>
              </a:rPr>
              <a:t>pd</a:t>
            </a:r>
            <a:endParaRPr lang="en-US" altLang="zh-CN" sz="1800" b="1" dirty="0">
              <a:latin typeface="宋体" panose="02010600030101010101" pitchFamily="2" charset="-122"/>
              <a:sym typeface="+mn-ea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   D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0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时</a:t>
            </a:r>
            <a:r>
              <a:rPr lang="en-US" altLang="zh-CN" sz="1800" b="1" dirty="0" err="1">
                <a:latin typeface="宋体" panose="02010600030101010101" pitchFamily="2" charset="-122"/>
                <a:sym typeface="+mn-ea"/>
              </a:rPr>
              <a:t>t</a:t>
            </a:r>
            <a:r>
              <a:rPr lang="en-US" altLang="zh-CN" sz="1800" b="1" baseline="-25000" dirty="0" err="1">
                <a:latin typeface="宋体" panose="02010600030101010101" pitchFamily="2" charset="-122"/>
                <a:sym typeface="+mn-ea"/>
              </a:rPr>
              <a:t>pLH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3t</a:t>
            </a:r>
            <a:r>
              <a:rPr lang="en-US" altLang="zh-CN" sz="1800" b="1" baseline="-25000" dirty="0">
                <a:latin typeface="宋体" panose="02010600030101010101" pitchFamily="2" charset="-122"/>
                <a:sym typeface="+mn-ea"/>
              </a:rPr>
              <a:t>pd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1800" b="1" dirty="0" err="1">
                <a:latin typeface="宋体" panose="02010600030101010101" pitchFamily="2" charset="-122"/>
                <a:sym typeface="+mn-ea"/>
              </a:rPr>
              <a:t>t</a:t>
            </a:r>
            <a:r>
              <a:rPr lang="en-US" altLang="zh-CN" sz="1800" b="1" baseline="-25000" dirty="0" err="1">
                <a:latin typeface="宋体" panose="02010600030101010101" pitchFamily="2" charset="-122"/>
                <a:sym typeface="+mn-ea"/>
              </a:rPr>
              <a:t>pHL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3t</a:t>
            </a:r>
            <a:r>
              <a:rPr lang="en-US" altLang="zh-CN" sz="1800" b="1" baseline="-25000" dirty="0">
                <a:latin typeface="宋体" panose="02010600030101010101" pitchFamily="2" charset="-122"/>
                <a:sym typeface="+mn-ea"/>
              </a:rPr>
              <a:t>pd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+1t</a:t>
            </a:r>
            <a:r>
              <a:rPr lang="en-US" altLang="zh-CN" sz="1800" b="1" baseline="-25000" dirty="0">
                <a:latin typeface="宋体" panose="02010600030101010101" pitchFamily="2" charset="-122"/>
                <a:sym typeface="+mn-ea"/>
              </a:rPr>
              <a:t>pd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 err="1">
                <a:latin typeface="宋体" panose="02010600030101010101" pitchFamily="2" charset="-122"/>
                <a:sym typeface="+mn-ea"/>
              </a:rPr>
              <a:t>t</a:t>
            </a:r>
            <a:r>
              <a:rPr lang="en-US" altLang="zh-CN" sz="2200" b="1" baseline="-25000" dirty="0" err="1">
                <a:latin typeface="宋体" panose="02010600030101010101" pitchFamily="2" charset="-122"/>
                <a:sym typeface="+mn-ea"/>
              </a:rPr>
              <a:t>lpd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2t</a:t>
            </a:r>
            <a:r>
              <a:rPr lang="en-US" altLang="zh-CN" sz="2200" b="1" baseline="-25000" dirty="0">
                <a:latin typeface="宋体" panose="02010600030101010101" pitchFamily="2" charset="-122"/>
                <a:sym typeface="+mn-ea"/>
              </a:rPr>
              <a:t>pd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信号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C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穿过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2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个与非门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 </a:t>
            </a:r>
          </a:p>
        </p:txBody>
      </p:sp>
      <p:sp>
        <p:nvSpPr>
          <p:cNvPr id="177" name="AutoShape 338">
            <a:extLst>
              <a:ext uri="{FF2B5EF4-FFF2-40B4-BE49-F238E27FC236}">
                <a16:creationId xmlns:a16="http://schemas.microsoft.com/office/drawing/2014/main" id="{2B77DBC4-33B9-4857-9360-D5748B5A6653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6876256" y="5445224"/>
            <a:ext cx="1260000" cy="252000"/>
          </a:xfrm>
          <a:prstGeom prst="borderCallout2">
            <a:avLst>
              <a:gd name="adj1" fmla="val 52138"/>
              <a:gd name="adj2" fmla="val 500"/>
              <a:gd name="adj3" fmla="val 53712"/>
              <a:gd name="adj4" fmla="val -17554"/>
              <a:gd name="adj5" fmla="val -303"/>
              <a:gd name="adj6" fmla="val -39348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 anchorCtr="0"/>
          <a:lstStyle/>
          <a:p>
            <a:pPr algn="ctr">
              <a:lnSpc>
                <a:spcPct val="90000"/>
              </a:lnSpc>
            </a:pPr>
            <a:r>
              <a:rPr lang="en-US" altLang="zh-CN" sz="1600" b="1" u="none" dirty="0">
                <a:latin typeface="宋体" panose="02010600030101010101" pitchFamily="2" charset="-122"/>
              </a:rPr>
              <a:t>Q=1</a:t>
            </a:r>
            <a:r>
              <a:rPr lang="zh-CN" altLang="en-US" sz="1600" b="1" u="none" dirty="0">
                <a:latin typeface="宋体" panose="02010600030101010101" pitchFamily="2" charset="-122"/>
              </a:rPr>
              <a:t>后的与非</a:t>
            </a:r>
            <a:endParaRPr lang="en-US" altLang="zh-CN" sz="1600" b="1" u="none" dirty="0">
              <a:latin typeface="宋体" panose="02010600030101010101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17872899-ECC3-4B71-98A6-526B8AAF8475}"/>
              </a:ext>
            </a:extLst>
          </p:cNvPr>
          <p:cNvGrpSpPr/>
          <p:nvPr/>
        </p:nvGrpSpPr>
        <p:grpSpPr>
          <a:xfrm>
            <a:off x="6480352" y="6021288"/>
            <a:ext cx="1260000" cy="252000"/>
            <a:chOff x="7056416" y="5193224"/>
            <a:chExt cx="1260000" cy="252000"/>
          </a:xfrm>
        </p:grpSpPr>
        <p:sp>
          <p:nvSpPr>
            <p:cNvPr id="180" name="AutoShape 338">
              <a:extLst>
                <a:ext uri="{FF2B5EF4-FFF2-40B4-BE49-F238E27FC236}">
                  <a16:creationId xmlns:a16="http://schemas.microsoft.com/office/drawing/2014/main" id="{A12199C0-B2E0-4174-A764-B07E842A35F2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 bwMode="auto">
            <a:xfrm>
              <a:off x="7056416" y="5193224"/>
              <a:ext cx="1260000" cy="252000"/>
            </a:xfrm>
            <a:prstGeom prst="borderCallout2">
              <a:avLst>
                <a:gd name="adj1" fmla="val 52138"/>
                <a:gd name="adj2" fmla="val 500"/>
                <a:gd name="adj3" fmla="val 53712"/>
                <a:gd name="adj4" fmla="val -17554"/>
                <a:gd name="adj5" fmla="val -74132"/>
                <a:gd name="adj6" fmla="val -32611"/>
              </a:avLst>
            </a:prstGeom>
            <a:noFill/>
            <a:ln w="12700">
              <a:solidFill>
                <a:srgbClr val="0070C0"/>
              </a:solidFill>
              <a:prstDash val="sysDash"/>
              <a:miter lim="800000"/>
              <a:tailEnd type="triangle" w="med" len="med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Q=1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后的与非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184" name="直接连接符 183">
              <a:extLst>
                <a:ext uri="{FF2B5EF4-FFF2-40B4-BE49-F238E27FC236}">
                  <a16:creationId xmlns:a16="http://schemas.microsoft.com/office/drawing/2014/main" id="{31201CD3-A81F-47DF-8358-CCC3FAA684AE}"/>
                </a:ext>
              </a:extLst>
            </p:cNvPr>
            <p:cNvCxnSpPr/>
            <p:nvPr>
              <p:custDataLst>
                <p:tags r:id="rId11"/>
              </p:custDataLst>
            </p:nvPr>
          </p:nvCxnSpPr>
          <p:spPr bwMode="auto">
            <a:xfrm flipV="1">
              <a:off x="7125017" y="5229200"/>
              <a:ext cx="97155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3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437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6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5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1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" grpId="0" bldLvl="0" animBg="1"/>
      <p:bldP spid="177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 Box 7"/>
          <p:cNvSpPr txBox="1">
            <a:spLocks noChangeArrowheads="1"/>
          </p:cNvSpPr>
          <p:nvPr/>
        </p:nvSpPr>
        <p:spPr bwMode="auto">
          <a:xfrm>
            <a:off x="179070" y="323850"/>
            <a:ext cx="3964940" cy="625382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*D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触发器：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边沿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触发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结构及逻辑符号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存储原理：</a:t>
            </a: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功能表示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功能表：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特征方程：</a:t>
            </a: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时序图：</a:t>
            </a: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21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延迟分析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使用要求：</a:t>
            </a:r>
          </a:p>
        </p:txBody>
      </p:sp>
      <p:sp>
        <p:nvSpPr>
          <p:cNvPr id="243719" name="Text Box 7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464374" y="724535"/>
            <a:ext cx="7676922" cy="58049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       </a:t>
            </a:r>
            <a:r>
              <a:rPr lang="zh-CN" altLang="zh-CN" sz="2200" b="1" dirty="0">
                <a:latin typeface="宋体" panose="02010600030101010101" pitchFamily="2" charset="-122"/>
                <a:sym typeface="+mn-ea"/>
              </a:rPr>
              <a:t>结构</a:t>
            </a:r>
            <a:r>
              <a:rPr lang="zh-CN" sz="2200" b="1" dirty="0">
                <a:latin typeface="宋体" panose="02010600030101010101" pitchFamily="2" charset="-122"/>
                <a:sym typeface="+mn-ea"/>
              </a:rPr>
              <a:t>有</a:t>
            </a:r>
            <a:r>
              <a:rPr lang="zh-CN" sz="2200" b="1" u="sng" dirty="0">
                <a:latin typeface="宋体" panose="02010600030101010101" pitchFamily="2" charset="-122"/>
                <a:sym typeface="+mn-ea"/>
              </a:rPr>
              <a:t>多种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主从式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维持阻塞式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边沿式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</a:t>
            </a:r>
            <a:endParaRPr lang="zh-CN" altLang="en-US" sz="2200" b="1" dirty="0"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CP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上升沿时，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主锁存器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锁存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结束写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从锁存器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开始写</a:t>
            </a: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次态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Q</a:t>
            </a:r>
            <a:r>
              <a:rPr lang="en-US" altLang="zh-CN" sz="2200" b="1" baseline="30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*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>
                <a:solidFill>
                  <a:srgbClr val="000000"/>
                </a:solidFill>
                <a:latin typeface="宋体" panose="02010600030101010101" pitchFamily="2" charset="-122"/>
                <a:cs typeface="Cambria Math" panose="02040503050406030204" pitchFamily="18" charset="0"/>
                <a:sym typeface="+mn-ea"/>
              </a:rPr>
              <a:t>D</a:t>
            </a: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rgbClr val="000000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rgbClr val="000000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rgbClr val="0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en-US" altLang="zh-CN" sz="2200" b="1" dirty="0" err="1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en-US" altLang="zh-CN" sz="2200" b="1" baseline="-25000" dirty="0" err="1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CQ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1t</a:t>
            </a:r>
            <a:r>
              <a:rPr lang="en-US" altLang="zh-CN" sz="2200" b="1" baseline="-25000" dirty="0">
                <a:latin typeface="宋体" panose="02010600030101010101" pitchFamily="2" charset="-122"/>
                <a:sym typeface="+mn-ea"/>
              </a:rPr>
              <a:t>pd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+</a:t>
            </a:r>
            <a:r>
              <a:rPr lang="en-US" sz="2200" b="1" dirty="0">
                <a:uFillTx/>
                <a:latin typeface="宋体" panose="02010600030101010101" pitchFamily="2" charset="-122"/>
                <a:sym typeface="+mn-ea"/>
              </a:rPr>
              <a:t>t</a:t>
            </a:r>
            <a:r>
              <a:rPr lang="zh-CN" altLang="en-US" sz="2200" b="1" baseline="-25000" dirty="0">
                <a:uFillTx/>
                <a:latin typeface="宋体" panose="02010600030101010101" pitchFamily="2" charset="-122"/>
                <a:sym typeface="+mn-ea"/>
              </a:rPr>
              <a:t>主</a:t>
            </a:r>
            <a:r>
              <a:rPr lang="en-US" altLang="zh-CN" sz="2200" b="1" baseline="-25000" dirty="0" err="1">
                <a:uFillTx/>
                <a:latin typeface="宋体" panose="02010600030101010101" pitchFamily="2" charset="-122"/>
                <a:sym typeface="+mn-ea"/>
              </a:rPr>
              <a:t>lpd</a:t>
            </a:r>
            <a:r>
              <a:rPr lang="en-US" altLang="zh-CN" sz="2200" b="1" dirty="0" err="1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+t</a:t>
            </a:r>
            <a:r>
              <a:rPr lang="zh-CN" altLang="en-US" sz="2200" b="1" baseline="-25000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从</a:t>
            </a:r>
            <a:r>
              <a:rPr lang="en-US" altLang="zh-CN" sz="2200" b="1" baseline="-25000" dirty="0" err="1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dpd</a:t>
            </a:r>
            <a:r>
              <a:rPr lang="zh-CN" altLang="en-US" sz="2200" b="1" dirty="0"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endParaRPr lang="en-US" altLang="zh-CN" sz="2200" b="1" dirty="0">
              <a:uFillTx/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 </a:t>
            </a:r>
            <a:r>
              <a:rPr lang="en-US" altLang="zh-CN" sz="2200" b="1" dirty="0">
                <a:uFillTx/>
                <a:latin typeface="宋体" panose="02010600030101010101" pitchFamily="2" charset="-122"/>
                <a:sym typeface="+mn-ea"/>
              </a:rPr>
              <a:t>t</a:t>
            </a:r>
            <a:r>
              <a:rPr lang="en-US" altLang="zh-CN" sz="2200" b="1" baseline="-25000" dirty="0">
                <a:uFillTx/>
                <a:latin typeface="宋体" panose="02010600030101010101" pitchFamily="2" charset="-122"/>
                <a:sym typeface="+mn-ea"/>
              </a:rPr>
              <a:t>setup</a:t>
            </a:r>
            <a:r>
              <a:rPr lang="en-US" altLang="zh-CN" sz="2200" b="1" dirty="0">
                <a:uFillTx/>
                <a:latin typeface="宋体" panose="02010600030101010101" pitchFamily="2" charset="-122"/>
                <a:sym typeface="+mn-ea"/>
              </a:rPr>
              <a:t>≥1</a:t>
            </a:r>
            <a:r>
              <a:rPr lang="en-US" sz="2200" b="1" dirty="0">
                <a:uFillTx/>
                <a:latin typeface="宋体" panose="02010600030101010101" pitchFamily="2" charset="-122"/>
                <a:sym typeface="+mn-ea"/>
              </a:rPr>
              <a:t>t</a:t>
            </a:r>
            <a:r>
              <a:rPr lang="en-US" altLang="zh-CN" sz="2200" b="1" baseline="-25000" dirty="0">
                <a:uFillTx/>
                <a:latin typeface="宋体" panose="02010600030101010101" pitchFamily="2" charset="-122"/>
                <a:sym typeface="+mn-ea"/>
              </a:rPr>
              <a:t>pd</a:t>
            </a:r>
            <a:r>
              <a:rPr lang="en-US" altLang="zh-CN" sz="2200" b="1" dirty="0"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+</a:t>
            </a:r>
            <a:r>
              <a:rPr lang="en-US" sz="2200" b="1" dirty="0">
                <a:uFillTx/>
                <a:latin typeface="宋体" panose="02010600030101010101" pitchFamily="2" charset="-122"/>
                <a:sym typeface="+mn-ea"/>
              </a:rPr>
              <a:t>t</a:t>
            </a:r>
            <a:r>
              <a:rPr lang="zh-CN" altLang="en-US" sz="2200" b="1" baseline="-25000" dirty="0">
                <a:uFillTx/>
                <a:latin typeface="宋体" panose="02010600030101010101" pitchFamily="2" charset="-122"/>
                <a:sym typeface="+mn-ea"/>
              </a:rPr>
              <a:t>主</a:t>
            </a:r>
            <a:r>
              <a:rPr lang="en-US" altLang="zh-CN" sz="2200" b="1" baseline="-25000" dirty="0" err="1">
                <a:uFillTx/>
                <a:latin typeface="宋体" panose="02010600030101010101" pitchFamily="2" charset="-122"/>
                <a:sym typeface="+mn-ea"/>
              </a:rPr>
              <a:t>dpd</a:t>
            </a:r>
            <a:r>
              <a:rPr lang="en-US" altLang="zh-CN" sz="2200" b="1" baseline="-25000" dirty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保证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D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已写入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uFillTx/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2200" b="1" dirty="0" err="1">
                <a:latin typeface="宋体" panose="02010600030101010101" pitchFamily="2" charset="-122"/>
                <a:sym typeface="+mn-ea"/>
              </a:rPr>
              <a:t>t</a:t>
            </a:r>
            <a:r>
              <a:rPr lang="en-US" altLang="zh-CN" sz="2200" b="1" baseline="-25000" dirty="0" err="1">
                <a:latin typeface="宋体" panose="02010600030101010101" pitchFamily="2" charset="-122"/>
                <a:sym typeface="+mn-ea"/>
              </a:rPr>
              <a:t>hold</a:t>
            </a:r>
            <a:r>
              <a:rPr lang="en-US" altLang="zh-CN" sz="2200" b="1" dirty="0" err="1">
                <a:latin typeface="宋体" panose="02010600030101010101" pitchFamily="2" charset="-122"/>
                <a:sym typeface="+mn-ea"/>
              </a:rPr>
              <a:t>≥</a:t>
            </a:r>
            <a:r>
              <a:rPr lang="en-US" altLang="zh-CN" sz="2200" b="1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zh-CN" altLang="en-US" sz="2200" b="1" baseline="-25000" dirty="0">
                <a:latin typeface="宋体" panose="02010600030101010101" pitchFamily="2" charset="-122"/>
                <a:sym typeface="+mn-ea"/>
              </a:rPr>
              <a:t>主</a:t>
            </a:r>
            <a:r>
              <a:rPr lang="en-US" altLang="zh-CN" sz="2200" b="1" baseline="-25000" dirty="0" err="1">
                <a:latin typeface="宋体" panose="02010600030101010101" pitchFamily="2" charset="-122"/>
                <a:sym typeface="+mn-ea"/>
              </a:rPr>
              <a:t>lpd</a:t>
            </a:r>
            <a:r>
              <a:rPr lang="en-US" altLang="zh-CN" sz="1600" b="1" baseline="-25000" dirty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保证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QM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已锁存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baseline="-250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D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在</a:t>
            </a:r>
            <a:r>
              <a:rPr lang="en-US" altLang="zh-CN" sz="22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en-US" altLang="zh-CN" sz="2200" b="1" baseline="-25000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setup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及</a:t>
            </a:r>
            <a:r>
              <a:rPr lang="en-US" altLang="zh-CN" sz="22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en-US" altLang="zh-CN" sz="2200" b="1" baseline="-25000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hold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期间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应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保持不变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</a:p>
        </p:txBody>
      </p:sp>
      <p:grpSp>
        <p:nvGrpSpPr>
          <p:cNvPr id="217" name="组合 216"/>
          <p:cNvGrpSpPr/>
          <p:nvPr/>
        </p:nvGrpSpPr>
        <p:grpSpPr>
          <a:xfrm>
            <a:off x="5007865" y="3861048"/>
            <a:ext cx="2156423" cy="1299210"/>
            <a:chOff x="7483" y="6180"/>
            <a:chExt cx="3396" cy="2046"/>
          </a:xfrm>
        </p:grpSpPr>
        <p:sp>
          <p:nvSpPr>
            <p:cNvPr id="214" name="椭圆 213"/>
            <p:cNvSpPr/>
            <p:nvPr>
              <p:custDataLst>
                <p:tags r:id="rId138"/>
              </p:custDataLst>
            </p:nvPr>
          </p:nvSpPr>
          <p:spPr>
            <a:xfrm>
              <a:off x="7483" y="6180"/>
              <a:ext cx="567" cy="1417"/>
            </a:xfrm>
            <a:prstGeom prst="ellipse">
              <a:avLst/>
            </a:prstGeom>
            <a:solidFill>
              <a:srgbClr val="CCFFFF"/>
            </a:solidFill>
            <a:ln w="9525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15" name="Text Box 191"/>
            <p:cNvSpPr txBox="1">
              <a:spLocks noChangeArrowheads="1"/>
            </p:cNvSpPr>
            <p:nvPr>
              <p:custDataLst>
                <p:tags r:id="rId139"/>
              </p:custDataLst>
            </p:nvPr>
          </p:nvSpPr>
          <p:spPr bwMode="auto">
            <a:xfrm>
              <a:off x="9178" y="7886"/>
              <a:ext cx="1701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输出不确定</a:t>
              </a:r>
              <a:endParaRPr lang="en-US" altLang="zh-CN" sz="1600" b="1" baseline="-25000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endParaRPr>
            </a:p>
          </p:txBody>
        </p:sp>
        <p:cxnSp>
          <p:nvCxnSpPr>
            <p:cNvPr id="216" name="直接连接符 215"/>
            <p:cNvCxnSpPr/>
            <p:nvPr>
              <p:custDataLst>
                <p:tags r:id="rId140"/>
              </p:custDataLst>
            </p:nvPr>
          </p:nvCxnSpPr>
          <p:spPr bwMode="auto">
            <a:xfrm flipH="1" flipV="1">
              <a:off x="7880" y="7540"/>
              <a:ext cx="1304" cy="51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FF3399"/>
              </a:solidFill>
              <a:prstDash val="sysDash"/>
              <a:round/>
              <a:headEnd type="none" w="sm" len="sm"/>
              <a:tailEnd type="triangle" w="med" len="med"/>
            </a:ln>
            <a:effectLst/>
          </p:spPr>
        </p:cxn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7</a:t>
            </a:fld>
            <a:endParaRPr lang="en-US" altLang="zh-CN"/>
          </a:p>
        </p:txBody>
      </p:sp>
      <p:grpSp>
        <p:nvGrpSpPr>
          <p:cNvPr id="79" name="组合 78"/>
          <p:cNvGrpSpPr/>
          <p:nvPr/>
        </p:nvGrpSpPr>
        <p:grpSpPr>
          <a:xfrm>
            <a:off x="1726339" y="1124744"/>
            <a:ext cx="3097530" cy="900430"/>
            <a:chOff x="3401" y="7200"/>
            <a:chExt cx="4878" cy="1418"/>
          </a:xfrm>
        </p:grpSpPr>
        <p:grpSp>
          <p:nvGrpSpPr>
            <p:cNvPr id="4" name="组合 3"/>
            <p:cNvGrpSpPr/>
            <p:nvPr/>
          </p:nvGrpSpPr>
          <p:grpSpPr>
            <a:xfrm>
              <a:off x="4876" y="7370"/>
              <a:ext cx="1360" cy="794"/>
              <a:chOff x="8731" y="2154"/>
              <a:chExt cx="1360" cy="794"/>
            </a:xfrm>
          </p:grpSpPr>
          <p:sp>
            <p:nvSpPr>
              <p:cNvPr id="43" name="Text Box 36"/>
              <p:cNvSpPr txBox="1">
                <a:spLocks noChangeArrowheads="1"/>
              </p:cNvSpPr>
              <p:nvPr>
                <p:custDataLst>
                  <p:tags r:id="rId131"/>
                </p:custDataLst>
              </p:nvPr>
            </p:nvSpPr>
            <p:spPr bwMode="auto">
              <a:xfrm>
                <a:off x="8957" y="2154"/>
                <a:ext cx="907" cy="794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horz" wrap="square" lIns="10795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D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</a:rPr>
                  <a:t> 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</a:t>
                </a:r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latin typeface="宋体" panose="02010600030101010101" pitchFamily="2" charset="-122"/>
                    <a:sym typeface="+mn-ea"/>
                  </a:rPr>
                  <a:t>C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 </a:t>
                </a:r>
                <a:r>
                  <a:rPr lang="en-US" altLang="zh-CN" sz="1600" b="1" dirty="0">
                    <a:latin typeface="宋体" panose="02010600030101010101" pitchFamily="2" charset="-122"/>
                    <a:sym typeface="+mn-ea"/>
                  </a:rPr>
                  <a:t>Q</a:t>
                </a:r>
                <a:endParaRPr lang="en-US" altLang="zh-CN" sz="1600" b="1" u="none" dirty="0">
                  <a:latin typeface="宋体" panose="02010600030101010101" pitchFamily="2" charset="-122"/>
                  <a:sym typeface="+mn-ea"/>
                </a:endParaRPr>
              </a:p>
            </p:txBody>
          </p:sp>
          <p:cxnSp>
            <p:nvCxnSpPr>
              <p:cNvPr id="44" name="直接箭头连接符 43"/>
              <p:cNvCxnSpPr/>
              <p:nvPr>
                <p:custDataLst>
                  <p:tags r:id="rId132"/>
                </p:custDataLst>
              </p:nvPr>
            </p:nvCxnSpPr>
            <p:spPr bwMode="auto">
              <a:xfrm flipV="1">
                <a:off x="8731" y="2324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45" name="直接箭头连接符 44"/>
              <p:cNvCxnSpPr/>
              <p:nvPr>
                <p:custDataLst>
                  <p:tags r:id="rId133"/>
                </p:custDataLst>
              </p:nvPr>
            </p:nvCxnSpPr>
            <p:spPr bwMode="auto">
              <a:xfrm flipV="1">
                <a:off x="8731" y="2721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46" name="直接箭头连接符 45"/>
              <p:cNvCxnSpPr/>
              <p:nvPr>
                <p:custDataLst>
                  <p:tags r:id="rId134"/>
                </p:custDataLst>
              </p:nvPr>
            </p:nvCxnSpPr>
            <p:spPr bwMode="auto">
              <a:xfrm flipV="1">
                <a:off x="9865" y="2324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47" name="直接箭头连接符 46"/>
              <p:cNvCxnSpPr/>
              <p:nvPr>
                <p:custDataLst>
                  <p:tags r:id="rId135"/>
                </p:custDataLst>
              </p:nvPr>
            </p:nvCxnSpPr>
            <p:spPr bwMode="auto">
              <a:xfrm flipV="1">
                <a:off x="9865" y="2721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48" name="直接连接符 47"/>
              <p:cNvCxnSpPr/>
              <p:nvPr>
                <p:custDataLst>
                  <p:tags r:id="rId136"/>
                </p:custDataLst>
              </p:nvPr>
            </p:nvCxnSpPr>
            <p:spPr bwMode="auto">
              <a:xfrm flipV="1">
                <a:off x="9668" y="2568"/>
                <a:ext cx="153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" name="Text Box 191"/>
              <p:cNvSpPr txBox="1">
                <a:spLocks noChangeArrowheads="1"/>
              </p:cNvSpPr>
              <p:nvPr>
                <p:custDataLst>
                  <p:tags r:id="rId137"/>
                </p:custDataLst>
              </p:nvPr>
            </p:nvSpPr>
            <p:spPr bwMode="auto">
              <a:xfrm>
                <a:off x="9241" y="2381"/>
                <a:ext cx="340" cy="34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600" b="1" dirty="0">
                    <a:solidFill>
                      <a:srgbClr val="FF3399"/>
                    </a:solidFill>
                    <a:latin typeface="宋体" panose="02010600030101010101" pitchFamily="2" charset="-122"/>
                  </a:rPr>
                  <a:t>主</a:t>
                </a:r>
              </a:p>
            </p:txBody>
          </p:sp>
        </p:grpSp>
        <p:grpSp>
          <p:nvGrpSpPr>
            <p:cNvPr id="5" name="组合 4"/>
            <p:cNvGrpSpPr/>
            <p:nvPr/>
          </p:nvGrpSpPr>
          <p:grpSpPr>
            <a:xfrm>
              <a:off x="6576" y="7370"/>
              <a:ext cx="1360" cy="794"/>
              <a:chOff x="8731" y="2154"/>
              <a:chExt cx="1360" cy="794"/>
            </a:xfrm>
          </p:grpSpPr>
          <p:sp>
            <p:nvSpPr>
              <p:cNvPr id="6" name="Text Box 36"/>
              <p:cNvSpPr txBox="1">
                <a:spLocks noChangeArrowheads="1"/>
              </p:cNvSpPr>
              <p:nvPr>
                <p:custDataLst>
                  <p:tags r:id="rId124"/>
                </p:custDataLst>
              </p:nvPr>
            </p:nvSpPr>
            <p:spPr bwMode="auto">
              <a:xfrm>
                <a:off x="8957" y="2154"/>
                <a:ext cx="907" cy="794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horz" wrap="square" lIns="10795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D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</a:rPr>
                  <a:t> 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</a:t>
                </a:r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latin typeface="宋体" panose="02010600030101010101" pitchFamily="2" charset="-122"/>
                    <a:sym typeface="+mn-ea"/>
                  </a:rPr>
                  <a:t>C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 </a:t>
                </a:r>
                <a:r>
                  <a:rPr lang="en-US" altLang="zh-CN" sz="1600" b="1" dirty="0">
                    <a:latin typeface="宋体" panose="02010600030101010101" pitchFamily="2" charset="-122"/>
                    <a:sym typeface="+mn-ea"/>
                  </a:rPr>
                  <a:t>Q</a:t>
                </a:r>
                <a:endParaRPr lang="en-US" altLang="zh-CN" sz="1600" b="1" u="none" dirty="0">
                  <a:latin typeface="宋体" panose="02010600030101010101" pitchFamily="2" charset="-122"/>
                  <a:sym typeface="+mn-ea"/>
                </a:endParaRPr>
              </a:p>
            </p:txBody>
          </p:sp>
          <p:cxnSp>
            <p:nvCxnSpPr>
              <p:cNvPr id="7" name="直接箭头连接符 6"/>
              <p:cNvCxnSpPr/>
              <p:nvPr>
                <p:custDataLst>
                  <p:tags r:id="rId125"/>
                </p:custDataLst>
              </p:nvPr>
            </p:nvCxnSpPr>
            <p:spPr bwMode="auto">
              <a:xfrm flipV="1">
                <a:off x="8731" y="2324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8" name="直接箭头连接符 7"/>
              <p:cNvCxnSpPr/>
              <p:nvPr>
                <p:custDataLst>
                  <p:tags r:id="rId126"/>
                </p:custDataLst>
              </p:nvPr>
            </p:nvCxnSpPr>
            <p:spPr bwMode="auto">
              <a:xfrm flipV="1">
                <a:off x="8731" y="2721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9" name="直接箭头连接符 8"/>
              <p:cNvCxnSpPr/>
              <p:nvPr>
                <p:custDataLst>
                  <p:tags r:id="rId127"/>
                </p:custDataLst>
              </p:nvPr>
            </p:nvCxnSpPr>
            <p:spPr bwMode="auto">
              <a:xfrm flipV="1">
                <a:off x="9865" y="2324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0" name="直接箭头连接符 9"/>
              <p:cNvCxnSpPr/>
              <p:nvPr>
                <p:custDataLst>
                  <p:tags r:id="rId128"/>
                </p:custDataLst>
              </p:nvPr>
            </p:nvCxnSpPr>
            <p:spPr bwMode="auto">
              <a:xfrm flipV="1">
                <a:off x="9865" y="2721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1" name="直接连接符 10"/>
              <p:cNvCxnSpPr/>
              <p:nvPr>
                <p:custDataLst>
                  <p:tags r:id="rId129"/>
                </p:custDataLst>
              </p:nvPr>
            </p:nvCxnSpPr>
            <p:spPr bwMode="auto">
              <a:xfrm flipV="1">
                <a:off x="9668" y="2568"/>
                <a:ext cx="153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2" name="Text Box 191"/>
              <p:cNvSpPr txBox="1">
                <a:spLocks noChangeArrowheads="1"/>
              </p:cNvSpPr>
              <p:nvPr>
                <p:custDataLst>
                  <p:tags r:id="rId130"/>
                </p:custDataLst>
              </p:nvPr>
            </p:nvSpPr>
            <p:spPr bwMode="auto">
              <a:xfrm>
                <a:off x="9241" y="2381"/>
                <a:ext cx="340" cy="34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600" b="1" dirty="0">
                    <a:solidFill>
                      <a:srgbClr val="FF3399"/>
                    </a:solidFill>
                    <a:latin typeface="宋体" panose="02010600030101010101" pitchFamily="2" charset="-122"/>
                  </a:rPr>
                  <a:t>从</a:t>
                </a:r>
              </a:p>
            </p:txBody>
          </p:sp>
        </p:grpSp>
        <p:cxnSp>
          <p:nvCxnSpPr>
            <p:cNvPr id="13" name="直接箭头连接符 12"/>
            <p:cNvCxnSpPr/>
            <p:nvPr>
              <p:custDataLst>
                <p:tags r:id="rId106"/>
              </p:custDataLst>
            </p:nvPr>
          </p:nvCxnSpPr>
          <p:spPr bwMode="auto">
            <a:xfrm flipV="1">
              <a:off x="6236" y="7540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" name="直接箭头连接符 13"/>
            <p:cNvCxnSpPr/>
            <p:nvPr>
              <p:custDataLst>
                <p:tags r:id="rId107"/>
              </p:custDataLst>
            </p:nvPr>
          </p:nvCxnSpPr>
          <p:spPr bwMode="auto">
            <a:xfrm flipH="1">
              <a:off x="6576" y="7937"/>
              <a:ext cx="0" cy="51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5" name="直接箭头连接符 14"/>
            <p:cNvCxnSpPr/>
            <p:nvPr>
              <p:custDataLst>
                <p:tags r:id="rId108"/>
              </p:custDataLst>
            </p:nvPr>
          </p:nvCxnSpPr>
          <p:spPr bwMode="auto">
            <a:xfrm flipH="1">
              <a:off x="4875" y="7937"/>
              <a:ext cx="0" cy="51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grpSp>
          <p:nvGrpSpPr>
            <p:cNvPr id="17" name="组合 16"/>
            <p:cNvGrpSpPr/>
            <p:nvPr/>
          </p:nvGrpSpPr>
          <p:grpSpPr>
            <a:xfrm>
              <a:off x="5669" y="8278"/>
              <a:ext cx="908" cy="340"/>
              <a:chOff x="9070" y="3062"/>
              <a:chExt cx="908" cy="340"/>
            </a:xfrm>
          </p:grpSpPr>
          <p:sp>
            <p:nvSpPr>
              <p:cNvPr id="31" name="Text Box 36"/>
              <p:cNvSpPr txBox="1">
                <a:spLocks noChangeArrowheads="1"/>
              </p:cNvSpPr>
              <p:nvPr>
                <p:custDataLst>
                  <p:tags r:id="rId120"/>
                </p:custDataLst>
              </p:nvPr>
            </p:nvSpPr>
            <p:spPr bwMode="auto">
              <a:xfrm>
                <a:off x="9297" y="3062"/>
                <a:ext cx="340" cy="340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 fontAlgn="ctr">
                  <a:lnSpc>
                    <a:spcPct val="90000"/>
                  </a:lnSpc>
                </a:pPr>
                <a:r>
                  <a:rPr lang="en-US" altLang="zh-CN" sz="1800" b="1" u="none" dirty="0">
                    <a:latin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32" name="椭圆 31"/>
              <p:cNvSpPr/>
              <p:nvPr>
                <p:custDataLst>
                  <p:tags r:id="rId121"/>
                </p:custDataLst>
              </p:nvPr>
            </p:nvSpPr>
            <p:spPr>
              <a:xfrm>
                <a:off x="9637" y="3175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33" name="直接箭头连接符 32"/>
              <p:cNvCxnSpPr/>
              <p:nvPr>
                <p:custDataLst>
                  <p:tags r:id="rId122"/>
                </p:custDataLst>
              </p:nvPr>
            </p:nvCxnSpPr>
            <p:spPr bwMode="auto">
              <a:xfrm flipV="1">
                <a:off x="9070" y="3232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6" name="直接箭头连接符 15"/>
              <p:cNvCxnSpPr/>
              <p:nvPr>
                <p:custDataLst>
                  <p:tags r:id="rId123"/>
                </p:custDataLst>
              </p:nvPr>
            </p:nvCxnSpPr>
            <p:spPr bwMode="auto">
              <a:xfrm flipV="1">
                <a:off x="9751" y="3231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</p:grpSp>
        <p:grpSp>
          <p:nvGrpSpPr>
            <p:cNvPr id="18" name="组合 17"/>
            <p:cNvGrpSpPr/>
            <p:nvPr/>
          </p:nvGrpSpPr>
          <p:grpSpPr>
            <a:xfrm>
              <a:off x="3855" y="8277"/>
              <a:ext cx="1814" cy="340"/>
              <a:chOff x="8957" y="3062"/>
              <a:chExt cx="1814" cy="340"/>
            </a:xfrm>
          </p:grpSpPr>
          <p:sp>
            <p:nvSpPr>
              <p:cNvPr id="19" name="Text Box 36"/>
              <p:cNvSpPr txBox="1">
                <a:spLocks noChangeArrowheads="1"/>
              </p:cNvSpPr>
              <p:nvPr>
                <p:custDataLst>
                  <p:tags r:id="rId116"/>
                </p:custDataLst>
              </p:nvPr>
            </p:nvSpPr>
            <p:spPr bwMode="auto">
              <a:xfrm>
                <a:off x="9297" y="3062"/>
                <a:ext cx="340" cy="340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 fontAlgn="ctr">
                  <a:lnSpc>
                    <a:spcPct val="90000"/>
                  </a:lnSpc>
                </a:pPr>
                <a:r>
                  <a:rPr lang="en-US" altLang="zh-CN" sz="1800" b="1" u="none" dirty="0">
                    <a:latin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20" name="椭圆 19"/>
              <p:cNvSpPr/>
              <p:nvPr>
                <p:custDataLst>
                  <p:tags r:id="rId117"/>
                </p:custDataLst>
              </p:nvPr>
            </p:nvSpPr>
            <p:spPr>
              <a:xfrm>
                <a:off x="9637" y="3175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21" name="直接箭头连接符 20"/>
              <p:cNvCxnSpPr/>
              <p:nvPr>
                <p:custDataLst>
                  <p:tags r:id="rId118"/>
                </p:custDataLst>
              </p:nvPr>
            </p:nvCxnSpPr>
            <p:spPr bwMode="auto">
              <a:xfrm flipV="1">
                <a:off x="8957" y="3232"/>
                <a:ext cx="34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2" name="直接箭头连接符 21"/>
              <p:cNvCxnSpPr/>
              <p:nvPr>
                <p:custDataLst>
                  <p:tags r:id="rId119"/>
                </p:custDataLst>
              </p:nvPr>
            </p:nvCxnSpPr>
            <p:spPr bwMode="auto">
              <a:xfrm flipV="1">
                <a:off x="9751" y="3231"/>
                <a:ext cx="102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</p:grpSp>
        <p:cxnSp>
          <p:nvCxnSpPr>
            <p:cNvPr id="23" name="直接箭头连接符 22"/>
            <p:cNvCxnSpPr/>
            <p:nvPr>
              <p:custDataLst>
                <p:tags r:id="rId109"/>
              </p:custDataLst>
            </p:nvPr>
          </p:nvCxnSpPr>
          <p:spPr bwMode="auto">
            <a:xfrm flipV="1">
              <a:off x="3855" y="7540"/>
              <a:ext cx="102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11" name="Text Box 191"/>
            <p:cNvSpPr txBox="1">
              <a:spLocks noChangeArrowheads="1"/>
            </p:cNvSpPr>
            <p:nvPr>
              <p:custDataLst>
                <p:tags r:id="rId110"/>
              </p:custDataLst>
            </p:nvPr>
          </p:nvSpPr>
          <p:spPr bwMode="auto">
            <a:xfrm>
              <a:off x="3401" y="8277"/>
              <a:ext cx="45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CP</a:t>
              </a:r>
            </a:p>
          </p:txBody>
        </p:sp>
        <p:sp>
          <p:nvSpPr>
            <p:cNvPr id="28" name="Text Box 191"/>
            <p:cNvSpPr txBox="1">
              <a:spLocks noChangeArrowheads="1"/>
            </p:cNvSpPr>
            <p:nvPr>
              <p:custDataLst>
                <p:tags r:id="rId111"/>
              </p:custDataLst>
            </p:nvPr>
          </p:nvSpPr>
          <p:spPr bwMode="auto">
            <a:xfrm>
              <a:off x="3571" y="7370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D</a:t>
              </a:r>
            </a:p>
          </p:txBody>
        </p:sp>
        <p:sp>
          <p:nvSpPr>
            <p:cNvPr id="25" name="Text Box 191"/>
            <p:cNvSpPr txBox="1">
              <a:spLocks noChangeArrowheads="1"/>
            </p:cNvSpPr>
            <p:nvPr>
              <p:custDataLst>
                <p:tags r:id="rId112"/>
              </p:custDataLst>
            </p:nvPr>
          </p:nvSpPr>
          <p:spPr bwMode="auto">
            <a:xfrm>
              <a:off x="7939" y="7767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Q</a:t>
              </a:r>
            </a:p>
          </p:txBody>
        </p:sp>
        <p:sp>
          <p:nvSpPr>
            <p:cNvPr id="26" name="Text Box 191"/>
            <p:cNvSpPr txBox="1">
              <a:spLocks noChangeArrowheads="1"/>
            </p:cNvSpPr>
            <p:nvPr>
              <p:custDataLst>
                <p:tags r:id="rId113"/>
              </p:custDataLst>
            </p:nvPr>
          </p:nvSpPr>
          <p:spPr bwMode="auto">
            <a:xfrm>
              <a:off x="7939" y="7370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Q</a:t>
              </a:r>
            </a:p>
          </p:txBody>
        </p:sp>
        <p:cxnSp>
          <p:nvCxnSpPr>
            <p:cNvPr id="27" name="直接连接符 26"/>
            <p:cNvCxnSpPr/>
            <p:nvPr>
              <p:custDataLst>
                <p:tags r:id="rId114"/>
              </p:custDataLst>
            </p:nvPr>
          </p:nvCxnSpPr>
          <p:spPr bwMode="auto">
            <a:xfrm flipV="1">
              <a:off x="8024" y="7783"/>
              <a:ext cx="17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8" name="Text Box 191"/>
            <p:cNvSpPr txBox="1">
              <a:spLocks noChangeArrowheads="1"/>
            </p:cNvSpPr>
            <p:nvPr>
              <p:custDataLst>
                <p:tags r:id="rId115"/>
              </p:custDataLst>
            </p:nvPr>
          </p:nvSpPr>
          <p:spPr bwMode="auto">
            <a:xfrm>
              <a:off x="6180" y="7200"/>
              <a:ext cx="45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QM</a:t>
              </a:r>
            </a:p>
          </p:txBody>
        </p:sp>
      </p:grpSp>
      <p:sp>
        <p:nvSpPr>
          <p:cNvPr id="243806" name="AutoShape 94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rot="10800000">
            <a:off x="3995937" y="6524303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62" name="组合 61"/>
          <p:cNvGrpSpPr/>
          <p:nvPr/>
        </p:nvGrpSpPr>
        <p:grpSpPr>
          <a:xfrm>
            <a:off x="5074289" y="1268760"/>
            <a:ext cx="1657350" cy="755650"/>
            <a:chOff x="7935" y="2438"/>
            <a:chExt cx="2610" cy="1190"/>
          </a:xfrm>
        </p:grpSpPr>
        <p:sp>
          <p:nvSpPr>
            <p:cNvPr id="63" name="Text Box 191"/>
            <p:cNvSpPr txBox="1">
              <a:spLocks noChangeArrowheads="1"/>
            </p:cNvSpPr>
            <p:nvPr>
              <p:custDataLst>
                <p:tags r:id="rId91"/>
              </p:custDataLst>
            </p:nvPr>
          </p:nvSpPr>
          <p:spPr bwMode="auto">
            <a:xfrm>
              <a:off x="8561" y="3288"/>
              <a:ext cx="1361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逻辑符号</a:t>
              </a:r>
            </a:p>
          </p:txBody>
        </p:sp>
        <p:sp>
          <p:nvSpPr>
            <p:cNvPr id="64" name="Text Box 36"/>
            <p:cNvSpPr txBox="1">
              <a:spLocks noChangeArrowheads="1"/>
            </p:cNvSpPr>
            <p:nvPr>
              <p:custDataLst>
                <p:tags r:id="rId92"/>
              </p:custDataLst>
            </p:nvPr>
          </p:nvSpPr>
          <p:spPr bwMode="auto">
            <a:xfrm>
              <a:off x="8162" y="2438"/>
              <a:ext cx="737" cy="794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wrap="square" lIns="1778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dirty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 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Q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1" dirty="0">
                  <a:solidFill>
                    <a:schemeClr val="tx1"/>
                  </a:solidFill>
                  <a:uFillTx/>
                  <a:latin typeface="宋体" panose="02010600030101010101" pitchFamily="2" charset="-122"/>
                  <a:sym typeface="+mn-ea"/>
                </a:rPr>
                <a:t> </a:t>
              </a:r>
              <a:r>
                <a:rPr lang="en-US" altLang="zh-CN" sz="1600" b="1" dirty="0">
                  <a:solidFill>
                    <a:schemeClr val="tx1"/>
                  </a:solidFill>
                  <a:uFillTx/>
                  <a:latin typeface="宋体" panose="02010600030101010101" pitchFamily="2" charset="-122"/>
                  <a:sym typeface="+mn-ea"/>
                </a:rPr>
                <a:t>C</a:t>
              </a:r>
              <a:r>
                <a:rPr lang="en-US" altLang="zh-CN" sz="1600" b="1" baseline="-25000" dirty="0">
                  <a:solidFill>
                    <a:schemeClr val="tx1"/>
                  </a:solidFill>
                  <a:uFillTx/>
                  <a:latin typeface="宋体" panose="02010600030101010101" pitchFamily="2" charset="-122"/>
                  <a:sym typeface="+mn-ea"/>
                </a:rPr>
                <a:t>  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Q</a:t>
              </a:r>
              <a:endParaRPr lang="en-US" altLang="zh-CN" sz="1600" b="1" u="none" dirty="0">
                <a:latin typeface="宋体" panose="02010600030101010101" pitchFamily="2" charset="-122"/>
                <a:sym typeface="+mn-ea"/>
              </a:endParaRPr>
            </a:p>
          </p:txBody>
        </p:sp>
        <p:cxnSp>
          <p:nvCxnSpPr>
            <p:cNvPr id="65" name="直接箭头连接符 64"/>
            <p:cNvCxnSpPr/>
            <p:nvPr>
              <p:custDataLst>
                <p:tags r:id="rId93"/>
              </p:custDataLst>
            </p:nvPr>
          </p:nvCxnSpPr>
          <p:spPr bwMode="auto">
            <a:xfrm flipV="1">
              <a:off x="7935" y="2608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6" name="直接箭头连接符 65"/>
            <p:cNvCxnSpPr/>
            <p:nvPr>
              <p:custDataLst>
                <p:tags r:id="rId94"/>
              </p:custDataLst>
            </p:nvPr>
          </p:nvCxnSpPr>
          <p:spPr bwMode="auto">
            <a:xfrm flipV="1">
              <a:off x="7935" y="3005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7" name="直接箭头连接符 66"/>
            <p:cNvCxnSpPr/>
            <p:nvPr>
              <p:custDataLst>
                <p:tags r:id="rId95"/>
              </p:custDataLst>
            </p:nvPr>
          </p:nvCxnSpPr>
          <p:spPr bwMode="auto">
            <a:xfrm flipV="1">
              <a:off x="8901" y="2608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90" name="直接箭头连接符 89"/>
            <p:cNvCxnSpPr/>
            <p:nvPr>
              <p:custDataLst>
                <p:tags r:id="rId96"/>
              </p:custDataLst>
            </p:nvPr>
          </p:nvCxnSpPr>
          <p:spPr bwMode="auto">
            <a:xfrm flipV="1">
              <a:off x="8901" y="3005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91" name="直接连接符 90"/>
            <p:cNvCxnSpPr/>
            <p:nvPr>
              <p:custDataLst>
                <p:tags r:id="rId97"/>
              </p:custDataLst>
            </p:nvPr>
          </p:nvCxnSpPr>
          <p:spPr bwMode="auto">
            <a:xfrm flipV="1">
              <a:off x="8691" y="2856"/>
              <a:ext cx="153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9" name="等腰三角形 98"/>
            <p:cNvSpPr/>
            <p:nvPr>
              <p:custDataLst>
                <p:tags r:id="rId98"/>
              </p:custDataLst>
            </p:nvPr>
          </p:nvSpPr>
          <p:spPr>
            <a:xfrm>
              <a:off x="8107" y="2949"/>
              <a:ext cx="227" cy="113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scene3d>
              <a:camera prst="orthographicFront">
                <a:rot lat="0" lon="0" rev="16200000"/>
              </a:camera>
              <a:lightRig rig="threePt" dir="t"/>
            </a:scene3d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2" name="Text Box 36"/>
            <p:cNvSpPr txBox="1">
              <a:spLocks noChangeArrowheads="1"/>
            </p:cNvSpPr>
            <p:nvPr>
              <p:custDataLst>
                <p:tags r:id="rId99"/>
              </p:custDataLst>
            </p:nvPr>
          </p:nvSpPr>
          <p:spPr bwMode="auto">
            <a:xfrm>
              <a:off x="9581" y="2438"/>
              <a:ext cx="737" cy="794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wrap="square" lIns="1778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D </a:t>
              </a:r>
              <a:r>
                <a:rPr lang="en-US" altLang="zh-CN" sz="1600" b="1" dirty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Q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1" dirty="0">
                  <a:solidFill>
                    <a:schemeClr val="tx1"/>
                  </a:solidFill>
                  <a:uFillTx/>
                  <a:latin typeface="宋体" panose="02010600030101010101" pitchFamily="2" charset="-122"/>
                  <a:sym typeface="+mn-ea"/>
                </a:rPr>
                <a:t> </a:t>
              </a:r>
              <a:r>
                <a:rPr lang="en-US" altLang="zh-CN" sz="1600" b="1" dirty="0">
                  <a:solidFill>
                    <a:schemeClr val="tx1"/>
                  </a:solidFill>
                  <a:uFillTx/>
                  <a:latin typeface="宋体" panose="02010600030101010101" pitchFamily="2" charset="-122"/>
                  <a:sym typeface="+mn-ea"/>
                </a:rPr>
                <a:t>C</a:t>
              </a:r>
              <a:r>
                <a:rPr lang="en-US" altLang="zh-CN" sz="1600" b="1" baseline="-25000" dirty="0">
                  <a:solidFill>
                    <a:schemeClr val="tx1"/>
                  </a:solidFill>
                  <a:uFillTx/>
                  <a:latin typeface="宋体" panose="02010600030101010101" pitchFamily="2" charset="-122"/>
                  <a:sym typeface="+mn-ea"/>
                </a:rPr>
                <a:t>  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Q</a:t>
              </a:r>
              <a:endParaRPr lang="en-US" altLang="zh-CN" sz="1600" b="1" u="none" dirty="0">
                <a:latin typeface="宋体" panose="02010600030101010101" pitchFamily="2" charset="-122"/>
                <a:sym typeface="+mn-ea"/>
              </a:endParaRPr>
            </a:p>
          </p:txBody>
        </p:sp>
        <p:cxnSp>
          <p:nvCxnSpPr>
            <p:cNvPr id="107" name="直接箭头连接符 106"/>
            <p:cNvCxnSpPr/>
            <p:nvPr>
              <p:custDataLst>
                <p:tags r:id="rId100"/>
              </p:custDataLst>
            </p:nvPr>
          </p:nvCxnSpPr>
          <p:spPr bwMode="auto">
            <a:xfrm flipV="1">
              <a:off x="9354" y="2608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6" name="直接箭头连接符 115"/>
            <p:cNvCxnSpPr/>
            <p:nvPr>
              <p:custDataLst>
                <p:tags r:id="rId101"/>
              </p:custDataLst>
            </p:nvPr>
          </p:nvCxnSpPr>
          <p:spPr bwMode="auto">
            <a:xfrm flipV="1">
              <a:off x="9354" y="3005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7" name="直接箭头连接符 116"/>
            <p:cNvCxnSpPr/>
            <p:nvPr>
              <p:custDataLst>
                <p:tags r:id="rId102"/>
              </p:custDataLst>
            </p:nvPr>
          </p:nvCxnSpPr>
          <p:spPr bwMode="auto">
            <a:xfrm flipV="1">
              <a:off x="10319" y="2608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8" name="直接箭头连接符 117"/>
            <p:cNvCxnSpPr/>
            <p:nvPr>
              <p:custDataLst>
                <p:tags r:id="rId103"/>
              </p:custDataLst>
            </p:nvPr>
          </p:nvCxnSpPr>
          <p:spPr bwMode="auto">
            <a:xfrm flipV="1">
              <a:off x="10432" y="3005"/>
              <a:ext cx="113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19" name="等腰三角形 118"/>
            <p:cNvSpPr/>
            <p:nvPr>
              <p:custDataLst>
                <p:tags r:id="rId104"/>
              </p:custDataLst>
            </p:nvPr>
          </p:nvSpPr>
          <p:spPr>
            <a:xfrm>
              <a:off x="9526" y="2949"/>
              <a:ext cx="227" cy="113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scene3d>
              <a:camera prst="orthographicFront">
                <a:rot lat="0" lon="0" rev="16200000"/>
              </a:camera>
              <a:lightRig rig="threePt" dir="t"/>
            </a:scene3d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0" name="椭圆 119"/>
            <p:cNvSpPr/>
            <p:nvPr>
              <p:custDataLst>
                <p:tags r:id="rId105"/>
              </p:custDataLst>
            </p:nvPr>
          </p:nvSpPr>
          <p:spPr>
            <a:xfrm>
              <a:off x="10319" y="2948"/>
              <a:ext cx="113" cy="113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24" name="表格 23"/>
          <p:cNvGraphicFramePr>
            <a:graphicFrameLocks noGrp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30335655"/>
              </p:ext>
            </p:extLst>
          </p:nvPr>
        </p:nvGraphicFramePr>
        <p:xfrm>
          <a:off x="3923928" y="2564904"/>
          <a:ext cx="1152128" cy="123037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10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5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781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CP</a:t>
                      </a:r>
                      <a:endParaRPr lang="en-US" altLang="zh-CN" sz="1600" b="1" baseline="-250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D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ysDash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Q</a:t>
                      </a:r>
                      <a:r>
                        <a:rPr lang="en-US" altLang="zh-CN" sz="1600" baseline="30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*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Q</a:t>
                      </a:r>
                      <a:r>
                        <a:rPr lang="en-US" altLang="zh-CN" sz="1600" baseline="30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*</a:t>
                      </a:r>
                      <a:endParaRPr lang="en-US" altLang="zh-CN" sz="1600" b="1" baseline="300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↑</a:t>
                      </a: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latin typeface="宋体" panose="02010600030101010101" pitchFamily="2" charset="-122"/>
                          <a:sym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ysDash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6195" marR="36195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↑</a:t>
                      </a: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1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ysDash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1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zh-CN" altLang="en-US" sz="1600" b="1" dirty="0">
                          <a:latin typeface="宋体" panose="02010600030101010101" pitchFamily="2" charset="-122"/>
                          <a:sym typeface="+mn-ea"/>
                        </a:rPr>
                        <a:t>×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ysDash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</a:t>
                      </a:r>
                    </a:p>
                  </a:txBody>
                  <a:tcPr marL="36195" marR="36195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Q</a:t>
                      </a: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257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b="1" dirty="0">
                          <a:latin typeface="宋体" panose="02010600030101010101" pitchFamily="2" charset="-122"/>
                          <a:sym typeface="+mn-ea"/>
                        </a:rPr>
                        <a:t>×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ysDash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Q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Q</a:t>
                      </a: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21" name="AutoShape 338"/>
          <p:cNvSpPr/>
          <p:nvPr>
            <p:custDataLst>
              <p:tags r:id="rId4"/>
            </p:custDataLst>
          </p:nvPr>
        </p:nvSpPr>
        <p:spPr bwMode="auto">
          <a:xfrm>
            <a:off x="6696384" y="1772816"/>
            <a:ext cx="1332000" cy="252000"/>
          </a:xfrm>
          <a:prstGeom prst="borderCallout2">
            <a:avLst>
              <a:gd name="adj1" fmla="val 52138"/>
              <a:gd name="adj2" fmla="val 500"/>
              <a:gd name="adj3" fmla="val 53734"/>
              <a:gd name="adj4" fmla="val -11379"/>
              <a:gd name="adj5" fmla="val -35521"/>
              <a:gd name="adj6" fmla="val -41966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 anchorCtr="0"/>
          <a:lstStyle/>
          <a:p>
            <a:pPr algn="ctr">
              <a:lnSpc>
                <a:spcPct val="90000"/>
              </a:lnSpc>
            </a:pPr>
            <a:r>
              <a:rPr lang="zh-CN" sz="1600" b="1" u="none" dirty="0">
                <a:latin typeface="宋体" panose="02010600030101010101" pitchFamily="2" charset="-122"/>
              </a:rPr>
              <a:t>表示</a:t>
            </a:r>
            <a:r>
              <a:rPr lang="zh-CN" sz="1600" b="1" dirty="0">
                <a:solidFill>
                  <a:srgbClr val="990099"/>
                </a:solidFill>
                <a:latin typeface="宋体" panose="02010600030101010101" pitchFamily="2" charset="-122"/>
              </a:rPr>
              <a:t>边沿</a:t>
            </a:r>
            <a:r>
              <a:rPr lang="zh-CN" sz="1600" b="1" u="none" dirty="0">
                <a:latin typeface="宋体" panose="02010600030101010101" pitchFamily="2" charset="-122"/>
              </a:rPr>
              <a:t>触发</a:t>
            </a:r>
          </a:p>
        </p:txBody>
      </p:sp>
      <p:grpSp>
        <p:nvGrpSpPr>
          <p:cNvPr id="34" name="组合 33"/>
          <p:cNvGrpSpPr/>
          <p:nvPr/>
        </p:nvGrpSpPr>
        <p:grpSpPr>
          <a:xfrm>
            <a:off x="4852816" y="2601294"/>
            <a:ext cx="144444" cy="983001"/>
            <a:chOff x="7285" y="7154"/>
            <a:chExt cx="227" cy="1548"/>
          </a:xfrm>
        </p:grpSpPr>
        <p:cxnSp>
          <p:nvCxnSpPr>
            <p:cNvPr id="35" name="直接箭头连接符 34"/>
            <p:cNvCxnSpPr/>
            <p:nvPr>
              <p:custDataLst>
                <p:tags r:id="rId88"/>
              </p:custDataLst>
            </p:nvPr>
          </p:nvCxnSpPr>
          <p:spPr bwMode="auto">
            <a:xfrm flipV="1">
              <a:off x="7285" y="7154"/>
              <a:ext cx="17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6" name="直接箭头连接符 35"/>
            <p:cNvCxnSpPr/>
            <p:nvPr>
              <p:custDataLst>
                <p:tags r:id="rId89"/>
              </p:custDataLst>
            </p:nvPr>
          </p:nvCxnSpPr>
          <p:spPr bwMode="auto">
            <a:xfrm flipV="1">
              <a:off x="7341" y="8322"/>
              <a:ext cx="17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7" name="直接箭头连接符 36"/>
            <p:cNvCxnSpPr/>
            <p:nvPr>
              <p:custDataLst>
                <p:tags r:id="rId90"/>
              </p:custDataLst>
            </p:nvPr>
          </p:nvCxnSpPr>
          <p:spPr bwMode="auto">
            <a:xfrm flipV="1">
              <a:off x="7342" y="8702"/>
              <a:ext cx="17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112" name="AutoShape 452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 rot="5400000">
            <a:off x="5076000" y="6525890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" name="AutoShape 94">
            <a:hlinkClick r:id="rId142" action="ppaction://hlinksldjump" highlightClick="1"/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 rot="10800000">
            <a:off x="2916000" y="6507793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07" name="组合 206">
            <a:extLst>
              <a:ext uri="{FF2B5EF4-FFF2-40B4-BE49-F238E27FC236}">
                <a16:creationId xmlns:a16="http://schemas.microsoft.com/office/drawing/2014/main" id="{23F4587C-FEA2-4551-A91B-8B4B2429A24E}"/>
              </a:ext>
            </a:extLst>
          </p:cNvPr>
          <p:cNvGrpSpPr/>
          <p:nvPr/>
        </p:nvGrpSpPr>
        <p:grpSpPr>
          <a:xfrm>
            <a:off x="2052146" y="3933056"/>
            <a:ext cx="4068445" cy="1331595"/>
            <a:chOff x="1757" y="1701"/>
            <a:chExt cx="6407" cy="2097"/>
          </a:xfrm>
        </p:grpSpPr>
        <p:sp>
          <p:nvSpPr>
            <p:cNvPr id="218" name="Text Box 191">
              <a:extLst>
                <a:ext uri="{FF2B5EF4-FFF2-40B4-BE49-F238E27FC236}">
                  <a16:creationId xmlns:a16="http://schemas.microsoft.com/office/drawing/2014/main" id="{7608731E-218C-425C-9403-3F70FC186553}"/>
                </a:ext>
              </a:extLst>
            </p:cNvPr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7654" y="1701"/>
              <a:ext cx="227" cy="340"/>
            </a:xfrm>
            <a:prstGeom prst="rect">
              <a:avLst/>
            </a:prstGeom>
            <a:solidFill>
              <a:srgbClr val="99CCFF"/>
            </a:solidFill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19" name="Text Box 191">
              <a:extLst>
                <a:ext uri="{FF2B5EF4-FFF2-40B4-BE49-F238E27FC236}">
                  <a16:creationId xmlns:a16="http://schemas.microsoft.com/office/drawing/2014/main" id="{C5FE3A6B-108B-4007-8010-2CF89B1E9EB8}"/>
                </a:ext>
              </a:extLst>
            </p:cNvPr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6520" y="1701"/>
              <a:ext cx="227" cy="340"/>
            </a:xfrm>
            <a:prstGeom prst="rect">
              <a:avLst/>
            </a:prstGeom>
            <a:solidFill>
              <a:srgbClr val="99CCFF"/>
            </a:solidFill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20" name="Text Box 191">
              <a:extLst>
                <a:ext uri="{FF2B5EF4-FFF2-40B4-BE49-F238E27FC236}">
                  <a16:creationId xmlns:a16="http://schemas.microsoft.com/office/drawing/2014/main" id="{E1A6C8FF-4BD2-4A00-A704-0D1B6518C474}"/>
                </a:ext>
              </a:extLst>
            </p:cNvPr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5386" y="1701"/>
              <a:ext cx="227" cy="340"/>
            </a:xfrm>
            <a:prstGeom prst="rect">
              <a:avLst/>
            </a:prstGeom>
            <a:solidFill>
              <a:srgbClr val="99CCFF"/>
            </a:solidFill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21" name="Text Box 191">
              <a:extLst>
                <a:ext uri="{FF2B5EF4-FFF2-40B4-BE49-F238E27FC236}">
                  <a16:creationId xmlns:a16="http://schemas.microsoft.com/office/drawing/2014/main" id="{8610F423-8D19-488C-A75C-3125B45BB765}"/>
                </a:ext>
              </a:extLst>
            </p:cNvPr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3118" y="1704"/>
              <a:ext cx="227" cy="340"/>
            </a:xfrm>
            <a:prstGeom prst="rect">
              <a:avLst/>
            </a:prstGeom>
            <a:solidFill>
              <a:srgbClr val="99CCFF"/>
            </a:solidFill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22" name="Text Box 191">
              <a:extLst>
                <a:ext uri="{FF2B5EF4-FFF2-40B4-BE49-F238E27FC236}">
                  <a16:creationId xmlns:a16="http://schemas.microsoft.com/office/drawing/2014/main" id="{323EDFE5-967E-4A4A-8FED-B93B678C84CA}"/>
                </a:ext>
              </a:extLst>
            </p:cNvPr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4252" y="1701"/>
              <a:ext cx="227" cy="340"/>
            </a:xfrm>
            <a:prstGeom prst="rect">
              <a:avLst/>
            </a:prstGeom>
            <a:solidFill>
              <a:srgbClr val="99CCFF"/>
            </a:solidFill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223" name="直接连接符 222">
              <a:extLst>
                <a:ext uri="{FF2B5EF4-FFF2-40B4-BE49-F238E27FC236}">
                  <a16:creationId xmlns:a16="http://schemas.microsoft.com/office/drawing/2014/main" id="{FB9DA5E0-6DA5-4827-B316-7EC8347017F3}"/>
                </a:ext>
              </a:extLst>
            </p:cNvPr>
            <p:cNvCxnSpPr/>
            <p:nvPr>
              <p:custDataLst>
                <p:tags r:id="rId13"/>
              </p:custDataLst>
            </p:nvPr>
          </p:nvCxnSpPr>
          <p:spPr bwMode="auto">
            <a:xfrm flipH="1">
              <a:off x="4365" y="2041"/>
              <a:ext cx="0" cy="107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C0000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4" name="直接连接符 223">
              <a:extLst>
                <a:ext uri="{FF2B5EF4-FFF2-40B4-BE49-F238E27FC236}">
                  <a16:creationId xmlns:a16="http://schemas.microsoft.com/office/drawing/2014/main" id="{90F1E574-CD19-4EC3-8246-419B7A5029F4}"/>
                </a:ext>
              </a:extLst>
            </p:cNvPr>
            <p:cNvCxnSpPr/>
            <p:nvPr>
              <p:custDataLst>
                <p:tags r:id="rId14"/>
              </p:custDataLst>
            </p:nvPr>
          </p:nvCxnSpPr>
          <p:spPr bwMode="auto">
            <a:xfrm flipH="1">
              <a:off x="3231" y="2041"/>
              <a:ext cx="0" cy="107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C0000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5" name="直接连接符 224">
              <a:extLst>
                <a:ext uri="{FF2B5EF4-FFF2-40B4-BE49-F238E27FC236}">
                  <a16:creationId xmlns:a16="http://schemas.microsoft.com/office/drawing/2014/main" id="{27EB9824-D41E-46D3-B228-E6CCF26D4E91}"/>
                </a:ext>
              </a:extLst>
            </p:cNvPr>
            <p:cNvCxnSpPr/>
            <p:nvPr>
              <p:custDataLst>
                <p:tags r:id="rId15"/>
              </p:custDataLst>
            </p:nvPr>
          </p:nvCxnSpPr>
          <p:spPr bwMode="auto">
            <a:xfrm flipH="1">
              <a:off x="3458" y="2609"/>
              <a:ext cx="0" cy="51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27" name="Text Box 191">
              <a:extLst>
                <a:ext uri="{FF2B5EF4-FFF2-40B4-BE49-F238E27FC236}">
                  <a16:creationId xmlns:a16="http://schemas.microsoft.com/office/drawing/2014/main" id="{E448B901-3893-434C-B305-F7B6C4907533}"/>
                </a:ext>
              </a:extLst>
            </p:cNvPr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664" y="1701"/>
              <a:ext cx="22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D</a:t>
              </a:r>
            </a:p>
          </p:txBody>
        </p:sp>
        <p:cxnSp>
          <p:nvCxnSpPr>
            <p:cNvPr id="228" name="直接连接符 227">
              <a:extLst>
                <a:ext uri="{FF2B5EF4-FFF2-40B4-BE49-F238E27FC236}">
                  <a16:creationId xmlns:a16="http://schemas.microsoft.com/office/drawing/2014/main" id="{8C670A18-895F-4611-9D1D-2DC47EEB8123}"/>
                </a:ext>
              </a:extLst>
            </p:cNvPr>
            <p:cNvCxnSpPr/>
            <p:nvPr>
              <p:custDataLst>
                <p:tags r:id="rId17"/>
              </p:custDataLst>
            </p:nvPr>
          </p:nvCxnSpPr>
          <p:spPr bwMode="auto">
            <a:xfrm flipV="1">
              <a:off x="2947" y="1702"/>
              <a:ext cx="51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0" name="直接连接符 229">
              <a:extLst>
                <a:ext uri="{FF2B5EF4-FFF2-40B4-BE49-F238E27FC236}">
                  <a16:creationId xmlns:a16="http://schemas.microsoft.com/office/drawing/2014/main" id="{1AFE63D4-F3E9-4144-A2A4-9BEBA702E4BE}"/>
                </a:ext>
              </a:extLst>
            </p:cNvPr>
            <p:cNvCxnSpPr/>
            <p:nvPr>
              <p:custDataLst>
                <p:tags r:id="rId18"/>
              </p:custDataLst>
            </p:nvPr>
          </p:nvCxnSpPr>
          <p:spPr bwMode="auto">
            <a:xfrm>
              <a:off x="3458" y="1702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1" name="直接连接符 230">
              <a:extLst>
                <a:ext uri="{FF2B5EF4-FFF2-40B4-BE49-F238E27FC236}">
                  <a16:creationId xmlns:a16="http://schemas.microsoft.com/office/drawing/2014/main" id="{87F849DF-10F4-4ECF-82F2-7BDBAA9B78AD}"/>
                </a:ext>
              </a:extLst>
            </p:cNvPr>
            <p:cNvCxnSpPr/>
            <p:nvPr>
              <p:custDataLst>
                <p:tags r:id="rId19"/>
              </p:custDataLst>
            </p:nvPr>
          </p:nvCxnSpPr>
          <p:spPr bwMode="auto">
            <a:xfrm flipV="1">
              <a:off x="3572" y="2041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32" name="Text Box 191">
              <a:extLst>
                <a:ext uri="{FF2B5EF4-FFF2-40B4-BE49-F238E27FC236}">
                  <a16:creationId xmlns:a16="http://schemas.microsoft.com/office/drawing/2014/main" id="{4FC2784B-4717-4920-98ED-510F93C2E56F}"/>
                </a:ext>
              </a:extLst>
            </p:cNvPr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2437" y="2155"/>
              <a:ext cx="45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CP</a:t>
              </a:r>
            </a:p>
          </p:txBody>
        </p:sp>
        <p:cxnSp>
          <p:nvCxnSpPr>
            <p:cNvPr id="233" name="直接连接符 232">
              <a:extLst>
                <a:ext uri="{FF2B5EF4-FFF2-40B4-BE49-F238E27FC236}">
                  <a16:creationId xmlns:a16="http://schemas.microsoft.com/office/drawing/2014/main" id="{BC3C2E43-C8F5-407B-97FB-37357219D5FC}"/>
                </a:ext>
              </a:extLst>
            </p:cNvPr>
            <p:cNvCxnSpPr/>
            <p:nvPr>
              <p:custDataLst>
                <p:tags r:id="rId21"/>
              </p:custDataLst>
            </p:nvPr>
          </p:nvCxnSpPr>
          <p:spPr bwMode="auto">
            <a:xfrm flipV="1">
              <a:off x="3912" y="1702"/>
              <a:ext cx="17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4" name="直接连接符 233">
              <a:extLst>
                <a:ext uri="{FF2B5EF4-FFF2-40B4-BE49-F238E27FC236}">
                  <a16:creationId xmlns:a16="http://schemas.microsoft.com/office/drawing/2014/main" id="{00B11272-4299-4912-BB4C-C1DB3FA97293}"/>
                </a:ext>
              </a:extLst>
            </p:cNvPr>
            <p:cNvCxnSpPr/>
            <p:nvPr>
              <p:custDataLst>
                <p:tags r:id="rId22"/>
              </p:custDataLst>
            </p:nvPr>
          </p:nvCxnSpPr>
          <p:spPr bwMode="auto">
            <a:xfrm flipV="1">
              <a:off x="4195" y="2041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5" name="直接连接符 234">
              <a:extLst>
                <a:ext uri="{FF2B5EF4-FFF2-40B4-BE49-F238E27FC236}">
                  <a16:creationId xmlns:a16="http://schemas.microsoft.com/office/drawing/2014/main" id="{E7E5AD51-FC2F-4ABC-8852-E31A60D95848}"/>
                </a:ext>
              </a:extLst>
            </p:cNvPr>
            <p:cNvCxnSpPr/>
            <p:nvPr>
              <p:custDataLst>
                <p:tags r:id="rId23"/>
              </p:custDataLst>
            </p:nvPr>
          </p:nvCxnSpPr>
          <p:spPr bwMode="auto">
            <a:xfrm flipV="1">
              <a:off x="4762" y="1702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6" name="直接连接符 235">
              <a:extLst>
                <a:ext uri="{FF2B5EF4-FFF2-40B4-BE49-F238E27FC236}">
                  <a16:creationId xmlns:a16="http://schemas.microsoft.com/office/drawing/2014/main" id="{E3038D6C-C3B2-41BC-89D6-7CB65CDDF352}"/>
                </a:ext>
              </a:extLst>
            </p:cNvPr>
            <p:cNvCxnSpPr/>
            <p:nvPr>
              <p:custDataLst>
                <p:tags r:id="rId24"/>
              </p:custDataLst>
            </p:nvPr>
          </p:nvCxnSpPr>
          <p:spPr bwMode="auto">
            <a:xfrm flipV="1">
              <a:off x="2947" y="2495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7" name="直接连接符 236">
              <a:extLst>
                <a:ext uri="{FF2B5EF4-FFF2-40B4-BE49-F238E27FC236}">
                  <a16:creationId xmlns:a16="http://schemas.microsoft.com/office/drawing/2014/main" id="{F09F1E73-38C0-448B-9D92-F8E6E84BA4F1}"/>
                </a:ext>
              </a:extLst>
            </p:cNvPr>
            <p:cNvCxnSpPr/>
            <p:nvPr>
              <p:custDataLst>
                <p:tags r:id="rId25"/>
              </p:custDataLst>
            </p:nvPr>
          </p:nvCxnSpPr>
          <p:spPr bwMode="auto">
            <a:xfrm flipV="1">
              <a:off x="2947" y="2948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8" name="直接连接符 237">
              <a:extLst>
                <a:ext uri="{FF2B5EF4-FFF2-40B4-BE49-F238E27FC236}">
                  <a16:creationId xmlns:a16="http://schemas.microsoft.com/office/drawing/2014/main" id="{997AC4DE-20DD-4ED3-950E-EC69647D2320}"/>
                </a:ext>
              </a:extLst>
            </p:cNvPr>
            <p:cNvCxnSpPr/>
            <p:nvPr>
              <p:custDataLst>
                <p:tags r:id="rId26"/>
              </p:custDataLst>
            </p:nvPr>
          </p:nvCxnSpPr>
          <p:spPr bwMode="auto">
            <a:xfrm flipV="1">
              <a:off x="3515" y="2609"/>
              <a:ext cx="102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9" name="直接连接符 238">
              <a:extLst>
                <a:ext uri="{FF2B5EF4-FFF2-40B4-BE49-F238E27FC236}">
                  <a16:creationId xmlns:a16="http://schemas.microsoft.com/office/drawing/2014/main" id="{BC1A09F0-9DEB-4740-A747-E70432E1827C}"/>
                </a:ext>
              </a:extLst>
            </p:cNvPr>
            <p:cNvCxnSpPr/>
            <p:nvPr>
              <p:custDataLst>
                <p:tags r:id="rId27"/>
              </p:custDataLst>
            </p:nvPr>
          </p:nvCxnSpPr>
          <p:spPr bwMode="auto">
            <a:xfrm flipV="1">
              <a:off x="4649" y="2948"/>
              <a:ext cx="21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0" name="直接连接符 239">
              <a:extLst>
                <a:ext uri="{FF2B5EF4-FFF2-40B4-BE49-F238E27FC236}">
                  <a16:creationId xmlns:a16="http://schemas.microsoft.com/office/drawing/2014/main" id="{028D3B6A-2296-410E-9C9B-4BA3E8AF7937}"/>
                </a:ext>
              </a:extLst>
            </p:cNvPr>
            <p:cNvCxnSpPr/>
            <p:nvPr>
              <p:custDataLst>
                <p:tags r:id="rId28"/>
              </p:custDataLst>
            </p:nvPr>
          </p:nvCxnSpPr>
          <p:spPr bwMode="auto">
            <a:xfrm flipV="1">
              <a:off x="6689" y="1704"/>
              <a:ext cx="147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41" name="Text Box 191">
              <a:extLst>
                <a:ext uri="{FF2B5EF4-FFF2-40B4-BE49-F238E27FC236}">
                  <a16:creationId xmlns:a16="http://schemas.microsoft.com/office/drawing/2014/main" id="{C19718D9-31D3-4046-A985-941F3886D498}"/>
                </a:ext>
              </a:extLst>
            </p:cNvPr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1757" y="3175"/>
              <a:ext cx="3458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传输延迟</a:t>
              </a:r>
              <a:r>
                <a:rPr lang="en-US" sz="1600" b="1" dirty="0" err="1">
                  <a:solidFill>
                    <a:schemeClr val="tx1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25000" dirty="0" err="1">
                  <a:latin typeface="宋体" panose="02010600030101010101" pitchFamily="2" charset="-122"/>
                </a:rPr>
                <a:t>CQ</a:t>
              </a:r>
              <a:r>
                <a:rPr lang="en-US" altLang="zh-CN" sz="1600" b="1" baseline="-25000" dirty="0">
                  <a:latin typeface="宋体" panose="02010600030101010101" pitchFamily="2" charset="-122"/>
                </a:rPr>
                <a:t>(</a:t>
              </a:r>
              <a:r>
                <a:rPr lang="en-US" sz="1600" b="1" baseline="-25000" dirty="0" err="1">
                  <a:solidFill>
                    <a:schemeClr val="tx1"/>
                  </a:solidFill>
                  <a:latin typeface="宋体" panose="02010600030101010101" pitchFamily="2" charset="-122"/>
                </a:rPr>
                <a:t>pLH</a:t>
              </a:r>
              <a:r>
                <a:rPr lang="en-US" sz="1600" b="1" baseline="-25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)</a:t>
              </a: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及</a:t>
              </a:r>
              <a:r>
                <a:rPr lang="en-US" sz="1600" b="1" dirty="0" err="1">
                  <a:latin typeface="宋体" panose="02010600030101010101" pitchFamily="2" charset="-122"/>
                  <a:sym typeface="+mn-ea"/>
                </a:rPr>
                <a:t>t</a:t>
              </a:r>
              <a:r>
                <a:rPr lang="en-US" altLang="zh-CN" sz="1600" b="1" baseline="-25000" dirty="0" err="1">
                  <a:latin typeface="宋体" panose="02010600030101010101" pitchFamily="2" charset="-122"/>
                  <a:sym typeface="+mn-ea"/>
                </a:rPr>
                <a:t>CQ</a:t>
              </a:r>
              <a:r>
                <a:rPr lang="en-US" altLang="zh-CN" sz="1600" b="1" baseline="-25000" dirty="0">
                  <a:latin typeface="宋体" panose="02010600030101010101" pitchFamily="2" charset="-122"/>
                  <a:sym typeface="+mn-ea"/>
                </a:rPr>
                <a:t>(</a:t>
              </a:r>
              <a:r>
                <a:rPr lang="en-US" sz="1600" b="1" baseline="-25000" dirty="0" err="1">
                  <a:latin typeface="宋体" panose="02010600030101010101" pitchFamily="2" charset="-122"/>
                  <a:sym typeface="+mn-ea"/>
                </a:rPr>
                <a:t>pHL</a:t>
              </a:r>
              <a:r>
                <a:rPr lang="en-US" sz="1600" b="1" baseline="-25000" dirty="0">
                  <a:latin typeface="宋体" panose="02010600030101010101" pitchFamily="2" charset="-122"/>
                  <a:sym typeface="+mn-ea"/>
                </a:rPr>
                <a:t>)</a:t>
              </a:r>
              <a:endPara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242" name="直接连接符 241">
              <a:extLst>
                <a:ext uri="{FF2B5EF4-FFF2-40B4-BE49-F238E27FC236}">
                  <a16:creationId xmlns:a16="http://schemas.microsoft.com/office/drawing/2014/main" id="{09A48D76-98C7-4115-AC01-DC0DDABDA923}"/>
                </a:ext>
              </a:extLst>
            </p:cNvPr>
            <p:cNvCxnSpPr/>
            <p:nvPr>
              <p:custDataLst>
                <p:tags r:id="rId30"/>
              </p:custDataLst>
            </p:nvPr>
          </p:nvCxnSpPr>
          <p:spPr bwMode="auto">
            <a:xfrm flipV="1">
              <a:off x="3231" y="3061"/>
              <a:ext cx="226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43" name="直接连接符 242">
              <a:extLst>
                <a:ext uri="{FF2B5EF4-FFF2-40B4-BE49-F238E27FC236}">
                  <a16:creationId xmlns:a16="http://schemas.microsoft.com/office/drawing/2014/main" id="{00573F86-0E84-49FE-9411-1B5ADD8B37B4}"/>
                </a:ext>
              </a:extLst>
            </p:cNvPr>
            <p:cNvCxnSpPr/>
            <p:nvPr>
              <p:custDataLst>
                <p:tags r:id="rId31"/>
              </p:custDataLst>
            </p:nvPr>
          </p:nvCxnSpPr>
          <p:spPr bwMode="auto">
            <a:xfrm flipV="1">
              <a:off x="3288" y="2156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4" name="直接连接符 243">
              <a:extLst>
                <a:ext uri="{FF2B5EF4-FFF2-40B4-BE49-F238E27FC236}">
                  <a16:creationId xmlns:a16="http://schemas.microsoft.com/office/drawing/2014/main" id="{946C92B9-63D5-43A2-BB00-EE5CC834F1A3}"/>
                </a:ext>
              </a:extLst>
            </p:cNvPr>
            <p:cNvCxnSpPr/>
            <p:nvPr>
              <p:custDataLst>
                <p:tags r:id="rId32"/>
              </p:custDataLst>
            </p:nvPr>
          </p:nvCxnSpPr>
          <p:spPr bwMode="auto">
            <a:xfrm flipH="1">
              <a:off x="3175" y="2156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5" name="直接连接符 244">
              <a:extLst>
                <a:ext uri="{FF2B5EF4-FFF2-40B4-BE49-F238E27FC236}">
                  <a16:creationId xmlns:a16="http://schemas.microsoft.com/office/drawing/2014/main" id="{D705207E-15D5-478F-BA51-0A574DC448CE}"/>
                </a:ext>
              </a:extLst>
            </p:cNvPr>
            <p:cNvCxnSpPr/>
            <p:nvPr>
              <p:custDataLst>
                <p:tags r:id="rId33"/>
              </p:custDataLst>
            </p:nvPr>
          </p:nvCxnSpPr>
          <p:spPr bwMode="auto">
            <a:xfrm flipV="1">
              <a:off x="3854" y="2495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6" name="直接连接符 245">
              <a:extLst>
                <a:ext uri="{FF2B5EF4-FFF2-40B4-BE49-F238E27FC236}">
                  <a16:creationId xmlns:a16="http://schemas.microsoft.com/office/drawing/2014/main" id="{9526BD77-19CC-4DA5-ABEA-340590FAFD14}"/>
                </a:ext>
              </a:extLst>
            </p:cNvPr>
            <p:cNvCxnSpPr/>
            <p:nvPr>
              <p:custDataLst>
                <p:tags r:id="rId34"/>
              </p:custDataLst>
            </p:nvPr>
          </p:nvCxnSpPr>
          <p:spPr bwMode="auto">
            <a:xfrm>
              <a:off x="3742" y="2154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7" name="直接连接符 246">
              <a:extLst>
                <a:ext uri="{FF2B5EF4-FFF2-40B4-BE49-F238E27FC236}">
                  <a16:creationId xmlns:a16="http://schemas.microsoft.com/office/drawing/2014/main" id="{ACE7D1CE-A9C1-40E7-AECE-C3E99F74470C}"/>
                </a:ext>
              </a:extLst>
            </p:cNvPr>
            <p:cNvCxnSpPr/>
            <p:nvPr>
              <p:custDataLst>
                <p:tags r:id="rId35"/>
              </p:custDataLst>
            </p:nvPr>
          </p:nvCxnSpPr>
          <p:spPr bwMode="auto">
            <a:xfrm flipV="1">
              <a:off x="4422" y="2156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8" name="直接连接符 247">
              <a:extLst>
                <a:ext uri="{FF2B5EF4-FFF2-40B4-BE49-F238E27FC236}">
                  <a16:creationId xmlns:a16="http://schemas.microsoft.com/office/drawing/2014/main" id="{1C103314-52BA-40F5-A647-D9AB7D787C27}"/>
                </a:ext>
              </a:extLst>
            </p:cNvPr>
            <p:cNvCxnSpPr/>
            <p:nvPr>
              <p:custDataLst>
                <p:tags r:id="rId36"/>
              </p:custDataLst>
            </p:nvPr>
          </p:nvCxnSpPr>
          <p:spPr bwMode="auto">
            <a:xfrm flipH="1">
              <a:off x="4309" y="2156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9" name="直接连接符 248">
              <a:extLst>
                <a:ext uri="{FF2B5EF4-FFF2-40B4-BE49-F238E27FC236}">
                  <a16:creationId xmlns:a16="http://schemas.microsoft.com/office/drawing/2014/main" id="{E90518D8-3C1B-4636-9CFA-06E1BE1F1560}"/>
                </a:ext>
              </a:extLst>
            </p:cNvPr>
            <p:cNvCxnSpPr/>
            <p:nvPr>
              <p:custDataLst>
                <p:tags r:id="rId37"/>
              </p:custDataLst>
            </p:nvPr>
          </p:nvCxnSpPr>
          <p:spPr bwMode="auto">
            <a:xfrm flipV="1">
              <a:off x="4988" y="2495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0" name="直接连接符 249">
              <a:extLst>
                <a:ext uri="{FF2B5EF4-FFF2-40B4-BE49-F238E27FC236}">
                  <a16:creationId xmlns:a16="http://schemas.microsoft.com/office/drawing/2014/main" id="{02D7AF90-3046-4C40-A7E3-EF5242661029}"/>
                </a:ext>
              </a:extLst>
            </p:cNvPr>
            <p:cNvCxnSpPr/>
            <p:nvPr>
              <p:custDataLst>
                <p:tags r:id="rId38"/>
              </p:custDataLst>
            </p:nvPr>
          </p:nvCxnSpPr>
          <p:spPr bwMode="auto">
            <a:xfrm>
              <a:off x="4876" y="2154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1" name="直接连接符 250">
              <a:extLst>
                <a:ext uri="{FF2B5EF4-FFF2-40B4-BE49-F238E27FC236}">
                  <a16:creationId xmlns:a16="http://schemas.microsoft.com/office/drawing/2014/main" id="{85DACC0B-281E-421F-B188-DD14EA38B9B3}"/>
                </a:ext>
              </a:extLst>
            </p:cNvPr>
            <p:cNvCxnSpPr/>
            <p:nvPr>
              <p:custDataLst>
                <p:tags r:id="rId39"/>
              </p:custDataLst>
            </p:nvPr>
          </p:nvCxnSpPr>
          <p:spPr bwMode="auto">
            <a:xfrm flipV="1">
              <a:off x="5556" y="2156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2" name="直接连接符 251">
              <a:extLst>
                <a:ext uri="{FF2B5EF4-FFF2-40B4-BE49-F238E27FC236}">
                  <a16:creationId xmlns:a16="http://schemas.microsoft.com/office/drawing/2014/main" id="{6C49157A-2E7F-4703-931D-8691F5DBD09A}"/>
                </a:ext>
              </a:extLst>
            </p:cNvPr>
            <p:cNvCxnSpPr/>
            <p:nvPr>
              <p:custDataLst>
                <p:tags r:id="rId40"/>
              </p:custDataLst>
            </p:nvPr>
          </p:nvCxnSpPr>
          <p:spPr bwMode="auto">
            <a:xfrm flipH="1">
              <a:off x="5443" y="2156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3" name="直接连接符 252">
              <a:extLst>
                <a:ext uri="{FF2B5EF4-FFF2-40B4-BE49-F238E27FC236}">
                  <a16:creationId xmlns:a16="http://schemas.microsoft.com/office/drawing/2014/main" id="{B4EEEC7A-F70B-4368-A7F3-9642E9FE4AE9}"/>
                </a:ext>
              </a:extLst>
            </p:cNvPr>
            <p:cNvCxnSpPr/>
            <p:nvPr>
              <p:custDataLst>
                <p:tags r:id="rId41"/>
              </p:custDataLst>
            </p:nvPr>
          </p:nvCxnSpPr>
          <p:spPr bwMode="auto">
            <a:xfrm flipV="1">
              <a:off x="6122" y="2495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4" name="直接连接符 253">
              <a:extLst>
                <a:ext uri="{FF2B5EF4-FFF2-40B4-BE49-F238E27FC236}">
                  <a16:creationId xmlns:a16="http://schemas.microsoft.com/office/drawing/2014/main" id="{65C71B8F-DAC6-4376-A067-912FD323D68F}"/>
                </a:ext>
              </a:extLst>
            </p:cNvPr>
            <p:cNvCxnSpPr/>
            <p:nvPr>
              <p:custDataLst>
                <p:tags r:id="rId42"/>
              </p:custDataLst>
            </p:nvPr>
          </p:nvCxnSpPr>
          <p:spPr bwMode="auto">
            <a:xfrm>
              <a:off x="6010" y="2154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5" name="直接连接符 254">
              <a:extLst>
                <a:ext uri="{FF2B5EF4-FFF2-40B4-BE49-F238E27FC236}">
                  <a16:creationId xmlns:a16="http://schemas.microsoft.com/office/drawing/2014/main" id="{B4AB64CC-2C8D-4808-903C-C900D7B4ADB5}"/>
                </a:ext>
              </a:extLst>
            </p:cNvPr>
            <p:cNvCxnSpPr/>
            <p:nvPr>
              <p:custDataLst>
                <p:tags r:id="rId43"/>
              </p:custDataLst>
            </p:nvPr>
          </p:nvCxnSpPr>
          <p:spPr bwMode="auto">
            <a:xfrm flipV="1">
              <a:off x="6689" y="2156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6" name="直接连接符 255">
              <a:extLst>
                <a:ext uri="{FF2B5EF4-FFF2-40B4-BE49-F238E27FC236}">
                  <a16:creationId xmlns:a16="http://schemas.microsoft.com/office/drawing/2014/main" id="{E95711E3-A071-4EC7-B863-2F35321CEF00}"/>
                </a:ext>
              </a:extLst>
            </p:cNvPr>
            <p:cNvCxnSpPr/>
            <p:nvPr>
              <p:custDataLst>
                <p:tags r:id="rId44"/>
              </p:custDataLst>
            </p:nvPr>
          </p:nvCxnSpPr>
          <p:spPr bwMode="auto">
            <a:xfrm flipH="1">
              <a:off x="6576" y="2156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7" name="直接连接符 256">
              <a:extLst>
                <a:ext uri="{FF2B5EF4-FFF2-40B4-BE49-F238E27FC236}">
                  <a16:creationId xmlns:a16="http://schemas.microsoft.com/office/drawing/2014/main" id="{00AF78A9-93CE-4DB6-8323-3ADAA03B4A36}"/>
                </a:ext>
              </a:extLst>
            </p:cNvPr>
            <p:cNvCxnSpPr/>
            <p:nvPr>
              <p:custDataLst>
                <p:tags r:id="rId45"/>
              </p:custDataLst>
            </p:nvPr>
          </p:nvCxnSpPr>
          <p:spPr bwMode="auto">
            <a:xfrm flipV="1">
              <a:off x="7255" y="2495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8" name="直接连接符 257">
              <a:extLst>
                <a:ext uri="{FF2B5EF4-FFF2-40B4-BE49-F238E27FC236}">
                  <a16:creationId xmlns:a16="http://schemas.microsoft.com/office/drawing/2014/main" id="{9A5DE752-089F-4A53-9023-745F2F16C689}"/>
                </a:ext>
              </a:extLst>
            </p:cNvPr>
            <p:cNvCxnSpPr/>
            <p:nvPr>
              <p:custDataLst>
                <p:tags r:id="rId46"/>
              </p:custDataLst>
            </p:nvPr>
          </p:nvCxnSpPr>
          <p:spPr bwMode="auto">
            <a:xfrm>
              <a:off x="7143" y="2154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9" name="直接连接符 258">
              <a:extLst>
                <a:ext uri="{FF2B5EF4-FFF2-40B4-BE49-F238E27FC236}">
                  <a16:creationId xmlns:a16="http://schemas.microsoft.com/office/drawing/2014/main" id="{03D23CC2-E7AC-45BF-AB97-DC904CAAF02F}"/>
                </a:ext>
              </a:extLst>
            </p:cNvPr>
            <p:cNvCxnSpPr/>
            <p:nvPr>
              <p:custDataLst>
                <p:tags r:id="rId47"/>
              </p:custDataLst>
            </p:nvPr>
          </p:nvCxnSpPr>
          <p:spPr bwMode="auto">
            <a:xfrm flipV="1">
              <a:off x="7823" y="2156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0" name="直接连接符 259">
              <a:extLst>
                <a:ext uri="{FF2B5EF4-FFF2-40B4-BE49-F238E27FC236}">
                  <a16:creationId xmlns:a16="http://schemas.microsoft.com/office/drawing/2014/main" id="{6662C01E-6EB5-46E1-9F79-77A411D2B6E4}"/>
                </a:ext>
              </a:extLst>
            </p:cNvPr>
            <p:cNvCxnSpPr/>
            <p:nvPr>
              <p:custDataLst>
                <p:tags r:id="rId48"/>
              </p:custDataLst>
            </p:nvPr>
          </p:nvCxnSpPr>
          <p:spPr bwMode="auto">
            <a:xfrm flipH="1">
              <a:off x="7710" y="2156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1" name="直接连接符 260">
              <a:extLst>
                <a:ext uri="{FF2B5EF4-FFF2-40B4-BE49-F238E27FC236}">
                  <a16:creationId xmlns:a16="http://schemas.microsoft.com/office/drawing/2014/main" id="{3FC47799-14E9-4CD9-B0FC-068035E0385B}"/>
                </a:ext>
              </a:extLst>
            </p:cNvPr>
            <p:cNvCxnSpPr/>
            <p:nvPr>
              <p:custDataLst>
                <p:tags r:id="rId49"/>
              </p:custDataLst>
            </p:nvPr>
          </p:nvCxnSpPr>
          <p:spPr bwMode="auto">
            <a:xfrm flipH="1">
              <a:off x="3798" y="1701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2" name="直接连接符 261">
              <a:extLst>
                <a:ext uri="{FF2B5EF4-FFF2-40B4-BE49-F238E27FC236}">
                  <a16:creationId xmlns:a16="http://schemas.microsoft.com/office/drawing/2014/main" id="{4984E27D-5FF4-4976-977C-8C56ED7C978A}"/>
                </a:ext>
              </a:extLst>
            </p:cNvPr>
            <p:cNvCxnSpPr/>
            <p:nvPr>
              <p:custDataLst>
                <p:tags r:id="rId50"/>
              </p:custDataLst>
            </p:nvPr>
          </p:nvCxnSpPr>
          <p:spPr bwMode="auto">
            <a:xfrm>
              <a:off x="4082" y="1701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3" name="直接连接符 262">
              <a:extLst>
                <a:ext uri="{FF2B5EF4-FFF2-40B4-BE49-F238E27FC236}">
                  <a16:creationId xmlns:a16="http://schemas.microsoft.com/office/drawing/2014/main" id="{F524CD5A-807A-49C3-A825-4C36BF4A678F}"/>
                </a:ext>
              </a:extLst>
            </p:cNvPr>
            <p:cNvCxnSpPr/>
            <p:nvPr>
              <p:custDataLst>
                <p:tags r:id="rId51"/>
              </p:custDataLst>
            </p:nvPr>
          </p:nvCxnSpPr>
          <p:spPr bwMode="auto">
            <a:xfrm flipH="1">
              <a:off x="4649" y="1701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4" name="直接连接符 263">
              <a:extLst>
                <a:ext uri="{FF2B5EF4-FFF2-40B4-BE49-F238E27FC236}">
                  <a16:creationId xmlns:a16="http://schemas.microsoft.com/office/drawing/2014/main" id="{A687F206-8D32-4833-9CFD-692F47177715}"/>
                </a:ext>
              </a:extLst>
            </p:cNvPr>
            <p:cNvCxnSpPr/>
            <p:nvPr>
              <p:custDataLst>
                <p:tags r:id="rId52"/>
              </p:custDataLst>
            </p:nvPr>
          </p:nvCxnSpPr>
          <p:spPr bwMode="auto">
            <a:xfrm>
              <a:off x="5102" y="1701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5" name="直接连接符 264">
              <a:extLst>
                <a:ext uri="{FF2B5EF4-FFF2-40B4-BE49-F238E27FC236}">
                  <a16:creationId xmlns:a16="http://schemas.microsoft.com/office/drawing/2014/main" id="{3E9D0A39-9B88-4B15-8CC8-1E5B27308ABD}"/>
                </a:ext>
              </a:extLst>
            </p:cNvPr>
            <p:cNvCxnSpPr/>
            <p:nvPr>
              <p:custDataLst>
                <p:tags r:id="rId53"/>
              </p:custDataLst>
            </p:nvPr>
          </p:nvCxnSpPr>
          <p:spPr bwMode="auto">
            <a:xfrm flipV="1">
              <a:off x="5216" y="2041"/>
              <a:ext cx="1361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6" name="直接连接符 265">
              <a:extLst>
                <a:ext uri="{FF2B5EF4-FFF2-40B4-BE49-F238E27FC236}">
                  <a16:creationId xmlns:a16="http://schemas.microsoft.com/office/drawing/2014/main" id="{2804F3F3-DE36-41E5-B231-B2422009EB86}"/>
                </a:ext>
              </a:extLst>
            </p:cNvPr>
            <p:cNvCxnSpPr/>
            <p:nvPr>
              <p:custDataLst>
                <p:tags r:id="rId54"/>
              </p:custDataLst>
            </p:nvPr>
          </p:nvCxnSpPr>
          <p:spPr bwMode="auto">
            <a:xfrm flipH="1">
              <a:off x="3402" y="2608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7" name="直接连接符 266">
              <a:extLst>
                <a:ext uri="{FF2B5EF4-FFF2-40B4-BE49-F238E27FC236}">
                  <a16:creationId xmlns:a16="http://schemas.microsoft.com/office/drawing/2014/main" id="{6126C6B2-CEF4-42C1-AD44-EC26396C40B7}"/>
                </a:ext>
              </a:extLst>
            </p:cNvPr>
            <p:cNvCxnSpPr/>
            <p:nvPr>
              <p:custDataLst>
                <p:tags r:id="rId55"/>
              </p:custDataLst>
            </p:nvPr>
          </p:nvCxnSpPr>
          <p:spPr bwMode="auto">
            <a:xfrm>
              <a:off x="4535" y="2608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8" name="直接连接符 267">
              <a:extLst>
                <a:ext uri="{FF2B5EF4-FFF2-40B4-BE49-F238E27FC236}">
                  <a16:creationId xmlns:a16="http://schemas.microsoft.com/office/drawing/2014/main" id="{E086F58C-7D5A-4FE7-A763-68DC1A5FEC48}"/>
                </a:ext>
              </a:extLst>
            </p:cNvPr>
            <p:cNvCxnSpPr/>
            <p:nvPr>
              <p:custDataLst>
                <p:tags r:id="rId56"/>
              </p:custDataLst>
            </p:nvPr>
          </p:nvCxnSpPr>
          <p:spPr bwMode="auto">
            <a:xfrm flipH="1">
              <a:off x="4592" y="2608"/>
              <a:ext cx="0" cy="51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9" name="直接连接符 268">
              <a:extLst>
                <a:ext uri="{FF2B5EF4-FFF2-40B4-BE49-F238E27FC236}">
                  <a16:creationId xmlns:a16="http://schemas.microsoft.com/office/drawing/2014/main" id="{C73E34EB-3C77-4583-AF1C-7FF4F24F958A}"/>
                </a:ext>
              </a:extLst>
            </p:cNvPr>
            <p:cNvCxnSpPr/>
            <p:nvPr>
              <p:custDataLst>
                <p:tags r:id="rId57"/>
              </p:custDataLst>
            </p:nvPr>
          </p:nvCxnSpPr>
          <p:spPr bwMode="auto">
            <a:xfrm flipV="1">
              <a:off x="4365" y="3061"/>
              <a:ext cx="226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70" name="直接连接符 269">
              <a:extLst>
                <a:ext uri="{FF2B5EF4-FFF2-40B4-BE49-F238E27FC236}">
                  <a16:creationId xmlns:a16="http://schemas.microsoft.com/office/drawing/2014/main" id="{4B41085E-BDE0-42DA-9DD2-6BF42A5A3D40}"/>
                </a:ext>
              </a:extLst>
            </p:cNvPr>
            <p:cNvCxnSpPr/>
            <p:nvPr>
              <p:custDataLst>
                <p:tags r:id="rId58"/>
              </p:custDataLst>
            </p:nvPr>
          </p:nvCxnSpPr>
          <p:spPr bwMode="auto">
            <a:xfrm flipH="1">
              <a:off x="5499" y="2041"/>
              <a:ext cx="0" cy="107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C0000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1" name="直接连接符 270">
              <a:extLst>
                <a:ext uri="{FF2B5EF4-FFF2-40B4-BE49-F238E27FC236}">
                  <a16:creationId xmlns:a16="http://schemas.microsoft.com/office/drawing/2014/main" id="{00A88F71-EAE2-4262-92AA-FB9CEAD6F74C}"/>
                </a:ext>
              </a:extLst>
            </p:cNvPr>
            <p:cNvCxnSpPr/>
            <p:nvPr>
              <p:custDataLst>
                <p:tags r:id="rId59"/>
              </p:custDataLst>
            </p:nvPr>
          </p:nvCxnSpPr>
          <p:spPr bwMode="auto">
            <a:xfrm flipH="1">
              <a:off x="7994" y="2608"/>
              <a:ext cx="0" cy="51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2" name="直接连接符 271">
              <a:extLst>
                <a:ext uri="{FF2B5EF4-FFF2-40B4-BE49-F238E27FC236}">
                  <a16:creationId xmlns:a16="http://schemas.microsoft.com/office/drawing/2014/main" id="{2889A28F-D6E9-4D4B-8E2D-77E9DCD50DBB}"/>
                </a:ext>
              </a:extLst>
            </p:cNvPr>
            <p:cNvCxnSpPr/>
            <p:nvPr>
              <p:custDataLst>
                <p:tags r:id="rId60"/>
              </p:custDataLst>
            </p:nvPr>
          </p:nvCxnSpPr>
          <p:spPr bwMode="auto">
            <a:xfrm flipV="1">
              <a:off x="5385" y="3062"/>
              <a:ext cx="113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73" name="直接连接符 272">
              <a:extLst>
                <a:ext uri="{FF2B5EF4-FFF2-40B4-BE49-F238E27FC236}">
                  <a16:creationId xmlns:a16="http://schemas.microsoft.com/office/drawing/2014/main" id="{94AE6092-529F-4758-BBCE-E2EB689C94C1}"/>
                </a:ext>
              </a:extLst>
            </p:cNvPr>
            <p:cNvCxnSpPr/>
            <p:nvPr>
              <p:custDataLst>
                <p:tags r:id="rId61"/>
              </p:custDataLst>
            </p:nvPr>
          </p:nvCxnSpPr>
          <p:spPr bwMode="auto">
            <a:xfrm flipH="1">
              <a:off x="5386" y="1701"/>
              <a:ext cx="0" cy="141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4" name="直接连接符 273">
              <a:extLst>
                <a:ext uri="{FF2B5EF4-FFF2-40B4-BE49-F238E27FC236}">
                  <a16:creationId xmlns:a16="http://schemas.microsoft.com/office/drawing/2014/main" id="{87D72DD1-5EDD-4736-8728-475D96A7B830}"/>
                </a:ext>
              </a:extLst>
            </p:cNvPr>
            <p:cNvCxnSpPr/>
            <p:nvPr>
              <p:custDataLst>
                <p:tags r:id="rId62"/>
              </p:custDataLst>
            </p:nvPr>
          </p:nvCxnSpPr>
          <p:spPr bwMode="auto">
            <a:xfrm flipH="1">
              <a:off x="5613" y="1701"/>
              <a:ext cx="0" cy="141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5" name="直接连接符 274">
              <a:extLst>
                <a:ext uri="{FF2B5EF4-FFF2-40B4-BE49-F238E27FC236}">
                  <a16:creationId xmlns:a16="http://schemas.microsoft.com/office/drawing/2014/main" id="{A3EF5E84-D7CD-42AB-88F5-320929026AFA}"/>
                </a:ext>
              </a:extLst>
            </p:cNvPr>
            <p:cNvCxnSpPr/>
            <p:nvPr>
              <p:custDataLst>
                <p:tags r:id="rId63"/>
              </p:custDataLst>
            </p:nvPr>
          </p:nvCxnSpPr>
          <p:spPr bwMode="auto">
            <a:xfrm flipV="1">
              <a:off x="5499" y="3033"/>
              <a:ext cx="113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76" name="直接连接符 275">
              <a:extLst>
                <a:ext uri="{FF2B5EF4-FFF2-40B4-BE49-F238E27FC236}">
                  <a16:creationId xmlns:a16="http://schemas.microsoft.com/office/drawing/2014/main" id="{83F98303-9737-47FB-8489-70AA088A712C}"/>
                </a:ext>
              </a:extLst>
            </p:cNvPr>
            <p:cNvCxnSpPr/>
            <p:nvPr>
              <p:custDataLst>
                <p:tags r:id="rId64"/>
              </p:custDataLst>
            </p:nvPr>
          </p:nvCxnSpPr>
          <p:spPr bwMode="auto">
            <a:xfrm flipH="1">
              <a:off x="6633" y="2041"/>
              <a:ext cx="0" cy="107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C0000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7" name="直接连接符 276">
              <a:extLst>
                <a:ext uri="{FF2B5EF4-FFF2-40B4-BE49-F238E27FC236}">
                  <a16:creationId xmlns:a16="http://schemas.microsoft.com/office/drawing/2014/main" id="{2E4A6CC8-70C0-4609-8EE7-704C58E1AC43}"/>
                </a:ext>
              </a:extLst>
            </p:cNvPr>
            <p:cNvCxnSpPr/>
            <p:nvPr>
              <p:custDataLst>
                <p:tags r:id="rId65"/>
              </p:custDataLst>
            </p:nvPr>
          </p:nvCxnSpPr>
          <p:spPr bwMode="auto">
            <a:xfrm flipH="1">
              <a:off x="6576" y="1701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8" name="直接连接符 277">
              <a:extLst>
                <a:ext uri="{FF2B5EF4-FFF2-40B4-BE49-F238E27FC236}">
                  <a16:creationId xmlns:a16="http://schemas.microsoft.com/office/drawing/2014/main" id="{F6C379C1-CAD3-443A-BEBF-E6469E76981D}"/>
                </a:ext>
              </a:extLst>
            </p:cNvPr>
            <p:cNvCxnSpPr/>
            <p:nvPr>
              <p:custDataLst>
                <p:tags r:id="rId66"/>
              </p:custDataLst>
            </p:nvPr>
          </p:nvCxnSpPr>
          <p:spPr bwMode="auto">
            <a:xfrm flipH="1">
              <a:off x="6803" y="2608"/>
              <a:ext cx="113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9" name="直接连接符 278">
              <a:extLst>
                <a:ext uri="{FF2B5EF4-FFF2-40B4-BE49-F238E27FC236}">
                  <a16:creationId xmlns:a16="http://schemas.microsoft.com/office/drawing/2014/main" id="{C30ADE2F-8A59-45F7-A9BF-AF2D0A65D865}"/>
                </a:ext>
              </a:extLst>
            </p:cNvPr>
            <p:cNvCxnSpPr/>
            <p:nvPr>
              <p:custDataLst>
                <p:tags r:id="rId67"/>
              </p:custDataLst>
            </p:nvPr>
          </p:nvCxnSpPr>
          <p:spPr bwMode="auto">
            <a:xfrm flipV="1">
              <a:off x="6917" y="2608"/>
              <a:ext cx="1247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0" name="直接连接符 279">
              <a:extLst>
                <a:ext uri="{FF2B5EF4-FFF2-40B4-BE49-F238E27FC236}">
                  <a16:creationId xmlns:a16="http://schemas.microsoft.com/office/drawing/2014/main" id="{BA8C0CA4-41C9-4979-9165-7F4D1E6B1F61}"/>
                </a:ext>
              </a:extLst>
            </p:cNvPr>
            <p:cNvCxnSpPr/>
            <p:nvPr>
              <p:custDataLst>
                <p:tags r:id="rId68"/>
              </p:custDataLst>
            </p:nvPr>
          </p:nvCxnSpPr>
          <p:spPr bwMode="auto">
            <a:xfrm flipV="1">
              <a:off x="6803" y="2948"/>
              <a:ext cx="1134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81" name="直接连接符 280">
              <a:extLst>
                <a:ext uri="{FF2B5EF4-FFF2-40B4-BE49-F238E27FC236}">
                  <a16:creationId xmlns:a16="http://schemas.microsoft.com/office/drawing/2014/main" id="{41BFDD84-FD5F-40D1-A9D0-375A9FE50926}"/>
                </a:ext>
              </a:extLst>
            </p:cNvPr>
            <p:cNvCxnSpPr/>
            <p:nvPr>
              <p:custDataLst>
                <p:tags r:id="rId69"/>
              </p:custDataLst>
            </p:nvPr>
          </p:nvCxnSpPr>
          <p:spPr bwMode="auto">
            <a:xfrm flipH="1">
              <a:off x="7767" y="2041"/>
              <a:ext cx="0" cy="107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C0000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2" name="直接连接符 281">
              <a:extLst>
                <a:ext uri="{FF2B5EF4-FFF2-40B4-BE49-F238E27FC236}">
                  <a16:creationId xmlns:a16="http://schemas.microsoft.com/office/drawing/2014/main" id="{D0E0DAB3-E8B4-404E-947E-015E2430AF3F}"/>
                </a:ext>
              </a:extLst>
            </p:cNvPr>
            <p:cNvCxnSpPr/>
            <p:nvPr>
              <p:custDataLst>
                <p:tags r:id="rId70"/>
              </p:custDataLst>
            </p:nvPr>
          </p:nvCxnSpPr>
          <p:spPr bwMode="auto">
            <a:xfrm flipH="1">
              <a:off x="7937" y="2608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3" name="直接连接符 282">
              <a:extLst>
                <a:ext uri="{FF2B5EF4-FFF2-40B4-BE49-F238E27FC236}">
                  <a16:creationId xmlns:a16="http://schemas.microsoft.com/office/drawing/2014/main" id="{059322B9-78E4-4C3D-8E7D-076811D91EAE}"/>
                </a:ext>
              </a:extLst>
            </p:cNvPr>
            <p:cNvCxnSpPr/>
            <p:nvPr>
              <p:custDataLst>
                <p:tags r:id="rId71"/>
              </p:custDataLst>
            </p:nvPr>
          </p:nvCxnSpPr>
          <p:spPr bwMode="auto">
            <a:xfrm flipH="1">
              <a:off x="6973" y="2608"/>
              <a:ext cx="113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4" name="直接连接符 283">
              <a:extLst>
                <a:ext uri="{FF2B5EF4-FFF2-40B4-BE49-F238E27FC236}">
                  <a16:creationId xmlns:a16="http://schemas.microsoft.com/office/drawing/2014/main" id="{AEC8585E-6A65-42E7-9B87-72DA1C0EAE98}"/>
                </a:ext>
              </a:extLst>
            </p:cNvPr>
            <p:cNvCxnSpPr/>
            <p:nvPr>
              <p:custDataLst>
                <p:tags r:id="rId72"/>
              </p:custDataLst>
            </p:nvPr>
          </p:nvCxnSpPr>
          <p:spPr bwMode="auto">
            <a:xfrm flipH="1">
              <a:off x="7143" y="2608"/>
              <a:ext cx="113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5" name="直接连接符 284">
              <a:extLst>
                <a:ext uri="{FF2B5EF4-FFF2-40B4-BE49-F238E27FC236}">
                  <a16:creationId xmlns:a16="http://schemas.microsoft.com/office/drawing/2014/main" id="{FBDFE39C-0940-43CB-ACA4-873011020BEC}"/>
                </a:ext>
              </a:extLst>
            </p:cNvPr>
            <p:cNvCxnSpPr/>
            <p:nvPr>
              <p:custDataLst>
                <p:tags r:id="rId73"/>
              </p:custDataLst>
            </p:nvPr>
          </p:nvCxnSpPr>
          <p:spPr bwMode="auto">
            <a:xfrm flipH="1">
              <a:off x="7313" y="2608"/>
              <a:ext cx="113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6" name="直接连接符 285">
              <a:extLst>
                <a:ext uri="{FF2B5EF4-FFF2-40B4-BE49-F238E27FC236}">
                  <a16:creationId xmlns:a16="http://schemas.microsoft.com/office/drawing/2014/main" id="{F412FE42-AEFD-4AA5-9D43-E93661ED804F}"/>
                </a:ext>
              </a:extLst>
            </p:cNvPr>
            <p:cNvCxnSpPr/>
            <p:nvPr>
              <p:custDataLst>
                <p:tags r:id="rId74"/>
              </p:custDataLst>
            </p:nvPr>
          </p:nvCxnSpPr>
          <p:spPr bwMode="auto">
            <a:xfrm flipH="1">
              <a:off x="7483" y="2608"/>
              <a:ext cx="113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7" name="直接连接符 286">
              <a:extLst>
                <a:ext uri="{FF2B5EF4-FFF2-40B4-BE49-F238E27FC236}">
                  <a16:creationId xmlns:a16="http://schemas.microsoft.com/office/drawing/2014/main" id="{EA1DBE6E-FD28-498D-A490-233F7F6E570A}"/>
                </a:ext>
              </a:extLst>
            </p:cNvPr>
            <p:cNvCxnSpPr/>
            <p:nvPr>
              <p:custDataLst>
                <p:tags r:id="rId75"/>
              </p:custDataLst>
            </p:nvPr>
          </p:nvCxnSpPr>
          <p:spPr bwMode="auto">
            <a:xfrm flipH="1">
              <a:off x="7654" y="2608"/>
              <a:ext cx="113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8" name="直接连接符 287">
              <a:extLst>
                <a:ext uri="{FF2B5EF4-FFF2-40B4-BE49-F238E27FC236}">
                  <a16:creationId xmlns:a16="http://schemas.microsoft.com/office/drawing/2014/main" id="{BA04AEBE-C077-4881-8B60-E0FCEAF82389}"/>
                </a:ext>
              </a:extLst>
            </p:cNvPr>
            <p:cNvCxnSpPr/>
            <p:nvPr>
              <p:custDataLst>
                <p:tags r:id="rId76"/>
              </p:custDataLst>
            </p:nvPr>
          </p:nvCxnSpPr>
          <p:spPr bwMode="auto">
            <a:xfrm flipH="1">
              <a:off x="7795" y="2608"/>
              <a:ext cx="113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89" name="任意多边形 201">
              <a:extLst>
                <a:ext uri="{FF2B5EF4-FFF2-40B4-BE49-F238E27FC236}">
                  <a16:creationId xmlns:a16="http://schemas.microsoft.com/office/drawing/2014/main" id="{A1FC9252-4071-4E98-AA31-A8D3D6718A7C}"/>
                </a:ext>
              </a:extLst>
            </p:cNvPr>
            <p:cNvSpPr/>
            <p:nvPr>
              <p:custDataLst>
                <p:tags r:id="rId77"/>
              </p:custDataLst>
            </p:nvPr>
          </p:nvSpPr>
          <p:spPr>
            <a:xfrm>
              <a:off x="3230" y="2324"/>
              <a:ext cx="231" cy="416"/>
            </a:xfrm>
            <a:custGeom>
              <a:avLst/>
              <a:gdLst>
                <a:gd name="connisteX0" fmla="*/ 0 w 146685"/>
                <a:gd name="connsiteY0" fmla="*/ 0 h 264160"/>
                <a:gd name="connisteX1" fmla="*/ 56515 w 146685"/>
                <a:gd name="connsiteY1" fmla="*/ 63500 h 264160"/>
                <a:gd name="connisteX2" fmla="*/ 56515 w 146685"/>
                <a:gd name="connsiteY2" fmla="*/ 173990 h 264160"/>
                <a:gd name="connisteX3" fmla="*/ 83185 w 146685"/>
                <a:gd name="connsiteY3" fmla="*/ 237490 h 264160"/>
                <a:gd name="connisteX4" fmla="*/ 146685 w 146685"/>
                <a:gd name="connsiteY4" fmla="*/ 264160 h 26416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46685" h="264160">
                  <a:moveTo>
                    <a:pt x="0" y="0"/>
                  </a:moveTo>
                  <a:cubicBezTo>
                    <a:pt x="11430" y="10795"/>
                    <a:pt x="45085" y="28575"/>
                    <a:pt x="56515" y="63500"/>
                  </a:cubicBezTo>
                  <a:cubicBezTo>
                    <a:pt x="67945" y="98425"/>
                    <a:pt x="51435" y="139065"/>
                    <a:pt x="56515" y="173990"/>
                  </a:cubicBezTo>
                  <a:cubicBezTo>
                    <a:pt x="61595" y="208915"/>
                    <a:pt x="65405" y="219710"/>
                    <a:pt x="83185" y="237490"/>
                  </a:cubicBezTo>
                  <a:cubicBezTo>
                    <a:pt x="100965" y="255270"/>
                    <a:pt x="134620" y="260350"/>
                    <a:pt x="146685" y="264160"/>
                  </a:cubicBezTo>
                </a:path>
              </a:pathLst>
            </a:custGeom>
            <a:noFill/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sm" len="sm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0" name="任意多边形 202">
              <a:extLst>
                <a:ext uri="{FF2B5EF4-FFF2-40B4-BE49-F238E27FC236}">
                  <a16:creationId xmlns:a16="http://schemas.microsoft.com/office/drawing/2014/main" id="{D65D99A2-073C-4A8C-A76E-07C6AB0EBE19}"/>
                </a:ext>
              </a:extLst>
            </p:cNvPr>
            <p:cNvSpPr/>
            <p:nvPr>
              <p:custDataLst>
                <p:tags r:id="rId78"/>
              </p:custDataLst>
            </p:nvPr>
          </p:nvSpPr>
          <p:spPr>
            <a:xfrm>
              <a:off x="4365" y="2324"/>
              <a:ext cx="231" cy="416"/>
            </a:xfrm>
            <a:custGeom>
              <a:avLst/>
              <a:gdLst>
                <a:gd name="connisteX0" fmla="*/ 0 w 146685"/>
                <a:gd name="connsiteY0" fmla="*/ 0 h 264160"/>
                <a:gd name="connisteX1" fmla="*/ 56515 w 146685"/>
                <a:gd name="connsiteY1" fmla="*/ 63500 h 264160"/>
                <a:gd name="connisteX2" fmla="*/ 56515 w 146685"/>
                <a:gd name="connsiteY2" fmla="*/ 173990 h 264160"/>
                <a:gd name="connisteX3" fmla="*/ 83185 w 146685"/>
                <a:gd name="connsiteY3" fmla="*/ 237490 h 264160"/>
                <a:gd name="connisteX4" fmla="*/ 146685 w 146685"/>
                <a:gd name="connsiteY4" fmla="*/ 264160 h 26416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46685" h="264160">
                  <a:moveTo>
                    <a:pt x="0" y="0"/>
                  </a:moveTo>
                  <a:cubicBezTo>
                    <a:pt x="11430" y="10795"/>
                    <a:pt x="45085" y="28575"/>
                    <a:pt x="56515" y="63500"/>
                  </a:cubicBezTo>
                  <a:cubicBezTo>
                    <a:pt x="67945" y="98425"/>
                    <a:pt x="51435" y="139065"/>
                    <a:pt x="56515" y="173990"/>
                  </a:cubicBezTo>
                  <a:cubicBezTo>
                    <a:pt x="61595" y="208915"/>
                    <a:pt x="65405" y="219710"/>
                    <a:pt x="83185" y="237490"/>
                  </a:cubicBezTo>
                  <a:cubicBezTo>
                    <a:pt x="100965" y="255270"/>
                    <a:pt x="134620" y="260350"/>
                    <a:pt x="146685" y="264160"/>
                  </a:cubicBezTo>
                </a:path>
              </a:pathLst>
            </a:custGeom>
            <a:noFill/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sm" len="sm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1" name="任意多边形 203">
              <a:extLst>
                <a:ext uri="{FF2B5EF4-FFF2-40B4-BE49-F238E27FC236}">
                  <a16:creationId xmlns:a16="http://schemas.microsoft.com/office/drawing/2014/main" id="{5B9B5401-1EC1-4509-AB56-738925388D2A}"/>
                </a:ext>
              </a:extLst>
            </p:cNvPr>
            <p:cNvSpPr/>
            <p:nvPr>
              <p:custDataLst>
                <p:tags r:id="rId79"/>
              </p:custDataLst>
            </p:nvPr>
          </p:nvSpPr>
          <p:spPr>
            <a:xfrm>
              <a:off x="6633" y="2324"/>
              <a:ext cx="231" cy="416"/>
            </a:xfrm>
            <a:custGeom>
              <a:avLst/>
              <a:gdLst>
                <a:gd name="connisteX0" fmla="*/ 0 w 146685"/>
                <a:gd name="connsiteY0" fmla="*/ 0 h 264160"/>
                <a:gd name="connisteX1" fmla="*/ 56515 w 146685"/>
                <a:gd name="connsiteY1" fmla="*/ 63500 h 264160"/>
                <a:gd name="connisteX2" fmla="*/ 56515 w 146685"/>
                <a:gd name="connsiteY2" fmla="*/ 173990 h 264160"/>
                <a:gd name="connisteX3" fmla="*/ 83185 w 146685"/>
                <a:gd name="connsiteY3" fmla="*/ 237490 h 264160"/>
                <a:gd name="connisteX4" fmla="*/ 146685 w 146685"/>
                <a:gd name="connsiteY4" fmla="*/ 264160 h 26416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46685" h="264160">
                  <a:moveTo>
                    <a:pt x="0" y="0"/>
                  </a:moveTo>
                  <a:cubicBezTo>
                    <a:pt x="11430" y="10795"/>
                    <a:pt x="45085" y="28575"/>
                    <a:pt x="56515" y="63500"/>
                  </a:cubicBezTo>
                  <a:cubicBezTo>
                    <a:pt x="67945" y="98425"/>
                    <a:pt x="51435" y="139065"/>
                    <a:pt x="56515" y="173990"/>
                  </a:cubicBezTo>
                  <a:cubicBezTo>
                    <a:pt x="61595" y="208915"/>
                    <a:pt x="65405" y="219710"/>
                    <a:pt x="83185" y="237490"/>
                  </a:cubicBezTo>
                  <a:cubicBezTo>
                    <a:pt x="100965" y="255270"/>
                    <a:pt x="134620" y="260350"/>
                    <a:pt x="146685" y="264160"/>
                  </a:cubicBezTo>
                </a:path>
              </a:pathLst>
            </a:custGeom>
            <a:noFill/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sm" len="sm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2" name="任意多边形 204">
              <a:extLst>
                <a:ext uri="{FF2B5EF4-FFF2-40B4-BE49-F238E27FC236}">
                  <a16:creationId xmlns:a16="http://schemas.microsoft.com/office/drawing/2014/main" id="{0A96BB1A-9072-43D3-813A-C538AF9AD0AF}"/>
                </a:ext>
              </a:extLst>
            </p:cNvPr>
            <p:cNvSpPr/>
            <p:nvPr>
              <p:custDataLst>
                <p:tags r:id="rId80"/>
              </p:custDataLst>
            </p:nvPr>
          </p:nvSpPr>
          <p:spPr>
            <a:xfrm>
              <a:off x="7767" y="2324"/>
              <a:ext cx="231" cy="416"/>
            </a:xfrm>
            <a:custGeom>
              <a:avLst/>
              <a:gdLst>
                <a:gd name="connisteX0" fmla="*/ 0 w 146685"/>
                <a:gd name="connsiteY0" fmla="*/ 0 h 264160"/>
                <a:gd name="connisteX1" fmla="*/ 56515 w 146685"/>
                <a:gd name="connsiteY1" fmla="*/ 63500 h 264160"/>
                <a:gd name="connisteX2" fmla="*/ 56515 w 146685"/>
                <a:gd name="connsiteY2" fmla="*/ 173990 h 264160"/>
                <a:gd name="connisteX3" fmla="*/ 83185 w 146685"/>
                <a:gd name="connsiteY3" fmla="*/ 237490 h 264160"/>
                <a:gd name="connisteX4" fmla="*/ 146685 w 146685"/>
                <a:gd name="connsiteY4" fmla="*/ 264160 h 26416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46685" h="264160">
                  <a:moveTo>
                    <a:pt x="0" y="0"/>
                  </a:moveTo>
                  <a:cubicBezTo>
                    <a:pt x="11430" y="10795"/>
                    <a:pt x="45085" y="28575"/>
                    <a:pt x="56515" y="63500"/>
                  </a:cubicBezTo>
                  <a:cubicBezTo>
                    <a:pt x="67945" y="98425"/>
                    <a:pt x="51435" y="139065"/>
                    <a:pt x="56515" y="173990"/>
                  </a:cubicBezTo>
                  <a:cubicBezTo>
                    <a:pt x="61595" y="208915"/>
                    <a:pt x="65405" y="219710"/>
                    <a:pt x="83185" y="237490"/>
                  </a:cubicBezTo>
                  <a:cubicBezTo>
                    <a:pt x="100965" y="255270"/>
                    <a:pt x="134620" y="260350"/>
                    <a:pt x="146685" y="264160"/>
                  </a:cubicBezTo>
                </a:path>
              </a:pathLst>
            </a:custGeom>
            <a:noFill/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sm" len="sm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293" name="直接连接符 292">
              <a:extLst>
                <a:ext uri="{FF2B5EF4-FFF2-40B4-BE49-F238E27FC236}">
                  <a16:creationId xmlns:a16="http://schemas.microsoft.com/office/drawing/2014/main" id="{E272D3E5-D7B9-419E-93DC-B9A574B2D7CC}"/>
                </a:ext>
              </a:extLst>
            </p:cNvPr>
            <p:cNvCxnSpPr/>
            <p:nvPr>
              <p:custDataLst>
                <p:tags r:id="rId81"/>
              </p:custDataLst>
            </p:nvPr>
          </p:nvCxnSpPr>
          <p:spPr bwMode="auto">
            <a:xfrm flipH="1">
              <a:off x="3288" y="3061"/>
              <a:ext cx="57" cy="17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94" name="直接连接符 293">
              <a:extLst>
                <a:ext uri="{FF2B5EF4-FFF2-40B4-BE49-F238E27FC236}">
                  <a16:creationId xmlns:a16="http://schemas.microsoft.com/office/drawing/2014/main" id="{5FAE5173-7F1F-4E3B-B3E1-16719468F2DC}"/>
                </a:ext>
              </a:extLst>
            </p:cNvPr>
            <p:cNvCxnSpPr/>
            <p:nvPr>
              <p:custDataLst>
                <p:tags r:id="rId82"/>
              </p:custDataLst>
            </p:nvPr>
          </p:nvCxnSpPr>
          <p:spPr bwMode="auto">
            <a:xfrm flipH="1">
              <a:off x="4422" y="3061"/>
              <a:ext cx="57" cy="17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95" name="直接连接符 294">
              <a:extLst>
                <a:ext uri="{FF2B5EF4-FFF2-40B4-BE49-F238E27FC236}">
                  <a16:creationId xmlns:a16="http://schemas.microsoft.com/office/drawing/2014/main" id="{5B5CA015-33D6-4327-A5B1-A962252397C9}"/>
                </a:ext>
              </a:extLst>
            </p:cNvPr>
            <p:cNvCxnSpPr>
              <a:cxnSpLocks/>
            </p:cNvCxnSpPr>
            <p:nvPr>
              <p:custDataLst>
                <p:tags r:id="rId83"/>
              </p:custDataLst>
            </p:nvPr>
          </p:nvCxnSpPr>
          <p:spPr bwMode="auto">
            <a:xfrm>
              <a:off x="5443" y="3061"/>
              <a:ext cx="169" cy="39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296" name="Text Box 191">
              <a:extLst>
                <a:ext uri="{FF2B5EF4-FFF2-40B4-BE49-F238E27FC236}">
                  <a16:creationId xmlns:a16="http://schemas.microsoft.com/office/drawing/2014/main" id="{5DE954EC-C9AF-461C-8222-C60979AFA3FC}"/>
                </a:ext>
              </a:extLst>
            </p:cNvPr>
            <p:cNvSpPr txBox="1">
              <a:spLocks noChangeArrowheads="1"/>
            </p:cNvSpPr>
            <p:nvPr>
              <p:custDataLst>
                <p:tags r:id="rId84"/>
              </p:custDataLst>
            </p:nvPr>
          </p:nvSpPr>
          <p:spPr bwMode="auto">
            <a:xfrm>
              <a:off x="5442" y="3458"/>
              <a:ext cx="2098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建立时间</a:t>
              </a:r>
              <a:r>
                <a:rPr 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t</a:t>
              </a:r>
              <a:r>
                <a:rPr lang="en-US" sz="1600" b="1" baseline="-25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setup</a:t>
              </a:r>
              <a:endParaRPr lang="en-US" sz="1600" b="1" baseline="-25000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endParaRPr>
            </a:p>
          </p:txBody>
        </p:sp>
        <p:cxnSp>
          <p:nvCxnSpPr>
            <p:cNvPr id="297" name="直接连接符 296">
              <a:extLst>
                <a:ext uri="{FF2B5EF4-FFF2-40B4-BE49-F238E27FC236}">
                  <a16:creationId xmlns:a16="http://schemas.microsoft.com/office/drawing/2014/main" id="{15DF1074-B05E-430B-AFB5-9FE0746E2103}"/>
                </a:ext>
              </a:extLst>
            </p:cNvPr>
            <p:cNvCxnSpPr/>
            <p:nvPr>
              <p:custDataLst>
                <p:tags r:id="rId85"/>
              </p:custDataLst>
            </p:nvPr>
          </p:nvCxnSpPr>
          <p:spPr bwMode="auto">
            <a:xfrm>
              <a:off x="5556" y="3033"/>
              <a:ext cx="170" cy="142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298" name="Text Box 191">
              <a:extLst>
                <a:ext uri="{FF2B5EF4-FFF2-40B4-BE49-F238E27FC236}">
                  <a16:creationId xmlns:a16="http://schemas.microsoft.com/office/drawing/2014/main" id="{AC5070D9-9F58-4424-9AE2-6A4D9981DC99}"/>
                </a:ext>
              </a:extLst>
            </p:cNvPr>
            <p:cNvSpPr txBox="1">
              <a:spLocks noChangeArrowheads="1"/>
            </p:cNvSpPr>
            <p:nvPr>
              <p:custDataLst>
                <p:tags r:id="rId86"/>
              </p:custDataLst>
            </p:nvPr>
          </p:nvSpPr>
          <p:spPr bwMode="auto">
            <a:xfrm>
              <a:off x="5726" y="3118"/>
              <a:ext cx="1928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保持时间</a:t>
              </a:r>
              <a:r>
                <a:rPr 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t</a:t>
              </a:r>
              <a:r>
                <a:rPr lang="en-US" sz="1600" b="1" baseline="-25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hold</a:t>
              </a:r>
              <a:endParaRPr lang="en-US" sz="1600" b="1" baseline="-25000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endParaRPr>
            </a:p>
          </p:txBody>
        </p:sp>
        <p:sp>
          <p:nvSpPr>
            <p:cNvPr id="299" name="Text Box 191">
              <a:extLst>
                <a:ext uri="{FF2B5EF4-FFF2-40B4-BE49-F238E27FC236}">
                  <a16:creationId xmlns:a16="http://schemas.microsoft.com/office/drawing/2014/main" id="{87831C47-5BAD-47B3-B446-C7221583DAF2}"/>
                </a:ext>
              </a:extLst>
            </p:cNvPr>
            <p:cNvSpPr txBox="1">
              <a:spLocks noChangeArrowheads="1"/>
            </p:cNvSpPr>
            <p:nvPr>
              <p:custDataLst>
                <p:tags r:id="rId87"/>
              </p:custDataLst>
            </p:nvPr>
          </p:nvSpPr>
          <p:spPr bwMode="auto">
            <a:xfrm>
              <a:off x="2664" y="2608"/>
              <a:ext cx="22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Q</a:t>
              </a:r>
            </a:p>
          </p:txBody>
        </p:sp>
      </p:grpSp>
      <p:graphicFrame>
        <p:nvGraphicFramePr>
          <p:cNvPr id="300" name="表格 299">
            <a:extLst>
              <a:ext uri="{FF2B5EF4-FFF2-40B4-BE49-F238E27FC236}">
                <a16:creationId xmlns:a16="http://schemas.microsoft.com/office/drawing/2014/main" id="{0ECF2F8D-5A17-489D-90CD-CB3D34F6BCE7}"/>
              </a:ext>
            </a:extLst>
          </p:cNvPr>
          <p:cNvGraphicFramePr>
            <a:graphicFrameLocks noGrp="1"/>
          </p:cNvGraphicFramePr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60261863"/>
              </p:ext>
            </p:extLst>
          </p:nvPr>
        </p:nvGraphicFramePr>
        <p:xfrm>
          <a:off x="5364088" y="2492896"/>
          <a:ext cx="3708544" cy="123228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85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3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96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289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CP</a:t>
                      </a:r>
                      <a:endParaRPr lang="en-US" altLang="zh-CN" sz="1600" b="1" baseline="-250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主锁存器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从锁存器</a:t>
                      </a:r>
                      <a:endParaRPr lang="en-US" altLang="zh-CN" sz="1600" b="1" baseline="300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85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L</a:t>
                      </a: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rgbClr val="FF3399"/>
                          </a:solidFill>
                          <a:latin typeface="宋体" panose="02010600030101010101" pitchFamily="2" charset="-122"/>
                          <a:sym typeface="+mn-ea"/>
                        </a:rPr>
                        <a:t>写入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(QM=D)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    Q</a:t>
                      </a:r>
                      <a:r>
                        <a:rPr lang="zh-CN" altLang="en-US" sz="1600" b="1" dirty="0">
                          <a:solidFill>
                            <a:srgbClr val="990099"/>
                          </a:solidFill>
                          <a:latin typeface="宋体" panose="02010600030101010101" pitchFamily="2" charset="-122"/>
                          <a:sym typeface="+mn-ea"/>
                        </a:rPr>
                        <a:t>不变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[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从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C=0]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574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↑</a:t>
                      </a: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rgbClr val="FF3399"/>
                          </a:solidFill>
                          <a:latin typeface="宋体" panose="02010600030101010101" pitchFamily="2" charset="-122"/>
                          <a:sym typeface="+mn-ea"/>
                        </a:rPr>
                        <a:t>锁存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(QM=D)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    开始写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511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H</a:t>
                      </a: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QM</a:t>
                      </a:r>
                      <a:r>
                        <a:rPr lang="zh-CN" altLang="en-US" sz="1600" b="1" dirty="0">
                          <a:solidFill>
                            <a:srgbClr val="990099"/>
                          </a:solidFill>
                          <a:latin typeface="宋体" panose="02010600030101010101" pitchFamily="2" charset="-122"/>
                          <a:sym typeface="+mn-ea"/>
                        </a:rPr>
                        <a:t>不变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rgbClr val="FF3399"/>
                          </a:solidFill>
                          <a:latin typeface="宋体" panose="02010600030101010101" pitchFamily="2" charset="-122"/>
                          <a:sym typeface="+mn-ea"/>
                        </a:rPr>
                        <a:t>写入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(Q=QM[CP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↑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时的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D]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)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↓</a:t>
                      </a: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开始写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rgbClr val="FF3399"/>
                          </a:solidFill>
                          <a:latin typeface="宋体" panose="02010600030101010101" pitchFamily="2" charset="-122"/>
                          <a:sym typeface="+mn-ea"/>
                        </a:rPr>
                        <a:t>锁存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(Q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不变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[t</a:t>
                      </a:r>
                      <a:r>
                        <a:rPr lang="zh-CN" altLang="en-US" sz="1600" b="1" baseline="-18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锁存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＜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t</a:t>
                      </a:r>
                      <a:r>
                        <a:rPr lang="zh-CN" altLang="en-US" sz="1600" b="1" baseline="-18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写入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])</a:t>
                      </a:r>
                      <a:endParaRPr lang="zh-CN" altLang="en-US" sz="1600" b="1" dirty="0">
                        <a:solidFill>
                          <a:srgbClr val="FF339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3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437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437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437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437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6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2437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" name="组合 190">
            <a:extLst>
              <a:ext uri="{FF2B5EF4-FFF2-40B4-BE49-F238E27FC236}">
                <a16:creationId xmlns:a16="http://schemas.microsoft.com/office/drawing/2014/main" id="{E803776A-3125-418C-82B5-DFE64275CD7B}"/>
              </a:ext>
            </a:extLst>
          </p:cNvPr>
          <p:cNvGrpSpPr/>
          <p:nvPr/>
        </p:nvGrpSpPr>
        <p:grpSpPr>
          <a:xfrm>
            <a:off x="1369060" y="3707765"/>
            <a:ext cx="3923665" cy="1835785"/>
            <a:chOff x="1369060" y="3707765"/>
            <a:chExt cx="3923665" cy="1835785"/>
          </a:xfrm>
        </p:grpSpPr>
        <p:sp>
          <p:nvSpPr>
            <p:cNvPr id="192" name="Text Box 36">
              <a:extLst>
                <a:ext uri="{FF2B5EF4-FFF2-40B4-BE49-F238E27FC236}">
                  <a16:creationId xmlns:a16="http://schemas.microsoft.com/office/drawing/2014/main" id="{D5CDB23B-1E87-4B58-BBF8-7FEAACE9C53F}"/>
                </a:ext>
              </a:extLst>
            </p:cNvPr>
            <p:cNvSpPr txBox="1">
              <a:spLocks noChangeArrowheads="1"/>
            </p:cNvSpPr>
            <p:nvPr>
              <p:custDataLst>
                <p:tags r:id="rId89"/>
              </p:custDataLst>
            </p:nvPr>
          </p:nvSpPr>
          <p:spPr bwMode="auto">
            <a:xfrm>
              <a:off x="1837055" y="3743325"/>
              <a:ext cx="3204210" cy="1764030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93" name="Text Box 191">
              <a:extLst>
                <a:ext uri="{FF2B5EF4-FFF2-40B4-BE49-F238E27FC236}">
                  <a16:creationId xmlns:a16="http://schemas.microsoft.com/office/drawing/2014/main" id="{4EDDC39F-DF7A-4E59-B6DD-4D11AC8CD8D7}"/>
                </a:ext>
              </a:extLst>
            </p:cNvPr>
            <p:cNvSpPr txBox="1">
              <a:spLocks noChangeArrowheads="1"/>
            </p:cNvSpPr>
            <p:nvPr>
              <p:custDataLst>
                <p:tags r:id="rId90"/>
              </p:custDataLst>
            </p:nvPr>
          </p:nvSpPr>
          <p:spPr bwMode="auto">
            <a:xfrm>
              <a:off x="5113020" y="4643755"/>
              <a:ext cx="179705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Q</a:t>
              </a:r>
            </a:p>
          </p:txBody>
        </p:sp>
        <p:sp>
          <p:nvSpPr>
            <p:cNvPr id="194" name="Text Box 191">
              <a:extLst>
                <a:ext uri="{FF2B5EF4-FFF2-40B4-BE49-F238E27FC236}">
                  <a16:creationId xmlns:a16="http://schemas.microsoft.com/office/drawing/2014/main" id="{5C7076E0-71BD-4CA1-A1F6-F4EE2DC2767E}"/>
                </a:ext>
              </a:extLst>
            </p:cNvPr>
            <p:cNvSpPr txBox="1">
              <a:spLocks noChangeArrowheads="1"/>
            </p:cNvSpPr>
            <p:nvPr>
              <p:custDataLst>
                <p:tags r:id="rId91"/>
              </p:custDataLst>
            </p:nvPr>
          </p:nvSpPr>
          <p:spPr bwMode="auto">
            <a:xfrm>
              <a:off x="5113020" y="4103370"/>
              <a:ext cx="179705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Q</a:t>
              </a:r>
            </a:p>
          </p:txBody>
        </p:sp>
        <p:cxnSp>
          <p:nvCxnSpPr>
            <p:cNvPr id="195" name="直接连接符 194">
              <a:extLst>
                <a:ext uri="{FF2B5EF4-FFF2-40B4-BE49-F238E27FC236}">
                  <a16:creationId xmlns:a16="http://schemas.microsoft.com/office/drawing/2014/main" id="{42098DBF-A3E0-4BF5-BCEE-BE3C83E0D72B}"/>
                </a:ext>
              </a:extLst>
            </p:cNvPr>
            <p:cNvCxnSpPr/>
            <p:nvPr>
              <p:custDataLst>
                <p:tags r:id="rId92"/>
              </p:custDataLst>
            </p:nvPr>
          </p:nvCxnSpPr>
          <p:spPr bwMode="auto">
            <a:xfrm flipV="1">
              <a:off x="5147945" y="4655185"/>
              <a:ext cx="10795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96" name="Text Box 191">
              <a:extLst>
                <a:ext uri="{FF2B5EF4-FFF2-40B4-BE49-F238E27FC236}">
                  <a16:creationId xmlns:a16="http://schemas.microsoft.com/office/drawing/2014/main" id="{C7118DFC-F710-4561-9E99-73221453EC9D}"/>
                </a:ext>
              </a:extLst>
            </p:cNvPr>
            <p:cNvSpPr txBox="1">
              <a:spLocks noChangeArrowheads="1"/>
            </p:cNvSpPr>
            <p:nvPr>
              <p:custDataLst>
                <p:tags r:id="rId93"/>
              </p:custDataLst>
            </p:nvPr>
          </p:nvSpPr>
          <p:spPr bwMode="auto">
            <a:xfrm>
              <a:off x="1584960" y="3919855"/>
              <a:ext cx="179705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D</a:t>
              </a:r>
            </a:p>
          </p:txBody>
        </p:sp>
        <p:cxnSp>
          <p:nvCxnSpPr>
            <p:cNvPr id="197" name="直接连接符 196">
              <a:extLst>
                <a:ext uri="{FF2B5EF4-FFF2-40B4-BE49-F238E27FC236}">
                  <a16:creationId xmlns:a16="http://schemas.microsoft.com/office/drawing/2014/main" id="{90944721-A312-43BC-96BB-E11241F608CC}"/>
                </a:ext>
              </a:extLst>
            </p:cNvPr>
            <p:cNvCxnSpPr/>
            <p:nvPr>
              <p:custDataLst>
                <p:tags r:id="rId94"/>
              </p:custDataLst>
            </p:nvPr>
          </p:nvCxnSpPr>
          <p:spPr bwMode="auto">
            <a:xfrm>
              <a:off x="1908810" y="4031615"/>
              <a:ext cx="0" cy="899795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198" name="直接箭头连接符 197">
              <a:extLst>
                <a:ext uri="{FF2B5EF4-FFF2-40B4-BE49-F238E27FC236}">
                  <a16:creationId xmlns:a16="http://schemas.microsoft.com/office/drawing/2014/main" id="{99DFEC32-CB02-4A9C-BF88-45269842B1FB}"/>
                </a:ext>
              </a:extLst>
            </p:cNvPr>
            <p:cNvCxnSpPr/>
            <p:nvPr>
              <p:custDataLst>
                <p:tags r:id="rId95"/>
              </p:custDataLst>
            </p:nvPr>
          </p:nvCxnSpPr>
          <p:spPr bwMode="auto">
            <a:xfrm flipV="1">
              <a:off x="1764665" y="4031615"/>
              <a:ext cx="6477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grpSp>
          <p:nvGrpSpPr>
            <p:cNvPr id="199" name="组合 198">
              <a:extLst>
                <a:ext uri="{FF2B5EF4-FFF2-40B4-BE49-F238E27FC236}">
                  <a16:creationId xmlns:a16="http://schemas.microsoft.com/office/drawing/2014/main" id="{16D1E381-CF41-4076-87E5-EEFD77DBE836}"/>
                </a:ext>
              </a:extLst>
            </p:cNvPr>
            <p:cNvGrpSpPr/>
            <p:nvPr/>
          </p:nvGrpSpPr>
          <p:grpSpPr>
            <a:xfrm>
              <a:off x="3709035" y="3923665"/>
              <a:ext cx="1403985" cy="1115695"/>
              <a:chOff x="6293" y="5953"/>
              <a:chExt cx="2211" cy="1757"/>
            </a:xfrm>
          </p:grpSpPr>
          <p:sp>
            <p:nvSpPr>
              <p:cNvPr id="279" name="Text Box 36">
                <a:extLst>
                  <a:ext uri="{FF2B5EF4-FFF2-40B4-BE49-F238E27FC236}">
                    <a16:creationId xmlns:a16="http://schemas.microsoft.com/office/drawing/2014/main" id="{05C1E235-1704-4680-A4A8-ADDC9DEDE1EE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46"/>
                </p:custDataLst>
              </p:nvPr>
            </p:nvSpPr>
            <p:spPr bwMode="auto">
              <a:xfrm>
                <a:off x="6350" y="5953"/>
                <a:ext cx="1984" cy="1757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rgbClr val="00B0F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endParaRPr lang="en-US" altLang="zh-CN" sz="1600" b="1" u="none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80" name="Text Box 36">
                <a:extLst>
                  <a:ext uri="{FF2B5EF4-FFF2-40B4-BE49-F238E27FC236}">
                    <a16:creationId xmlns:a16="http://schemas.microsoft.com/office/drawing/2014/main" id="{9D226B1C-0449-489D-A8F2-519894362AC9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47"/>
                </p:custDataLst>
              </p:nvPr>
            </p:nvSpPr>
            <p:spPr bwMode="auto">
              <a:xfrm>
                <a:off x="6690" y="6180"/>
                <a:ext cx="340" cy="454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 font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cxnSp>
            <p:nvCxnSpPr>
              <p:cNvPr id="290" name="直接箭头连接符 289">
                <a:extLst>
                  <a:ext uri="{FF2B5EF4-FFF2-40B4-BE49-F238E27FC236}">
                    <a16:creationId xmlns:a16="http://schemas.microsoft.com/office/drawing/2014/main" id="{4A73FCC7-56C9-4014-BB4E-41CF27A1115A}"/>
                  </a:ext>
                </a:extLst>
              </p:cNvPr>
              <p:cNvCxnSpPr/>
              <p:nvPr>
                <p:custDataLst>
                  <p:tags r:id="rId148"/>
                </p:custDataLst>
              </p:nvPr>
            </p:nvCxnSpPr>
            <p:spPr bwMode="auto">
              <a:xfrm flipV="1">
                <a:off x="6293" y="6293"/>
                <a:ext cx="39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91" name="直接箭头连接符 290">
                <a:extLst>
                  <a:ext uri="{FF2B5EF4-FFF2-40B4-BE49-F238E27FC236}">
                    <a16:creationId xmlns:a16="http://schemas.microsoft.com/office/drawing/2014/main" id="{906067F3-CF7B-46E9-ABD8-5E84BEDDA0AA}"/>
                  </a:ext>
                </a:extLst>
              </p:cNvPr>
              <p:cNvCxnSpPr/>
              <p:nvPr>
                <p:custDataLst>
                  <p:tags r:id="rId149"/>
                </p:custDataLst>
              </p:nvPr>
            </p:nvCxnSpPr>
            <p:spPr bwMode="auto">
              <a:xfrm flipV="1">
                <a:off x="6463" y="6520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296" name="Text Box 36">
                <a:extLst>
                  <a:ext uri="{FF2B5EF4-FFF2-40B4-BE49-F238E27FC236}">
                    <a16:creationId xmlns:a16="http://schemas.microsoft.com/office/drawing/2014/main" id="{0EE4AFF2-1BFB-4EEF-A7B3-9C426134F7F2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50"/>
                </p:custDataLst>
              </p:nvPr>
            </p:nvSpPr>
            <p:spPr bwMode="auto">
              <a:xfrm>
                <a:off x="6690" y="7030"/>
                <a:ext cx="340" cy="454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 font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cxnSp>
            <p:nvCxnSpPr>
              <p:cNvPr id="304" name="直接箭头连接符 303">
                <a:extLst>
                  <a:ext uri="{FF2B5EF4-FFF2-40B4-BE49-F238E27FC236}">
                    <a16:creationId xmlns:a16="http://schemas.microsoft.com/office/drawing/2014/main" id="{1715BD6E-94B5-497A-B3C2-7DC22086E5C4}"/>
                  </a:ext>
                </a:extLst>
              </p:cNvPr>
              <p:cNvCxnSpPr/>
              <p:nvPr>
                <p:custDataLst>
                  <p:tags r:id="rId151"/>
                </p:custDataLst>
              </p:nvPr>
            </p:nvCxnSpPr>
            <p:spPr bwMode="auto">
              <a:xfrm flipV="1">
                <a:off x="6463" y="7143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16" name="直接箭头连接符 315">
                <a:extLst>
                  <a:ext uri="{FF2B5EF4-FFF2-40B4-BE49-F238E27FC236}">
                    <a16:creationId xmlns:a16="http://schemas.microsoft.com/office/drawing/2014/main" id="{7AB534C9-520B-41EE-9E2E-48A12128699D}"/>
                  </a:ext>
                </a:extLst>
              </p:cNvPr>
              <p:cNvCxnSpPr/>
              <p:nvPr>
                <p:custDataLst>
                  <p:tags r:id="rId152"/>
                </p:custDataLst>
              </p:nvPr>
            </p:nvCxnSpPr>
            <p:spPr bwMode="auto">
              <a:xfrm flipV="1">
                <a:off x="6293" y="7370"/>
                <a:ext cx="39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17" name="直接连接符 316">
                <a:extLst>
                  <a:ext uri="{FF2B5EF4-FFF2-40B4-BE49-F238E27FC236}">
                    <a16:creationId xmlns:a16="http://schemas.microsoft.com/office/drawing/2014/main" id="{598F6181-D96F-4BC7-B18C-665A16E72420}"/>
                  </a:ext>
                </a:extLst>
              </p:cNvPr>
              <p:cNvCxnSpPr/>
              <p:nvPr>
                <p:custDataLst>
                  <p:tags r:id="rId153"/>
                </p:custDataLst>
              </p:nvPr>
            </p:nvCxnSpPr>
            <p:spPr bwMode="auto">
              <a:xfrm>
                <a:off x="6463" y="6520"/>
                <a:ext cx="0" cy="624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18" name="直接箭头连接符 317">
                <a:extLst>
                  <a:ext uri="{FF2B5EF4-FFF2-40B4-BE49-F238E27FC236}">
                    <a16:creationId xmlns:a16="http://schemas.microsoft.com/office/drawing/2014/main" id="{35146F3E-3A72-4789-9EA0-C62840227DEE}"/>
                  </a:ext>
                </a:extLst>
              </p:cNvPr>
              <p:cNvCxnSpPr/>
              <p:nvPr>
                <p:custDataLst>
                  <p:tags r:id="rId154"/>
                </p:custDataLst>
              </p:nvPr>
            </p:nvCxnSpPr>
            <p:spPr bwMode="auto">
              <a:xfrm flipH="1" flipV="1">
                <a:off x="6463" y="7143"/>
                <a:ext cx="0" cy="56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  <a:effectLst/>
            </p:spPr>
          </p:cxnSp>
          <p:cxnSp>
            <p:nvCxnSpPr>
              <p:cNvPr id="319" name="直接连接符 318">
                <a:extLst>
                  <a:ext uri="{FF2B5EF4-FFF2-40B4-BE49-F238E27FC236}">
                    <a16:creationId xmlns:a16="http://schemas.microsoft.com/office/drawing/2014/main" id="{2D84E070-98E5-41CA-9451-B4CD25EED519}"/>
                  </a:ext>
                </a:extLst>
              </p:cNvPr>
              <p:cNvCxnSpPr/>
              <p:nvPr>
                <p:custDataLst>
                  <p:tags r:id="rId155"/>
                </p:custDataLst>
              </p:nvPr>
            </p:nvCxnSpPr>
            <p:spPr bwMode="auto">
              <a:xfrm>
                <a:off x="7313" y="6577"/>
                <a:ext cx="0" cy="17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24" name="直接连接符 323">
                <a:extLst>
                  <a:ext uri="{FF2B5EF4-FFF2-40B4-BE49-F238E27FC236}">
                    <a16:creationId xmlns:a16="http://schemas.microsoft.com/office/drawing/2014/main" id="{4A397C39-BDD0-4EAC-8788-BD6F9F0C6DD8}"/>
                  </a:ext>
                </a:extLst>
              </p:cNvPr>
              <p:cNvCxnSpPr/>
              <p:nvPr>
                <p:custDataLst>
                  <p:tags r:id="rId156"/>
                </p:custDataLst>
              </p:nvPr>
            </p:nvCxnSpPr>
            <p:spPr bwMode="auto">
              <a:xfrm>
                <a:off x="8220" y="6406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  <a:effectLst/>
            </p:spPr>
          </p:cxnSp>
          <p:cxnSp>
            <p:nvCxnSpPr>
              <p:cNvPr id="325" name="直接箭头连接符 324">
                <a:extLst>
                  <a:ext uri="{FF2B5EF4-FFF2-40B4-BE49-F238E27FC236}">
                    <a16:creationId xmlns:a16="http://schemas.microsoft.com/office/drawing/2014/main" id="{E7B3BDD1-D57C-4BCD-A23C-F77D16CC40F1}"/>
                  </a:ext>
                </a:extLst>
              </p:cNvPr>
              <p:cNvCxnSpPr/>
              <p:nvPr>
                <p:custDataLst>
                  <p:tags r:id="rId157"/>
                </p:custDataLst>
              </p:nvPr>
            </p:nvCxnSpPr>
            <p:spPr bwMode="auto">
              <a:xfrm flipV="1">
                <a:off x="7313" y="6577"/>
                <a:ext cx="283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326" name="Text Box 36">
                <a:extLst>
                  <a:ext uri="{FF2B5EF4-FFF2-40B4-BE49-F238E27FC236}">
                    <a16:creationId xmlns:a16="http://schemas.microsoft.com/office/drawing/2014/main" id="{33EC18B2-2D79-4F2F-B815-1BF31EEFD5E3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58"/>
                </p:custDataLst>
              </p:nvPr>
            </p:nvSpPr>
            <p:spPr bwMode="auto">
              <a:xfrm>
                <a:off x="7598" y="6123"/>
                <a:ext cx="340" cy="567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 font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cxnSp>
            <p:nvCxnSpPr>
              <p:cNvPr id="327" name="直接箭头连接符 326">
                <a:extLst>
                  <a:ext uri="{FF2B5EF4-FFF2-40B4-BE49-F238E27FC236}">
                    <a16:creationId xmlns:a16="http://schemas.microsoft.com/office/drawing/2014/main" id="{4FD40450-D048-447C-853C-24F74827799B}"/>
                  </a:ext>
                </a:extLst>
              </p:cNvPr>
              <p:cNvCxnSpPr/>
              <p:nvPr>
                <p:custDataLst>
                  <p:tags r:id="rId159"/>
                </p:custDataLst>
              </p:nvPr>
            </p:nvCxnSpPr>
            <p:spPr bwMode="auto">
              <a:xfrm flipV="1">
                <a:off x="8050" y="6406"/>
                <a:ext cx="45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328" name="椭圆 327">
                <a:extLst>
                  <a:ext uri="{FF2B5EF4-FFF2-40B4-BE49-F238E27FC236}">
                    <a16:creationId xmlns:a16="http://schemas.microsoft.com/office/drawing/2014/main" id="{15525E89-8E63-4F08-B8C2-0E70E3D621DC}"/>
                  </a:ext>
                </a:extLst>
              </p:cNvPr>
              <p:cNvSpPr/>
              <p:nvPr>
                <p:custDataLst>
                  <p:tags r:id="rId160"/>
                </p:custDataLst>
              </p:nvPr>
            </p:nvSpPr>
            <p:spPr>
              <a:xfrm>
                <a:off x="7937" y="6350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329" name="直接箭头连接符 328">
                <a:extLst>
                  <a:ext uri="{FF2B5EF4-FFF2-40B4-BE49-F238E27FC236}">
                    <a16:creationId xmlns:a16="http://schemas.microsoft.com/office/drawing/2014/main" id="{986E1D9C-E42A-490E-A35D-61B12E66131D}"/>
                  </a:ext>
                </a:extLst>
              </p:cNvPr>
              <p:cNvCxnSpPr/>
              <p:nvPr>
                <p:custDataLst>
                  <p:tags r:id="rId161"/>
                </p:custDataLst>
              </p:nvPr>
            </p:nvCxnSpPr>
            <p:spPr bwMode="auto">
              <a:xfrm flipV="1">
                <a:off x="7313" y="7087"/>
                <a:ext cx="283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330" name="Text Box 36">
                <a:extLst>
                  <a:ext uri="{FF2B5EF4-FFF2-40B4-BE49-F238E27FC236}">
                    <a16:creationId xmlns:a16="http://schemas.microsoft.com/office/drawing/2014/main" id="{E4834E09-DC53-498D-BF29-4A56C3858C2E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62"/>
                </p:custDataLst>
              </p:nvPr>
            </p:nvSpPr>
            <p:spPr bwMode="auto">
              <a:xfrm>
                <a:off x="7598" y="6973"/>
                <a:ext cx="340" cy="567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 font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cxnSp>
            <p:nvCxnSpPr>
              <p:cNvPr id="331" name="直接箭头连接符 330">
                <a:extLst>
                  <a:ext uri="{FF2B5EF4-FFF2-40B4-BE49-F238E27FC236}">
                    <a16:creationId xmlns:a16="http://schemas.microsoft.com/office/drawing/2014/main" id="{5D3F3F34-72C9-4DBC-8EFC-2D3FEAD1D3EB}"/>
                  </a:ext>
                </a:extLst>
              </p:cNvPr>
              <p:cNvCxnSpPr/>
              <p:nvPr>
                <p:custDataLst>
                  <p:tags r:id="rId163"/>
                </p:custDataLst>
              </p:nvPr>
            </p:nvCxnSpPr>
            <p:spPr bwMode="auto">
              <a:xfrm flipV="1">
                <a:off x="8050" y="7257"/>
                <a:ext cx="45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332" name="椭圆 331">
                <a:extLst>
                  <a:ext uri="{FF2B5EF4-FFF2-40B4-BE49-F238E27FC236}">
                    <a16:creationId xmlns:a16="http://schemas.microsoft.com/office/drawing/2014/main" id="{DF77890D-3D07-49E6-91E6-D194F609BDA5}"/>
                  </a:ext>
                </a:extLst>
              </p:cNvPr>
              <p:cNvSpPr/>
              <p:nvPr>
                <p:custDataLst>
                  <p:tags r:id="rId164"/>
                </p:custDataLst>
              </p:nvPr>
            </p:nvSpPr>
            <p:spPr>
              <a:xfrm>
                <a:off x="7937" y="7200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333" name="直接连接符 332">
                <a:extLst>
                  <a:ext uri="{FF2B5EF4-FFF2-40B4-BE49-F238E27FC236}">
                    <a16:creationId xmlns:a16="http://schemas.microsoft.com/office/drawing/2014/main" id="{E207F4BE-3304-44C9-A26D-83E7C9B173D1}"/>
                  </a:ext>
                </a:extLst>
              </p:cNvPr>
              <p:cNvCxnSpPr/>
              <p:nvPr>
                <p:custDataLst>
                  <p:tags r:id="rId165"/>
                </p:custDataLst>
              </p:nvPr>
            </p:nvCxnSpPr>
            <p:spPr bwMode="auto">
              <a:xfrm flipV="1">
                <a:off x="8220" y="6917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  <a:effectLst/>
            </p:spPr>
          </p:cxnSp>
          <p:cxnSp>
            <p:nvCxnSpPr>
              <p:cNvPr id="334" name="直接连接符 333">
                <a:extLst>
                  <a:ext uri="{FF2B5EF4-FFF2-40B4-BE49-F238E27FC236}">
                    <a16:creationId xmlns:a16="http://schemas.microsoft.com/office/drawing/2014/main" id="{5E22DC2C-B396-4D3B-BFD0-D5A5EF5CE5CF}"/>
                  </a:ext>
                </a:extLst>
              </p:cNvPr>
              <p:cNvCxnSpPr/>
              <p:nvPr>
                <p:custDataLst>
                  <p:tags r:id="rId166"/>
                </p:custDataLst>
              </p:nvPr>
            </p:nvCxnSpPr>
            <p:spPr bwMode="auto">
              <a:xfrm>
                <a:off x="7313" y="6917"/>
                <a:ext cx="0" cy="17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35" name="直接连接符 334">
                <a:extLst>
                  <a:ext uri="{FF2B5EF4-FFF2-40B4-BE49-F238E27FC236}">
                    <a16:creationId xmlns:a16="http://schemas.microsoft.com/office/drawing/2014/main" id="{A7DD84E0-90BC-46ED-9339-71A7F5195D70}"/>
                  </a:ext>
                </a:extLst>
              </p:cNvPr>
              <p:cNvCxnSpPr/>
              <p:nvPr>
                <p:custDataLst>
                  <p:tags r:id="rId167"/>
                </p:custDataLst>
              </p:nvPr>
            </p:nvCxnSpPr>
            <p:spPr bwMode="auto">
              <a:xfrm flipH="1">
                <a:off x="7313" y="6747"/>
                <a:ext cx="907" cy="17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36" name="直接连接符 335">
                <a:extLst>
                  <a:ext uri="{FF2B5EF4-FFF2-40B4-BE49-F238E27FC236}">
                    <a16:creationId xmlns:a16="http://schemas.microsoft.com/office/drawing/2014/main" id="{94C0494E-CE19-4A0C-8697-C8E4784A8C3D}"/>
                  </a:ext>
                </a:extLst>
              </p:cNvPr>
              <p:cNvCxnSpPr/>
              <p:nvPr>
                <p:custDataLst>
                  <p:tags r:id="rId168"/>
                </p:custDataLst>
              </p:nvPr>
            </p:nvCxnSpPr>
            <p:spPr bwMode="auto">
              <a:xfrm flipH="1" flipV="1">
                <a:off x="7313" y="6747"/>
                <a:ext cx="907" cy="17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37" name="直接箭头连接符 336">
                <a:extLst>
                  <a:ext uri="{FF2B5EF4-FFF2-40B4-BE49-F238E27FC236}">
                    <a16:creationId xmlns:a16="http://schemas.microsoft.com/office/drawing/2014/main" id="{B5C0137F-AFE1-4196-8940-A849092173F0}"/>
                  </a:ext>
                </a:extLst>
              </p:cNvPr>
              <p:cNvCxnSpPr/>
              <p:nvPr>
                <p:custDataLst>
                  <p:tags r:id="rId169"/>
                </p:custDataLst>
              </p:nvPr>
            </p:nvCxnSpPr>
            <p:spPr bwMode="auto">
              <a:xfrm flipV="1">
                <a:off x="7143" y="6406"/>
                <a:ext cx="45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38" name="直接箭头连接符 337">
                <a:extLst>
                  <a:ext uri="{FF2B5EF4-FFF2-40B4-BE49-F238E27FC236}">
                    <a16:creationId xmlns:a16="http://schemas.microsoft.com/office/drawing/2014/main" id="{6F89D8FA-59B7-4B1C-8F25-8AFACE074639}"/>
                  </a:ext>
                </a:extLst>
              </p:cNvPr>
              <p:cNvCxnSpPr/>
              <p:nvPr>
                <p:custDataLst>
                  <p:tags r:id="rId170"/>
                </p:custDataLst>
              </p:nvPr>
            </p:nvCxnSpPr>
            <p:spPr bwMode="auto">
              <a:xfrm flipV="1">
                <a:off x="7143" y="7257"/>
                <a:ext cx="45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339" name="椭圆 338">
                <a:extLst>
                  <a:ext uri="{FF2B5EF4-FFF2-40B4-BE49-F238E27FC236}">
                    <a16:creationId xmlns:a16="http://schemas.microsoft.com/office/drawing/2014/main" id="{094D5E83-F456-4FAB-9778-2836019778EE}"/>
                  </a:ext>
                </a:extLst>
              </p:cNvPr>
              <p:cNvSpPr/>
              <p:nvPr>
                <p:custDataLst>
                  <p:tags r:id="rId171"/>
                </p:custDataLst>
              </p:nvPr>
            </p:nvSpPr>
            <p:spPr>
              <a:xfrm>
                <a:off x="7030" y="6350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0" name="椭圆 339">
                <a:extLst>
                  <a:ext uri="{FF2B5EF4-FFF2-40B4-BE49-F238E27FC236}">
                    <a16:creationId xmlns:a16="http://schemas.microsoft.com/office/drawing/2014/main" id="{9C35E280-D308-4779-ACA9-94AF7FAF5814}"/>
                  </a:ext>
                </a:extLst>
              </p:cNvPr>
              <p:cNvSpPr/>
              <p:nvPr>
                <p:custDataLst>
                  <p:tags r:id="rId172"/>
                </p:custDataLst>
              </p:nvPr>
            </p:nvSpPr>
            <p:spPr>
              <a:xfrm>
                <a:off x="7030" y="7200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00" name="组合 199">
              <a:extLst>
                <a:ext uri="{FF2B5EF4-FFF2-40B4-BE49-F238E27FC236}">
                  <a16:creationId xmlns:a16="http://schemas.microsoft.com/office/drawing/2014/main" id="{0AD1BADC-6993-4EBB-920B-B459860CABCB}"/>
                </a:ext>
              </a:extLst>
            </p:cNvPr>
            <p:cNvGrpSpPr/>
            <p:nvPr/>
          </p:nvGrpSpPr>
          <p:grpSpPr>
            <a:xfrm>
              <a:off x="2413000" y="3923665"/>
              <a:ext cx="1331595" cy="1115695"/>
              <a:chOff x="4139" y="5953"/>
              <a:chExt cx="2097" cy="1757"/>
            </a:xfrm>
          </p:grpSpPr>
          <p:sp>
            <p:nvSpPr>
              <p:cNvPr id="227" name="Text Box 36">
                <a:extLst>
                  <a:ext uri="{FF2B5EF4-FFF2-40B4-BE49-F238E27FC236}">
                    <a16:creationId xmlns:a16="http://schemas.microsoft.com/office/drawing/2014/main" id="{0A305C59-B306-470D-B2AC-C3271C9D3D2B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19"/>
                </p:custDataLst>
              </p:nvPr>
            </p:nvSpPr>
            <p:spPr bwMode="auto">
              <a:xfrm>
                <a:off x="4252" y="5953"/>
                <a:ext cx="1984" cy="1757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rgbClr val="00B0F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endParaRPr lang="en-US" altLang="zh-CN" sz="1600" b="1" u="none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28" name="Text Box 36">
                <a:extLst>
                  <a:ext uri="{FF2B5EF4-FFF2-40B4-BE49-F238E27FC236}">
                    <a16:creationId xmlns:a16="http://schemas.microsoft.com/office/drawing/2014/main" id="{9480C213-B5BB-43A5-86D7-6F9E68481DDE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20"/>
                </p:custDataLst>
              </p:nvPr>
            </p:nvSpPr>
            <p:spPr bwMode="auto">
              <a:xfrm>
                <a:off x="4592" y="6009"/>
                <a:ext cx="340" cy="567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 font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cxnSp>
            <p:nvCxnSpPr>
              <p:cNvPr id="229" name="直接箭头连接符 228">
                <a:extLst>
                  <a:ext uri="{FF2B5EF4-FFF2-40B4-BE49-F238E27FC236}">
                    <a16:creationId xmlns:a16="http://schemas.microsoft.com/office/drawing/2014/main" id="{FFBDEF7B-8D9D-4256-8480-B4F6EED098D5}"/>
                  </a:ext>
                </a:extLst>
              </p:cNvPr>
              <p:cNvCxnSpPr/>
              <p:nvPr>
                <p:custDataLst>
                  <p:tags r:id="rId121"/>
                </p:custDataLst>
              </p:nvPr>
            </p:nvCxnSpPr>
            <p:spPr bwMode="auto">
              <a:xfrm flipV="1">
                <a:off x="4139" y="6123"/>
                <a:ext cx="45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30" name="直接箭头连接符 229">
                <a:extLst>
                  <a:ext uri="{FF2B5EF4-FFF2-40B4-BE49-F238E27FC236}">
                    <a16:creationId xmlns:a16="http://schemas.microsoft.com/office/drawing/2014/main" id="{758BC31D-26F2-4278-AA30-2B491D7024CF}"/>
                  </a:ext>
                </a:extLst>
              </p:cNvPr>
              <p:cNvCxnSpPr/>
              <p:nvPr>
                <p:custDataLst>
                  <p:tags r:id="rId122"/>
                </p:custDataLst>
              </p:nvPr>
            </p:nvCxnSpPr>
            <p:spPr bwMode="auto">
              <a:xfrm flipV="1">
                <a:off x="4365" y="6293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31" name="直接连接符 230">
                <a:extLst>
                  <a:ext uri="{FF2B5EF4-FFF2-40B4-BE49-F238E27FC236}">
                    <a16:creationId xmlns:a16="http://schemas.microsoft.com/office/drawing/2014/main" id="{F9A56E31-4812-4D41-9229-C6EC50AAE535}"/>
                  </a:ext>
                </a:extLst>
              </p:cNvPr>
              <p:cNvCxnSpPr/>
              <p:nvPr>
                <p:custDataLst>
                  <p:tags r:id="rId123"/>
                </p:custDataLst>
              </p:nvPr>
            </p:nvCxnSpPr>
            <p:spPr bwMode="auto">
              <a:xfrm>
                <a:off x="4365" y="6293"/>
                <a:ext cx="0" cy="1077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32" name="直接连接符 231">
                <a:extLst>
                  <a:ext uri="{FF2B5EF4-FFF2-40B4-BE49-F238E27FC236}">
                    <a16:creationId xmlns:a16="http://schemas.microsoft.com/office/drawing/2014/main" id="{575EFD78-D9B5-4310-97BC-B5D21F5F5AD0}"/>
                  </a:ext>
                </a:extLst>
              </p:cNvPr>
              <p:cNvCxnSpPr/>
              <p:nvPr>
                <p:custDataLst>
                  <p:tags r:id="rId124"/>
                </p:custDataLst>
              </p:nvPr>
            </p:nvCxnSpPr>
            <p:spPr bwMode="auto">
              <a:xfrm>
                <a:off x="5215" y="6463"/>
                <a:ext cx="0" cy="17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33" name="直接连接符 232">
                <a:extLst>
                  <a:ext uri="{FF2B5EF4-FFF2-40B4-BE49-F238E27FC236}">
                    <a16:creationId xmlns:a16="http://schemas.microsoft.com/office/drawing/2014/main" id="{4909FE67-3589-4D23-AD75-69D614DD9E74}"/>
                  </a:ext>
                </a:extLst>
              </p:cNvPr>
              <p:cNvCxnSpPr/>
              <p:nvPr>
                <p:custDataLst>
                  <p:tags r:id="rId125"/>
                </p:custDataLst>
              </p:nvPr>
            </p:nvCxnSpPr>
            <p:spPr bwMode="auto">
              <a:xfrm>
                <a:off x="6122" y="6292"/>
                <a:ext cx="0" cy="283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  <a:effectLst/>
            </p:spPr>
          </p:cxnSp>
          <p:cxnSp>
            <p:nvCxnSpPr>
              <p:cNvPr id="234" name="直接箭头连接符 233">
                <a:extLst>
                  <a:ext uri="{FF2B5EF4-FFF2-40B4-BE49-F238E27FC236}">
                    <a16:creationId xmlns:a16="http://schemas.microsoft.com/office/drawing/2014/main" id="{BA5B7B45-F3D1-4227-9532-5B818C8C33C5}"/>
                  </a:ext>
                </a:extLst>
              </p:cNvPr>
              <p:cNvCxnSpPr/>
              <p:nvPr>
                <p:custDataLst>
                  <p:tags r:id="rId126"/>
                </p:custDataLst>
              </p:nvPr>
            </p:nvCxnSpPr>
            <p:spPr bwMode="auto">
              <a:xfrm flipV="1">
                <a:off x="5215" y="6463"/>
                <a:ext cx="283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235" name="Text Box 36">
                <a:extLst>
                  <a:ext uri="{FF2B5EF4-FFF2-40B4-BE49-F238E27FC236}">
                    <a16:creationId xmlns:a16="http://schemas.microsoft.com/office/drawing/2014/main" id="{32E1EA51-4170-49A5-9F13-16DF580E9F66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27"/>
                </p:custDataLst>
              </p:nvPr>
            </p:nvSpPr>
            <p:spPr bwMode="auto">
              <a:xfrm>
                <a:off x="5500" y="6009"/>
                <a:ext cx="340" cy="567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 font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cxnSp>
            <p:nvCxnSpPr>
              <p:cNvPr id="236" name="直接箭头连接符 235">
                <a:extLst>
                  <a:ext uri="{FF2B5EF4-FFF2-40B4-BE49-F238E27FC236}">
                    <a16:creationId xmlns:a16="http://schemas.microsoft.com/office/drawing/2014/main" id="{77A4AD10-48B6-4F0E-8B0A-D260C01A6F26}"/>
                  </a:ext>
                </a:extLst>
              </p:cNvPr>
              <p:cNvCxnSpPr/>
              <p:nvPr>
                <p:custDataLst>
                  <p:tags r:id="rId128"/>
                </p:custDataLst>
              </p:nvPr>
            </p:nvCxnSpPr>
            <p:spPr bwMode="auto">
              <a:xfrm flipV="1">
                <a:off x="5952" y="6292"/>
                <a:ext cx="283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237" name="椭圆 236">
                <a:extLst>
                  <a:ext uri="{FF2B5EF4-FFF2-40B4-BE49-F238E27FC236}">
                    <a16:creationId xmlns:a16="http://schemas.microsoft.com/office/drawing/2014/main" id="{C0935ED1-98CA-40B2-A984-ED60EF2312C4}"/>
                  </a:ext>
                </a:extLst>
              </p:cNvPr>
              <p:cNvSpPr/>
              <p:nvPr>
                <p:custDataLst>
                  <p:tags r:id="rId129"/>
                </p:custDataLst>
              </p:nvPr>
            </p:nvSpPr>
            <p:spPr>
              <a:xfrm>
                <a:off x="5839" y="6236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238" name="直接连接符 237">
                <a:extLst>
                  <a:ext uri="{FF2B5EF4-FFF2-40B4-BE49-F238E27FC236}">
                    <a16:creationId xmlns:a16="http://schemas.microsoft.com/office/drawing/2014/main" id="{B98F4873-F72C-479F-8895-BFC2AAE0BA09}"/>
                  </a:ext>
                </a:extLst>
              </p:cNvPr>
              <p:cNvCxnSpPr/>
              <p:nvPr>
                <p:custDataLst>
                  <p:tags r:id="rId130"/>
                </p:custDataLst>
              </p:nvPr>
            </p:nvCxnSpPr>
            <p:spPr bwMode="auto">
              <a:xfrm flipH="1">
                <a:off x="5215" y="6577"/>
                <a:ext cx="907" cy="454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39" name="直接连接符 238">
                <a:extLst>
                  <a:ext uri="{FF2B5EF4-FFF2-40B4-BE49-F238E27FC236}">
                    <a16:creationId xmlns:a16="http://schemas.microsoft.com/office/drawing/2014/main" id="{9339DE38-9CB4-43A4-89CD-BCE5DA2FAA89}"/>
                  </a:ext>
                </a:extLst>
              </p:cNvPr>
              <p:cNvCxnSpPr/>
              <p:nvPr>
                <p:custDataLst>
                  <p:tags r:id="rId131"/>
                </p:custDataLst>
              </p:nvPr>
            </p:nvCxnSpPr>
            <p:spPr bwMode="auto">
              <a:xfrm flipH="1" flipV="1">
                <a:off x="5215" y="6633"/>
                <a:ext cx="907" cy="454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40" name="直接箭头连接符 239">
                <a:extLst>
                  <a:ext uri="{FF2B5EF4-FFF2-40B4-BE49-F238E27FC236}">
                    <a16:creationId xmlns:a16="http://schemas.microsoft.com/office/drawing/2014/main" id="{B7959A26-FF0C-488A-BE44-C3E7ACE4AF9D}"/>
                  </a:ext>
                </a:extLst>
              </p:cNvPr>
              <p:cNvCxnSpPr/>
              <p:nvPr>
                <p:custDataLst>
                  <p:tags r:id="rId132"/>
                </p:custDataLst>
              </p:nvPr>
            </p:nvCxnSpPr>
            <p:spPr bwMode="auto">
              <a:xfrm flipV="1">
                <a:off x="5045" y="6293"/>
                <a:ext cx="45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241" name="椭圆 240">
                <a:extLst>
                  <a:ext uri="{FF2B5EF4-FFF2-40B4-BE49-F238E27FC236}">
                    <a16:creationId xmlns:a16="http://schemas.microsoft.com/office/drawing/2014/main" id="{C58F7E2A-AFFB-4524-8E49-E1090EAD53D0}"/>
                  </a:ext>
                </a:extLst>
              </p:cNvPr>
              <p:cNvSpPr/>
              <p:nvPr>
                <p:custDataLst>
                  <p:tags r:id="rId133"/>
                </p:custDataLst>
              </p:nvPr>
            </p:nvSpPr>
            <p:spPr>
              <a:xfrm>
                <a:off x="4932" y="6236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2" name="Text Box 36">
                <a:extLst>
                  <a:ext uri="{FF2B5EF4-FFF2-40B4-BE49-F238E27FC236}">
                    <a16:creationId xmlns:a16="http://schemas.microsoft.com/office/drawing/2014/main" id="{BEA1AE15-F088-4EE4-B109-0F951A030CB7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34"/>
                </p:custDataLst>
              </p:nvPr>
            </p:nvSpPr>
            <p:spPr bwMode="auto">
              <a:xfrm>
                <a:off x="4592" y="7087"/>
                <a:ext cx="340" cy="567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 font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cxnSp>
            <p:nvCxnSpPr>
              <p:cNvPr id="243" name="直接箭头连接符 242">
                <a:extLst>
                  <a:ext uri="{FF2B5EF4-FFF2-40B4-BE49-F238E27FC236}">
                    <a16:creationId xmlns:a16="http://schemas.microsoft.com/office/drawing/2014/main" id="{26DF1F2C-91FB-4CB3-BA3C-5986894B4D7B}"/>
                  </a:ext>
                </a:extLst>
              </p:cNvPr>
              <p:cNvCxnSpPr/>
              <p:nvPr>
                <p:custDataLst>
                  <p:tags r:id="rId135"/>
                </p:custDataLst>
              </p:nvPr>
            </p:nvCxnSpPr>
            <p:spPr bwMode="auto">
              <a:xfrm flipV="1">
                <a:off x="4365" y="7370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44" name="直接箭头连接符 243">
                <a:extLst>
                  <a:ext uri="{FF2B5EF4-FFF2-40B4-BE49-F238E27FC236}">
                    <a16:creationId xmlns:a16="http://schemas.microsoft.com/office/drawing/2014/main" id="{41B90BA9-4D63-4CE6-BD33-E53AC8547EA4}"/>
                  </a:ext>
                </a:extLst>
              </p:cNvPr>
              <p:cNvCxnSpPr/>
              <p:nvPr>
                <p:custDataLst>
                  <p:tags r:id="rId136"/>
                </p:custDataLst>
              </p:nvPr>
            </p:nvCxnSpPr>
            <p:spPr bwMode="auto">
              <a:xfrm flipV="1">
                <a:off x="4195" y="7540"/>
                <a:ext cx="39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45" name="直接箭头连接符 244">
                <a:extLst>
                  <a:ext uri="{FF2B5EF4-FFF2-40B4-BE49-F238E27FC236}">
                    <a16:creationId xmlns:a16="http://schemas.microsoft.com/office/drawing/2014/main" id="{6310275A-405D-4F68-97BF-8FEB3D72D527}"/>
                  </a:ext>
                </a:extLst>
              </p:cNvPr>
              <p:cNvCxnSpPr/>
              <p:nvPr>
                <p:custDataLst>
                  <p:tags r:id="rId137"/>
                </p:custDataLst>
              </p:nvPr>
            </p:nvCxnSpPr>
            <p:spPr bwMode="auto">
              <a:xfrm flipH="1" flipV="1">
                <a:off x="4365" y="7370"/>
                <a:ext cx="0" cy="34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  <a:effectLst/>
            </p:spPr>
          </p:cxnSp>
          <p:cxnSp>
            <p:nvCxnSpPr>
              <p:cNvPr id="246" name="直接箭头连接符 245">
                <a:extLst>
                  <a:ext uri="{FF2B5EF4-FFF2-40B4-BE49-F238E27FC236}">
                    <a16:creationId xmlns:a16="http://schemas.microsoft.com/office/drawing/2014/main" id="{4C6BC2D0-3517-45CD-8DFD-0A690386304F}"/>
                  </a:ext>
                </a:extLst>
              </p:cNvPr>
              <p:cNvCxnSpPr/>
              <p:nvPr>
                <p:custDataLst>
                  <p:tags r:id="rId138"/>
                </p:custDataLst>
              </p:nvPr>
            </p:nvCxnSpPr>
            <p:spPr bwMode="auto">
              <a:xfrm flipV="1">
                <a:off x="5215" y="7200"/>
                <a:ext cx="283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247" name="Text Box 36">
                <a:extLst>
                  <a:ext uri="{FF2B5EF4-FFF2-40B4-BE49-F238E27FC236}">
                    <a16:creationId xmlns:a16="http://schemas.microsoft.com/office/drawing/2014/main" id="{CF593C82-A34D-43BB-B790-0B5A898307B9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39"/>
                </p:custDataLst>
              </p:nvPr>
            </p:nvSpPr>
            <p:spPr bwMode="auto">
              <a:xfrm>
                <a:off x="5500" y="7087"/>
                <a:ext cx="340" cy="567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 font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cxnSp>
            <p:nvCxnSpPr>
              <p:cNvPr id="248" name="直接箭头连接符 247">
                <a:extLst>
                  <a:ext uri="{FF2B5EF4-FFF2-40B4-BE49-F238E27FC236}">
                    <a16:creationId xmlns:a16="http://schemas.microsoft.com/office/drawing/2014/main" id="{FC79AD07-A375-4CF3-8318-493EC609B09A}"/>
                  </a:ext>
                </a:extLst>
              </p:cNvPr>
              <p:cNvCxnSpPr/>
              <p:nvPr>
                <p:custDataLst>
                  <p:tags r:id="rId140"/>
                </p:custDataLst>
              </p:nvPr>
            </p:nvCxnSpPr>
            <p:spPr bwMode="auto">
              <a:xfrm flipV="1">
                <a:off x="5952" y="7370"/>
                <a:ext cx="283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253" name="椭圆 252">
                <a:extLst>
                  <a:ext uri="{FF2B5EF4-FFF2-40B4-BE49-F238E27FC236}">
                    <a16:creationId xmlns:a16="http://schemas.microsoft.com/office/drawing/2014/main" id="{4E4EEBB8-EB26-4DB9-B72E-AC457F7EA393}"/>
                  </a:ext>
                </a:extLst>
              </p:cNvPr>
              <p:cNvSpPr/>
              <p:nvPr>
                <p:custDataLst>
                  <p:tags r:id="rId141"/>
                </p:custDataLst>
              </p:nvPr>
            </p:nvSpPr>
            <p:spPr>
              <a:xfrm>
                <a:off x="5839" y="7313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270" name="直接连接符 269">
                <a:extLst>
                  <a:ext uri="{FF2B5EF4-FFF2-40B4-BE49-F238E27FC236}">
                    <a16:creationId xmlns:a16="http://schemas.microsoft.com/office/drawing/2014/main" id="{7634A5A9-F8C1-4CA8-9A9C-D0FC6A809C3D}"/>
                  </a:ext>
                </a:extLst>
              </p:cNvPr>
              <p:cNvCxnSpPr/>
              <p:nvPr>
                <p:custDataLst>
                  <p:tags r:id="rId142"/>
                </p:custDataLst>
              </p:nvPr>
            </p:nvCxnSpPr>
            <p:spPr bwMode="auto">
              <a:xfrm flipV="1">
                <a:off x="6122" y="7087"/>
                <a:ext cx="0" cy="283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  <a:effectLst/>
            </p:spPr>
          </p:cxnSp>
          <p:cxnSp>
            <p:nvCxnSpPr>
              <p:cNvPr id="271" name="直接连接符 270">
                <a:extLst>
                  <a:ext uri="{FF2B5EF4-FFF2-40B4-BE49-F238E27FC236}">
                    <a16:creationId xmlns:a16="http://schemas.microsoft.com/office/drawing/2014/main" id="{E64FD5A2-E2B2-4016-8424-B31D8AFAAE6A}"/>
                  </a:ext>
                </a:extLst>
              </p:cNvPr>
              <p:cNvCxnSpPr/>
              <p:nvPr>
                <p:custDataLst>
                  <p:tags r:id="rId143"/>
                </p:custDataLst>
              </p:nvPr>
            </p:nvCxnSpPr>
            <p:spPr bwMode="auto">
              <a:xfrm>
                <a:off x="5215" y="7030"/>
                <a:ext cx="0" cy="17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75" name="直接箭头连接符 274">
                <a:extLst>
                  <a:ext uri="{FF2B5EF4-FFF2-40B4-BE49-F238E27FC236}">
                    <a16:creationId xmlns:a16="http://schemas.microsoft.com/office/drawing/2014/main" id="{CA1BBBD5-E966-46B0-8719-D2A8EE81DAAE}"/>
                  </a:ext>
                </a:extLst>
              </p:cNvPr>
              <p:cNvCxnSpPr/>
              <p:nvPr>
                <p:custDataLst>
                  <p:tags r:id="rId144"/>
                </p:custDataLst>
              </p:nvPr>
            </p:nvCxnSpPr>
            <p:spPr bwMode="auto">
              <a:xfrm flipV="1">
                <a:off x="5045" y="7370"/>
                <a:ext cx="45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276" name="椭圆 275">
                <a:extLst>
                  <a:ext uri="{FF2B5EF4-FFF2-40B4-BE49-F238E27FC236}">
                    <a16:creationId xmlns:a16="http://schemas.microsoft.com/office/drawing/2014/main" id="{5D78732F-6560-4D8D-BE53-CC856BF11683}"/>
                  </a:ext>
                </a:extLst>
              </p:cNvPr>
              <p:cNvSpPr/>
              <p:nvPr>
                <p:custDataLst>
                  <p:tags r:id="rId145"/>
                </p:custDataLst>
              </p:nvPr>
            </p:nvSpPr>
            <p:spPr>
              <a:xfrm>
                <a:off x="4932" y="7313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01" name="组合 200">
              <a:extLst>
                <a:ext uri="{FF2B5EF4-FFF2-40B4-BE49-F238E27FC236}">
                  <a16:creationId xmlns:a16="http://schemas.microsoft.com/office/drawing/2014/main" id="{C4DEC6F2-ABB6-45F7-95F4-F42483E50979}"/>
                </a:ext>
              </a:extLst>
            </p:cNvPr>
            <p:cNvGrpSpPr/>
            <p:nvPr/>
          </p:nvGrpSpPr>
          <p:grpSpPr>
            <a:xfrm>
              <a:off x="2809240" y="5111750"/>
              <a:ext cx="1008380" cy="215900"/>
              <a:chOff x="8560" y="3062"/>
              <a:chExt cx="1588" cy="340"/>
            </a:xfrm>
          </p:grpSpPr>
          <p:sp>
            <p:nvSpPr>
              <p:cNvPr id="223" name="Text Box 36">
                <a:extLst>
                  <a:ext uri="{FF2B5EF4-FFF2-40B4-BE49-F238E27FC236}">
                    <a16:creationId xmlns:a16="http://schemas.microsoft.com/office/drawing/2014/main" id="{62D8538F-9A5A-4CB8-8ED4-2807E7688423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15"/>
                </p:custDataLst>
              </p:nvPr>
            </p:nvSpPr>
            <p:spPr bwMode="auto">
              <a:xfrm>
                <a:off x="9297" y="3062"/>
                <a:ext cx="340" cy="340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 font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224" name="椭圆 223">
                <a:extLst>
                  <a:ext uri="{FF2B5EF4-FFF2-40B4-BE49-F238E27FC236}">
                    <a16:creationId xmlns:a16="http://schemas.microsoft.com/office/drawing/2014/main" id="{0B833D10-2E98-4709-B8F9-EC19CE7D1AD4}"/>
                  </a:ext>
                </a:extLst>
              </p:cNvPr>
              <p:cNvSpPr/>
              <p:nvPr>
                <p:custDataLst>
                  <p:tags r:id="rId116"/>
                </p:custDataLst>
              </p:nvPr>
            </p:nvSpPr>
            <p:spPr>
              <a:xfrm>
                <a:off x="9637" y="3175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225" name="直接箭头连接符 224">
                <a:extLst>
                  <a:ext uri="{FF2B5EF4-FFF2-40B4-BE49-F238E27FC236}">
                    <a16:creationId xmlns:a16="http://schemas.microsoft.com/office/drawing/2014/main" id="{6B908183-13CC-4481-A9EB-CFDB44754740}"/>
                  </a:ext>
                </a:extLst>
              </p:cNvPr>
              <p:cNvCxnSpPr/>
              <p:nvPr>
                <p:custDataLst>
                  <p:tags r:id="rId117"/>
                </p:custDataLst>
              </p:nvPr>
            </p:nvCxnSpPr>
            <p:spPr bwMode="auto">
              <a:xfrm flipV="1">
                <a:off x="8560" y="3232"/>
                <a:ext cx="73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26" name="直接箭头连接符 225">
                <a:extLst>
                  <a:ext uri="{FF2B5EF4-FFF2-40B4-BE49-F238E27FC236}">
                    <a16:creationId xmlns:a16="http://schemas.microsoft.com/office/drawing/2014/main" id="{05F73683-923D-4F57-B5F2-7225F7E66B6C}"/>
                  </a:ext>
                </a:extLst>
              </p:cNvPr>
              <p:cNvCxnSpPr/>
              <p:nvPr>
                <p:custDataLst>
                  <p:tags r:id="rId118"/>
                </p:custDataLst>
              </p:nvPr>
            </p:nvCxnSpPr>
            <p:spPr bwMode="auto">
              <a:xfrm flipV="1">
                <a:off x="9751" y="3231"/>
                <a:ext cx="39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</p:grpSp>
        <p:grpSp>
          <p:nvGrpSpPr>
            <p:cNvPr id="202" name="组合 201">
              <a:extLst>
                <a:ext uri="{FF2B5EF4-FFF2-40B4-BE49-F238E27FC236}">
                  <a16:creationId xmlns:a16="http://schemas.microsoft.com/office/drawing/2014/main" id="{2151A2DD-5FE1-4720-9E99-198F45E4B2BA}"/>
                </a:ext>
              </a:extLst>
            </p:cNvPr>
            <p:cNvGrpSpPr/>
            <p:nvPr/>
          </p:nvGrpSpPr>
          <p:grpSpPr>
            <a:xfrm>
              <a:off x="1764665" y="5111750"/>
              <a:ext cx="1044575" cy="215900"/>
              <a:chOff x="8900" y="3062"/>
              <a:chExt cx="1645" cy="340"/>
            </a:xfrm>
          </p:grpSpPr>
          <p:sp>
            <p:nvSpPr>
              <p:cNvPr id="219" name="Text Box 36">
                <a:extLst>
                  <a:ext uri="{FF2B5EF4-FFF2-40B4-BE49-F238E27FC236}">
                    <a16:creationId xmlns:a16="http://schemas.microsoft.com/office/drawing/2014/main" id="{4A48C4AD-1860-44B2-8F9D-D760E6C4FCCC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11"/>
                </p:custDataLst>
              </p:nvPr>
            </p:nvSpPr>
            <p:spPr bwMode="auto">
              <a:xfrm>
                <a:off x="9297" y="3062"/>
                <a:ext cx="340" cy="340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 font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220" name="椭圆 219">
                <a:extLst>
                  <a:ext uri="{FF2B5EF4-FFF2-40B4-BE49-F238E27FC236}">
                    <a16:creationId xmlns:a16="http://schemas.microsoft.com/office/drawing/2014/main" id="{2F15A432-9BA4-41CA-9753-848ADB06DD70}"/>
                  </a:ext>
                </a:extLst>
              </p:cNvPr>
              <p:cNvSpPr/>
              <p:nvPr>
                <p:custDataLst>
                  <p:tags r:id="rId112"/>
                </p:custDataLst>
              </p:nvPr>
            </p:nvSpPr>
            <p:spPr>
              <a:xfrm>
                <a:off x="9637" y="3175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221" name="直接箭头连接符 220">
                <a:extLst>
                  <a:ext uri="{FF2B5EF4-FFF2-40B4-BE49-F238E27FC236}">
                    <a16:creationId xmlns:a16="http://schemas.microsoft.com/office/drawing/2014/main" id="{005D17F9-C40B-4841-A320-2615FAFEFAF9}"/>
                  </a:ext>
                </a:extLst>
              </p:cNvPr>
              <p:cNvCxnSpPr/>
              <p:nvPr>
                <p:custDataLst>
                  <p:tags r:id="rId113"/>
                </p:custDataLst>
              </p:nvPr>
            </p:nvCxnSpPr>
            <p:spPr bwMode="auto">
              <a:xfrm flipV="1">
                <a:off x="8900" y="3232"/>
                <a:ext cx="39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22" name="直接箭头连接符 221">
                <a:extLst>
                  <a:ext uri="{FF2B5EF4-FFF2-40B4-BE49-F238E27FC236}">
                    <a16:creationId xmlns:a16="http://schemas.microsoft.com/office/drawing/2014/main" id="{33BA8100-B121-43C3-9F7F-63F2F5F6E171}"/>
                  </a:ext>
                </a:extLst>
              </p:cNvPr>
              <p:cNvCxnSpPr/>
              <p:nvPr>
                <p:custDataLst>
                  <p:tags r:id="rId114"/>
                </p:custDataLst>
              </p:nvPr>
            </p:nvCxnSpPr>
            <p:spPr bwMode="auto">
              <a:xfrm flipV="1">
                <a:off x="9751" y="3231"/>
                <a:ext cx="79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</p:grpSp>
        <p:sp>
          <p:nvSpPr>
            <p:cNvPr id="203" name="Text Box 191">
              <a:extLst>
                <a:ext uri="{FF2B5EF4-FFF2-40B4-BE49-F238E27FC236}">
                  <a16:creationId xmlns:a16="http://schemas.microsoft.com/office/drawing/2014/main" id="{23DFFB08-AD3C-421B-B138-E8C247761B8C}"/>
                </a:ext>
              </a:extLst>
            </p:cNvPr>
            <p:cNvSpPr txBox="1">
              <a:spLocks noChangeArrowheads="1"/>
            </p:cNvSpPr>
            <p:nvPr>
              <p:custDataLst>
                <p:tags r:id="rId96"/>
              </p:custDataLst>
            </p:nvPr>
          </p:nvSpPr>
          <p:spPr bwMode="auto">
            <a:xfrm>
              <a:off x="1477010" y="5111750"/>
              <a:ext cx="288290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CP</a:t>
              </a:r>
            </a:p>
          </p:txBody>
        </p:sp>
        <p:grpSp>
          <p:nvGrpSpPr>
            <p:cNvPr id="204" name="组合 203">
              <a:extLst>
                <a:ext uri="{FF2B5EF4-FFF2-40B4-BE49-F238E27FC236}">
                  <a16:creationId xmlns:a16="http://schemas.microsoft.com/office/drawing/2014/main" id="{7AD6497B-0958-43B8-9E0B-8A9FDCCC602E}"/>
                </a:ext>
              </a:extLst>
            </p:cNvPr>
            <p:cNvGrpSpPr/>
            <p:nvPr/>
          </p:nvGrpSpPr>
          <p:grpSpPr>
            <a:xfrm>
              <a:off x="1908810" y="4823460"/>
              <a:ext cx="540385" cy="215900"/>
              <a:chOff x="9127" y="3062"/>
              <a:chExt cx="851" cy="340"/>
            </a:xfrm>
          </p:grpSpPr>
          <p:sp>
            <p:nvSpPr>
              <p:cNvPr id="215" name="Text Box 36">
                <a:extLst>
                  <a:ext uri="{FF2B5EF4-FFF2-40B4-BE49-F238E27FC236}">
                    <a16:creationId xmlns:a16="http://schemas.microsoft.com/office/drawing/2014/main" id="{43BB11F9-B7F9-465F-A168-CA9528141116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07"/>
                </p:custDataLst>
              </p:nvPr>
            </p:nvSpPr>
            <p:spPr bwMode="auto">
              <a:xfrm>
                <a:off x="9297" y="3062"/>
                <a:ext cx="340" cy="340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 font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216" name="椭圆 215">
                <a:extLst>
                  <a:ext uri="{FF2B5EF4-FFF2-40B4-BE49-F238E27FC236}">
                    <a16:creationId xmlns:a16="http://schemas.microsoft.com/office/drawing/2014/main" id="{06145EA7-18C3-4D0A-9DD0-0D209B37012A}"/>
                  </a:ext>
                </a:extLst>
              </p:cNvPr>
              <p:cNvSpPr/>
              <p:nvPr>
                <p:custDataLst>
                  <p:tags r:id="rId108"/>
                </p:custDataLst>
              </p:nvPr>
            </p:nvSpPr>
            <p:spPr>
              <a:xfrm>
                <a:off x="9637" y="3175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217" name="直接箭头连接符 216">
                <a:extLst>
                  <a:ext uri="{FF2B5EF4-FFF2-40B4-BE49-F238E27FC236}">
                    <a16:creationId xmlns:a16="http://schemas.microsoft.com/office/drawing/2014/main" id="{4049E622-0835-42EB-91F7-67417B2EE38E}"/>
                  </a:ext>
                </a:extLst>
              </p:cNvPr>
              <p:cNvCxnSpPr/>
              <p:nvPr>
                <p:custDataLst>
                  <p:tags r:id="rId109"/>
                </p:custDataLst>
              </p:nvPr>
            </p:nvCxnSpPr>
            <p:spPr bwMode="auto">
              <a:xfrm flipV="1">
                <a:off x="9127" y="3232"/>
                <a:ext cx="17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18" name="直接箭头连接符 217">
                <a:extLst>
                  <a:ext uri="{FF2B5EF4-FFF2-40B4-BE49-F238E27FC236}">
                    <a16:creationId xmlns:a16="http://schemas.microsoft.com/office/drawing/2014/main" id="{71B27D37-955E-4F98-A535-0B548414D419}"/>
                  </a:ext>
                </a:extLst>
              </p:cNvPr>
              <p:cNvCxnSpPr/>
              <p:nvPr>
                <p:custDataLst>
                  <p:tags r:id="rId110"/>
                </p:custDataLst>
              </p:nvPr>
            </p:nvCxnSpPr>
            <p:spPr bwMode="auto">
              <a:xfrm flipV="1">
                <a:off x="9751" y="3231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</p:grpSp>
        <p:cxnSp>
          <p:nvCxnSpPr>
            <p:cNvPr id="205" name="直接箭头连接符 204">
              <a:extLst>
                <a:ext uri="{FF2B5EF4-FFF2-40B4-BE49-F238E27FC236}">
                  <a16:creationId xmlns:a16="http://schemas.microsoft.com/office/drawing/2014/main" id="{754A7978-1B65-4659-84C9-EDBE2DC8565B}"/>
                </a:ext>
              </a:extLst>
            </p:cNvPr>
            <p:cNvCxnSpPr/>
            <p:nvPr>
              <p:custDataLst>
                <p:tags r:id="rId97"/>
              </p:custDataLst>
            </p:nvPr>
          </p:nvCxnSpPr>
          <p:spPr bwMode="auto">
            <a:xfrm flipH="1" flipV="1">
              <a:off x="2557145" y="5039360"/>
              <a:ext cx="635" cy="179705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sm" len="sm"/>
            </a:ln>
            <a:effectLst/>
          </p:spPr>
        </p:cxnSp>
        <p:cxnSp>
          <p:nvCxnSpPr>
            <p:cNvPr id="206" name="直接箭头连接符 205">
              <a:extLst>
                <a:ext uri="{FF2B5EF4-FFF2-40B4-BE49-F238E27FC236}">
                  <a16:creationId xmlns:a16="http://schemas.microsoft.com/office/drawing/2014/main" id="{D8F45068-5489-47E7-91DE-CBAB27B42DF5}"/>
                </a:ext>
              </a:extLst>
            </p:cNvPr>
            <p:cNvCxnSpPr/>
            <p:nvPr>
              <p:custDataLst>
                <p:tags r:id="rId98"/>
              </p:custDataLst>
            </p:nvPr>
          </p:nvCxnSpPr>
          <p:spPr bwMode="auto">
            <a:xfrm flipH="1" flipV="1">
              <a:off x="3816985" y="5039360"/>
              <a:ext cx="635" cy="179705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207" name="Text Box 191">
              <a:extLst>
                <a:ext uri="{FF2B5EF4-FFF2-40B4-BE49-F238E27FC236}">
                  <a16:creationId xmlns:a16="http://schemas.microsoft.com/office/drawing/2014/main" id="{310DB964-892D-4F0F-8780-EF3D22389352}"/>
                </a:ext>
              </a:extLst>
            </p:cNvPr>
            <p:cNvSpPr txBox="1">
              <a:spLocks noChangeArrowheads="1"/>
            </p:cNvSpPr>
            <p:nvPr>
              <p:custDataLst>
                <p:tags r:id="rId99"/>
              </p:custDataLst>
            </p:nvPr>
          </p:nvSpPr>
          <p:spPr bwMode="auto">
            <a:xfrm>
              <a:off x="1475740" y="3707765"/>
              <a:ext cx="288290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PR</a:t>
              </a:r>
            </a:p>
          </p:txBody>
        </p:sp>
        <p:cxnSp>
          <p:nvCxnSpPr>
            <p:cNvPr id="208" name="直接箭头连接符 207">
              <a:extLst>
                <a:ext uri="{FF2B5EF4-FFF2-40B4-BE49-F238E27FC236}">
                  <a16:creationId xmlns:a16="http://schemas.microsoft.com/office/drawing/2014/main" id="{E6E76CD6-1254-4A36-989F-86C4A0C50706}"/>
                </a:ext>
              </a:extLst>
            </p:cNvPr>
            <p:cNvCxnSpPr/>
            <p:nvPr>
              <p:custDataLst>
                <p:tags r:id="rId100"/>
              </p:custDataLst>
            </p:nvPr>
          </p:nvCxnSpPr>
          <p:spPr bwMode="auto">
            <a:xfrm flipH="1" flipV="1">
              <a:off x="1520825" y="3720465"/>
              <a:ext cx="19812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09" name="直接箭头连接符 208">
              <a:extLst>
                <a:ext uri="{FF2B5EF4-FFF2-40B4-BE49-F238E27FC236}">
                  <a16:creationId xmlns:a16="http://schemas.microsoft.com/office/drawing/2014/main" id="{BC172691-B6E8-49E5-9BD6-4AD29A119F19}"/>
                </a:ext>
              </a:extLst>
            </p:cNvPr>
            <p:cNvCxnSpPr/>
            <p:nvPr>
              <p:custDataLst>
                <p:tags r:id="rId101"/>
              </p:custDataLst>
            </p:nvPr>
          </p:nvCxnSpPr>
          <p:spPr bwMode="auto">
            <a:xfrm flipV="1">
              <a:off x="1764665" y="5435600"/>
              <a:ext cx="133223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10" name="直接箭头连接符 209">
              <a:extLst>
                <a:ext uri="{FF2B5EF4-FFF2-40B4-BE49-F238E27FC236}">
                  <a16:creationId xmlns:a16="http://schemas.microsoft.com/office/drawing/2014/main" id="{107C138D-5E29-4521-A140-CA1A83134CF6}"/>
                </a:ext>
              </a:extLst>
            </p:cNvPr>
            <p:cNvCxnSpPr/>
            <p:nvPr>
              <p:custDataLst>
                <p:tags r:id="rId102"/>
              </p:custDataLst>
            </p:nvPr>
          </p:nvCxnSpPr>
          <p:spPr bwMode="auto">
            <a:xfrm flipV="1">
              <a:off x="1764665" y="3815715"/>
              <a:ext cx="133223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11" name="Text Box 191">
              <a:extLst>
                <a:ext uri="{FF2B5EF4-FFF2-40B4-BE49-F238E27FC236}">
                  <a16:creationId xmlns:a16="http://schemas.microsoft.com/office/drawing/2014/main" id="{26CA77B8-D989-4109-8C4A-43788FAF79AE}"/>
                </a:ext>
              </a:extLst>
            </p:cNvPr>
            <p:cNvSpPr txBox="1">
              <a:spLocks noChangeArrowheads="1"/>
            </p:cNvSpPr>
            <p:nvPr>
              <p:custDataLst>
                <p:tags r:id="rId103"/>
              </p:custDataLst>
            </p:nvPr>
          </p:nvSpPr>
          <p:spPr bwMode="auto">
            <a:xfrm>
              <a:off x="1369060" y="5327650"/>
              <a:ext cx="396240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CLR</a:t>
              </a:r>
            </a:p>
          </p:txBody>
        </p:sp>
        <p:cxnSp>
          <p:nvCxnSpPr>
            <p:cNvPr id="212" name="直接箭头连接符 211">
              <a:extLst>
                <a:ext uri="{FF2B5EF4-FFF2-40B4-BE49-F238E27FC236}">
                  <a16:creationId xmlns:a16="http://schemas.microsoft.com/office/drawing/2014/main" id="{2C60FC29-84B0-437C-9587-697D27313539}"/>
                </a:ext>
              </a:extLst>
            </p:cNvPr>
            <p:cNvCxnSpPr/>
            <p:nvPr>
              <p:custDataLst>
                <p:tags r:id="rId104"/>
              </p:custDataLst>
            </p:nvPr>
          </p:nvCxnSpPr>
          <p:spPr bwMode="auto">
            <a:xfrm flipH="1" flipV="1">
              <a:off x="1421765" y="5335270"/>
              <a:ext cx="28829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13" name="Text Box 191">
              <a:extLst>
                <a:ext uri="{FF2B5EF4-FFF2-40B4-BE49-F238E27FC236}">
                  <a16:creationId xmlns:a16="http://schemas.microsoft.com/office/drawing/2014/main" id="{AD16C388-2D1D-4320-9665-2503C817ADF4}"/>
                </a:ext>
              </a:extLst>
            </p:cNvPr>
            <p:cNvSpPr txBox="1">
              <a:spLocks noChangeArrowheads="1"/>
            </p:cNvSpPr>
            <p:nvPr>
              <p:custDataLst>
                <p:tags r:id="rId105"/>
              </p:custDataLst>
            </p:nvPr>
          </p:nvSpPr>
          <p:spPr bwMode="auto">
            <a:xfrm>
              <a:off x="2699792" y="4356000"/>
              <a:ext cx="215900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主</a:t>
              </a:r>
            </a:p>
          </p:txBody>
        </p:sp>
        <p:sp>
          <p:nvSpPr>
            <p:cNvPr id="214" name="Text Box 191">
              <a:extLst>
                <a:ext uri="{FF2B5EF4-FFF2-40B4-BE49-F238E27FC236}">
                  <a16:creationId xmlns:a16="http://schemas.microsoft.com/office/drawing/2014/main" id="{A8BB6B25-F2AC-4E5F-B840-96A35B4DCB40}"/>
                </a:ext>
              </a:extLst>
            </p:cNvPr>
            <p:cNvSpPr txBox="1">
              <a:spLocks noChangeArrowheads="1"/>
            </p:cNvSpPr>
            <p:nvPr>
              <p:custDataLst>
                <p:tags r:id="rId106"/>
              </p:custDataLst>
            </p:nvPr>
          </p:nvSpPr>
          <p:spPr bwMode="auto">
            <a:xfrm>
              <a:off x="3960000" y="4374000"/>
              <a:ext cx="215900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从</a:t>
              </a: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8</a:t>
            </a:fld>
            <a:endParaRPr lang="en-US" altLang="zh-CN"/>
          </a:p>
        </p:txBody>
      </p:sp>
      <p:sp>
        <p:nvSpPr>
          <p:cNvPr id="68" name="Text Box 7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070" y="332656"/>
            <a:ext cx="4392930" cy="58159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u="sng" dirty="0">
                <a:solidFill>
                  <a:schemeClr val="accent2"/>
                </a:solidFill>
                <a:latin typeface="宋体" panose="02010600030101010101" pitchFamily="2" charset="-122"/>
              </a:rPr>
              <a:t>带使能端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的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D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触发器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结构及符号：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功能表：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sng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带预置和清零端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的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D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触发器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结构及符号：</a:t>
            </a:r>
          </a:p>
          <a:p>
            <a:pPr marL="0" indent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6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6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0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130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功能表：</a:t>
            </a: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43719" name="Text Box 7"/>
          <p:cNvSpPr txBox="1">
            <a:spLocks noChangeArrowheads="1"/>
          </p:cNvSpPr>
          <p:nvPr/>
        </p:nvSpPr>
        <p:spPr bwMode="auto">
          <a:xfrm>
            <a:off x="1626235" y="763200"/>
            <a:ext cx="7351395" cy="38436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28800">
            <a:spAutoFit/>
          </a:bodyPr>
          <a:lstStyle/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    D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端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增加选择器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(D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或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Q)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2200" b="1" u="sng" dirty="0">
                <a:latin typeface="宋体" panose="02010600030101010101" pitchFamily="2" charset="-122"/>
                <a:sym typeface="+mn-ea"/>
              </a:rPr>
              <a:t>CLK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上升沿时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写入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(D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或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Q)</a:t>
            </a:r>
            <a:endParaRPr lang="zh-CN" altLang="en-US" sz="2200" b="1" dirty="0"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                                               </a:t>
            </a:r>
            <a:r>
              <a:rPr lang="en-US" altLang="zh-CN" sz="16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同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D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触发器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无延迟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6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zh-CN" sz="2200" b="1" spc="-5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en-US" altLang="zh-CN" sz="2200" b="1" u="sng" spc="-5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EN=1</a:t>
            </a:r>
            <a:r>
              <a:rPr lang="zh-CN" altLang="en-US" sz="2200" b="1" u="sng" spc="-5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200" b="1" u="sng" spc="-5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CP</a:t>
            </a:r>
            <a:r>
              <a:rPr lang="zh-CN" altLang="en-US" sz="2200" b="1" u="sng" spc="-5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上升沿时</a:t>
            </a:r>
            <a:r>
              <a:rPr lang="zh-CN" altLang="en-US" sz="2200" b="1" spc="-5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写入</a:t>
            </a:r>
            <a:r>
              <a:rPr lang="en-US" altLang="zh-CN" sz="2200" b="1" spc="-5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D</a:t>
            </a:r>
            <a:r>
              <a:rPr lang="zh-CN" altLang="en-US" sz="2200" b="1" spc="-5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，否则保持</a:t>
            </a:r>
            <a:endParaRPr lang="en-US" altLang="zh-CN" sz="2200" b="1" spc="-50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endParaRPr lang="en-US" altLang="zh-CN" sz="2200" b="1" spc="-50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lang="en-US" altLang="zh-CN" sz="2200" b="1" spc="-5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</a:t>
            </a:r>
            <a:r>
              <a:rPr lang="zh-CN" altLang="en-US" sz="22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可置位</a:t>
            </a:r>
            <a:r>
              <a:rPr lang="en-US" altLang="zh-CN" sz="22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22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复位</a:t>
            </a:r>
            <a:r>
              <a:rPr lang="zh-CN" altLang="en-US" sz="2200" b="1" spc="-5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主</a:t>
            </a:r>
            <a:r>
              <a:rPr lang="zh-CN" altLang="en-US" sz="22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或</a:t>
            </a:r>
            <a:r>
              <a:rPr lang="zh-CN" altLang="en-US" sz="2200" b="1" spc="-5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从触发器，</a:t>
            </a:r>
            <a:r>
              <a:rPr lang="zh-CN" altLang="en-US" sz="22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称为</a:t>
            </a:r>
            <a:r>
              <a:rPr lang="zh-CN" altLang="en-US" sz="2200" b="1" spc="-5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同步、异步</a:t>
            </a:r>
            <a:r>
              <a:rPr lang="zh-CN" sz="2200" b="1" spc="-5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方式</a:t>
            </a:r>
            <a:endParaRPr lang="zh-CN" altLang="en-US" sz="2200" b="1" spc="-50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spc="-5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                    </a:t>
            </a:r>
            <a:r>
              <a:rPr lang="zh-CN" altLang="en-US" sz="1600" b="1" spc="-5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控制</a:t>
            </a:r>
            <a:r>
              <a:rPr lang="zh-CN" sz="1600" b="1" u="sng" dirty="0">
                <a:latin typeface="宋体" panose="02010600030101010101" pitchFamily="2" charset="-122"/>
                <a:sym typeface="+mn-ea"/>
              </a:rPr>
              <a:t>主触发器</a:t>
            </a:r>
            <a:r>
              <a:rPr lang="zh-CN" sz="1600" b="1" dirty="0">
                <a:latin typeface="宋体" panose="02010600030101010101" pitchFamily="2" charset="-122"/>
                <a:sym typeface="+mn-ea"/>
              </a:rPr>
              <a:t>→</a:t>
            </a:r>
            <a:r>
              <a:rPr lang="zh-CN" sz="1600" dirty="0">
                <a:latin typeface="宋体" panose="02010600030101010101" pitchFamily="2" charset="-122"/>
                <a:sym typeface="+mn-ea"/>
              </a:rPr>
              <a:t>┴</a:t>
            </a:r>
            <a:r>
              <a:rPr lang="zh-CN" sz="1600" b="1" dirty="0">
                <a:latin typeface="宋体" panose="02010600030101010101" pitchFamily="2" charset="-122"/>
                <a:sym typeface="+mn-ea"/>
              </a:rPr>
              <a:t>→</a:t>
            </a:r>
            <a:r>
              <a:rPr lang="en-US" altLang="zh-CN" sz="16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CP↑</a:t>
            </a:r>
            <a:r>
              <a:rPr lang="zh-CN" altLang="en-US" sz="16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时完成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操作</a:t>
            </a:r>
            <a:endParaRPr lang="en-US" altLang="zh-CN" sz="1600" b="1" dirty="0"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spc="-5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                                 (</a:t>
            </a:r>
            <a:r>
              <a:rPr lang="zh-CN" altLang="en-US" sz="1600" b="1" spc="-5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异步为控制</a:t>
            </a:r>
            <a:r>
              <a:rPr lang="zh-CN" sz="1600" b="1" u="sng" dirty="0">
                <a:latin typeface="宋体" panose="02010600030101010101" pitchFamily="2" charset="-122"/>
                <a:sym typeface="+mn-ea"/>
              </a:rPr>
              <a:t>从触发器</a:t>
            </a:r>
            <a:r>
              <a:rPr lang="en-US" altLang="zh-CN" sz="1600" b="1" spc="-5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</a:p>
          <a:p>
            <a:pPr marL="0" indent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spc="-5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                                  [</a:t>
            </a:r>
            <a:r>
              <a:rPr lang="zh-CN" altLang="en-US" sz="1600" b="1" spc="-5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操作</a:t>
            </a:r>
            <a:r>
              <a:rPr lang="zh-CN" altLang="en-US" sz="1600" b="1" spc="-50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完成与</a:t>
            </a:r>
            <a:r>
              <a:rPr lang="en-US" altLang="zh-CN" sz="1600" b="1" spc="-50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CP</a:t>
            </a:r>
            <a:r>
              <a:rPr lang="zh-CN" altLang="en-US" sz="1600" b="1" spc="-50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无关</a:t>
            </a:r>
            <a:r>
              <a:rPr lang="en-US" altLang="zh-CN" sz="1600" b="1" spc="-5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</a:t>
            </a:r>
          </a:p>
        </p:txBody>
      </p:sp>
      <p:grpSp>
        <p:nvGrpSpPr>
          <p:cNvPr id="156" name="组合 155"/>
          <p:cNvGrpSpPr/>
          <p:nvPr/>
        </p:nvGrpSpPr>
        <p:grpSpPr>
          <a:xfrm>
            <a:off x="5292000" y="1376075"/>
            <a:ext cx="864235" cy="971550"/>
            <a:chOff x="9524" y="5443"/>
            <a:chExt cx="1361" cy="1530"/>
          </a:xfrm>
        </p:grpSpPr>
        <p:sp>
          <p:nvSpPr>
            <p:cNvPr id="134" name="Text Box 191"/>
            <p:cNvSpPr txBox="1">
              <a:spLocks noChangeArrowheads="1"/>
            </p:cNvSpPr>
            <p:nvPr>
              <p:custDataLst>
                <p:tags r:id="rId80"/>
              </p:custDataLst>
            </p:nvPr>
          </p:nvSpPr>
          <p:spPr bwMode="auto">
            <a:xfrm>
              <a:off x="9524" y="6633"/>
              <a:ext cx="1361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逻辑符号</a:t>
              </a:r>
            </a:p>
          </p:txBody>
        </p:sp>
        <p:sp>
          <p:nvSpPr>
            <p:cNvPr id="144" name="Text Box 36"/>
            <p:cNvSpPr txBox="1">
              <a:spLocks noChangeArrowheads="1"/>
            </p:cNvSpPr>
            <p:nvPr>
              <p:custDataLst>
                <p:tags r:id="rId81"/>
              </p:custDataLst>
            </p:nvPr>
          </p:nvSpPr>
          <p:spPr bwMode="auto">
            <a:xfrm>
              <a:off x="9751" y="5443"/>
              <a:ext cx="794" cy="1134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wrap="square" lIns="17780" tIns="0" rIns="0" bIns="0" anchor="t" anchorCtr="0">
              <a:noAutofit/>
            </a:bodyPr>
            <a:lstStyle/>
            <a:p>
              <a:pPr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D </a:t>
              </a:r>
              <a:r>
                <a:rPr lang="en-US" altLang="zh-CN" sz="1600" b="1" baseline="-25000" dirty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 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Q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EN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1" dirty="0">
                  <a:solidFill>
                    <a:schemeClr val="tx1"/>
                  </a:solidFill>
                  <a:uFillTx/>
                  <a:latin typeface="宋体" panose="02010600030101010101" pitchFamily="2" charset="-122"/>
                  <a:sym typeface="+mn-ea"/>
                </a:rPr>
                <a:t> </a:t>
              </a:r>
              <a:r>
                <a:rPr lang="en-US" altLang="zh-CN" sz="1600" b="1" dirty="0">
                  <a:solidFill>
                    <a:schemeClr val="tx1"/>
                  </a:solidFill>
                  <a:uFillTx/>
                  <a:latin typeface="宋体" panose="02010600030101010101" pitchFamily="2" charset="-122"/>
                  <a:sym typeface="+mn-ea"/>
                </a:rPr>
                <a:t>C </a:t>
              </a:r>
              <a:r>
                <a:rPr lang="en-US" altLang="zh-CN" sz="1600" b="1" baseline="-25000" dirty="0">
                  <a:solidFill>
                    <a:schemeClr val="tx1"/>
                  </a:solidFill>
                  <a:uFillTx/>
                  <a:latin typeface="宋体" panose="02010600030101010101" pitchFamily="2" charset="-122"/>
                  <a:sym typeface="+mn-ea"/>
                </a:rPr>
                <a:t> 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Q</a:t>
              </a:r>
              <a:endParaRPr lang="en-US" altLang="zh-CN" sz="1600" b="1" u="none" dirty="0">
                <a:latin typeface="宋体" panose="02010600030101010101" pitchFamily="2" charset="-122"/>
                <a:sym typeface="+mn-ea"/>
              </a:endParaRPr>
            </a:p>
          </p:txBody>
        </p:sp>
        <p:cxnSp>
          <p:nvCxnSpPr>
            <p:cNvPr id="147" name="直接箭头连接符 146"/>
            <p:cNvCxnSpPr/>
            <p:nvPr>
              <p:custDataLst>
                <p:tags r:id="rId82"/>
              </p:custDataLst>
            </p:nvPr>
          </p:nvCxnSpPr>
          <p:spPr bwMode="auto">
            <a:xfrm flipV="1">
              <a:off x="9524" y="5613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9" name="直接箭头连接符 148"/>
            <p:cNvCxnSpPr/>
            <p:nvPr>
              <p:custDataLst>
                <p:tags r:id="rId83"/>
              </p:custDataLst>
            </p:nvPr>
          </p:nvCxnSpPr>
          <p:spPr bwMode="auto">
            <a:xfrm flipV="1">
              <a:off x="9524" y="6009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50" name="直接箭头连接符 149"/>
            <p:cNvCxnSpPr/>
            <p:nvPr>
              <p:custDataLst>
                <p:tags r:id="rId84"/>
              </p:custDataLst>
            </p:nvPr>
          </p:nvCxnSpPr>
          <p:spPr bwMode="auto">
            <a:xfrm flipV="1">
              <a:off x="10544" y="5613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51" name="直接箭头连接符 150"/>
            <p:cNvCxnSpPr/>
            <p:nvPr>
              <p:custDataLst>
                <p:tags r:id="rId85"/>
              </p:custDataLst>
            </p:nvPr>
          </p:nvCxnSpPr>
          <p:spPr bwMode="auto">
            <a:xfrm flipV="1">
              <a:off x="10658" y="6406"/>
              <a:ext cx="113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52" name="等腰三角形 151"/>
            <p:cNvSpPr/>
            <p:nvPr>
              <p:custDataLst>
                <p:tags r:id="rId86"/>
              </p:custDataLst>
            </p:nvPr>
          </p:nvSpPr>
          <p:spPr>
            <a:xfrm>
              <a:off x="9696" y="6350"/>
              <a:ext cx="227" cy="113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scene3d>
              <a:camera prst="orthographicFront">
                <a:rot lat="0" lon="0" rev="16200000"/>
              </a:camera>
              <a:lightRig rig="threePt" dir="t"/>
            </a:scene3d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3" name="椭圆 152"/>
            <p:cNvSpPr/>
            <p:nvPr>
              <p:custDataLst>
                <p:tags r:id="rId87"/>
              </p:custDataLst>
            </p:nvPr>
          </p:nvSpPr>
          <p:spPr>
            <a:xfrm>
              <a:off x="10544" y="6350"/>
              <a:ext cx="113" cy="113"/>
            </a:xfrm>
            <a:prstGeom prst="ellips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55" name="直接箭头连接符 154"/>
            <p:cNvCxnSpPr/>
            <p:nvPr>
              <p:custDataLst>
                <p:tags r:id="rId88"/>
              </p:custDataLst>
            </p:nvPr>
          </p:nvCxnSpPr>
          <p:spPr bwMode="auto">
            <a:xfrm flipV="1">
              <a:off x="9524" y="6406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63" name="AutoShape 338"/>
          <p:cNvSpPr/>
          <p:nvPr>
            <p:custDataLst>
              <p:tags r:id="rId2"/>
            </p:custDataLst>
          </p:nvPr>
        </p:nvSpPr>
        <p:spPr bwMode="auto">
          <a:xfrm>
            <a:off x="365430" y="4283705"/>
            <a:ext cx="1044000" cy="756000"/>
          </a:xfrm>
          <a:prstGeom prst="borderCallout2">
            <a:avLst>
              <a:gd name="adj1" fmla="val -755"/>
              <a:gd name="adj2" fmla="val 50332"/>
              <a:gd name="adj3" fmla="val -40148"/>
              <a:gd name="adj4" fmla="val 50150"/>
              <a:gd name="adj5" fmla="val -65599"/>
              <a:gd name="adj6" fmla="val 108784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 anchorCtr="0"/>
          <a:lstStyle/>
          <a:p>
            <a:pPr algn="ctr">
              <a:lnSpc>
                <a:spcPct val="90000"/>
              </a:lnSpc>
            </a:pPr>
            <a:r>
              <a:rPr lang="zh-CN" sz="1600" b="1" u="none" dirty="0">
                <a:latin typeface="宋体" panose="02010600030101010101" pitchFamily="2" charset="-122"/>
              </a:rPr>
              <a:t>常低电平有效</a:t>
            </a:r>
            <a:r>
              <a:rPr lang="en-US" altLang="zh-CN" sz="1600" b="1" u="none" dirty="0">
                <a:latin typeface="宋体" panose="02010600030101010101" pitchFamily="2" charset="-122"/>
              </a:rPr>
              <a:t>(</a:t>
            </a:r>
            <a:r>
              <a:rPr lang="zh-CN" altLang="en-US" sz="1600" b="1" u="none" dirty="0">
                <a:latin typeface="宋体" panose="02010600030101010101" pitchFamily="2" charset="-122"/>
              </a:rPr>
              <a:t>与非门触发器</a:t>
            </a:r>
            <a:r>
              <a:rPr lang="en-US" altLang="zh-CN" sz="1600" b="1" u="none" dirty="0">
                <a:latin typeface="宋体" panose="02010600030101010101" pitchFamily="2" charset="-122"/>
              </a:rPr>
              <a:t>)</a:t>
            </a:r>
          </a:p>
        </p:txBody>
      </p:sp>
      <p:grpSp>
        <p:nvGrpSpPr>
          <p:cNvPr id="396" name="组合 395"/>
          <p:cNvGrpSpPr/>
          <p:nvPr/>
        </p:nvGrpSpPr>
        <p:grpSpPr>
          <a:xfrm>
            <a:off x="5507805" y="4068000"/>
            <a:ext cx="864235" cy="1403985"/>
            <a:chOff x="6746" y="2041"/>
            <a:chExt cx="1361" cy="2211"/>
          </a:xfrm>
        </p:grpSpPr>
        <p:sp>
          <p:nvSpPr>
            <p:cNvPr id="103" name="Text Box 191"/>
            <p:cNvSpPr txBox="1">
              <a:spLocks noChangeArrowheads="1"/>
            </p:cNvSpPr>
            <p:nvPr>
              <p:custDataLst>
                <p:tags r:id="rId68"/>
              </p:custDataLst>
            </p:nvPr>
          </p:nvSpPr>
          <p:spPr bwMode="auto">
            <a:xfrm>
              <a:off x="6746" y="3912"/>
              <a:ext cx="1361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逻辑符号</a:t>
              </a:r>
            </a:p>
          </p:txBody>
        </p:sp>
        <p:sp>
          <p:nvSpPr>
            <p:cNvPr id="104" name="Text Box 36"/>
            <p:cNvSpPr txBox="1">
              <a:spLocks noChangeArrowheads="1"/>
            </p:cNvSpPr>
            <p:nvPr>
              <p:custDataLst>
                <p:tags r:id="rId69"/>
              </p:custDataLst>
            </p:nvPr>
          </p:nvSpPr>
          <p:spPr bwMode="auto">
            <a:xfrm>
              <a:off x="7030" y="2267"/>
              <a:ext cx="794" cy="1361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wrap="square" lIns="17780" tIns="0" rIns="0" bIns="0" anchor="t" anchorCtr="0"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PR</a:t>
              </a:r>
            </a:p>
            <a:p>
              <a:pPr algn="l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400" b="1" u="none" dirty="0">
                  <a:latin typeface="宋体" panose="02010600030101010101" pitchFamily="2" charset="-122"/>
                </a:rPr>
                <a:t> </a:t>
              </a:r>
              <a:r>
                <a:rPr lang="en-US" altLang="zh-CN" sz="1200" b="1" dirty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 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Q</a:t>
              </a:r>
            </a:p>
            <a:p>
              <a:pPr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</a:pPr>
              <a:r>
                <a:rPr lang="en-US" altLang="zh-CN" sz="1200" b="1" dirty="0">
                  <a:solidFill>
                    <a:schemeClr val="tx1"/>
                  </a:solidFill>
                  <a:uFillTx/>
                  <a:latin typeface="宋体" panose="02010600030101010101" pitchFamily="2" charset="-122"/>
                  <a:sym typeface="+mn-ea"/>
                </a:rPr>
                <a:t> </a:t>
              </a:r>
              <a:r>
                <a:rPr lang="en-US" altLang="zh-CN" sz="1600" b="1" dirty="0">
                  <a:solidFill>
                    <a:schemeClr val="tx1"/>
                  </a:solidFill>
                  <a:uFillTx/>
                  <a:latin typeface="宋体" panose="02010600030101010101" pitchFamily="2" charset="-122"/>
                  <a:sym typeface="+mn-ea"/>
                </a:rPr>
                <a:t>C </a:t>
              </a:r>
              <a:r>
                <a:rPr lang="en-US" altLang="zh-CN" sz="1600" b="1" baseline="-25000" dirty="0">
                  <a:solidFill>
                    <a:schemeClr val="tx1"/>
                  </a:solidFill>
                  <a:uFillTx/>
                  <a:latin typeface="宋体" panose="02010600030101010101" pitchFamily="2" charset="-122"/>
                  <a:sym typeface="+mn-ea"/>
                </a:rPr>
                <a:t> 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Q</a:t>
              </a: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  <a:sym typeface="+mn-ea"/>
                </a:rPr>
                <a:t>CLR</a:t>
              </a:r>
            </a:p>
          </p:txBody>
        </p:sp>
        <p:cxnSp>
          <p:nvCxnSpPr>
            <p:cNvPr id="105" name="直接箭头连接符 104"/>
            <p:cNvCxnSpPr/>
            <p:nvPr>
              <p:custDataLst>
                <p:tags r:id="rId70"/>
              </p:custDataLst>
            </p:nvPr>
          </p:nvCxnSpPr>
          <p:spPr bwMode="auto">
            <a:xfrm>
              <a:off x="7427" y="2041"/>
              <a:ext cx="0" cy="113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6" name="直接箭头连接符 105"/>
            <p:cNvCxnSpPr/>
            <p:nvPr>
              <p:custDataLst>
                <p:tags r:id="rId71"/>
              </p:custDataLst>
            </p:nvPr>
          </p:nvCxnSpPr>
          <p:spPr bwMode="auto">
            <a:xfrm flipV="1">
              <a:off x="6803" y="2721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7" name="直接箭头连接符 106"/>
            <p:cNvCxnSpPr/>
            <p:nvPr>
              <p:custDataLst>
                <p:tags r:id="rId72"/>
              </p:custDataLst>
            </p:nvPr>
          </p:nvCxnSpPr>
          <p:spPr bwMode="auto">
            <a:xfrm flipV="1">
              <a:off x="7823" y="2721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8" name="直接箭头连接符 107"/>
            <p:cNvCxnSpPr/>
            <p:nvPr>
              <p:custDataLst>
                <p:tags r:id="rId73"/>
              </p:custDataLst>
            </p:nvPr>
          </p:nvCxnSpPr>
          <p:spPr bwMode="auto">
            <a:xfrm flipV="1">
              <a:off x="7937" y="3118"/>
              <a:ext cx="113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09" name="等腰三角形 108"/>
            <p:cNvSpPr/>
            <p:nvPr>
              <p:custDataLst>
                <p:tags r:id="rId74"/>
              </p:custDataLst>
            </p:nvPr>
          </p:nvSpPr>
          <p:spPr>
            <a:xfrm>
              <a:off x="6975" y="3061"/>
              <a:ext cx="227" cy="113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scene3d>
              <a:camera prst="orthographicFront">
                <a:rot lat="0" lon="0" rev="16200000"/>
              </a:camera>
              <a:lightRig rig="threePt" dir="t"/>
            </a:scene3d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0" name="椭圆 109"/>
            <p:cNvSpPr/>
            <p:nvPr>
              <p:custDataLst>
                <p:tags r:id="rId75"/>
              </p:custDataLst>
            </p:nvPr>
          </p:nvSpPr>
          <p:spPr>
            <a:xfrm>
              <a:off x="7823" y="3061"/>
              <a:ext cx="113" cy="113"/>
            </a:xfrm>
            <a:prstGeom prst="ellips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11" name="直接箭头连接符 110"/>
            <p:cNvCxnSpPr/>
            <p:nvPr>
              <p:custDataLst>
                <p:tags r:id="rId76"/>
              </p:custDataLst>
            </p:nvPr>
          </p:nvCxnSpPr>
          <p:spPr bwMode="auto">
            <a:xfrm flipV="1">
              <a:off x="6804" y="3118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93" name="椭圆 392"/>
            <p:cNvSpPr/>
            <p:nvPr>
              <p:custDataLst>
                <p:tags r:id="rId77"/>
              </p:custDataLst>
            </p:nvPr>
          </p:nvSpPr>
          <p:spPr>
            <a:xfrm>
              <a:off x="7370" y="2154"/>
              <a:ext cx="113" cy="113"/>
            </a:xfrm>
            <a:prstGeom prst="ellips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4" name="椭圆 393"/>
            <p:cNvSpPr/>
            <p:nvPr>
              <p:custDataLst>
                <p:tags r:id="rId78"/>
              </p:custDataLst>
            </p:nvPr>
          </p:nvSpPr>
          <p:spPr>
            <a:xfrm>
              <a:off x="7370" y="3628"/>
              <a:ext cx="113" cy="113"/>
            </a:xfrm>
            <a:prstGeom prst="ellips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395" name="直接箭头连接符 394"/>
            <p:cNvCxnSpPr/>
            <p:nvPr>
              <p:custDataLst>
                <p:tags r:id="rId79"/>
              </p:custDataLst>
            </p:nvPr>
          </p:nvCxnSpPr>
          <p:spPr bwMode="auto">
            <a:xfrm>
              <a:off x="7427" y="3742"/>
              <a:ext cx="0" cy="113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112" name="AutoShape 452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 rot="5400000">
            <a:off x="3996630" y="6525890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14" name="组合 113"/>
          <p:cNvGrpSpPr/>
          <p:nvPr/>
        </p:nvGrpSpPr>
        <p:grpSpPr>
          <a:xfrm>
            <a:off x="1800000" y="1268760"/>
            <a:ext cx="3096260" cy="1043940"/>
            <a:chOff x="5159" y="1928"/>
            <a:chExt cx="4876" cy="1644"/>
          </a:xfrm>
        </p:grpSpPr>
        <p:sp>
          <p:nvSpPr>
            <p:cNvPr id="115" name="Text Box 36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5953" y="1928"/>
              <a:ext cx="3458" cy="1644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grpSp>
          <p:nvGrpSpPr>
            <p:cNvPr id="116" name="组合 115"/>
            <p:cNvGrpSpPr/>
            <p:nvPr/>
          </p:nvGrpSpPr>
          <p:grpSpPr>
            <a:xfrm>
              <a:off x="8048" y="2437"/>
              <a:ext cx="1250" cy="794"/>
              <a:chOff x="8048" y="2437"/>
              <a:chExt cx="1250" cy="794"/>
            </a:xfrm>
          </p:grpSpPr>
          <p:sp>
            <p:nvSpPr>
              <p:cNvPr id="117" name="Text Box 36"/>
              <p:cNvSpPr txBox="1">
                <a:spLocks noChangeArrowheads="1"/>
              </p:cNvSpPr>
              <p:nvPr>
                <p:custDataLst>
                  <p:tags r:id="rId61"/>
                </p:custDataLst>
              </p:nvPr>
            </p:nvSpPr>
            <p:spPr bwMode="auto">
              <a:xfrm>
                <a:off x="8275" y="2437"/>
                <a:ext cx="794" cy="794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horz" wrap="square" lIns="1778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D </a:t>
                </a:r>
                <a:r>
                  <a:rPr lang="en-US" altLang="zh-CN" sz="1600" b="1" baseline="-25000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</a:rPr>
                  <a:t> 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2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C </a:t>
                </a:r>
                <a:r>
                  <a:rPr lang="en-US" altLang="zh-CN" sz="1600" b="1" baseline="-25000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dirty="0">
                    <a:latin typeface="宋体" panose="02010600030101010101" pitchFamily="2" charset="-122"/>
                    <a:sym typeface="+mn-ea"/>
                  </a:rPr>
                  <a:t>Q</a:t>
                </a:r>
                <a:endParaRPr lang="en-US" altLang="zh-CN" sz="1600" b="1" u="none" dirty="0">
                  <a:latin typeface="宋体" panose="02010600030101010101" pitchFamily="2" charset="-122"/>
                  <a:sym typeface="+mn-ea"/>
                </a:endParaRPr>
              </a:p>
            </p:txBody>
          </p:sp>
          <p:cxnSp>
            <p:nvCxnSpPr>
              <p:cNvPr id="118" name="直接箭头连接符 117"/>
              <p:cNvCxnSpPr/>
              <p:nvPr>
                <p:custDataLst>
                  <p:tags r:id="rId62"/>
                </p:custDataLst>
              </p:nvPr>
            </p:nvCxnSpPr>
            <p:spPr bwMode="auto">
              <a:xfrm flipV="1">
                <a:off x="8048" y="2607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19" name="直接箭头连接符 118"/>
              <p:cNvCxnSpPr/>
              <p:nvPr>
                <p:custDataLst>
                  <p:tags r:id="rId63"/>
                </p:custDataLst>
              </p:nvPr>
            </p:nvCxnSpPr>
            <p:spPr bwMode="auto">
              <a:xfrm flipV="1">
                <a:off x="8048" y="3004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20" name="直接箭头连接符 119"/>
              <p:cNvCxnSpPr/>
              <p:nvPr>
                <p:custDataLst>
                  <p:tags r:id="rId64"/>
                </p:custDataLst>
              </p:nvPr>
            </p:nvCxnSpPr>
            <p:spPr bwMode="auto">
              <a:xfrm flipV="1">
                <a:off x="9071" y="2607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21" name="直接箭头连接符 120"/>
              <p:cNvCxnSpPr/>
              <p:nvPr>
                <p:custDataLst>
                  <p:tags r:id="rId65"/>
                </p:custDataLst>
              </p:nvPr>
            </p:nvCxnSpPr>
            <p:spPr bwMode="auto">
              <a:xfrm flipV="1">
                <a:off x="9071" y="3004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22" name="直接连接符 121"/>
              <p:cNvCxnSpPr/>
              <p:nvPr>
                <p:custDataLst>
                  <p:tags r:id="rId66"/>
                </p:custDataLst>
              </p:nvPr>
            </p:nvCxnSpPr>
            <p:spPr bwMode="auto">
              <a:xfrm flipV="1">
                <a:off x="8861" y="2855"/>
                <a:ext cx="153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23" name="等腰三角形 122"/>
              <p:cNvSpPr/>
              <p:nvPr>
                <p:custDataLst>
                  <p:tags r:id="rId67"/>
                </p:custDataLst>
              </p:nvPr>
            </p:nvSpPr>
            <p:spPr>
              <a:xfrm>
                <a:off x="8220" y="2948"/>
                <a:ext cx="227" cy="113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1620000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24" name="Text Box 36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6066" y="2041"/>
              <a:ext cx="1757" cy="1134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70C0"/>
              </a:solidFill>
              <a:prstDash val="solid"/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25" name="Text Box 191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5159" y="3175"/>
              <a:ext cx="62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CLK</a:t>
              </a:r>
            </a:p>
          </p:txBody>
        </p:sp>
        <p:cxnSp>
          <p:nvCxnSpPr>
            <p:cNvPr id="126" name="直接箭头连接符 125"/>
            <p:cNvCxnSpPr/>
            <p:nvPr>
              <p:custDataLst>
                <p:tags r:id="rId31"/>
              </p:custDataLst>
            </p:nvPr>
          </p:nvCxnSpPr>
          <p:spPr bwMode="auto">
            <a:xfrm flipV="1">
              <a:off x="9298" y="2607"/>
              <a:ext cx="283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27" name="Text Box 191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5499" y="2045"/>
              <a:ext cx="283" cy="33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D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28" name="Text Box 191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5329" y="2608"/>
              <a:ext cx="454" cy="33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EN</a:t>
              </a:r>
              <a:endParaRPr lang="en-US" altLang="zh-CN" sz="1600" b="1" baseline="-25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grpSp>
          <p:nvGrpSpPr>
            <p:cNvPr id="129" name="组合 128"/>
            <p:cNvGrpSpPr/>
            <p:nvPr/>
          </p:nvGrpSpPr>
          <p:grpSpPr>
            <a:xfrm>
              <a:off x="6066" y="2098"/>
              <a:ext cx="1757" cy="1021"/>
              <a:chOff x="6236" y="2041"/>
              <a:chExt cx="1757" cy="1021"/>
            </a:xfrm>
          </p:grpSpPr>
          <p:cxnSp>
            <p:nvCxnSpPr>
              <p:cNvPr id="130" name="直接箭头连接符 129"/>
              <p:cNvCxnSpPr/>
              <p:nvPr>
                <p:custDataLst>
                  <p:tags r:id="rId45"/>
                </p:custDataLst>
              </p:nvPr>
            </p:nvCxnSpPr>
            <p:spPr bwMode="auto">
              <a:xfrm flipV="1">
                <a:off x="6236" y="2154"/>
                <a:ext cx="39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131" name="直接箭头连接符 130"/>
              <p:cNvCxnSpPr/>
              <p:nvPr>
                <p:custDataLst>
                  <p:tags r:id="rId46"/>
                </p:custDataLst>
              </p:nvPr>
            </p:nvCxnSpPr>
            <p:spPr bwMode="auto">
              <a:xfrm>
                <a:off x="6350" y="2381"/>
                <a:ext cx="0" cy="34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  <a:effectLst/>
            </p:spPr>
          </p:cxnSp>
          <p:cxnSp>
            <p:nvCxnSpPr>
              <p:cNvPr id="132" name="直接箭头连接符 131"/>
              <p:cNvCxnSpPr/>
              <p:nvPr>
                <p:custDataLst>
                  <p:tags r:id="rId47"/>
                </p:custDataLst>
              </p:nvPr>
            </p:nvCxnSpPr>
            <p:spPr bwMode="auto">
              <a:xfrm flipV="1">
                <a:off x="7880" y="2551"/>
                <a:ext cx="113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133" name="直接箭头连接符 132"/>
              <p:cNvCxnSpPr/>
              <p:nvPr>
                <p:custDataLst>
                  <p:tags r:id="rId48"/>
                </p:custDataLst>
              </p:nvPr>
            </p:nvCxnSpPr>
            <p:spPr bwMode="auto">
              <a:xfrm>
                <a:off x="7200" y="2268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135" name="Text Box 36"/>
              <p:cNvSpPr txBox="1">
                <a:spLocks noChangeArrowheads="1"/>
              </p:cNvSpPr>
              <p:nvPr>
                <p:custDataLst>
                  <p:tags r:id="rId49"/>
                </p:custDataLst>
              </p:nvPr>
            </p:nvSpPr>
            <p:spPr bwMode="auto">
              <a:xfrm>
                <a:off x="6633" y="2041"/>
                <a:ext cx="340" cy="454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cxnSp>
            <p:nvCxnSpPr>
              <p:cNvPr id="136" name="直接箭头连接符 135"/>
              <p:cNvCxnSpPr/>
              <p:nvPr>
                <p:custDataLst>
                  <p:tags r:id="rId50"/>
                </p:custDataLst>
              </p:nvPr>
            </p:nvCxnSpPr>
            <p:spPr bwMode="auto">
              <a:xfrm flipV="1">
                <a:off x="6973" y="2267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37" name="直接箭头连接符 136"/>
              <p:cNvCxnSpPr/>
              <p:nvPr>
                <p:custDataLst>
                  <p:tags r:id="rId51"/>
                </p:custDataLst>
              </p:nvPr>
            </p:nvCxnSpPr>
            <p:spPr bwMode="auto">
              <a:xfrm flipV="1">
                <a:off x="6350" y="2381"/>
                <a:ext cx="283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sp>
            <p:nvSpPr>
              <p:cNvPr id="138" name="椭圆 137"/>
              <p:cNvSpPr/>
              <p:nvPr>
                <p:custDataLst>
                  <p:tags r:id="rId52"/>
                </p:custDataLst>
              </p:nvPr>
            </p:nvSpPr>
            <p:spPr>
              <a:xfrm>
                <a:off x="6520" y="2665"/>
                <a:ext cx="114" cy="111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9" name="Text Box 36"/>
              <p:cNvSpPr txBox="1">
                <a:spLocks noChangeArrowheads="1"/>
              </p:cNvSpPr>
              <p:nvPr>
                <p:custDataLst>
                  <p:tags r:id="rId53"/>
                </p:custDataLst>
              </p:nvPr>
            </p:nvSpPr>
            <p:spPr bwMode="auto">
              <a:xfrm>
                <a:off x="7427" y="2324"/>
                <a:ext cx="454" cy="454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200" b="1" u="none" dirty="0">
                    <a:latin typeface="宋体" panose="02010600030101010101" pitchFamily="2" charset="-122"/>
                  </a:rPr>
                  <a:t>≥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1</a:t>
                </a:r>
              </a:p>
            </p:txBody>
          </p:sp>
          <p:cxnSp>
            <p:nvCxnSpPr>
              <p:cNvPr id="140" name="直接箭头连接符 139"/>
              <p:cNvCxnSpPr/>
              <p:nvPr>
                <p:custDataLst>
                  <p:tags r:id="rId54"/>
                </p:custDataLst>
              </p:nvPr>
            </p:nvCxnSpPr>
            <p:spPr bwMode="auto">
              <a:xfrm flipV="1">
                <a:off x="7200" y="2438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41" name="直接箭头连接符 140"/>
              <p:cNvCxnSpPr/>
              <p:nvPr>
                <p:custDataLst>
                  <p:tags r:id="rId55"/>
                </p:custDataLst>
              </p:nvPr>
            </p:nvCxnSpPr>
            <p:spPr bwMode="auto">
              <a:xfrm flipV="1">
                <a:off x="6350" y="2949"/>
                <a:ext cx="283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sp>
            <p:nvSpPr>
              <p:cNvPr id="142" name="Text Box 36"/>
              <p:cNvSpPr txBox="1">
                <a:spLocks noChangeArrowheads="1"/>
              </p:cNvSpPr>
              <p:nvPr>
                <p:custDataLst>
                  <p:tags r:id="rId56"/>
                </p:custDataLst>
              </p:nvPr>
            </p:nvSpPr>
            <p:spPr bwMode="auto">
              <a:xfrm>
                <a:off x="6633" y="2608"/>
                <a:ext cx="340" cy="454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cxnSp>
            <p:nvCxnSpPr>
              <p:cNvPr id="143" name="直接箭头连接符 142"/>
              <p:cNvCxnSpPr/>
              <p:nvPr>
                <p:custDataLst>
                  <p:tags r:id="rId57"/>
                </p:custDataLst>
              </p:nvPr>
            </p:nvCxnSpPr>
            <p:spPr bwMode="auto">
              <a:xfrm flipV="1">
                <a:off x="6973" y="2834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45" name="直接箭头连接符 144"/>
              <p:cNvCxnSpPr/>
              <p:nvPr>
                <p:custDataLst>
                  <p:tags r:id="rId58"/>
                </p:custDataLst>
              </p:nvPr>
            </p:nvCxnSpPr>
            <p:spPr bwMode="auto">
              <a:xfrm flipV="1">
                <a:off x="6236" y="2721"/>
                <a:ext cx="283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146" name="直接箭头连接符 145"/>
              <p:cNvCxnSpPr/>
              <p:nvPr>
                <p:custDataLst>
                  <p:tags r:id="rId59"/>
                </p:custDataLst>
              </p:nvPr>
            </p:nvCxnSpPr>
            <p:spPr bwMode="auto">
              <a:xfrm>
                <a:off x="7200" y="2665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48" name="直接箭头连接符 147"/>
              <p:cNvCxnSpPr/>
              <p:nvPr>
                <p:custDataLst>
                  <p:tags r:id="rId60"/>
                </p:custDataLst>
              </p:nvPr>
            </p:nvCxnSpPr>
            <p:spPr bwMode="auto">
              <a:xfrm flipV="1">
                <a:off x="7200" y="2665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</p:grpSp>
        <p:cxnSp>
          <p:nvCxnSpPr>
            <p:cNvPr id="154" name="直接箭头连接符 153"/>
            <p:cNvCxnSpPr/>
            <p:nvPr>
              <p:custDataLst>
                <p:tags r:id="rId34"/>
              </p:custDataLst>
            </p:nvPr>
          </p:nvCxnSpPr>
          <p:spPr bwMode="auto">
            <a:xfrm flipH="1">
              <a:off x="9298" y="2608"/>
              <a:ext cx="0" cy="85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157" name="直接箭头连接符 156"/>
            <p:cNvCxnSpPr/>
            <p:nvPr>
              <p:custDataLst>
                <p:tags r:id="rId35"/>
              </p:custDataLst>
            </p:nvPr>
          </p:nvCxnSpPr>
          <p:spPr bwMode="auto">
            <a:xfrm flipH="1" flipV="1">
              <a:off x="6180" y="3458"/>
              <a:ext cx="3118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58" name="直接箭头连接符 157"/>
            <p:cNvCxnSpPr/>
            <p:nvPr>
              <p:custDataLst>
                <p:tags r:id="rId36"/>
              </p:custDataLst>
            </p:nvPr>
          </p:nvCxnSpPr>
          <p:spPr bwMode="auto">
            <a:xfrm flipV="1">
              <a:off x="6180" y="3006"/>
              <a:ext cx="0" cy="454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59" name="直接箭头连接符 158"/>
            <p:cNvCxnSpPr/>
            <p:nvPr>
              <p:custDataLst>
                <p:tags r:id="rId37"/>
              </p:custDataLst>
            </p:nvPr>
          </p:nvCxnSpPr>
          <p:spPr bwMode="auto">
            <a:xfrm flipV="1">
              <a:off x="9298" y="3005"/>
              <a:ext cx="283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61" name="直接箭头连接符 160"/>
            <p:cNvCxnSpPr/>
            <p:nvPr>
              <p:custDataLst>
                <p:tags r:id="rId38"/>
              </p:custDataLst>
            </p:nvPr>
          </p:nvCxnSpPr>
          <p:spPr bwMode="auto">
            <a:xfrm flipV="1">
              <a:off x="8050" y="3005"/>
              <a:ext cx="0" cy="340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62" name="直接箭头连接符 161"/>
            <p:cNvCxnSpPr/>
            <p:nvPr>
              <p:custDataLst>
                <p:tags r:id="rId39"/>
              </p:custDataLst>
            </p:nvPr>
          </p:nvCxnSpPr>
          <p:spPr bwMode="auto">
            <a:xfrm flipH="1" flipV="1">
              <a:off x="5783" y="3345"/>
              <a:ext cx="2268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63" name="直接箭头连接符 162"/>
            <p:cNvCxnSpPr/>
            <p:nvPr>
              <p:custDataLst>
                <p:tags r:id="rId40"/>
              </p:custDataLst>
            </p:nvPr>
          </p:nvCxnSpPr>
          <p:spPr bwMode="auto">
            <a:xfrm flipV="1">
              <a:off x="5783" y="2211"/>
              <a:ext cx="283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164" name="直接箭头连接符 163"/>
            <p:cNvCxnSpPr/>
            <p:nvPr>
              <p:custDataLst>
                <p:tags r:id="rId41"/>
              </p:custDataLst>
            </p:nvPr>
          </p:nvCxnSpPr>
          <p:spPr bwMode="auto">
            <a:xfrm flipV="1">
              <a:off x="5783" y="2778"/>
              <a:ext cx="283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165" name="直接箭头连接符 164"/>
            <p:cNvCxnSpPr/>
            <p:nvPr>
              <p:custDataLst>
                <p:tags r:id="rId42"/>
              </p:custDataLst>
            </p:nvPr>
          </p:nvCxnSpPr>
          <p:spPr bwMode="auto">
            <a:xfrm flipV="1">
              <a:off x="7824" y="2608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sp>
          <p:nvSpPr>
            <p:cNvPr id="172" name="Text Box 191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9581" y="2438"/>
              <a:ext cx="283" cy="33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Q</a:t>
              </a:r>
            </a:p>
          </p:txBody>
        </p:sp>
        <p:sp>
          <p:nvSpPr>
            <p:cNvPr id="173" name="Text Box 191"/>
            <p:cNvSpPr txBox="1"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9581" y="2835"/>
              <a:ext cx="454" cy="33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QN</a:t>
              </a:r>
            </a:p>
          </p:txBody>
        </p:sp>
      </p:grp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81287567"/>
              </p:ext>
            </p:extLst>
          </p:nvPr>
        </p:nvGraphicFramePr>
        <p:xfrm>
          <a:off x="6679340" y="1628800"/>
          <a:ext cx="2002155" cy="123139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13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7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7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43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416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i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a:t>EN</a:t>
                      </a: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CP</a:t>
                      </a:r>
                      <a:endParaRPr lang="en-US" altLang="zh-CN" sz="1600" b="1" baseline="-250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D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ysDash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Q</a:t>
                      </a:r>
                      <a:r>
                        <a:rPr lang="en-US" altLang="zh-CN" sz="1600" baseline="30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*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</a:t>
                      </a:r>
                      <a:r>
                        <a:rPr lang="en-US" altLang="zh-CN" sz="1600" b="1" baseline="30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*</a:t>
                      </a: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b="1" dirty="0">
                          <a:latin typeface="宋体" panose="02010600030101010101" pitchFamily="2" charset="-122"/>
                          <a:sym typeface="+mn-ea"/>
                        </a:rPr>
                        <a:t>×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b="1" dirty="0">
                          <a:latin typeface="宋体" panose="02010600030101010101" pitchFamily="2" charset="-122"/>
                          <a:sym typeface="+mn-ea"/>
                        </a:rPr>
                        <a:t>×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ysDash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</a:t>
                      </a:r>
                    </a:p>
                  </a:txBody>
                  <a:tcPr marL="36195" marR="36195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Q</a:t>
                      </a: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↑</a:t>
                      </a: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ysDash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↑</a:t>
                      </a: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ysDash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195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17780" marR="1778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非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↑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b="1" dirty="0">
                          <a:latin typeface="宋体" panose="02010600030101010101" pitchFamily="2" charset="-122"/>
                          <a:sym typeface="+mn-ea"/>
                        </a:rPr>
                        <a:t>×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ysDash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Q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Q</a:t>
                      </a: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450670643"/>
              </p:ext>
            </p:extLst>
          </p:nvPr>
        </p:nvGraphicFramePr>
        <p:xfrm>
          <a:off x="6588224" y="4853875"/>
          <a:ext cx="2337435" cy="148463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6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5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9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43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416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i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a:t>PR</a:t>
                      </a: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i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a:t>CLR</a:t>
                      </a: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CP</a:t>
                      </a:r>
                      <a:endParaRPr lang="en-US" altLang="zh-CN" sz="1600" b="1" baseline="-250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D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ysDash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Q</a:t>
                      </a:r>
                      <a:r>
                        <a:rPr lang="en-US" altLang="zh-CN" sz="1600" baseline="30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*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Q</a:t>
                      </a:r>
                      <a:r>
                        <a:rPr lang="en-US" altLang="zh-CN" sz="1600" baseline="30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*</a:t>
                      </a:r>
                      <a:endParaRPr lang="en-US" altLang="zh-CN" sz="1600" b="1" baseline="300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57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rgbClr val="FF33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rgbClr val="FF33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b="1" dirty="0">
                          <a:latin typeface="宋体" panose="02010600030101010101" pitchFamily="2" charset="-122"/>
                          <a:sym typeface="+mn-ea"/>
                        </a:rPr>
                        <a:t>×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b="1" dirty="0">
                          <a:latin typeface="宋体" panose="02010600030101010101" pitchFamily="2" charset="-122"/>
                          <a:sym typeface="+mn-ea"/>
                        </a:rPr>
                        <a:t>×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ysDash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accent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195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accent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rgbClr val="FF33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rgbClr val="FF33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b="1" dirty="0">
                          <a:latin typeface="宋体" panose="02010600030101010101" pitchFamily="2" charset="-122"/>
                          <a:sym typeface="+mn-ea"/>
                        </a:rPr>
                        <a:t>×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zh-CN" altLang="en-US" sz="1600" b="1" dirty="0">
                          <a:latin typeface="宋体" panose="02010600030101010101" pitchFamily="2" charset="-122"/>
                          <a:sym typeface="+mn-ea"/>
                        </a:rPr>
                        <a:t>×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ysDash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accent2"/>
                          </a:solidFill>
                          <a:latin typeface="宋体" panose="02010600030101010101" pitchFamily="2" charset="-122"/>
                          <a:sym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chemeClr val="accent2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accent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↑</a:t>
                      </a: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ysDash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6195" marR="36195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257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17780" marR="1778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17780" marR="17780" marT="17780" marB="0" anchor="ctr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↑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ysDash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257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17780" marR="1778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17780" marR="17780" marT="17780" marB="0" anchor="ctr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非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↑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b="1" dirty="0">
                          <a:latin typeface="宋体" panose="02010600030101010101" pitchFamily="2" charset="-122"/>
                          <a:sym typeface="+mn-ea"/>
                        </a:rPr>
                        <a:t>×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ysDash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</a:t>
                      </a:r>
                    </a:p>
                  </a:txBody>
                  <a:tcPr marL="36195" marR="36195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Q</a:t>
                      </a: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1" name="组合 10"/>
          <p:cNvGrpSpPr/>
          <p:nvPr/>
        </p:nvGrpSpPr>
        <p:grpSpPr>
          <a:xfrm>
            <a:off x="2305050" y="3815715"/>
            <a:ext cx="970915" cy="1619885"/>
            <a:chOff x="3630" y="6009"/>
            <a:chExt cx="1529" cy="2551"/>
          </a:xfrm>
        </p:grpSpPr>
        <p:cxnSp>
          <p:nvCxnSpPr>
            <p:cNvPr id="6" name="直接箭头连接符 5"/>
            <p:cNvCxnSpPr/>
            <p:nvPr>
              <p:custDataLst>
                <p:tags r:id="rId20"/>
              </p:custDataLst>
            </p:nvPr>
          </p:nvCxnSpPr>
          <p:spPr bwMode="auto">
            <a:xfrm flipV="1">
              <a:off x="3800" y="6689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7" name="直接箭头连接符 6"/>
            <p:cNvCxnSpPr/>
            <p:nvPr>
              <p:custDataLst>
                <p:tags r:id="rId21"/>
              </p:custDataLst>
            </p:nvPr>
          </p:nvCxnSpPr>
          <p:spPr bwMode="auto">
            <a:xfrm flipH="1" flipV="1">
              <a:off x="3799" y="6689"/>
              <a:ext cx="1" cy="1871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oval" w="sm" len="sm"/>
              <a:tailEnd type="none" w="sm" len="sm"/>
            </a:ln>
            <a:effectLst/>
          </p:spPr>
        </p:cxnSp>
        <p:cxnSp>
          <p:nvCxnSpPr>
            <p:cNvPr id="8" name="直接箭头连接符 7"/>
            <p:cNvCxnSpPr/>
            <p:nvPr>
              <p:custDataLst>
                <p:tags r:id="rId22"/>
              </p:custDataLst>
            </p:nvPr>
          </p:nvCxnSpPr>
          <p:spPr bwMode="auto">
            <a:xfrm flipV="1">
              <a:off x="3630" y="7426"/>
              <a:ext cx="624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9" name="直接箭头连接符 8"/>
            <p:cNvCxnSpPr/>
            <p:nvPr>
              <p:custDataLst>
                <p:tags r:id="rId23"/>
              </p:custDataLst>
            </p:nvPr>
          </p:nvCxnSpPr>
          <p:spPr bwMode="auto">
            <a:xfrm>
              <a:off x="3630" y="6009"/>
              <a:ext cx="0" cy="1417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10" name="直接箭头连接符 9"/>
            <p:cNvCxnSpPr/>
            <p:nvPr>
              <p:custDataLst>
                <p:tags r:id="rId24"/>
              </p:custDataLst>
            </p:nvPr>
          </p:nvCxnSpPr>
          <p:spPr bwMode="auto">
            <a:xfrm flipV="1">
              <a:off x="4877" y="7766"/>
              <a:ext cx="283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" name="直接箭头连接符 11"/>
            <p:cNvCxnSpPr/>
            <p:nvPr>
              <p:custDataLst>
                <p:tags r:id="rId25"/>
              </p:custDataLst>
            </p:nvPr>
          </p:nvCxnSpPr>
          <p:spPr bwMode="auto">
            <a:xfrm flipH="1" flipV="1">
              <a:off x="4877" y="7766"/>
              <a:ext cx="0" cy="794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3" name="直接箭头连接符 12"/>
            <p:cNvCxnSpPr/>
            <p:nvPr>
              <p:custDataLst>
                <p:tags r:id="rId26"/>
              </p:custDataLst>
            </p:nvPr>
          </p:nvCxnSpPr>
          <p:spPr bwMode="auto">
            <a:xfrm>
              <a:off x="4877" y="6009"/>
              <a:ext cx="0" cy="340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14" name="直接箭头连接符 13"/>
            <p:cNvCxnSpPr/>
            <p:nvPr>
              <p:custDataLst>
                <p:tags r:id="rId27"/>
              </p:custDataLst>
            </p:nvPr>
          </p:nvCxnSpPr>
          <p:spPr bwMode="auto">
            <a:xfrm flipV="1">
              <a:off x="4876" y="6349"/>
              <a:ext cx="283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18" name="组合 17"/>
          <p:cNvGrpSpPr/>
          <p:nvPr/>
        </p:nvGrpSpPr>
        <p:grpSpPr>
          <a:xfrm>
            <a:off x="3096260" y="3815715"/>
            <a:ext cx="1439545" cy="1620520"/>
            <a:chOff x="4876" y="6009"/>
            <a:chExt cx="2267" cy="2552"/>
          </a:xfrm>
        </p:grpSpPr>
        <p:cxnSp>
          <p:nvCxnSpPr>
            <p:cNvPr id="15" name="直接箭头连接符 14"/>
            <p:cNvCxnSpPr/>
            <p:nvPr>
              <p:custDataLst>
                <p:tags r:id="rId14"/>
              </p:custDataLst>
            </p:nvPr>
          </p:nvCxnSpPr>
          <p:spPr bwMode="auto">
            <a:xfrm flipV="1">
              <a:off x="6861" y="7653"/>
              <a:ext cx="283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6" name="直接箭头连接符 15"/>
            <p:cNvCxnSpPr/>
            <p:nvPr>
              <p:custDataLst>
                <p:tags r:id="rId15"/>
              </p:custDataLst>
            </p:nvPr>
          </p:nvCxnSpPr>
          <p:spPr bwMode="auto">
            <a:xfrm>
              <a:off x="6861" y="7653"/>
              <a:ext cx="0" cy="907"/>
            </a:xfrm>
            <a:prstGeom prst="straightConnector1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7" name="直接箭头连接符 16"/>
            <p:cNvCxnSpPr/>
            <p:nvPr>
              <p:custDataLst>
                <p:tags r:id="rId16"/>
              </p:custDataLst>
            </p:nvPr>
          </p:nvCxnSpPr>
          <p:spPr bwMode="auto">
            <a:xfrm flipV="1">
              <a:off x="6861" y="6462"/>
              <a:ext cx="283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9" name="直接箭头连接符 18"/>
            <p:cNvCxnSpPr/>
            <p:nvPr>
              <p:custDataLst>
                <p:tags r:id="rId17"/>
              </p:custDataLst>
            </p:nvPr>
          </p:nvCxnSpPr>
          <p:spPr bwMode="auto">
            <a:xfrm>
              <a:off x="6861" y="6009"/>
              <a:ext cx="0" cy="454"/>
            </a:xfrm>
            <a:prstGeom prst="straightConnector1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0" name="直接箭头连接符 19"/>
            <p:cNvCxnSpPr/>
            <p:nvPr>
              <p:custDataLst>
                <p:tags r:id="rId18"/>
              </p:custDataLst>
            </p:nvPr>
          </p:nvCxnSpPr>
          <p:spPr bwMode="auto">
            <a:xfrm flipV="1">
              <a:off x="4876" y="6010"/>
              <a:ext cx="1984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1" name="直接箭头连接符 20"/>
            <p:cNvCxnSpPr/>
            <p:nvPr>
              <p:custDataLst>
                <p:tags r:id="rId19"/>
              </p:custDataLst>
            </p:nvPr>
          </p:nvCxnSpPr>
          <p:spPr bwMode="auto">
            <a:xfrm flipV="1">
              <a:off x="4876" y="8561"/>
              <a:ext cx="1984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Box 7"/>
              <p:cNvSpPr txBox="1">
                <a:spLocks noChangeArrowhead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2124000" y="5580000"/>
                <a:ext cx="3131895" cy="89383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 marL="0" indent="0" eaLnBrk="1" latinLnBrk="0" hangingPunct="1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2200" b="1" spc="-50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异步方式如右表，</a:t>
                </a:r>
                <a:endParaRPr lang="en-US" altLang="zh-CN" sz="2200" b="1" spc="-50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endParaRPr>
              </a:p>
              <a:p>
                <a:pPr marL="0" indent="0" eaLnBrk="1" latinLnBrk="0" hangingPunct="1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2200" b="1" spc="-50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约束条件为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2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2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PR</m:t>
                        </m:r>
                      </m:e>
                    </m:acc>
                  </m:oMath>
                </a14:m>
                <a:r>
                  <a:rPr lang="en-US" altLang="zh-CN" sz="2200" b="1" spc="-50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2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2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CLR</m:t>
                        </m:r>
                      </m:e>
                    </m:acc>
                  </m:oMath>
                </a14:m>
                <a:r>
                  <a:rPr lang="en-US" altLang="zh-CN" sz="2200" b="1" spc="-50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≠0  </a:t>
                </a:r>
              </a:p>
            </p:txBody>
          </p:sp>
        </mc:Choice>
        <mc:Fallback xmlns="">
          <p:sp>
            <p:nvSpPr>
              <p:cNvPr id="22" name="Text Box 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75"/>
                </p:custDataLst>
              </p:nvPr>
            </p:nvSpPr>
            <p:spPr bwMode="auto">
              <a:xfrm>
                <a:off x="2124000" y="5580000"/>
                <a:ext cx="3131895" cy="893834"/>
              </a:xfrm>
              <a:prstGeom prst="rect">
                <a:avLst/>
              </a:prstGeom>
              <a:blipFill>
                <a:blip r:embed="rId176"/>
                <a:stretch>
                  <a:fillRect l="-2529" t="-1361" r="-4280" b="-10884"/>
                </a:stretch>
              </a:blipFill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组合 33"/>
          <p:cNvGrpSpPr/>
          <p:nvPr/>
        </p:nvGrpSpPr>
        <p:grpSpPr>
          <a:xfrm>
            <a:off x="8405817" y="1666639"/>
            <a:ext cx="126627" cy="989986"/>
            <a:chOff x="7313" y="7154"/>
            <a:chExt cx="199" cy="1559"/>
          </a:xfrm>
        </p:grpSpPr>
        <p:cxnSp>
          <p:nvCxnSpPr>
            <p:cNvPr id="35" name="直接箭头连接符 34"/>
            <p:cNvCxnSpPr/>
            <p:nvPr>
              <p:custDataLst>
                <p:tags r:id="rId11"/>
              </p:custDataLst>
            </p:nvPr>
          </p:nvCxnSpPr>
          <p:spPr bwMode="auto">
            <a:xfrm flipV="1">
              <a:off x="7313" y="7154"/>
              <a:ext cx="170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6" name="直接箭头连接符 35"/>
            <p:cNvCxnSpPr/>
            <p:nvPr>
              <p:custDataLst>
                <p:tags r:id="rId12"/>
              </p:custDataLst>
            </p:nvPr>
          </p:nvCxnSpPr>
          <p:spPr bwMode="auto">
            <a:xfrm flipV="1">
              <a:off x="7341" y="7557"/>
              <a:ext cx="170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7" name="直接箭头连接符 36"/>
            <p:cNvCxnSpPr/>
            <p:nvPr>
              <p:custDataLst>
                <p:tags r:id="rId13"/>
              </p:custDataLst>
            </p:nvPr>
          </p:nvCxnSpPr>
          <p:spPr bwMode="auto">
            <a:xfrm flipV="1">
              <a:off x="7342" y="8713"/>
              <a:ext cx="170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28" name="组合 27"/>
          <p:cNvGrpSpPr/>
          <p:nvPr/>
        </p:nvGrpSpPr>
        <p:grpSpPr>
          <a:xfrm>
            <a:off x="6672269" y="4894580"/>
            <a:ext cx="2124075" cy="1230630"/>
            <a:chOff x="10658" y="6917"/>
            <a:chExt cx="3345" cy="1938"/>
          </a:xfrm>
        </p:grpSpPr>
        <p:cxnSp>
          <p:nvCxnSpPr>
            <p:cNvPr id="24" name="直接箭头连接符 23"/>
            <p:cNvCxnSpPr/>
            <p:nvPr>
              <p:custDataLst>
                <p:tags r:id="rId7"/>
              </p:custDataLst>
            </p:nvPr>
          </p:nvCxnSpPr>
          <p:spPr bwMode="auto">
            <a:xfrm flipV="1">
              <a:off x="10658" y="6917"/>
              <a:ext cx="312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5" name="直接箭头连接符 24"/>
            <p:cNvCxnSpPr/>
            <p:nvPr>
              <p:custDataLst>
                <p:tags r:id="rId8"/>
              </p:custDataLst>
            </p:nvPr>
          </p:nvCxnSpPr>
          <p:spPr bwMode="auto">
            <a:xfrm flipV="1">
              <a:off x="11225" y="6917"/>
              <a:ext cx="45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6" name="直接箭头连接符 25"/>
            <p:cNvCxnSpPr/>
            <p:nvPr>
              <p:custDataLst>
                <p:tags r:id="rId9"/>
              </p:custDataLst>
            </p:nvPr>
          </p:nvCxnSpPr>
          <p:spPr bwMode="auto">
            <a:xfrm flipV="1">
              <a:off x="13833" y="8855"/>
              <a:ext cx="17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7" name="直接箭头连接符 26"/>
            <p:cNvCxnSpPr/>
            <p:nvPr>
              <p:custDataLst>
                <p:tags r:id="rId10"/>
              </p:custDataLst>
            </p:nvPr>
          </p:nvCxnSpPr>
          <p:spPr bwMode="auto">
            <a:xfrm flipV="1">
              <a:off x="13805" y="6917"/>
              <a:ext cx="17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3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437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437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" presetClass="entr" presetSubtype="1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437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437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2437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2437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9</a:t>
            </a:fld>
            <a:endParaRPr lang="en-US" altLang="zh-CN"/>
          </a:p>
        </p:txBody>
      </p:sp>
      <p:sp>
        <p:nvSpPr>
          <p:cNvPr id="68" name="Text Box 7"/>
          <p:cNvSpPr txBox="1">
            <a:spLocks noChangeArrowheads="1"/>
          </p:cNvSpPr>
          <p:nvPr/>
        </p:nvSpPr>
        <p:spPr bwMode="auto">
          <a:xfrm>
            <a:off x="179070" y="332656"/>
            <a:ext cx="5688965" cy="548028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*T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触发器：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边沿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触发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功能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zh-CN" sz="2200" b="1" u="sng" dirty="0">
                <a:latin typeface="宋体" panose="02010600030101010101" pitchFamily="2" charset="-122"/>
                <a:sym typeface="+mn-ea"/>
              </a:rPr>
              <a:t>每个时钟的边沿</a:t>
            </a:r>
            <a:r>
              <a:rPr lang="zh-CN" altLang="zh-CN" sz="2200" b="1" dirty="0">
                <a:latin typeface="宋体" panose="02010600030101010101" pitchFamily="2" charset="-122"/>
                <a:sym typeface="+mn-ea"/>
              </a:rPr>
              <a:t>都改变状态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结构及逻辑符号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 marL="0" indent="0" eaLnBrk="1" latinLnBrk="0" hangingPunct="1"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zh-CN" sz="2200" b="1" dirty="0">
                <a:latin typeface="宋体" panose="02010600030101010101" pitchFamily="2" charset="-122"/>
                <a:sym typeface="+mn-ea"/>
              </a:rPr>
              <a:t>可</a:t>
            </a:r>
            <a:r>
              <a:rPr lang="zh-CN" altLang="zh-CN" sz="2200" b="1" u="sng" dirty="0">
                <a:latin typeface="宋体" panose="02010600030101010101" pitchFamily="2" charset="-122"/>
                <a:sym typeface="+mn-ea"/>
              </a:rPr>
              <a:t>基于</a:t>
            </a:r>
            <a:r>
              <a:rPr lang="en-US" altLang="zh-CN" sz="2200" b="1" u="sng" dirty="0">
                <a:latin typeface="宋体" panose="02010600030101010101" pitchFamily="2" charset="-122"/>
                <a:sym typeface="+mn-ea"/>
              </a:rPr>
              <a:t>D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触发器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实现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Aft>
                <a:spcPts val="0"/>
              </a:spcAft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功能表示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 marL="0" indent="0" eaLnBrk="1" latinLnBrk="0" hangingPunct="1">
              <a:lnSpc>
                <a:spcPct val="105000"/>
              </a:lnSpc>
              <a:spcAft>
                <a:spcPts val="0"/>
              </a:spcAft>
            </a:pPr>
            <a:r>
              <a:rPr lang="en-US" altLang="zh-CN" sz="18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  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以时序图为例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8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应用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 marL="0" indent="0" eaLnBrk="1" latinLnBrk="0" hangingPunct="1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边沿结构的触发器：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边沿的产生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spc="-50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spc="-50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1400"/>
              </a:spcBef>
              <a:spcAft>
                <a:spcPts val="0"/>
              </a:spcAft>
            </a:pPr>
            <a:r>
              <a:rPr lang="en-US" altLang="zh-CN" sz="2200" b="1" spc="-50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spc="-50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延迟分析</a:t>
            </a:r>
            <a:r>
              <a:rPr lang="en-US" altLang="zh-CN" sz="2200" b="1" spc="-50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  <a:endParaRPr lang="zh-CN" altLang="en-US" sz="2200" b="1" spc="-50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43719" name="Text Box 7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626235" y="2924944"/>
            <a:ext cx="7413625" cy="286190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64800">
            <a:spAutoFit/>
          </a:bodyPr>
          <a:lstStyle/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1" spc="-5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可用于实现计数器、分频器</a:t>
            </a:r>
          </a:p>
          <a:p>
            <a:pPr marL="0" indent="0" eaLnBrk="1" latinLnBrk="0" hangingPunct="1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      SR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锁存器＋边沿产生电路</a:t>
            </a:r>
            <a:endParaRPr lang="en-US" altLang="zh-CN" sz="2200" b="1" dirty="0"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利用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不同路径的传输延迟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实现</a:t>
            </a: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spc="-50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rgbClr val="990099"/>
              </a:solidFill>
              <a:uFillTx/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990099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t</a:t>
            </a:r>
            <a:r>
              <a:rPr lang="en-US" altLang="zh-CN" sz="2200" b="1" baseline="-25000" dirty="0">
                <a:latin typeface="宋体" panose="02010600030101010101" pitchFamily="2" charset="-122"/>
                <a:sym typeface="+mn-ea"/>
              </a:rPr>
              <a:t>setup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≥3t</a:t>
            </a:r>
            <a:r>
              <a:rPr lang="en-US" altLang="zh-CN" sz="2200" b="1" baseline="-25000" dirty="0">
                <a:latin typeface="宋体" panose="02010600030101010101" pitchFamily="2" charset="-122"/>
                <a:sym typeface="+mn-ea"/>
              </a:rPr>
              <a:t>pd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2200" b="1" dirty="0" err="1">
                <a:latin typeface="宋体" panose="02010600030101010101" pitchFamily="2" charset="-122"/>
                <a:sym typeface="+mn-ea"/>
              </a:rPr>
              <a:t>t</a:t>
            </a:r>
            <a:r>
              <a:rPr lang="en-US" altLang="zh-CN" sz="2200" b="1" baseline="-25000" dirty="0" err="1">
                <a:latin typeface="宋体" panose="02010600030101010101" pitchFamily="2" charset="-122"/>
                <a:sym typeface="+mn-ea"/>
              </a:rPr>
              <a:t>hold</a:t>
            </a:r>
            <a:r>
              <a:rPr lang="en-US" altLang="zh-CN" sz="2200" b="1" dirty="0" err="1">
                <a:latin typeface="宋体" panose="02010600030101010101" pitchFamily="2" charset="-122"/>
                <a:sym typeface="+mn-ea"/>
              </a:rPr>
              <a:t>≥t</a:t>
            </a:r>
            <a:r>
              <a:rPr lang="en-US" altLang="zh-CN" sz="2200" b="1" baseline="-25000" dirty="0" err="1">
                <a:latin typeface="宋体" panose="02010600030101010101" pitchFamily="2" charset="-122"/>
                <a:sym typeface="+mn-ea"/>
              </a:rPr>
              <a:t>rspd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保证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CP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翻转、保证已写入</a:t>
            </a:r>
            <a:endParaRPr lang="zh-CN" altLang="en-US" sz="1600" b="1" spc="-50" baseline="-25000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458" name="组合 457"/>
          <p:cNvGrpSpPr/>
          <p:nvPr/>
        </p:nvGrpSpPr>
        <p:grpSpPr>
          <a:xfrm>
            <a:off x="3672324" y="1268760"/>
            <a:ext cx="1475740" cy="720090"/>
            <a:chOff x="9014" y="2041"/>
            <a:chExt cx="2324" cy="1134"/>
          </a:xfrm>
        </p:grpSpPr>
        <p:sp>
          <p:nvSpPr>
            <p:cNvPr id="456" name="Text Box 36"/>
            <p:cNvSpPr txBox="1">
              <a:spLocks noChangeArrowheads="1"/>
            </p:cNvSpPr>
            <p:nvPr>
              <p:custDataLst>
                <p:tags r:id="rId163"/>
              </p:custDataLst>
            </p:nvPr>
          </p:nvSpPr>
          <p:spPr bwMode="auto">
            <a:xfrm>
              <a:off x="9411" y="2041"/>
              <a:ext cx="1531" cy="1134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grpSp>
          <p:nvGrpSpPr>
            <p:cNvPr id="449" name="组合 448"/>
            <p:cNvGrpSpPr/>
            <p:nvPr/>
          </p:nvGrpSpPr>
          <p:grpSpPr>
            <a:xfrm>
              <a:off x="9298" y="2268"/>
              <a:ext cx="1757" cy="794"/>
              <a:chOff x="9298" y="2268"/>
              <a:chExt cx="1757" cy="794"/>
            </a:xfrm>
          </p:grpSpPr>
          <p:sp>
            <p:nvSpPr>
              <p:cNvPr id="442" name="Text Box 36"/>
              <p:cNvSpPr txBox="1">
                <a:spLocks noChangeArrowheads="1"/>
              </p:cNvSpPr>
              <p:nvPr>
                <p:custDataLst>
                  <p:tags r:id="rId171"/>
                </p:custDataLst>
              </p:nvPr>
            </p:nvSpPr>
            <p:spPr bwMode="auto">
              <a:xfrm>
                <a:off x="9751" y="2268"/>
                <a:ext cx="794" cy="794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horz" wrap="square" lIns="1778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D</a:t>
                </a:r>
                <a:r>
                  <a:rPr lang="en-US" altLang="zh-CN" sz="12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</a:rPr>
                  <a:t>  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2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C</a:t>
                </a:r>
                <a:r>
                  <a:rPr lang="en-US" altLang="zh-CN" sz="1600" b="1" baseline="-25000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dirty="0">
                    <a:latin typeface="宋体" panose="02010600030101010101" pitchFamily="2" charset="-122"/>
                    <a:sym typeface="+mn-ea"/>
                  </a:rPr>
                  <a:t>Q</a:t>
                </a:r>
                <a:endParaRPr lang="en-US" altLang="zh-CN" sz="1600" b="1" u="none" dirty="0">
                  <a:latin typeface="宋体" panose="02010600030101010101" pitchFamily="2" charset="-122"/>
                  <a:sym typeface="+mn-ea"/>
                </a:endParaRPr>
              </a:p>
            </p:txBody>
          </p:sp>
          <p:cxnSp>
            <p:nvCxnSpPr>
              <p:cNvPr id="443" name="直接箭头连接符 442"/>
              <p:cNvCxnSpPr/>
              <p:nvPr>
                <p:custDataLst>
                  <p:tags r:id="rId172"/>
                </p:custDataLst>
              </p:nvPr>
            </p:nvCxnSpPr>
            <p:spPr bwMode="auto">
              <a:xfrm flipV="1">
                <a:off x="9524" y="2438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444" name="直接箭头连接符 443"/>
              <p:cNvCxnSpPr/>
              <p:nvPr>
                <p:custDataLst>
                  <p:tags r:id="rId173"/>
                </p:custDataLst>
              </p:nvPr>
            </p:nvCxnSpPr>
            <p:spPr bwMode="auto">
              <a:xfrm flipV="1">
                <a:off x="9298" y="2835"/>
                <a:ext cx="45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445" name="直接箭头连接符 444"/>
              <p:cNvCxnSpPr/>
              <p:nvPr>
                <p:custDataLst>
                  <p:tags r:id="rId174"/>
                </p:custDataLst>
              </p:nvPr>
            </p:nvCxnSpPr>
            <p:spPr bwMode="auto">
              <a:xfrm flipV="1">
                <a:off x="10545" y="2438"/>
                <a:ext cx="51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446" name="直接箭头连接符 445"/>
              <p:cNvCxnSpPr/>
              <p:nvPr>
                <p:custDataLst>
                  <p:tags r:id="rId175"/>
                </p:custDataLst>
              </p:nvPr>
            </p:nvCxnSpPr>
            <p:spPr bwMode="auto">
              <a:xfrm flipV="1">
                <a:off x="10658" y="2835"/>
                <a:ext cx="39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447" name="等腰三角形 446"/>
              <p:cNvSpPr/>
              <p:nvPr>
                <p:custDataLst>
                  <p:tags r:id="rId176"/>
                </p:custDataLst>
              </p:nvPr>
            </p:nvSpPr>
            <p:spPr>
              <a:xfrm>
                <a:off x="9696" y="2779"/>
                <a:ext cx="227" cy="113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1620000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48" name="椭圆 447"/>
              <p:cNvSpPr/>
              <p:nvPr>
                <p:custDataLst>
                  <p:tags r:id="rId177"/>
                </p:custDataLst>
              </p:nvPr>
            </p:nvSpPr>
            <p:spPr>
              <a:xfrm>
                <a:off x="10545" y="2778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450" name="直接连接符 449"/>
            <p:cNvCxnSpPr/>
            <p:nvPr>
              <p:custDataLst>
                <p:tags r:id="rId164"/>
              </p:custDataLst>
            </p:nvPr>
          </p:nvCxnSpPr>
          <p:spPr bwMode="auto">
            <a:xfrm flipV="1">
              <a:off x="10828" y="2154"/>
              <a:ext cx="0" cy="68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451" name="直接箭头连接符 450"/>
            <p:cNvCxnSpPr/>
            <p:nvPr>
              <p:custDataLst>
                <p:tags r:id="rId165"/>
              </p:custDataLst>
            </p:nvPr>
          </p:nvCxnSpPr>
          <p:spPr bwMode="auto">
            <a:xfrm flipV="1">
              <a:off x="9527" y="2154"/>
              <a:ext cx="130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52" name="直接连接符 451"/>
            <p:cNvCxnSpPr/>
            <p:nvPr>
              <p:custDataLst>
                <p:tags r:id="rId166"/>
              </p:custDataLst>
            </p:nvPr>
          </p:nvCxnSpPr>
          <p:spPr bwMode="auto">
            <a:xfrm>
              <a:off x="9524" y="2154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53" name="Text Box 191"/>
            <p:cNvSpPr txBox="1">
              <a:spLocks noChangeArrowheads="1"/>
            </p:cNvSpPr>
            <p:nvPr>
              <p:custDataLst>
                <p:tags r:id="rId167"/>
              </p:custDataLst>
            </p:nvPr>
          </p:nvSpPr>
          <p:spPr bwMode="auto">
            <a:xfrm>
              <a:off x="11055" y="2665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Q</a:t>
              </a:r>
            </a:p>
          </p:txBody>
        </p:sp>
        <p:sp>
          <p:nvSpPr>
            <p:cNvPr id="454" name="Text Box 191"/>
            <p:cNvSpPr txBox="1">
              <a:spLocks noChangeArrowheads="1"/>
            </p:cNvSpPr>
            <p:nvPr>
              <p:custDataLst>
                <p:tags r:id="rId168"/>
              </p:custDataLst>
            </p:nvPr>
          </p:nvSpPr>
          <p:spPr bwMode="auto">
            <a:xfrm>
              <a:off x="11055" y="2255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Q</a:t>
              </a:r>
            </a:p>
          </p:txBody>
        </p:sp>
        <p:cxnSp>
          <p:nvCxnSpPr>
            <p:cNvPr id="455" name="直接连接符 454"/>
            <p:cNvCxnSpPr/>
            <p:nvPr>
              <p:custDataLst>
                <p:tags r:id="rId169"/>
              </p:custDataLst>
            </p:nvPr>
          </p:nvCxnSpPr>
          <p:spPr bwMode="auto">
            <a:xfrm flipV="1">
              <a:off x="11117" y="2686"/>
              <a:ext cx="17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57" name="Text Box 191"/>
            <p:cNvSpPr txBox="1">
              <a:spLocks noChangeArrowheads="1"/>
            </p:cNvSpPr>
            <p:nvPr>
              <p:custDataLst>
                <p:tags r:id="rId170"/>
              </p:custDataLst>
            </p:nvPr>
          </p:nvSpPr>
          <p:spPr bwMode="auto">
            <a:xfrm>
              <a:off x="9014" y="2665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T</a:t>
              </a:r>
            </a:p>
          </p:txBody>
        </p:sp>
      </p:grpSp>
      <p:grpSp>
        <p:nvGrpSpPr>
          <p:cNvPr id="478" name="组合 477"/>
          <p:cNvGrpSpPr/>
          <p:nvPr/>
        </p:nvGrpSpPr>
        <p:grpSpPr>
          <a:xfrm>
            <a:off x="5507888" y="1268760"/>
            <a:ext cx="864870" cy="755650"/>
            <a:chOff x="9694" y="4139"/>
            <a:chExt cx="1362" cy="1190"/>
          </a:xfrm>
        </p:grpSpPr>
        <p:sp>
          <p:nvSpPr>
            <p:cNvPr id="462" name="Text Box 36"/>
            <p:cNvSpPr txBox="1">
              <a:spLocks noChangeArrowheads="1"/>
            </p:cNvSpPr>
            <p:nvPr>
              <p:custDataLst>
                <p:tags r:id="rId155"/>
              </p:custDataLst>
            </p:nvPr>
          </p:nvSpPr>
          <p:spPr bwMode="auto">
            <a:xfrm>
              <a:off x="9921" y="4139"/>
              <a:ext cx="907" cy="794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wrap="square" lIns="1778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  </a:t>
              </a:r>
              <a:r>
                <a:rPr lang="en-US" altLang="zh-CN" sz="1600" b="1" dirty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 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Q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1" dirty="0">
                  <a:solidFill>
                    <a:schemeClr val="tx1"/>
                  </a:solidFill>
                  <a:uFillTx/>
                  <a:latin typeface="宋体" panose="02010600030101010101" pitchFamily="2" charset="-122"/>
                  <a:sym typeface="+mn-ea"/>
                </a:rPr>
                <a:t> </a:t>
              </a:r>
              <a:r>
                <a:rPr lang="en-US" altLang="zh-CN" sz="1600" b="1" dirty="0">
                  <a:solidFill>
                    <a:schemeClr val="tx1"/>
                  </a:solidFill>
                  <a:uFillTx/>
                  <a:latin typeface="宋体" panose="02010600030101010101" pitchFamily="2" charset="-122"/>
                  <a:sym typeface="+mn-ea"/>
                </a:rPr>
                <a:t>  </a:t>
              </a:r>
              <a:r>
                <a:rPr lang="en-US" altLang="zh-CN" sz="1600" b="1" baseline="-25000" dirty="0">
                  <a:solidFill>
                    <a:schemeClr val="tx1"/>
                  </a:solidFill>
                  <a:uFillTx/>
                  <a:latin typeface="宋体" panose="02010600030101010101" pitchFamily="2" charset="-122"/>
                  <a:sym typeface="+mn-ea"/>
                </a:rPr>
                <a:t>  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Q</a:t>
              </a:r>
              <a:endParaRPr lang="en-US" altLang="zh-CN" sz="1600" b="1" u="none" dirty="0">
                <a:latin typeface="宋体" panose="02010600030101010101" pitchFamily="2" charset="-122"/>
                <a:sym typeface="+mn-ea"/>
              </a:endParaRPr>
            </a:p>
          </p:txBody>
        </p:sp>
        <p:cxnSp>
          <p:nvCxnSpPr>
            <p:cNvPr id="463" name="直接箭头连接符 462"/>
            <p:cNvCxnSpPr/>
            <p:nvPr>
              <p:custDataLst>
                <p:tags r:id="rId156"/>
              </p:custDataLst>
            </p:nvPr>
          </p:nvCxnSpPr>
          <p:spPr bwMode="auto">
            <a:xfrm flipV="1">
              <a:off x="9694" y="4535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65" name="直接箭头连接符 464"/>
            <p:cNvCxnSpPr/>
            <p:nvPr>
              <p:custDataLst>
                <p:tags r:id="rId157"/>
              </p:custDataLst>
            </p:nvPr>
          </p:nvCxnSpPr>
          <p:spPr bwMode="auto">
            <a:xfrm flipV="1">
              <a:off x="10830" y="4309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66" name="直接箭头连接符 465"/>
            <p:cNvCxnSpPr/>
            <p:nvPr>
              <p:custDataLst>
                <p:tags r:id="rId158"/>
              </p:custDataLst>
            </p:nvPr>
          </p:nvCxnSpPr>
          <p:spPr bwMode="auto">
            <a:xfrm flipV="1">
              <a:off x="10941" y="4706"/>
              <a:ext cx="113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467" name="等腰三角形 466"/>
            <p:cNvSpPr/>
            <p:nvPr>
              <p:custDataLst>
                <p:tags r:id="rId159"/>
              </p:custDataLst>
            </p:nvPr>
          </p:nvSpPr>
          <p:spPr>
            <a:xfrm>
              <a:off x="9866" y="4479"/>
              <a:ext cx="227" cy="113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scene3d>
              <a:camera prst="orthographicFront">
                <a:rot lat="0" lon="0" rev="16200000"/>
              </a:camera>
              <a:lightRig rig="threePt" dir="t"/>
            </a:scene3d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68" name="椭圆 467"/>
            <p:cNvSpPr/>
            <p:nvPr>
              <p:custDataLst>
                <p:tags r:id="rId160"/>
              </p:custDataLst>
            </p:nvPr>
          </p:nvSpPr>
          <p:spPr>
            <a:xfrm>
              <a:off x="10828" y="4649"/>
              <a:ext cx="113" cy="113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75" name="Text Box 191"/>
            <p:cNvSpPr txBox="1">
              <a:spLocks noChangeArrowheads="1"/>
            </p:cNvSpPr>
            <p:nvPr>
              <p:custDataLst>
                <p:tags r:id="rId161"/>
              </p:custDataLst>
            </p:nvPr>
          </p:nvSpPr>
          <p:spPr bwMode="auto">
            <a:xfrm>
              <a:off x="10004" y="4365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T</a:t>
              </a:r>
            </a:p>
          </p:txBody>
        </p:sp>
        <p:sp>
          <p:nvSpPr>
            <p:cNvPr id="477" name="Text Box 191"/>
            <p:cNvSpPr txBox="1">
              <a:spLocks noChangeArrowheads="1"/>
            </p:cNvSpPr>
            <p:nvPr>
              <p:custDataLst>
                <p:tags r:id="rId162"/>
              </p:custDataLst>
            </p:nvPr>
          </p:nvSpPr>
          <p:spPr bwMode="auto">
            <a:xfrm>
              <a:off x="9694" y="4989"/>
              <a:ext cx="1361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逻辑符号</a:t>
              </a:r>
            </a:p>
          </p:txBody>
        </p:sp>
      </p:grpSp>
      <p:grpSp>
        <p:nvGrpSpPr>
          <p:cNvPr id="497" name="组合 496"/>
          <p:cNvGrpSpPr/>
          <p:nvPr/>
        </p:nvGrpSpPr>
        <p:grpSpPr>
          <a:xfrm>
            <a:off x="6911968" y="1268760"/>
            <a:ext cx="1799590" cy="791845"/>
            <a:chOff x="10772" y="3515"/>
            <a:chExt cx="2834" cy="1247"/>
          </a:xfrm>
        </p:grpSpPr>
        <p:sp>
          <p:nvSpPr>
            <p:cNvPr id="480" name="Text Box 191"/>
            <p:cNvSpPr txBox="1">
              <a:spLocks noChangeArrowheads="1"/>
            </p:cNvSpPr>
            <p:nvPr>
              <p:custDataLst>
                <p:tags r:id="rId147"/>
              </p:custDataLst>
            </p:nvPr>
          </p:nvSpPr>
          <p:spPr bwMode="auto">
            <a:xfrm>
              <a:off x="10772" y="4422"/>
              <a:ext cx="2835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带使能端的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T</a:t>
              </a: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触发器</a:t>
              </a:r>
            </a:p>
          </p:txBody>
        </p:sp>
        <p:sp>
          <p:nvSpPr>
            <p:cNvPr id="488" name="Text Box 36"/>
            <p:cNvSpPr txBox="1">
              <a:spLocks noChangeArrowheads="1"/>
            </p:cNvSpPr>
            <p:nvPr>
              <p:custDataLst>
                <p:tags r:id="rId148"/>
              </p:custDataLst>
            </p:nvPr>
          </p:nvSpPr>
          <p:spPr bwMode="auto">
            <a:xfrm>
              <a:off x="11679" y="3515"/>
              <a:ext cx="907" cy="794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wrap="square" lIns="1778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EN</a:t>
              </a:r>
              <a:r>
                <a:rPr lang="en-US" altLang="zh-CN" sz="1600" b="1" dirty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 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Q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1" dirty="0">
                  <a:solidFill>
                    <a:schemeClr val="tx1"/>
                  </a:solidFill>
                  <a:uFillTx/>
                  <a:latin typeface="宋体" panose="02010600030101010101" pitchFamily="2" charset="-122"/>
                  <a:sym typeface="+mn-ea"/>
                </a:rPr>
                <a:t> </a:t>
              </a:r>
              <a:r>
                <a:rPr lang="en-US" altLang="zh-CN" sz="1600" b="1" dirty="0">
                  <a:solidFill>
                    <a:schemeClr val="tx1"/>
                  </a:solidFill>
                  <a:uFillTx/>
                  <a:latin typeface="宋体" panose="02010600030101010101" pitchFamily="2" charset="-122"/>
                  <a:sym typeface="+mn-ea"/>
                </a:rPr>
                <a:t>T </a:t>
              </a:r>
              <a:r>
                <a:rPr lang="en-US" altLang="zh-CN" sz="1600" b="1" baseline="-25000" dirty="0">
                  <a:solidFill>
                    <a:schemeClr val="tx1"/>
                  </a:solidFill>
                  <a:uFillTx/>
                  <a:latin typeface="宋体" panose="02010600030101010101" pitchFamily="2" charset="-122"/>
                  <a:sym typeface="+mn-ea"/>
                </a:rPr>
                <a:t>  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Q</a:t>
              </a:r>
              <a:endParaRPr lang="en-US" altLang="zh-CN" sz="1600" b="1" u="none" dirty="0">
                <a:latin typeface="宋体" panose="02010600030101010101" pitchFamily="2" charset="-122"/>
                <a:sym typeface="+mn-ea"/>
              </a:endParaRPr>
            </a:p>
          </p:txBody>
        </p:sp>
        <p:cxnSp>
          <p:nvCxnSpPr>
            <p:cNvPr id="489" name="直接箭头连接符 488"/>
            <p:cNvCxnSpPr/>
            <p:nvPr>
              <p:custDataLst>
                <p:tags r:id="rId149"/>
              </p:custDataLst>
            </p:nvPr>
          </p:nvCxnSpPr>
          <p:spPr bwMode="auto">
            <a:xfrm flipV="1">
              <a:off x="11452" y="3685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90" name="直接箭头连接符 489"/>
            <p:cNvCxnSpPr/>
            <p:nvPr>
              <p:custDataLst>
                <p:tags r:id="rId150"/>
              </p:custDataLst>
            </p:nvPr>
          </p:nvCxnSpPr>
          <p:spPr bwMode="auto">
            <a:xfrm flipV="1">
              <a:off x="11452" y="4082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91" name="直接箭头连接符 490"/>
            <p:cNvCxnSpPr/>
            <p:nvPr>
              <p:custDataLst>
                <p:tags r:id="rId151"/>
              </p:custDataLst>
            </p:nvPr>
          </p:nvCxnSpPr>
          <p:spPr bwMode="auto">
            <a:xfrm flipV="1">
              <a:off x="12588" y="3685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92" name="直接箭头连接符 491"/>
            <p:cNvCxnSpPr/>
            <p:nvPr>
              <p:custDataLst>
                <p:tags r:id="rId152"/>
              </p:custDataLst>
            </p:nvPr>
          </p:nvCxnSpPr>
          <p:spPr bwMode="auto">
            <a:xfrm flipV="1">
              <a:off x="12699" y="4082"/>
              <a:ext cx="113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493" name="等腰三角形 492"/>
            <p:cNvSpPr/>
            <p:nvPr>
              <p:custDataLst>
                <p:tags r:id="rId153"/>
              </p:custDataLst>
            </p:nvPr>
          </p:nvSpPr>
          <p:spPr>
            <a:xfrm>
              <a:off x="11624" y="4026"/>
              <a:ext cx="227" cy="113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scene3d>
              <a:camera prst="orthographicFront">
                <a:rot lat="0" lon="0" rev="16200000"/>
              </a:camera>
              <a:lightRig rig="threePt" dir="t"/>
            </a:scene3d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94" name="椭圆 493"/>
            <p:cNvSpPr/>
            <p:nvPr>
              <p:custDataLst>
                <p:tags r:id="rId154"/>
              </p:custDataLst>
            </p:nvPr>
          </p:nvSpPr>
          <p:spPr>
            <a:xfrm>
              <a:off x="12586" y="4025"/>
              <a:ext cx="113" cy="113"/>
            </a:xfrm>
            <a:prstGeom prst="ellips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2736810" y="2132856"/>
            <a:ext cx="4715510" cy="808355"/>
            <a:chOff x="3515" y="6777"/>
            <a:chExt cx="7426" cy="1273"/>
          </a:xfrm>
        </p:grpSpPr>
        <p:cxnSp>
          <p:nvCxnSpPr>
            <p:cNvPr id="186" name="直接连接符 185"/>
            <p:cNvCxnSpPr/>
            <p:nvPr>
              <p:custDataLst>
                <p:tags r:id="rId93"/>
              </p:custDataLst>
            </p:nvPr>
          </p:nvCxnSpPr>
          <p:spPr bwMode="auto">
            <a:xfrm flipH="1">
              <a:off x="5556" y="6803"/>
              <a:ext cx="0" cy="79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5" name="直接连接符 184"/>
            <p:cNvCxnSpPr/>
            <p:nvPr>
              <p:custDataLst>
                <p:tags r:id="rId94"/>
              </p:custDataLst>
            </p:nvPr>
          </p:nvCxnSpPr>
          <p:spPr bwMode="auto">
            <a:xfrm flipH="1">
              <a:off x="4422" y="6803"/>
              <a:ext cx="0" cy="79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54" name="Text Box 191"/>
            <p:cNvSpPr txBox="1">
              <a:spLocks noChangeArrowheads="1"/>
            </p:cNvSpPr>
            <p:nvPr>
              <p:custDataLst>
                <p:tags r:id="rId95"/>
              </p:custDataLst>
            </p:nvPr>
          </p:nvSpPr>
          <p:spPr bwMode="auto">
            <a:xfrm>
              <a:off x="3515" y="6802"/>
              <a:ext cx="45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EN</a:t>
              </a:r>
            </a:p>
          </p:txBody>
        </p:sp>
        <p:cxnSp>
          <p:nvCxnSpPr>
            <p:cNvPr id="145" name="直接连接符 144"/>
            <p:cNvCxnSpPr/>
            <p:nvPr>
              <p:custDataLst>
                <p:tags r:id="rId96"/>
              </p:custDataLst>
            </p:nvPr>
          </p:nvCxnSpPr>
          <p:spPr bwMode="auto">
            <a:xfrm flipV="1">
              <a:off x="4365" y="6803"/>
              <a:ext cx="2721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6" name="直接连接符 145"/>
            <p:cNvCxnSpPr/>
            <p:nvPr>
              <p:custDataLst>
                <p:tags r:id="rId97"/>
              </p:custDataLst>
            </p:nvPr>
          </p:nvCxnSpPr>
          <p:spPr bwMode="auto">
            <a:xfrm>
              <a:off x="7087" y="6803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8" name="直接连接符 157"/>
            <p:cNvCxnSpPr/>
            <p:nvPr>
              <p:custDataLst>
                <p:tags r:id="rId98"/>
              </p:custDataLst>
            </p:nvPr>
          </p:nvCxnSpPr>
          <p:spPr bwMode="auto">
            <a:xfrm flipV="1">
              <a:off x="7200" y="7142"/>
              <a:ext cx="2041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9" name="Text Box 191"/>
            <p:cNvSpPr txBox="1">
              <a:spLocks noChangeArrowheads="1"/>
            </p:cNvSpPr>
            <p:nvPr>
              <p:custDataLst>
                <p:tags r:id="rId99"/>
              </p:custDataLst>
            </p:nvPr>
          </p:nvSpPr>
          <p:spPr bwMode="auto">
            <a:xfrm>
              <a:off x="3685" y="7256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T</a:t>
              </a:r>
            </a:p>
          </p:txBody>
        </p:sp>
        <p:cxnSp>
          <p:nvCxnSpPr>
            <p:cNvPr id="140" name="直接连接符 139"/>
            <p:cNvCxnSpPr/>
            <p:nvPr>
              <p:custDataLst>
                <p:tags r:id="rId100"/>
              </p:custDataLst>
            </p:nvPr>
          </p:nvCxnSpPr>
          <p:spPr bwMode="auto">
            <a:xfrm flipV="1">
              <a:off x="6973" y="7710"/>
              <a:ext cx="3288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2" name="直接连接符 141"/>
            <p:cNvCxnSpPr/>
            <p:nvPr>
              <p:custDataLst>
                <p:tags r:id="rId101"/>
              </p:custDataLst>
            </p:nvPr>
          </p:nvCxnSpPr>
          <p:spPr bwMode="auto">
            <a:xfrm flipV="1">
              <a:off x="9581" y="7597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8" name="直接连接符 147"/>
            <p:cNvCxnSpPr/>
            <p:nvPr>
              <p:custDataLst>
                <p:tags r:id="rId102"/>
              </p:custDataLst>
            </p:nvPr>
          </p:nvCxnSpPr>
          <p:spPr bwMode="auto">
            <a:xfrm flipV="1">
              <a:off x="10148" y="7258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7" name="直接连接符 156"/>
            <p:cNvCxnSpPr/>
            <p:nvPr>
              <p:custDataLst>
                <p:tags r:id="rId103"/>
              </p:custDataLst>
            </p:nvPr>
          </p:nvCxnSpPr>
          <p:spPr bwMode="auto">
            <a:xfrm flipV="1">
              <a:off x="4026" y="7596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3" name="直接连接符 172"/>
            <p:cNvCxnSpPr/>
            <p:nvPr>
              <p:custDataLst>
                <p:tags r:id="rId104"/>
              </p:custDataLst>
            </p:nvPr>
          </p:nvCxnSpPr>
          <p:spPr bwMode="auto">
            <a:xfrm flipV="1">
              <a:off x="4026" y="8049"/>
              <a:ext cx="56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4" name="直接连接符 173"/>
            <p:cNvCxnSpPr/>
            <p:nvPr>
              <p:custDataLst>
                <p:tags r:id="rId105"/>
              </p:custDataLst>
            </p:nvPr>
          </p:nvCxnSpPr>
          <p:spPr bwMode="auto">
            <a:xfrm flipV="1">
              <a:off x="4706" y="7710"/>
              <a:ext cx="102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6" name="直接连接符 175"/>
            <p:cNvCxnSpPr/>
            <p:nvPr>
              <p:custDataLst>
                <p:tags r:id="rId106"/>
              </p:custDataLst>
            </p:nvPr>
          </p:nvCxnSpPr>
          <p:spPr bwMode="auto">
            <a:xfrm flipV="1">
              <a:off x="5840" y="8049"/>
              <a:ext cx="102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9" name="直接连接符 178"/>
            <p:cNvCxnSpPr/>
            <p:nvPr>
              <p:custDataLst>
                <p:tags r:id="rId107"/>
              </p:custDataLst>
            </p:nvPr>
          </p:nvCxnSpPr>
          <p:spPr bwMode="auto">
            <a:xfrm flipV="1">
              <a:off x="9349" y="6805"/>
              <a:ext cx="158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1" name="直接连接符 160"/>
            <p:cNvCxnSpPr/>
            <p:nvPr>
              <p:custDataLst>
                <p:tags r:id="rId108"/>
              </p:custDataLst>
            </p:nvPr>
          </p:nvCxnSpPr>
          <p:spPr bwMode="auto">
            <a:xfrm flipV="1">
              <a:off x="4479" y="7257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2" name="直接连接符 161"/>
            <p:cNvCxnSpPr/>
            <p:nvPr>
              <p:custDataLst>
                <p:tags r:id="rId109"/>
              </p:custDataLst>
            </p:nvPr>
          </p:nvCxnSpPr>
          <p:spPr bwMode="auto">
            <a:xfrm flipH="1">
              <a:off x="4366" y="7257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3" name="直接连接符 162"/>
            <p:cNvCxnSpPr/>
            <p:nvPr>
              <p:custDataLst>
                <p:tags r:id="rId110"/>
              </p:custDataLst>
            </p:nvPr>
          </p:nvCxnSpPr>
          <p:spPr bwMode="auto">
            <a:xfrm flipV="1">
              <a:off x="5045" y="7596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1" name="直接连接符 140"/>
            <p:cNvCxnSpPr/>
            <p:nvPr>
              <p:custDataLst>
                <p:tags r:id="rId111"/>
              </p:custDataLst>
            </p:nvPr>
          </p:nvCxnSpPr>
          <p:spPr bwMode="auto">
            <a:xfrm>
              <a:off x="4933" y="7255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3" name="直接连接符 142"/>
            <p:cNvCxnSpPr/>
            <p:nvPr>
              <p:custDataLst>
                <p:tags r:id="rId112"/>
              </p:custDataLst>
            </p:nvPr>
          </p:nvCxnSpPr>
          <p:spPr bwMode="auto">
            <a:xfrm flipV="1">
              <a:off x="5613" y="7257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4" name="直接连接符 143"/>
            <p:cNvCxnSpPr/>
            <p:nvPr>
              <p:custDataLst>
                <p:tags r:id="rId113"/>
              </p:custDataLst>
            </p:nvPr>
          </p:nvCxnSpPr>
          <p:spPr bwMode="auto">
            <a:xfrm flipH="1">
              <a:off x="5500" y="7257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7" name="直接连接符 146"/>
            <p:cNvCxnSpPr/>
            <p:nvPr>
              <p:custDataLst>
                <p:tags r:id="rId114"/>
              </p:custDataLst>
            </p:nvPr>
          </p:nvCxnSpPr>
          <p:spPr bwMode="auto">
            <a:xfrm flipV="1">
              <a:off x="6179" y="7596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9" name="直接连接符 148"/>
            <p:cNvCxnSpPr/>
            <p:nvPr>
              <p:custDataLst>
                <p:tags r:id="rId115"/>
              </p:custDataLst>
            </p:nvPr>
          </p:nvCxnSpPr>
          <p:spPr bwMode="auto">
            <a:xfrm>
              <a:off x="6067" y="7255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0" name="直接连接符 149"/>
            <p:cNvCxnSpPr/>
            <p:nvPr>
              <p:custDataLst>
                <p:tags r:id="rId116"/>
              </p:custDataLst>
            </p:nvPr>
          </p:nvCxnSpPr>
          <p:spPr bwMode="auto">
            <a:xfrm flipV="1">
              <a:off x="6747" y="7257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1" name="直接连接符 150"/>
            <p:cNvCxnSpPr/>
            <p:nvPr>
              <p:custDataLst>
                <p:tags r:id="rId117"/>
              </p:custDataLst>
            </p:nvPr>
          </p:nvCxnSpPr>
          <p:spPr bwMode="auto">
            <a:xfrm flipH="1">
              <a:off x="6634" y="7257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2" name="直接连接符 151"/>
            <p:cNvCxnSpPr/>
            <p:nvPr>
              <p:custDataLst>
                <p:tags r:id="rId118"/>
              </p:custDataLst>
            </p:nvPr>
          </p:nvCxnSpPr>
          <p:spPr bwMode="auto">
            <a:xfrm flipV="1">
              <a:off x="7313" y="7596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3" name="直接连接符 152"/>
            <p:cNvCxnSpPr/>
            <p:nvPr>
              <p:custDataLst>
                <p:tags r:id="rId119"/>
              </p:custDataLst>
            </p:nvPr>
          </p:nvCxnSpPr>
          <p:spPr bwMode="auto">
            <a:xfrm>
              <a:off x="7201" y="7255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5" name="直接连接符 154"/>
            <p:cNvCxnSpPr/>
            <p:nvPr>
              <p:custDataLst>
                <p:tags r:id="rId120"/>
              </p:custDataLst>
            </p:nvPr>
          </p:nvCxnSpPr>
          <p:spPr bwMode="auto">
            <a:xfrm flipV="1">
              <a:off x="7880" y="7257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6" name="直接连接符 155"/>
            <p:cNvCxnSpPr/>
            <p:nvPr>
              <p:custDataLst>
                <p:tags r:id="rId121"/>
              </p:custDataLst>
            </p:nvPr>
          </p:nvCxnSpPr>
          <p:spPr bwMode="auto">
            <a:xfrm flipH="1">
              <a:off x="7767" y="7257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9" name="直接连接符 158"/>
            <p:cNvCxnSpPr/>
            <p:nvPr>
              <p:custDataLst>
                <p:tags r:id="rId122"/>
              </p:custDataLst>
            </p:nvPr>
          </p:nvCxnSpPr>
          <p:spPr bwMode="auto">
            <a:xfrm flipV="1">
              <a:off x="8446" y="7596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0" name="直接连接符 159"/>
            <p:cNvCxnSpPr/>
            <p:nvPr>
              <p:custDataLst>
                <p:tags r:id="rId123"/>
              </p:custDataLst>
            </p:nvPr>
          </p:nvCxnSpPr>
          <p:spPr bwMode="auto">
            <a:xfrm>
              <a:off x="8334" y="7255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4" name="直接连接符 163"/>
            <p:cNvCxnSpPr/>
            <p:nvPr>
              <p:custDataLst>
                <p:tags r:id="rId124"/>
              </p:custDataLst>
            </p:nvPr>
          </p:nvCxnSpPr>
          <p:spPr bwMode="auto">
            <a:xfrm flipV="1">
              <a:off x="9014" y="7257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5" name="直接连接符 164"/>
            <p:cNvCxnSpPr/>
            <p:nvPr>
              <p:custDataLst>
                <p:tags r:id="rId125"/>
              </p:custDataLst>
            </p:nvPr>
          </p:nvCxnSpPr>
          <p:spPr bwMode="auto">
            <a:xfrm flipH="1">
              <a:off x="8901" y="7257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6" name="直接连接符 165"/>
            <p:cNvCxnSpPr/>
            <p:nvPr>
              <p:custDataLst>
                <p:tags r:id="rId126"/>
              </p:custDataLst>
            </p:nvPr>
          </p:nvCxnSpPr>
          <p:spPr bwMode="auto">
            <a:xfrm flipH="1">
              <a:off x="6860" y="7710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7" name="直接连接符 166"/>
            <p:cNvCxnSpPr/>
            <p:nvPr>
              <p:custDataLst>
                <p:tags r:id="rId127"/>
              </p:custDataLst>
            </p:nvPr>
          </p:nvCxnSpPr>
          <p:spPr bwMode="auto">
            <a:xfrm>
              <a:off x="9468" y="7257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8" name="直接连接符 167"/>
            <p:cNvCxnSpPr/>
            <p:nvPr>
              <p:custDataLst>
                <p:tags r:id="rId128"/>
              </p:custDataLst>
            </p:nvPr>
          </p:nvCxnSpPr>
          <p:spPr bwMode="auto">
            <a:xfrm flipH="1">
              <a:off x="10035" y="7257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9" name="直接连接符 168"/>
            <p:cNvCxnSpPr/>
            <p:nvPr>
              <p:custDataLst>
                <p:tags r:id="rId129"/>
              </p:custDataLst>
            </p:nvPr>
          </p:nvCxnSpPr>
          <p:spPr bwMode="auto">
            <a:xfrm>
              <a:off x="10602" y="7257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0" name="直接连接符 169"/>
            <p:cNvCxnSpPr/>
            <p:nvPr>
              <p:custDataLst>
                <p:tags r:id="rId130"/>
              </p:custDataLst>
            </p:nvPr>
          </p:nvCxnSpPr>
          <p:spPr bwMode="auto">
            <a:xfrm flipV="1">
              <a:off x="10375" y="8050"/>
              <a:ext cx="56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1" name="直接连接符 170"/>
            <p:cNvCxnSpPr/>
            <p:nvPr>
              <p:custDataLst>
                <p:tags r:id="rId131"/>
              </p:custDataLst>
            </p:nvPr>
          </p:nvCxnSpPr>
          <p:spPr bwMode="auto">
            <a:xfrm flipH="1">
              <a:off x="4593" y="7709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2" name="直接连接符 171"/>
            <p:cNvCxnSpPr/>
            <p:nvPr>
              <p:custDataLst>
                <p:tags r:id="rId132"/>
              </p:custDataLst>
            </p:nvPr>
          </p:nvCxnSpPr>
          <p:spPr bwMode="auto">
            <a:xfrm>
              <a:off x="5726" y="7709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8" name="直接连接符 187"/>
            <p:cNvCxnSpPr/>
            <p:nvPr>
              <p:custDataLst>
                <p:tags r:id="rId133"/>
              </p:custDataLst>
            </p:nvPr>
          </p:nvCxnSpPr>
          <p:spPr bwMode="auto">
            <a:xfrm flipH="1">
              <a:off x="7824" y="6803"/>
              <a:ext cx="0" cy="79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9" name="直接连接符 188"/>
            <p:cNvCxnSpPr/>
            <p:nvPr>
              <p:custDataLst>
                <p:tags r:id="rId134"/>
              </p:custDataLst>
            </p:nvPr>
          </p:nvCxnSpPr>
          <p:spPr bwMode="auto">
            <a:xfrm flipH="1">
              <a:off x="9236" y="6802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3" name="直接连接符 192"/>
            <p:cNvCxnSpPr/>
            <p:nvPr>
              <p:custDataLst>
                <p:tags r:id="rId135"/>
              </p:custDataLst>
            </p:nvPr>
          </p:nvCxnSpPr>
          <p:spPr bwMode="auto">
            <a:xfrm flipH="1">
              <a:off x="8958" y="6803"/>
              <a:ext cx="0" cy="79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1" name="直接连接符 200"/>
            <p:cNvCxnSpPr/>
            <p:nvPr>
              <p:custDataLst>
                <p:tags r:id="rId136"/>
              </p:custDataLst>
            </p:nvPr>
          </p:nvCxnSpPr>
          <p:spPr bwMode="auto">
            <a:xfrm flipV="1">
              <a:off x="10715" y="7597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02" name="任意多边形 201"/>
            <p:cNvSpPr/>
            <p:nvPr>
              <p:custDataLst>
                <p:tags r:id="rId137"/>
              </p:custDataLst>
            </p:nvPr>
          </p:nvSpPr>
          <p:spPr>
            <a:xfrm>
              <a:off x="4421" y="7425"/>
              <a:ext cx="231" cy="416"/>
            </a:xfrm>
            <a:custGeom>
              <a:avLst/>
              <a:gdLst>
                <a:gd name="connisteX0" fmla="*/ 0 w 146685"/>
                <a:gd name="connsiteY0" fmla="*/ 0 h 264160"/>
                <a:gd name="connisteX1" fmla="*/ 56515 w 146685"/>
                <a:gd name="connsiteY1" fmla="*/ 63500 h 264160"/>
                <a:gd name="connisteX2" fmla="*/ 56515 w 146685"/>
                <a:gd name="connsiteY2" fmla="*/ 173990 h 264160"/>
                <a:gd name="connisteX3" fmla="*/ 83185 w 146685"/>
                <a:gd name="connsiteY3" fmla="*/ 237490 h 264160"/>
                <a:gd name="connisteX4" fmla="*/ 146685 w 146685"/>
                <a:gd name="connsiteY4" fmla="*/ 264160 h 26416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46685" h="264160">
                  <a:moveTo>
                    <a:pt x="0" y="0"/>
                  </a:moveTo>
                  <a:cubicBezTo>
                    <a:pt x="11430" y="10795"/>
                    <a:pt x="45085" y="28575"/>
                    <a:pt x="56515" y="63500"/>
                  </a:cubicBezTo>
                  <a:cubicBezTo>
                    <a:pt x="67945" y="98425"/>
                    <a:pt x="51435" y="139065"/>
                    <a:pt x="56515" y="173990"/>
                  </a:cubicBezTo>
                  <a:cubicBezTo>
                    <a:pt x="61595" y="208915"/>
                    <a:pt x="65405" y="219710"/>
                    <a:pt x="83185" y="237490"/>
                  </a:cubicBezTo>
                  <a:cubicBezTo>
                    <a:pt x="100965" y="255270"/>
                    <a:pt x="134620" y="260350"/>
                    <a:pt x="146685" y="264160"/>
                  </a:cubicBezTo>
                </a:path>
              </a:pathLst>
            </a:custGeom>
            <a:noFill/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sm" len="sm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3" name="任意多边形 202"/>
            <p:cNvSpPr/>
            <p:nvPr>
              <p:custDataLst>
                <p:tags r:id="rId138"/>
              </p:custDataLst>
            </p:nvPr>
          </p:nvSpPr>
          <p:spPr>
            <a:xfrm>
              <a:off x="5556" y="7425"/>
              <a:ext cx="231" cy="416"/>
            </a:xfrm>
            <a:custGeom>
              <a:avLst/>
              <a:gdLst>
                <a:gd name="connisteX0" fmla="*/ 0 w 146685"/>
                <a:gd name="connsiteY0" fmla="*/ 0 h 264160"/>
                <a:gd name="connisteX1" fmla="*/ 56515 w 146685"/>
                <a:gd name="connsiteY1" fmla="*/ 63500 h 264160"/>
                <a:gd name="connisteX2" fmla="*/ 56515 w 146685"/>
                <a:gd name="connsiteY2" fmla="*/ 173990 h 264160"/>
                <a:gd name="connisteX3" fmla="*/ 83185 w 146685"/>
                <a:gd name="connsiteY3" fmla="*/ 237490 h 264160"/>
                <a:gd name="connisteX4" fmla="*/ 146685 w 146685"/>
                <a:gd name="connsiteY4" fmla="*/ 264160 h 26416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46685" h="264160">
                  <a:moveTo>
                    <a:pt x="0" y="0"/>
                  </a:moveTo>
                  <a:cubicBezTo>
                    <a:pt x="11430" y="10795"/>
                    <a:pt x="45085" y="28575"/>
                    <a:pt x="56515" y="63500"/>
                  </a:cubicBezTo>
                  <a:cubicBezTo>
                    <a:pt x="67945" y="98425"/>
                    <a:pt x="51435" y="139065"/>
                    <a:pt x="56515" y="173990"/>
                  </a:cubicBezTo>
                  <a:cubicBezTo>
                    <a:pt x="61595" y="208915"/>
                    <a:pt x="65405" y="219710"/>
                    <a:pt x="83185" y="237490"/>
                  </a:cubicBezTo>
                  <a:cubicBezTo>
                    <a:pt x="100965" y="255270"/>
                    <a:pt x="134620" y="260350"/>
                    <a:pt x="146685" y="264160"/>
                  </a:cubicBezTo>
                </a:path>
              </a:pathLst>
            </a:custGeom>
            <a:noFill/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sm" len="sm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" name="任意多边形 204"/>
            <p:cNvSpPr/>
            <p:nvPr>
              <p:custDataLst>
                <p:tags r:id="rId139"/>
              </p:custDataLst>
            </p:nvPr>
          </p:nvSpPr>
          <p:spPr>
            <a:xfrm>
              <a:off x="10091" y="7427"/>
              <a:ext cx="231" cy="416"/>
            </a:xfrm>
            <a:custGeom>
              <a:avLst/>
              <a:gdLst>
                <a:gd name="connisteX0" fmla="*/ 0 w 146685"/>
                <a:gd name="connsiteY0" fmla="*/ 0 h 264160"/>
                <a:gd name="connisteX1" fmla="*/ 56515 w 146685"/>
                <a:gd name="connsiteY1" fmla="*/ 63500 h 264160"/>
                <a:gd name="connisteX2" fmla="*/ 56515 w 146685"/>
                <a:gd name="connsiteY2" fmla="*/ 173990 h 264160"/>
                <a:gd name="connisteX3" fmla="*/ 83185 w 146685"/>
                <a:gd name="connsiteY3" fmla="*/ 237490 h 264160"/>
                <a:gd name="connisteX4" fmla="*/ 146685 w 146685"/>
                <a:gd name="connsiteY4" fmla="*/ 264160 h 26416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46685" h="264160">
                  <a:moveTo>
                    <a:pt x="0" y="0"/>
                  </a:moveTo>
                  <a:cubicBezTo>
                    <a:pt x="11430" y="10795"/>
                    <a:pt x="45085" y="28575"/>
                    <a:pt x="56515" y="63500"/>
                  </a:cubicBezTo>
                  <a:cubicBezTo>
                    <a:pt x="67945" y="98425"/>
                    <a:pt x="51435" y="139065"/>
                    <a:pt x="56515" y="173990"/>
                  </a:cubicBezTo>
                  <a:cubicBezTo>
                    <a:pt x="61595" y="208915"/>
                    <a:pt x="65405" y="219710"/>
                    <a:pt x="83185" y="237490"/>
                  </a:cubicBezTo>
                  <a:cubicBezTo>
                    <a:pt x="100965" y="255270"/>
                    <a:pt x="134620" y="260350"/>
                    <a:pt x="146685" y="264160"/>
                  </a:cubicBezTo>
                </a:path>
              </a:pathLst>
            </a:custGeom>
            <a:noFill/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sm" len="sm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13" name="Text Box 191"/>
            <p:cNvSpPr txBox="1">
              <a:spLocks noChangeArrowheads="1"/>
            </p:cNvSpPr>
            <p:nvPr>
              <p:custDataLst>
                <p:tags r:id="rId140"/>
              </p:custDataLst>
            </p:nvPr>
          </p:nvSpPr>
          <p:spPr bwMode="auto">
            <a:xfrm>
              <a:off x="3742" y="7709"/>
              <a:ext cx="22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Q</a:t>
              </a:r>
            </a:p>
          </p:txBody>
        </p:sp>
        <p:cxnSp>
          <p:nvCxnSpPr>
            <p:cNvPr id="3" name="直接连接符 2"/>
            <p:cNvCxnSpPr/>
            <p:nvPr>
              <p:custDataLst>
                <p:tags r:id="rId141"/>
              </p:custDataLst>
            </p:nvPr>
          </p:nvCxnSpPr>
          <p:spPr bwMode="auto">
            <a:xfrm flipV="1">
              <a:off x="4025" y="7143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" name="直接连接符 3"/>
            <p:cNvCxnSpPr/>
            <p:nvPr>
              <p:custDataLst>
                <p:tags r:id="rId142"/>
              </p:custDataLst>
            </p:nvPr>
          </p:nvCxnSpPr>
          <p:spPr bwMode="auto">
            <a:xfrm flipH="1">
              <a:off x="4252" y="6803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" name="直接连接符 4"/>
            <p:cNvCxnSpPr/>
            <p:nvPr>
              <p:custDataLst>
                <p:tags r:id="rId143"/>
              </p:custDataLst>
            </p:nvPr>
          </p:nvCxnSpPr>
          <p:spPr bwMode="auto">
            <a:xfrm flipH="1">
              <a:off x="6690" y="6777"/>
              <a:ext cx="0" cy="79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" name="任意多边形 5"/>
            <p:cNvSpPr/>
            <p:nvPr>
              <p:custDataLst>
                <p:tags r:id="rId144"/>
              </p:custDataLst>
            </p:nvPr>
          </p:nvSpPr>
          <p:spPr>
            <a:xfrm>
              <a:off x="6690" y="7427"/>
              <a:ext cx="231" cy="416"/>
            </a:xfrm>
            <a:custGeom>
              <a:avLst/>
              <a:gdLst>
                <a:gd name="connisteX0" fmla="*/ 0 w 146685"/>
                <a:gd name="connsiteY0" fmla="*/ 0 h 264160"/>
                <a:gd name="connisteX1" fmla="*/ 56515 w 146685"/>
                <a:gd name="connsiteY1" fmla="*/ 63500 h 264160"/>
                <a:gd name="connisteX2" fmla="*/ 56515 w 146685"/>
                <a:gd name="connsiteY2" fmla="*/ 173990 h 264160"/>
                <a:gd name="connisteX3" fmla="*/ 83185 w 146685"/>
                <a:gd name="connsiteY3" fmla="*/ 237490 h 264160"/>
                <a:gd name="connisteX4" fmla="*/ 146685 w 146685"/>
                <a:gd name="connsiteY4" fmla="*/ 264160 h 26416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46685" h="264160">
                  <a:moveTo>
                    <a:pt x="0" y="0"/>
                  </a:moveTo>
                  <a:cubicBezTo>
                    <a:pt x="11430" y="10795"/>
                    <a:pt x="45085" y="28575"/>
                    <a:pt x="56515" y="63500"/>
                  </a:cubicBezTo>
                  <a:cubicBezTo>
                    <a:pt x="67945" y="98425"/>
                    <a:pt x="51435" y="139065"/>
                    <a:pt x="56515" y="173990"/>
                  </a:cubicBezTo>
                  <a:cubicBezTo>
                    <a:pt x="61595" y="208915"/>
                    <a:pt x="65405" y="219710"/>
                    <a:pt x="83185" y="237490"/>
                  </a:cubicBezTo>
                  <a:cubicBezTo>
                    <a:pt x="100965" y="255270"/>
                    <a:pt x="134620" y="260350"/>
                    <a:pt x="146685" y="264160"/>
                  </a:cubicBezTo>
                </a:path>
              </a:pathLst>
            </a:custGeom>
            <a:noFill/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sm" len="sm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7" name="直接连接符 6"/>
            <p:cNvCxnSpPr/>
            <p:nvPr>
              <p:custDataLst>
                <p:tags r:id="rId145"/>
              </p:custDataLst>
            </p:nvPr>
          </p:nvCxnSpPr>
          <p:spPr bwMode="auto">
            <a:xfrm flipH="1">
              <a:off x="10091" y="6803"/>
              <a:ext cx="0" cy="79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" name="直接连接符 7"/>
            <p:cNvCxnSpPr/>
            <p:nvPr>
              <p:custDataLst>
                <p:tags r:id="rId146"/>
              </p:custDataLst>
            </p:nvPr>
          </p:nvCxnSpPr>
          <p:spPr bwMode="auto">
            <a:xfrm>
              <a:off x="10261" y="7710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651" name="组合 650"/>
          <p:cNvGrpSpPr/>
          <p:nvPr/>
        </p:nvGrpSpPr>
        <p:grpSpPr>
          <a:xfrm>
            <a:off x="971932" y="4293096"/>
            <a:ext cx="3528060" cy="971550"/>
            <a:chOff x="2778" y="6180"/>
            <a:chExt cx="5556" cy="1530"/>
          </a:xfrm>
        </p:grpSpPr>
        <p:sp>
          <p:nvSpPr>
            <p:cNvPr id="12" name="Text Box 36"/>
            <p:cNvSpPr txBox="1"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3345" y="6180"/>
              <a:ext cx="4592" cy="1531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square" lIns="0" tIns="17780" rIns="0" bIns="0" anchor="ctr" anchorCtr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3" name="Text Box 36"/>
            <p:cNvSpPr txBox="1"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3461" y="6576"/>
              <a:ext cx="2209" cy="794"/>
            </a:xfrm>
            <a:prstGeom prst="rect">
              <a:avLst/>
            </a:prstGeom>
            <a:solidFill>
              <a:srgbClr val="CCCCFF"/>
            </a:solidFill>
            <a:ln w="9525">
              <a:solidFill>
                <a:srgbClr val="0070C0"/>
              </a:solidFill>
              <a:prstDash val="solid"/>
              <a:miter lim="800000"/>
            </a:ln>
            <a:effectLst/>
          </p:spPr>
          <p:txBody>
            <a:bodyPr wrap="square" lIns="0" tIns="17780" rIns="0" bIns="0" anchor="ctr" anchorCtr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边沿产生电路</a:t>
              </a:r>
            </a:p>
          </p:txBody>
        </p:sp>
        <p:sp>
          <p:nvSpPr>
            <p:cNvPr id="14" name="Text Box 191"/>
            <p:cNvSpPr txBox="1"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8052" y="7200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Q</a:t>
              </a:r>
            </a:p>
          </p:txBody>
        </p:sp>
        <p:sp>
          <p:nvSpPr>
            <p:cNvPr id="15" name="Text Box 191"/>
            <p:cNvSpPr txBox="1"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8052" y="6350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Q</a:t>
              </a:r>
            </a:p>
          </p:txBody>
        </p:sp>
        <p:cxnSp>
          <p:nvCxnSpPr>
            <p:cNvPr id="16" name="直接连接符 15"/>
            <p:cNvCxnSpPr/>
            <p:nvPr>
              <p:custDataLst>
                <p:tags r:id="rId59"/>
              </p:custDataLst>
            </p:nvPr>
          </p:nvCxnSpPr>
          <p:spPr bwMode="auto">
            <a:xfrm flipV="1">
              <a:off x="8107" y="7217"/>
              <a:ext cx="17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17" name="组合 16"/>
            <p:cNvGrpSpPr/>
            <p:nvPr/>
          </p:nvGrpSpPr>
          <p:grpSpPr>
            <a:xfrm>
              <a:off x="5669" y="6236"/>
              <a:ext cx="2383" cy="1417"/>
              <a:chOff x="6121" y="6124"/>
              <a:chExt cx="2383" cy="1417"/>
            </a:xfrm>
          </p:grpSpPr>
          <p:sp>
            <p:nvSpPr>
              <p:cNvPr id="18" name="Text Box 36"/>
              <p:cNvSpPr txBox="1">
                <a:spLocks noChangeArrowheads="1"/>
              </p:cNvSpPr>
              <p:nvPr>
                <p:custDataLst>
                  <p:tags r:id="rId66"/>
                </p:custDataLst>
              </p:nvPr>
            </p:nvSpPr>
            <p:spPr bwMode="auto">
              <a:xfrm>
                <a:off x="6348" y="6124"/>
                <a:ext cx="1984" cy="1417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rgbClr val="0070C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endParaRPr lang="en-US" altLang="zh-CN" sz="1600" b="1" u="none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9" name="Text Box 36"/>
              <p:cNvSpPr txBox="1">
                <a:spLocks noChangeArrowheads="1"/>
              </p:cNvSpPr>
              <p:nvPr>
                <p:custDataLst>
                  <p:tags r:id="rId67"/>
                </p:custDataLst>
              </p:nvPr>
            </p:nvSpPr>
            <p:spPr bwMode="auto">
              <a:xfrm>
                <a:off x="6690" y="6180"/>
                <a:ext cx="340" cy="454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 font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cxnSp>
            <p:nvCxnSpPr>
              <p:cNvPr id="20" name="直接箭头连接符 19"/>
              <p:cNvCxnSpPr/>
              <p:nvPr>
                <p:custDataLst>
                  <p:tags r:id="rId68"/>
                </p:custDataLst>
              </p:nvPr>
            </p:nvCxnSpPr>
            <p:spPr bwMode="auto">
              <a:xfrm flipV="1">
                <a:off x="6235" y="6293"/>
                <a:ext cx="45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1" name="直接箭头连接符 20"/>
              <p:cNvCxnSpPr/>
              <p:nvPr>
                <p:custDataLst>
                  <p:tags r:id="rId69"/>
                </p:custDataLst>
              </p:nvPr>
            </p:nvCxnSpPr>
            <p:spPr bwMode="auto">
              <a:xfrm flipV="1">
                <a:off x="6463" y="6520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22" name="Text Box 36"/>
              <p:cNvSpPr txBox="1">
                <a:spLocks noChangeArrowheads="1"/>
              </p:cNvSpPr>
              <p:nvPr>
                <p:custDataLst>
                  <p:tags r:id="rId70"/>
                </p:custDataLst>
              </p:nvPr>
            </p:nvSpPr>
            <p:spPr bwMode="auto">
              <a:xfrm>
                <a:off x="6690" y="7030"/>
                <a:ext cx="340" cy="454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 font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cxnSp>
            <p:nvCxnSpPr>
              <p:cNvPr id="23" name="直接箭头连接符 22"/>
              <p:cNvCxnSpPr/>
              <p:nvPr>
                <p:custDataLst>
                  <p:tags r:id="rId71"/>
                </p:custDataLst>
              </p:nvPr>
            </p:nvCxnSpPr>
            <p:spPr bwMode="auto">
              <a:xfrm flipV="1">
                <a:off x="6463" y="7143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4" name="直接箭头连接符 23"/>
              <p:cNvCxnSpPr/>
              <p:nvPr>
                <p:custDataLst>
                  <p:tags r:id="rId72"/>
                </p:custDataLst>
              </p:nvPr>
            </p:nvCxnSpPr>
            <p:spPr bwMode="auto">
              <a:xfrm flipV="1">
                <a:off x="6235" y="7371"/>
                <a:ext cx="45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5" name="直接连接符 24"/>
              <p:cNvCxnSpPr/>
              <p:nvPr>
                <p:custDataLst>
                  <p:tags r:id="rId73"/>
                </p:custDataLst>
              </p:nvPr>
            </p:nvCxnSpPr>
            <p:spPr bwMode="auto">
              <a:xfrm>
                <a:off x="6463" y="6520"/>
                <a:ext cx="0" cy="624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6" name="直接箭头连接符 25"/>
              <p:cNvCxnSpPr/>
              <p:nvPr>
                <p:custDataLst>
                  <p:tags r:id="rId74"/>
                </p:custDataLst>
              </p:nvPr>
            </p:nvCxnSpPr>
            <p:spPr bwMode="auto">
              <a:xfrm>
                <a:off x="6121" y="6861"/>
                <a:ext cx="34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  <a:effectLst/>
            </p:spPr>
          </p:cxnSp>
          <p:cxnSp>
            <p:nvCxnSpPr>
              <p:cNvPr id="27" name="直接连接符 26"/>
              <p:cNvCxnSpPr/>
              <p:nvPr>
                <p:custDataLst>
                  <p:tags r:id="rId75"/>
                </p:custDataLst>
              </p:nvPr>
            </p:nvCxnSpPr>
            <p:spPr bwMode="auto">
              <a:xfrm>
                <a:off x="7313" y="6577"/>
                <a:ext cx="0" cy="17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8" name="直接连接符 27"/>
              <p:cNvCxnSpPr/>
              <p:nvPr>
                <p:custDataLst>
                  <p:tags r:id="rId76"/>
                </p:custDataLst>
              </p:nvPr>
            </p:nvCxnSpPr>
            <p:spPr bwMode="auto">
              <a:xfrm>
                <a:off x="8220" y="6406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  <a:effectLst/>
            </p:spPr>
          </p:cxnSp>
          <p:cxnSp>
            <p:nvCxnSpPr>
              <p:cNvPr id="29" name="直接箭头连接符 28"/>
              <p:cNvCxnSpPr/>
              <p:nvPr>
                <p:custDataLst>
                  <p:tags r:id="rId77"/>
                </p:custDataLst>
              </p:nvPr>
            </p:nvCxnSpPr>
            <p:spPr bwMode="auto">
              <a:xfrm flipV="1">
                <a:off x="7313" y="6577"/>
                <a:ext cx="283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30" name="Text Box 36"/>
              <p:cNvSpPr txBox="1">
                <a:spLocks noChangeArrowheads="1"/>
              </p:cNvSpPr>
              <p:nvPr>
                <p:custDataLst>
                  <p:tags r:id="rId78"/>
                </p:custDataLst>
              </p:nvPr>
            </p:nvSpPr>
            <p:spPr bwMode="auto">
              <a:xfrm>
                <a:off x="7598" y="6181"/>
                <a:ext cx="340" cy="454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 font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cxnSp>
            <p:nvCxnSpPr>
              <p:cNvPr id="31" name="直接箭头连接符 30"/>
              <p:cNvCxnSpPr/>
              <p:nvPr>
                <p:custDataLst>
                  <p:tags r:id="rId79"/>
                </p:custDataLst>
              </p:nvPr>
            </p:nvCxnSpPr>
            <p:spPr bwMode="auto">
              <a:xfrm flipV="1">
                <a:off x="8050" y="6406"/>
                <a:ext cx="45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32" name="椭圆 31"/>
              <p:cNvSpPr/>
              <p:nvPr>
                <p:custDataLst>
                  <p:tags r:id="rId80"/>
                </p:custDataLst>
              </p:nvPr>
            </p:nvSpPr>
            <p:spPr>
              <a:xfrm>
                <a:off x="7937" y="6350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33" name="直接箭头连接符 32"/>
              <p:cNvCxnSpPr/>
              <p:nvPr>
                <p:custDataLst>
                  <p:tags r:id="rId81"/>
                </p:custDataLst>
              </p:nvPr>
            </p:nvCxnSpPr>
            <p:spPr bwMode="auto">
              <a:xfrm flipV="1">
                <a:off x="7313" y="7087"/>
                <a:ext cx="283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34" name="Text Box 36"/>
              <p:cNvSpPr txBox="1">
                <a:spLocks noChangeArrowheads="1"/>
              </p:cNvSpPr>
              <p:nvPr>
                <p:custDataLst>
                  <p:tags r:id="rId82"/>
                </p:custDataLst>
              </p:nvPr>
            </p:nvSpPr>
            <p:spPr bwMode="auto">
              <a:xfrm>
                <a:off x="7598" y="7031"/>
                <a:ext cx="340" cy="454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 font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cxnSp>
            <p:nvCxnSpPr>
              <p:cNvPr id="35" name="直接箭头连接符 34"/>
              <p:cNvCxnSpPr/>
              <p:nvPr>
                <p:custDataLst>
                  <p:tags r:id="rId83"/>
                </p:custDataLst>
              </p:nvPr>
            </p:nvCxnSpPr>
            <p:spPr bwMode="auto">
              <a:xfrm flipV="1">
                <a:off x="8050" y="7257"/>
                <a:ext cx="45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36" name="椭圆 35"/>
              <p:cNvSpPr/>
              <p:nvPr>
                <p:custDataLst>
                  <p:tags r:id="rId84"/>
                </p:custDataLst>
              </p:nvPr>
            </p:nvSpPr>
            <p:spPr>
              <a:xfrm>
                <a:off x="7937" y="7200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37" name="直接连接符 36"/>
              <p:cNvCxnSpPr/>
              <p:nvPr>
                <p:custDataLst>
                  <p:tags r:id="rId85"/>
                </p:custDataLst>
              </p:nvPr>
            </p:nvCxnSpPr>
            <p:spPr bwMode="auto">
              <a:xfrm flipV="1">
                <a:off x="8220" y="6917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  <a:effectLst/>
            </p:spPr>
          </p:cxnSp>
          <p:cxnSp>
            <p:nvCxnSpPr>
              <p:cNvPr id="38" name="直接连接符 37"/>
              <p:cNvCxnSpPr/>
              <p:nvPr>
                <p:custDataLst>
                  <p:tags r:id="rId86"/>
                </p:custDataLst>
              </p:nvPr>
            </p:nvCxnSpPr>
            <p:spPr bwMode="auto">
              <a:xfrm>
                <a:off x="7313" y="6917"/>
                <a:ext cx="0" cy="17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9" name="直接连接符 38"/>
              <p:cNvCxnSpPr/>
              <p:nvPr>
                <p:custDataLst>
                  <p:tags r:id="rId87"/>
                </p:custDataLst>
              </p:nvPr>
            </p:nvCxnSpPr>
            <p:spPr bwMode="auto">
              <a:xfrm flipH="1">
                <a:off x="7313" y="6747"/>
                <a:ext cx="907" cy="17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0" name="直接连接符 39"/>
              <p:cNvCxnSpPr/>
              <p:nvPr>
                <p:custDataLst>
                  <p:tags r:id="rId88"/>
                </p:custDataLst>
              </p:nvPr>
            </p:nvCxnSpPr>
            <p:spPr bwMode="auto">
              <a:xfrm flipH="1" flipV="1">
                <a:off x="7313" y="6747"/>
                <a:ext cx="907" cy="17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1" name="直接箭头连接符 40"/>
              <p:cNvCxnSpPr/>
              <p:nvPr>
                <p:custDataLst>
                  <p:tags r:id="rId89"/>
                </p:custDataLst>
              </p:nvPr>
            </p:nvCxnSpPr>
            <p:spPr bwMode="auto">
              <a:xfrm flipV="1">
                <a:off x="7143" y="6406"/>
                <a:ext cx="45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42" name="直接箭头连接符 41"/>
              <p:cNvCxnSpPr/>
              <p:nvPr>
                <p:custDataLst>
                  <p:tags r:id="rId90"/>
                </p:custDataLst>
              </p:nvPr>
            </p:nvCxnSpPr>
            <p:spPr bwMode="auto">
              <a:xfrm flipV="1">
                <a:off x="7143" y="7257"/>
                <a:ext cx="45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43" name="椭圆 42"/>
              <p:cNvSpPr/>
              <p:nvPr>
                <p:custDataLst>
                  <p:tags r:id="rId91"/>
                </p:custDataLst>
              </p:nvPr>
            </p:nvSpPr>
            <p:spPr>
              <a:xfrm>
                <a:off x="7030" y="6350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4" name="椭圆 43"/>
              <p:cNvSpPr/>
              <p:nvPr>
                <p:custDataLst>
                  <p:tags r:id="rId92"/>
                </p:custDataLst>
              </p:nvPr>
            </p:nvSpPr>
            <p:spPr>
              <a:xfrm>
                <a:off x="7030" y="7200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45" name="直接箭头连接符 44"/>
            <p:cNvCxnSpPr/>
            <p:nvPr>
              <p:custDataLst>
                <p:tags r:id="rId60"/>
              </p:custDataLst>
            </p:nvPr>
          </p:nvCxnSpPr>
          <p:spPr bwMode="auto">
            <a:xfrm flipV="1">
              <a:off x="3234" y="6406"/>
              <a:ext cx="2551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6" name="直接箭头连接符 45"/>
            <p:cNvCxnSpPr/>
            <p:nvPr>
              <p:custDataLst>
                <p:tags r:id="rId61"/>
              </p:custDataLst>
            </p:nvPr>
          </p:nvCxnSpPr>
          <p:spPr bwMode="auto">
            <a:xfrm flipV="1">
              <a:off x="3234" y="7483"/>
              <a:ext cx="2551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47" name="Text Box 191"/>
            <p:cNvSpPr txBox="1">
              <a:spLocks noChangeArrowheads="1"/>
            </p:cNvSpPr>
            <p:nvPr>
              <p:custDataLst>
                <p:tags r:id="rId62"/>
              </p:custDataLst>
            </p:nvPr>
          </p:nvSpPr>
          <p:spPr bwMode="auto">
            <a:xfrm>
              <a:off x="2948" y="7313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R</a:t>
              </a:r>
            </a:p>
          </p:txBody>
        </p:sp>
        <p:sp>
          <p:nvSpPr>
            <p:cNvPr id="48" name="Text Box 191"/>
            <p:cNvSpPr txBox="1">
              <a:spLocks noChangeArrowheads="1"/>
            </p:cNvSpPr>
            <p:nvPr>
              <p:custDataLst>
                <p:tags r:id="rId63"/>
              </p:custDataLst>
            </p:nvPr>
          </p:nvSpPr>
          <p:spPr bwMode="auto">
            <a:xfrm>
              <a:off x="2778" y="6633"/>
              <a:ext cx="45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CP</a:t>
              </a:r>
            </a:p>
          </p:txBody>
        </p:sp>
        <p:cxnSp>
          <p:nvCxnSpPr>
            <p:cNvPr id="49" name="直接箭头连接符 48"/>
            <p:cNvCxnSpPr/>
            <p:nvPr>
              <p:custDataLst>
                <p:tags r:id="rId64"/>
              </p:custDataLst>
            </p:nvPr>
          </p:nvCxnSpPr>
          <p:spPr bwMode="auto">
            <a:xfrm flipH="1">
              <a:off x="3232" y="6803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50" name="Text Box 191"/>
            <p:cNvSpPr txBox="1">
              <a:spLocks noChangeArrowheads="1"/>
            </p:cNvSpPr>
            <p:nvPr>
              <p:custDataLst>
                <p:tags r:id="rId65"/>
              </p:custDataLst>
            </p:nvPr>
          </p:nvSpPr>
          <p:spPr bwMode="auto">
            <a:xfrm>
              <a:off x="2948" y="6236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S</a:t>
              </a:r>
            </a:p>
          </p:txBody>
        </p:sp>
      </p:grpSp>
      <p:grpSp>
        <p:nvGrpSpPr>
          <p:cNvPr id="649" name="组合 648"/>
          <p:cNvGrpSpPr/>
          <p:nvPr/>
        </p:nvGrpSpPr>
        <p:grpSpPr>
          <a:xfrm>
            <a:off x="1405002" y="4544556"/>
            <a:ext cx="1403350" cy="504190"/>
            <a:chOff x="4138" y="4542"/>
            <a:chExt cx="2210" cy="794"/>
          </a:xfrm>
        </p:grpSpPr>
        <p:sp>
          <p:nvSpPr>
            <p:cNvPr id="51" name="Text Box 36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4138" y="4542"/>
              <a:ext cx="2211" cy="794"/>
            </a:xfrm>
            <a:prstGeom prst="rect">
              <a:avLst/>
            </a:prstGeom>
            <a:solidFill>
              <a:srgbClr val="CCCCFF"/>
            </a:solidFill>
            <a:ln w="9525">
              <a:solidFill>
                <a:srgbClr val="0070C0"/>
              </a:solidFill>
              <a:prstDash val="solid"/>
              <a:miter lim="800000"/>
            </a:ln>
            <a:effectLst/>
          </p:spPr>
          <p:txBody>
            <a:bodyPr wrap="square" lIns="0" tIns="17780" rIns="0" bIns="0" anchor="ctr" anchorCtr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52" name="直接连接符 51"/>
            <p:cNvCxnSpPr/>
            <p:nvPr>
              <p:custDataLst>
                <p:tags r:id="rId43"/>
              </p:custDataLst>
            </p:nvPr>
          </p:nvCxnSpPr>
          <p:spPr bwMode="auto">
            <a:xfrm>
              <a:off x="4252" y="4770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53" name="直接箭头连接符 52"/>
            <p:cNvCxnSpPr/>
            <p:nvPr>
              <p:custDataLst>
                <p:tags r:id="rId44"/>
              </p:custDataLst>
            </p:nvPr>
          </p:nvCxnSpPr>
          <p:spPr bwMode="auto">
            <a:xfrm flipV="1">
              <a:off x="4139" y="4770"/>
              <a:ext cx="96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54" name="Text Box 36"/>
            <p:cNvSpPr txBox="1"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5103" y="4656"/>
              <a:ext cx="340" cy="51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 font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&amp;</a:t>
              </a:r>
            </a:p>
          </p:txBody>
        </p:sp>
        <p:sp>
          <p:nvSpPr>
            <p:cNvPr id="55" name="椭圆 54"/>
            <p:cNvSpPr/>
            <p:nvPr>
              <p:custDataLst>
                <p:tags r:id="rId46"/>
              </p:custDataLst>
            </p:nvPr>
          </p:nvSpPr>
          <p:spPr>
            <a:xfrm>
              <a:off x="5440" y="4884"/>
              <a:ext cx="113" cy="113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56" name="直接箭头连接符 55"/>
            <p:cNvCxnSpPr/>
            <p:nvPr>
              <p:custDataLst>
                <p:tags r:id="rId47"/>
              </p:custDataLst>
            </p:nvPr>
          </p:nvCxnSpPr>
          <p:spPr bwMode="auto">
            <a:xfrm flipV="1">
              <a:off x="5553" y="4940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57" name="Text Box 36"/>
            <p:cNvSpPr txBox="1">
              <a:spLocks noChangeArrowheads="1"/>
            </p:cNvSpPr>
            <p:nvPr>
              <p:custDataLst>
                <p:tags r:id="rId48"/>
              </p:custDataLst>
            </p:nvPr>
          </p:nvSpPr>
          <p:spPr bwMode="auto">
            <a:xfrm>
              <a:off x="4422" y="4884"/>
              <a:ext cx="340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 font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58" name="椭圆 57"/>
            <p:cNvSpPr/>
            <p:nvPr>
              <p:custDataLst>
                <p:tags r:id="rId49"/>
              </p:custDataLst>
            </p:nvPr>
          </p:nvSpPr>
          <p:spPr>
            <a:xfrm>
              <a:off x="4762" y="4997"/>
              <a:ext cx="113" cy="113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59" name="直接箭头连接符 58"/>
            <p:cNvCxnSpPr/>
            <p:nvPr>
              <p:custDataLst>
                <p:tags r:id="rId50"/>
              </p:custDataLst>
            </p:nvPr>
          </p:nvCxnSpPr>
          <p:spPr bwMode="auto">
            <a:xfrm flipV="1">
              <a:off x="4252" y="5054"/>
              <a:ext cx="17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0" name="直接箭头连接符 59"/>
            <p:cNvCxnSpPr/>
            <p:nvPr>
              <p:custDataLst>
                <p:tags r:id="rId51"/>
              </p:custDataLst>
            </p:nvPr>
          </p:nvCxnSpPr>
          <p:spPr bwMode="auto">
            <a:xfrm flipV="1">
              <a:off x="4876" y="5053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646" name="Text Box 36"/>
            <p:cNvSpPr txBox="1"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5783" y="4762"/>
              <a:ext cx="340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 font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647" name="椭圆 646"/>
            <p:cNvSpPr/>
            <p:nvPr>
              <p:custDataLst>
                <p:tags r:id="rId53"/>
              </p:custDataLst>
            </p:nvPr>
          </p:nvSpPr>
          <p:spPr>
            <a:xfrm>
              <a:off x="6123" y="4876"/>
              <a:ext cx="113" cy="113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648" name="直接箭头连接符 647"/>
            <p:cNvCxnSpPr/>
            <p:nvPr>
              <p:custDataLst>
                <p:tags r:id="rId54"/>
              </p:custDataLst>
            </p:nvPr>
          </p:nvCxnSpPr>
          <p:spPr bwMode="auto">
            <a:xfrm flipV="1">
              <a:off x="6236" y="4932"/>
              <a:ext cx="113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680" name="组合 679"/>
          <p:cNvGrpSpPr/>
          <p:nvPr/>
        </p:nvGrpSpPr>
        <p:grpSpPr>
          <a:xfrm>
            <a:off x="5076056" y="4365104"/>
            <a:ext cx="2628900" cy="502920"/>
            <a:chOff x="2891" y="4139"/>
            <a:chExt cx="4140" cy="792"/>
          </a:xfrm>
        </p:grpSpPr>
        <p:grpSp>
          <p:nvGrpSpPr>
            <p:cNvPr id="621" name="组合 620"/>
            <p:cNvGrpSpPr/>
            <p:nvPr/>
          </p:nvGrpSpPr>
          <p:grpSpPr>
            <a:xfrm>
              <a:off x="2891" y="4139"/>
              <a:ext cx="683" cy="228"/>
              <a:chOff x="9182" y="6235"/>
              <a:chExt cx="683" cy="228"/>
            </a:xfrm>
          </p:grpSpPr>
          <p:cxnSp>
            <p:nvCxnSpPr>
              <p:cNvPr id="599" name="直接连接符 598"/>
              <p:cNvCxnSpPr/>
              <p:nvPr>
                <p:custDataLst>
                  <p:tags r:id="rId37"/>
                </p:custDataLst>
              </p:nvPr>
            </p:nvCxnSpPr>
            <p:spPr bwMode="auto">
              <a:xfrm flipV="1">
                <a:off x="9182" y="6463"/>
                <a:ext cx="113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00" name="直接连接符 599"/>
              <p:cNvCxnSpPr/>
              <p:nvPr>
                <p:custDataLst>
                  <p:tags r:id="rId38"/>
                </p:custDataLst>
              </p:nvPr>
            </p:nvCxnSpPr>
            <p:spPr bwMode="auto">
              <a:xfrm flipV="1">
                <a:off x="9298" y="6235"/>
                <a:ext cx="34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01" name="直接连接符 600"/>
              <p:cNvCxnSpPr/>
              <p:nvPr>
                <p:custDataLst>
                  <p:tags r:id="rId39"/>
                </p:custDataLst>
              </p:nvPr>
            </p:nvCxnSpPr>
            <p:spPr bwMode="auto">
              <a:xfrm flipH="1">
                <a:off x="9298" y="6236"/>
                <a:ext cx="0" cy="227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03" name="直接连接符 602"/>
              <p:cNvCxnSpPr/>
              <p:nvPr>
                <p:custDataLst>
                  <p:tags r:id="rId40"/>
                </p:custDataLst>
              </p:nvPr>
            </p:nvCxnSpPr>
            <p:spPr bwMode="auto">
              <a:xfrm>
                <a:off x="9638" y="6236"/>
                <a:ext cx="0" cy="227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20" name="直接连接符 619"/>
              <p:cNvCxnSpPr/>
              <p:nvPr>
                <p:custDataLst>
                  <p:tags r:id="rId41"/>
                </p:custDataLst>
              </p:nvPr>
            </p:nvCxnSpPr>
            <p:spPr bwMode="auto">
              <a:xfrm flipV="1">
                <a:off x="9638" y="6463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628" name="组合 627"/>
            <p:cNvGrpSpPr/>
            <p:nvPr/>
          </p:nvGrpSpPr>
          <p:grpSpPr>
            <a:xfrm>
              <a:off x="4309" y="4479"/>
              <a:ext cx="567" cy="228"/>
              <a:chOff x="9128" y="6235"/>
              <a:chExt cx="567" cy="228"/>
            </a:xfrm>
          </p:grpSpPr>
          <p:cxnSp>
            <p:nvCxnSpPr>
              <p:cNvPr id="629" name="直接连接符 628"/>
              <p:cNvCxnSpPr/>
              <p:nvPr>
                <p:custDataLst>
                  <p:tags r:id="rId32"/>
                </p:custDataLst>
              </p:nvPr>
            </p:nvCxnSpPr>
            <p:spPr bwMode="auto">
              <a:xfrm flipV="1">
                <a:off x="9128" y="6235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30" name="直接连接符 629"/>
              <p:cNvCxnSpPr/>
              <p:nvPr>
                <p:custDataLst>
                  <p:tags r:id="rId33"/>
                </p:custDataLst>
              </p:nvPr>
            </p:nvCxnSpPr>
            <p:spPr bwMode="auto">
              <a:xfrm flipV="1">
                <a:off x="9354" y="6462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31" name="直接连接符 630"/>
              <p:cNvCxnSpPr/>
              <p:nvPr>
                <p:custDataLst>
                  <p:tags r:id="rId34"/>
                </p:custDataLst>
              </p:nvPr>
            </p:nvCxnSpPr>
            <p:spPr bwMode="auto">
              <a:xfrm flipH="1">
                <a:off x="9354" y="6236"/>
                <a:ext cx="0" cy="227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32" name="直接连接符 631"/>
              <p:cNvCxnSpPr/>
              <p:nvPr>
                <p:custDataLst>
                  <p:tags r:id="rId35"/>
                </p:custDataLst>
              </p:nvPr>
            </p:nvCxnSpPr>
            <p:spPr bwMode="auto">
              <a:xfrm>
                <a:off x="9582" y="6236"/>
                <a:ext cx="0" cy="227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33" name="直接连接符 632"/>
              <p:cNvCxnSpPr/>
              <p:nvPr>
                <p:custDataLst>
                  <p:tags r:id="rId36"/>
                </p:custDataLst>
              </p:nvPr>
            </p:nvCxnSpPr>
            <p:spPr bwMode="auto">
              <a:xfrm flipV="1">
                <a:off x="9582" y="6235"/>
                <a:ext cx="113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634" name="组合 633"/>
            <p:cNvGrpSpPr/>
            <p:nvPr/>
          </p:nvGrpSpPr>
          <p:grpSpPr>
            <a:xfrm>
              <a:off x="5386" y="4309"/>
              <a:ext cx="568" cy="228"/>
              <a:chOff x="9126" y="6235"/>
              <a:chExt cx="568" cy="228"/>
            </a:xfrm>
          </p:grpSpPr>
          <p:cxnSp>
            <p:nvCxnSpPr>
              <p:cNvPr id="635" name="直接连接符 634"/>
              <p:cNvCxnSpPr/>
              <p:nvPr>
                <p:custDataLst>
                  <p:tags r:id="rId27"/>
                </p:custDataLst>
              </p:nvPr>
            </p:nvCxnSpPr>
            <p:spPr bwMode="auto">
              <a:xfrm flipV="1">
                <a:off x="9126" y="6235"/>
                <a:ext cx="113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36" name="直接连接符 635"/>
              <p:cNvCxnSpPr/>
              <p:nvPr>
                <p:custDataLst>
                  <p:tags r:id="rId28"/>
                </p:custDataLst>
              </p:nvPr>
            </p:nvCxnSpPr>
            <p:spPr bwMode="auto">
              <a:xfrm flipV="1">
                <a:off x="9241" y="6462"/>
                <a:ext cx="113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37" name="直接连接符 636"/>
              <p:cNvCxnSpPr/>
              <p:nvPr>
                <p:custDataLst>
                  <p:tags r:id="rId29"/>
                </p:custDataLst>
              </p:nvPr>
            </p:nvCxnSpPr>
            <p:spPr bwMode="auto">
              <a:xfrm flipH="1">
                <a:off x="9241" y="6236"/>
                <a:ext cx="0" cy="227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38" name="直接连接符 637"/>
              <p:cNvCxnSpPr/>
              <p:nvPr>
                <p:custDataLst>
                  <p:tags r:id="rId30"/>
                </p:custDataLst>
              </p:nvPr>
            </p:nvCxnSpPr>
            <p:spPr bwMode="auto">
              <a:xfrm>
                <a:off x="9354" y="6236"/>
                <a:ext cx="0" cy="227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39" name="直接连接符 638"/>
              <p:cNvCxnSpPr/>
              <p:nvPr>
                <p:custDataLst>
                  <p:tags r:id="rId31"/>
                </p:custDataLst>
              </p:nvPr>
            </p:nvCxnSpPr>
            <p:spPr bwMode="auto">
              <a:xfrm flipV="1">
                <a:off x="9354" y="6235"/>
                <a:ext cx="34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679" name="组合 678"/>
            <p:cNvGrpSpPr/>
            <p:nvPr/>
          </p:nvGrpSpPr>
          <p:grpSpPr>
            <a:xfrm>
              <a:off x="2891" y="4309"/>
              <a:ext cx="4137" cy="623"/>
              <a:chOff x="2891" y="4309"/>
              <a:chExt cx="4137" cy="623"/>
            </a:xfrm>
          </p:grpSpPr>
          <p:cxnSp>
            <p:nvCxnSpPr>
              <p:cNvPr id="655" name="直接箭头连接符 654"/>
              <p:cNvCxnSpPr/>
              <p:nvPr>
                <p:custDataLst>
                  <p:tags r:id="rId15"/>
                </p:custDataLst>
              </p:nvPr>
            </p:nvCxnSpPr>
            <p:spPr bwMode="auto">
              <a:xfrm flipV="1">
                <a:off x="2891" y="4422"/>
                <a:ext cx="2041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654" name="直接连接符 653"/>
              <p:cNvCxnSpPr/>
              <p:nvPr>
                <p:custDataLst>
                  <p:tags r:id="rId16"/>
                </p:custDataLst>
              </p:nvPr>
            </p:nvCxnSpPr>
            <p:spPr bwMode="auto">
              <a:xfrm>
                <a:off x="3742" y="4423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  <a:effectLst/>
            </p:spPr>
          </p:cxnSp>
          <p:sp>
            <p:nvSpPr>
              <p:cNvPr id="656" name="Text Box 36"/>
              <p:cNvSpPr txBox="1">
                <a:spLocks noChangeArrowheads="1"/>
              </p:cNvSpPr>
              <p:nvPr>
                <p:custDataLst>
                  <p:tags r:id="rId17"/>
                </p:custDataLst>
              </p:nvPr>
            </p:nvSpPr>
            <p:spPr bwMode="auto">
              <a:xfrm>
                <a:off x="4932" y="4309"/>
                <a:ext cx="340" cy="510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 font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sp>
            <p:nvSpPr>
              <p:cNvPr id="657" name="椭圆 656"/>
              <p:cNvSpPr/>
              <p:nvPr>
                <p:custDataLst>
                  <p:tags r:id="rId18"/>
                </p:custDataLst>
              </p:nvPr>
            </p:nvSpPr>
            <p:spPr>
              <a:xfrm>
                <a:off x="5272" y="4537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658" name="直接箭头连接符 657"/>
              <p:cNvCxnSpPr/>
              <p:nvPr>
                <p:custDataLst>
                  <p:tags r:id="rId19"/>
                </p:custDataLst>
              </p:nvPr>
            </p:nvCxnSpPr>
            <p:spPr bwMode="auto">
              <a:xfrm flipV="1">
                <a:off x="5386" y="4593"/>
                <a:ext cx="56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659" name="Text Box 36"/>
              <p:cNvSpPr txBox="1">
                <a:spLocks noChangeArrowheads="1"/>
              </p:cNvSpPr>
              <p:nvPr>
                <p:custDataLst>
                  <p:tags r:id="rId20"/>
                </p:custDataLst>
              </p:nvPr>
            </p:nvSpPr>
            <p:spPr bwMode="auto">
              <a:xfrm>
                <a:off x="3912" y="4592"/>
                <a:ext cx="340" cy="340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 font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660" name="椭圆 659"/>
              <p:cNvSpPr/>
              <p:nvPr>
                <p:custDataLst>
                  <p:tags r:id="rId21"/>
                </p:custDataLst>
              </p:nvPr>
            </p:nvSpPr>
            <p:spPr>
              <a:xfrm>
                <a:off x="4252" y="4706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661" name="直接箭头连接符 660"/>
              <p:cNvCxnSpPr/>
              <p:nvPr>
                <p:custDataLst>
                  <p:tags r:id="rId22"/>
                </p:custDataLst>
              </p:nvPr>
            </p:nvCxnSpPr>
            <p:spPr bwMode="auto">
              <a:xfrm flipV="1">
                <a:off x="3742" y="4762"/>
                <a:ext cx="17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662" name="直接箭头连接符 661"/>
              <p:cNvCxnSpPr/>
              <p:nvPr>
                <p:custDataLst>
                  <p:tags r:id="rId23"/>
                </p:custDataLst>
              </p:nvPr>
            </p:nvCxnSpPr>
            <p:spPr bwMode="auto">
              <a:xfrm flipV="1">
                <a:off x="4366" y="4762"/>
                <a:ext cx="56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663" name="Text Box 36"/>
              <p:cNvSpPr txBox="1">
                <a:spLocks noChangeArrowheads="1"/>
              </p:cNvSpPr>
              <p:nvPr>
                <p:custDataLst>
                  <p:tags r:id="rId24"/>
                </p:custDataLst>
              </p:nvPr>
            </p:nvSpPr>
            <p:spPr bwMode="auto">
              <a:xfrm>
                <a:off x="5951" y="4422"/>
                <a:ext cx="340" cy="340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 font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664" name="椭圆 663"/>
              <p:cNvSpPr/>
              <p:nvPr>
                <p:custDataLst>
                  <p:tags r:id="rId25"/>
                </p:custDataLst>
              </p:nvPr>
            </p:nvSpPr>
            <p:spPr>
              <a:xfrm>
                <a:off x="6291" y="4535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665" name="直接箭头连接符 664"/>
              <p:cNvCxnSpPr/>
              <p:nvPr>
                <p:custDataLst>
                  <p:tags r:id="rId26"/>
                </p:custDataLst>
              </p:nvPr>
            </p:nvCxnSpPr>
            <p:spPr bwMode="auto">
              <a:xfrm flipV="1">
                <a:off x="6404" y="4592"/>
                <a:ext cx="62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</p:grpSp>
        <p:grpSp>
          <p:nvGrpSpPr>
            <p:cNvPr id="667" name="组合 666"/>
            <p:cNvGrpSpPr/>
            <p:nvPr/>
          </p:nvGrpSpPr>
          <p:grpSpPr>
            <a:xfrm>
              <a:off x="4309" y="4139"/>
              <a:ext cx="567" cy="228"/>
              <a:chOff x="9182" y="6235"/>
              <a:chExt cx="567" cy="228"/>
            </a:xfrm>
          </p:grpSpPr>
          <p:cxnSp>
            <p:nvCxnSpPr>
              <p:cNvPr id="668" name="直接连接符 667"/>
              <p:cNvCxnSpPr/>
              <p:nvPr>
                <p:custDataLst>
                  <p:tags r:id="rId10"/>
                </p:custDataLst>
              </p:nvPr>
            </p:nvCxnSpPr>
            <p:spPr bwMode="auto">
              <a:xfrm flipV="1">
                <a:off x="9182" y="6463"/>
                <a:ext cx="113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69" name="直接连接符 668"/>
              <p:cNvCxnSpPr/>
              <p:nvPr>
                <p:custDataLst>
                  <p:tags r:id="rId11"/>
                </p:custDataLst>
              </p:nvPr>
            </p:nvCxnSpPr>
            <p:spPr bwMode="auto">
              <a:xfrm flipV="1">
                <a:off x="9298" y="6235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70" name="直接连接符 669"/>
              <p:cNvCxnSpPr/>
              <p:nvPr>
                <p:custDataLst>
                  <p:tags r:id="rId12"/>
                </p:custDataLst>
              </p:nvPr>
            </p:nvCxnSpPr>
            <p:spPr bwMode="auto">
              <a:xfrm flipH="1">
                <a:off x="9298" y="6236"/>
                <a:ext cx="0" cy="227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71" name="直接连接符 670"/>
              <p:cNvCxnSpPr/>
              <p:nvPr>
                <p:custDataLst>
                  <p:tags r:id="rId13"/>
                </p:custDataLst>
              </p:nvPr>
            </p:nvCxnSpPr>
            <p:spPr bwMode="auto">
              <a:xfrm>
                <a:off x="9522" y="6236"/>
                <a:ext cx="0" cy="227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72" name="直接连接符 671"/>
              <p:cNvCxnSpPr/>
              <p:nvPr>
                <p:custDataLst>
                  <p:tags r:id="rId14"/>
                </p:custDataLst>
              </p:nvPr>
            </p:nvCxnSpPr>
            <p:spPr bwMode="auto">
              <a:xfrm flipV="1">
                <a:off x="9522" y="6463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673" name="组合 672"/>
            <p:cNvGrpSpPr/>
            <p:nvPr/>
          </p:nvGrpSpPr>
          <p:grpSpPr>
            <a:xfrm>
              <a:off x="6463" y="4309"/>
              <a:ext cx="568" cy="228"/>
              <a:chOff x="9126" y="6235"/>
              <a:chExt cx="568" cy="228"/>
            </a:xfrm>
          </p:grpSpPr>
          <p:cxnSp>
            <p:nvCxnSpPr>
              <p:cNvPr id="674" name="直接连接符 673"/>
              <p:cNvCxnSpPr/>
              <p:nvPr>
                <p:custDataLst>
                  <p:tags r:id="rId5"/>
                </p:custDataLst>
              </p:nvPr>
            </p:nvCxnSpPr>
            <p:spPr bwMode="auto">
              <a:xfrm flipV="1">
                <a:off x="9126" y="6462"/>
                <a:ext cx="113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75" name="直接连接符 674"/>
              <p:cNvCxnSpPr/>
              <p:nvPr>
                <p:custDataLst>
                  <p:tags r:id="rId6"/>
                </p:custDataLst>
              </p:nvPr>
            </p:nvCxnSpPr>
            <p:spPr bwMode="auto">
              <a:xfrm flipV="1">
                <a:off x="9241" y="6235"/>
                <a:ext cx="113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76" name="直接连接符 675"/>
              <p:cNvCxnSpPr/>
              <p:nvPr>
                <p:custDataLst>
                  <p:tags r:id="rId7"/>
                </p:custDataLst>
              </p:nvPr>
            </p:nvCxnSpPr>
            <p:spPr bwMode="auto">
              <a:xfrm flipH="1">
                <a:off x="9241" y="6236"/>
                <a:ext cx="0" cy="227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77" name="直接连接符 676"/>
              <p:cNvCxnSpPr/>
              <p:nvPr>
                <p:custDataLst>
                  <p:tags r:id="rId8"/>
                </p:custDataLst>
              </p:nvPr>
            </p:nvCxnSpPr>
            <p:spPr bwMode="auto">
              <a:xfrm>
                <a:off x="9354" y="6236"/>
                <a:ext cx="0" cy="227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78" name="直接连接符 677"/>
              <p:cNvCxnSpPr/>
              <p:nvPr>
                <p:custDataLst>
                  <p:tags r:id="rId9"/>
                </p:custDataLst>
              </p:nvPr>
            </p:nvCxnSpPr>
            <p:spPr bwMode="auto">
              <a:xfrm flipV="1">
                <a:off x="9354" y="6462"/>
                <a:ext cx="34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  <p:sp>
        <p:nvSpPr>
          <p:cNvPr id="113" name="Text Box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824496" y="4941168"/>
            <a:ext cx="4212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195" tIns="10795" rIns="36195" bIns="10795" anchor="ctr" anchorCtr="0">
            <a:noAutofit/>
          </a:bodyPr>
          <a:lstStyle/>
          <a:p>
            <a:pPr marL="443865" indent="-443865">
              <a:lnSpc>
                <a:spcPct val="90000"/>
              </a:lnSpc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思考：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与非门前的</a:t>
            </a:r>
            <a:r>
              <a:rPr lang="zh-CN" altLang="en-US" sz="18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非门延迟太小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怎么办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？</a:t>
            </a:r>
          </a:p>
        </p:txBody>
      </p:sp>
      <p:sp>
        <p:nvSpPr>
          <p:cNvPr id="9" name="AutoShape 62">
            <a:hlinkClick r:id="rId180" action="ppaction://hlinksldjump"/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 rot="5400000">
            <a:off x="2916000" y="6534764"/>
            <a:ext cx="287337" cy="269886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  <a:scene3d>
            <a:camera prst="orthographicFront">
              <a:rot lat="0" lon="0" rev="10800000"/>
            </a:camera>
            <a:lightRig rig="threePt" dir="t"/>
          </a:scene3d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7</a:t>
            </a:r>
          </a:p>
        </p:txBody>
      </p:sp>
      <p:sp>
        <p:nvSpPr>
          <p:cNvPr id="195" name="Text Box 6">
            <a:extLst>
              <a:ext uri="{FF2B5EF4-FFF2-40B4-BE49-F238E27FC236}">
                <a16:creationId xmlns:a16="http://schemas.microsoft.com/office/drawing/2014/main" id="{AB1C3DA3-3A3E-4AD0-B050-689D619B041B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79070" y="5733256"/>
            <a:ext cx="8785860" cy="76944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anchor="t" anchorCtr="0">
            <a:spAutoFit/>
          </a:bodyPr>
          <a:lstStyle/>
          <a:p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※</a:t>
            </a:r>
            <a:r>
              <a:rPr lang="zh-CN" sz="22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本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节</a:t>
            </a:r>
            <a:r>
              <a:rPr lang="zh-CN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小结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锁存器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&amp;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触发器均为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基本存储元件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功能可扩展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多种实例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])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       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采用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不同触发方式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使用时有一定要求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" presetClass="entr" presetSubtype="1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" presetClass="entr" presetSubtype="1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43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437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437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2437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" grpId="0" bldLvl="0" animBg="1"/>
      <p:bldP spid="19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10</a:t>
            </a:fld>
            <a:endParaRPr lang="en-US" altLang="zh-CN"/>
          </a:p>
        </p:txBody>
      </p:sp>
      <p:sp>
        <p:nvSpPr>
          <p:cNvPr id="498" name="Text Box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76808" y="260648"/>
            <a:ext cx="746760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/>
            <a:r>
              <a:rPr lang="en-US" altLang="zh-CN" sz="2800" b="1" dirty="0">
                <a:latin typeface="宋体" panose="02010600030101010101" pitchFamily="2" charset="-122"/>
              </a:rPr>
              <a:t>§4.3 </a:t>
            </a:r>
            <a:r>
              <a:rPr lang="zh-CN" altLang="en-US" sz="2800" b="1" dirty="0">
                <a:latin typeface="宋体" panose="02010600030101010101" pitchFamily="2" charset="-122"/>
              </a:rPr>
              <a:t>同步时序逻辑设计</a:t>
            </a:r>
          </a:p>
        </p:txBody>
      </p:sp>
      <p:sp>
        <p:nvSpPr>
          <p:cNvPr id="499" name="Text Box 27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9512" y="764704"/>
            <a:ext cx="8785225" cy="4756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 ※</a:t>
            </a: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主要内容：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设计步骤，状态图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表设计，</a:t>
            </a:r>
            <a:r>
              <a:rPr lang="zh-CN" sz="2000" b="1" dirty="0">
                <a:latin typeface="宋体" panose="02010600030101010101" pitchFamily="2" charset="-122"/>
                <a:sym typeface="+mn-ea"/>
              </a:rPr>
              <a:t>状态化简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&amp;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编码，</a:t>
            </a:r>
            <a:r>
              <a:rPr lang="zh-CN" sz="2000" b="1" dirty="0">
                <a:latin typeface="宋体" panose="02010600030101010101" pitchFamily="2" charset="-122"/>
                <a:sym typeface="+mn-ea"/>
              </a:rPr>
              <a:t>电路设计与分析</a:t>
            </a:r>
            <a:endParaRPr lang="zh-CN" sz="2000" b="1" dirty="0">
              <a:latin typeface="宋体" panose="02010600030101010101" pitchFamily="2" charset="-122"/>
            </a:endParaRPr>
          </a:p>
        </p:txBody>
      </p:sp>
      <p:sp>
        <p:nvSpPr>
          <p:cNvPr id="681" name="Text Box 7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79070" y="1196752"/>
            <a:ext cx="5334000" cy="239148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时序</a:t>
            </a:r>
            <a:r>
              <a:rPr lang="zh-CN" sz="2200" b="1" dirty="0">
                <a:solidFill>
                  <a:srgbClr val="C00000"/>
                </a:solidFill>
                <a:latin typeface="+mn-ea"/>
                <a:ea typeface="+mn-ea"/>
                <a:sym typeface="+mn-ea"/>
              </a:rPr>
              <a:t>逻辑电路回顾：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结构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 marL="0" indent="0" eaLnBrk="1" latinLnBrk="0" hangingPunct="1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分类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功能描述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2100"/>
              </a:spcBef>
              <a:spcAft>
                <a:spcPts val="0"/>
              </a:spcAft>
            </a:pP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                (</a:t>
            </a:r>
            <a:r>
              <a:rPr lang="zh-CN" altLang="en-US" sz="1800" b="1" u="sng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同步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时序逻辑中</a:t>
            </a:r>
            <a:r>
              <a:rPr lang="en-US" altLang="zh-CN" sz="18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Q</a:t>
            </a:r>
            <a:r>
              <a:rPr lang="en-US" altLang="zh-CN" sz="1800" b="1" baseline="30000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*</a:t>
            </a:r>
            <a:r>
              <a:rPr lang="en-US" altLang="zh-CN" sz="18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=Y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8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243719" name="Text Box 7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626235" y="2057812"/>
            <a:ext cx="7338695" cy="149271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同步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时序逻辑、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异步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时序逻辑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 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←Q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各位同时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分时改变</a:t>
            </a:r>
            <a:endParaRPr lang="zh-CN" altLang="en-US" sz="2200" b="1" spc="-5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功能表、时序图、状态图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表、特征方程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sz="1600" b="1" dirty="0">
                <a:latin typeface="宋体" panose="02010600030101010101" pitchFamily="2" charset="-122"/>
                <a:sym typeface="+mn-ea"/>
              </a:rPr>
              <a:t>可相互转换</a:t>
            </a:r>
            <a:endParaRPr lang="zh-CN" altLang="en-US" sz="22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                    </a:t>
            </a:r>
            <a:r>
              <a:rPr lang="zh-CN" sz="18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输出函数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Z=F1(X,Q)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→</a:t>
            </a:r>
            <a:r>
              <a:rPr lang="zh-CN" altLang="en-US" sz="1800" dirty="0">
                <a:latin typeface="宋体" panose="02010600030101010101" pitchFamily="2" charset="-122"/>
                <a:sym typeface="+mn-ea"/>
              </a:rPr>
              <a:t>┼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u="sng" dirty="0">
                <a:latin typeface="宋体" panose="02010600030101010101" pitchFamily="2" charset="-122"/>
                <a:sym typeface="+mn-ea"/>
              </a:rPr>
              <a:t>激励函数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Y=F2(X,Q)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                                       </a:t>
            </a:r>
            <a:r>
              <a:rPr lang="en-US" altLang="zh-CN" sz="18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状态函数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Q</a:t>
            </a:r>
            <a:r>
              <a:rPr lang="en-US" altLang="zh-CN" sz="1800" b="1" baseline="30000" dirty="0">
                <a:latin typeface="宋体" panose="02010600030101010101" pitchFamily="2" charset="-122"/>
                <a:sym typeface="+mn-ea"/>
              </a:rPr>
              <a:t>*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=F3(Y,Q)</a:t>
            </a:r>
            <a:endParaRPr lang="en-US" altLang="zh-CN" sz="1800" b="1" spc="-5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730" name="组合 729"/>
          <p:cNvGrpSpPr/>
          <p:nvPr/>
        </p:nvGrpSpPr>
        <p:grpSpPr>
          <a:xfrm>
            <a:off x="3199345" y="1378362"/>
            <a:ext cx="5723890" cy="683895"/>
            <a:chOff x="2213" y="3005"/>
            <a:chExt cx="9014" cy="1077"/>
          </a:xfrm>
        </p:grpSpPr>
        <p:sp>
          <p:nvSpPr>
            <p:cNvPr id="731" name="Text Box 36"/>
            <p:cNvSpPr txBox="1">
              <a:spLocks noChangeArrowheads="1"/>
            </p:cNvSpPr>
            <p:nvPr>
              <p:custDataLst>
                <p:tags r:id="rId94"/>
              </p:custDataLst>
            </p:nvPr>
          </p:nvSpPr>
          <p:spPr bwMode="auto">
            <a:xfrm>
              <a:off x="3288" y="3005"/>
              <a:ext cx="6803" cy="1077"/>
            </a:xfrm>
            <a:prstGeom prst="rect">
              <a:avLst/>
            </a:prstGeom>
            <a:solidFill>
              <a:srgbClr val="FFCC99"/>
            </a:solidFill>
            <a:ln w="1905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732" name="Text Box 191"/>
            <p:cNvSpPr txBox="1">
              <a:spLocks noChangeArrowheads="1"/>
            </p:cNvSpPr>
            <p:nvPr>
              <p:custDataLst>
                <p:tags r:id="rId95"/>
              </p:custDataLst>
            </p:nvPr>
          </p:nvSpPr>
          <p:spPr bwMode="auto">
            <a:xfrm>
              <a:off x="2213" y="3061"/>
              <a:ext cx="90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输入</a:t>
              </a: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X</a:t>
              </a:r>
            </a:p>
          </p:txBody>
        </p:sp>
        <p:sp>
          <p:nvSpPr>
            <p:cNvPr id="733" name="Text Box 36"/>
            <p:cNvSpPr txBox="1">
              <a:spLocks noChangeArrowheads="1"/>
            </p:cNvSpPr>
            <p:nvPr>
              <p:custDataLst>
                <p:tags r:id="rId96"/>
              </p:custDataLst>
            </p:nvPr>
          </p:nvSpPr>
          <p:spPr bwMode="auto">
            <a:xfrm>
              <a:off x="5102" y="3402"/>
              <a:ext cx="1474" cy="45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存储电路</a:t>
              </a:r>
            </a:p>
          </p:txBody>
        </p:sp>
        <p:sp>
          <p:nvSpPr>
            <p:cNvPr id="734" name="Text Box 36"/>
            <p:cNvSpPr txBox="1">
              <a:spLocks noChangeArrowheads="1"/>
            </p:cNvSpPr>
            <p:nvPr>
              <p:custDataLst>
                <p:tags r:id="rId97"/>
              </p:custDataLst>
            </p:nvPr>
          </p:nvSpPr>
          <p:spPr bwMode="auto">
            <a:xfrm>
              <a:off x="8277" y="3118"/>
              <a:ext cx="1474" cy="73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10795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组合逻辑</a:t>
              </a:r>
            </a:p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电路</a:t>
              </a:r>
            </a:p>
          </p:txBody>
        </p:sp>
        <p:cxnSp>
          <p:nvCxnSpPr>
            <p:cNvPr id="735" name="直接箭头连接符 734"/>
            <p:cNvCxnSpPr/>
            <p:nvPr>
              <p:custDataLst>
                <p:tags r:id="rId98"/>
              </p:custDataLst>
            </p:nvPr>
          </p:nvCxnSpPr>
          <p:spPr bwMode="auto">
            <a:xfrm flipV="1">
              <a:off x="6576" y="3685"/>
              <a:ext cx="1701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36" name="直接箭头连接符 735"/>
            <p:cNvCxnSpPr/>
            <p:nvPr>
              <p:custDataLst>
                <p:tags r:id="rId99"/>
              </p:custDataLst>
            </p:nvPr>
          </p:nvCxnSpPr>
          <p:spPr bwMode="auto">
            <a:xfrm flipV="1">
              <a:off x="3120" y="3231"/>
              <a:ext cx="5159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37" name="直接箭头连接符 736"/>
            <p:cNvCxnSpPr/>
            <p:nvPr>
              <p:custDataLst>
                <p:tags r:id="rId100"/>
              </p:custDataLst>
            </p:nvPr>
          </p:nvCxnSpPr>
          <p:spPr bwMode="auto">
            <a:xfrm flipV="1">
              <a:off x="9751" y="3685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738" name="直接箭头连接符 737"/>
            <p:cNvCxnSpPr/>
            <p:nvPr>
              <p:custDataLst>
                <p:tags r:id="rId101"/>
              </p:custDataLst>
            </p:nvPr>
          </p:nvCxnSpPr>
          <p:spPr bwMode="auto">
            <a:xfrm flipH="1">
              <a:off x="3401" y="3685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739" name="直接箭头连接符 738"/>
            <p:cNvCxnSpPr/>
            <p:nvPr>
              <p:custDataLst>
                <p:tags r:id="rId102"/>
              </p:custDataLst>
            </p:nvPr>
          </p:nvCxnSpPr>
          <p:spPr bwMode="auto">
            <a:xfrm flipH="1" flipV="1">
              <a:off x="3402" y="3969"/>
              <a:ext cx="6576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740" name="Text Box 191"/>
            <p:cNvSpPr txBox="1">
              <a:spLocks noChangeArrowheads="1"/>
            </p:cNvSpPr>
            <p:nvPr>
              <p:custDataLst>
                <p:tags r:id="rId103"/>
              </p:custDataLst>
            </p:nvPr>
          </p:nvSpPr>
          <p:spPr bwMode="auto">
            <a:xfrm>
              <a:off x="6633" y="3345"/>
              <a:ext cx="1531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vert="horz"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当前状态</a:t>
              </a: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Q</a:t>
              </a:r>
            </a:p>
          </p:txBody>
        </p:sp>
        <p:cxnSp>
          <p:nvCxnSpPr>
            <p:cNvPr id="741" name="直接箭头连接符 740"/>
            <p:cNvCxnSpPr/>
            <p:nvPr>
              <p:custDataLst>
                <p:tags r:id="rId104"/>
              </p:custDataLst>
            </p:nvPr>
          </p:nvCxnSpPr>
          <p:spPr bwMode="auto">
            <a:xfrm flipV="1">
              <a:off x="3402" y="3685"/>
              <a:ext cx="1701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42" name="直接箭头连接符 741"/>
            <p:cNvCxnSpPr/>
            <p:nvPr>
              <p:custDataLst>
                <p:tags r:id="rId105"/>
              </p:custDataLst>
            </p:nvPr>
          </p:nvCxnSpPr>
          <p:spPr bwMode="auto">
            <a:xfrm>
              <a:off x="9978" y="3685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743" name="直接箭头连接符 742"/>
            <p:cNvCxnSpPr/>
            <p:nvPr>
              <p:custDataLst>
                <p:tags r:id="rId106"/>
              </p:custDataLst>
            </p:nvPr>
          </p:nvCxnSpPr>
          <p:spPr bwMode="auto">
            <a:xfrm flipV="1">
              <a:off x="9751" y="3231"/>
              <a:ext cx="56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744" name="Text Box 191"/>
            <p:cNvSpPr txBox="1">
              <a:spLocks noChangeArrowheads="1"/>
            </p:cNvSpPr>
            <p:nvPr>
              <p:custDataLst>
                <p:tags r:id="rId107"/>
              </p:custDataLst>
            </p:nvPr>
          </p:nvSpPr>
          <p:spPr bwMode="auto">
            <a:xfrm>
              <a:off x="10320" y="3061"/>
              <a:ext cx="90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输出</a:t>
              </a: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Z</a:t>
              </a:r>
            </a:p>
          </p:txBody>
        </p:sp>
        <p:sp>
          <p:nvSpPr>
            <p:cNvPr id="745" name="Text Box 191"/>
            <p:cNvSpPr txBox="1">
              <a:spLocks noChangeArrowheads="1"/>
            </p:cNvSpPr>
            <p:nvPr>
              <p:custDataLst>
                <p:tags r:id="rId108"/>
              </p:custDataLst>
            </p:nvPr>
          </p:nvSpPr>
          <p:spPr bwMode="auto">
            <a:xfrm>
              <a:off x="3458" y="3345"/>
              <a:ext cx="1531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vert="horz"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次态激励</a:t>
              </a: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Y</a:t>
              </a:r>
            </a:p>
          </p:txBody>
        </p:sp>
      </p:grpSp>
      <p:sp>
        <p:nvSpPr>
          <p:cNvPr id="746" name="Text Box 6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81355" y="3573016"/>
            <a:ext cx="7762875" cy="19630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anchor="t" anchorCtr="0">
            <a:spAutoFit/>
          </a:bodyPr>
          <a:lstStyle/>
          <a:p>
            <a:pPr marL="629285" indent="-62928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例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：</a:t>
            </a:r>
            <a:r>
              <a:rPr lang="zh-CN" sz="2000" b="1" dirty="0">
                <a:latin typeface="宋体" panose="02010600030101010101" pitchFamily="2" charset="-122"/>
                <a:sym typeface="+mn-ea"/>
              </a:rPr>
              <a:t>写出</a:t>
            </a:r>
            <a:r>
              <a:rPr lang="zh-CN" sz="20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下图电路的特征方程，画出状态图、状态转移表</a:t>
            </a: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 </a:t>
            </a:r>
            <a:r>
              <a:rPr lang="zh-CN" altLang="en-US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输出方程：</a:t>
            </a:r>
            <a:endParaRPr lang="zh-CN" altLang="en-US" sz="2000" b="1" dirty="0">
              <a:solidFill>
                <a:srgbClr val="0070C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</a:t>
            </a:r>
            <a:r>
              <a:rPr lang="en-US" altLang="zh-CN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状态方程：</a:t>
            </a:r>
            <a:endParaRPr lang="en-US" altLang="zh-CN" sz="2000" b="1" dirty="0">
              <a:solidFill>
                <a:srgbClr val="7030A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 </a:t>
            </a:r>
            <a:r>
              <a:rPr lang="zh-CN" altLang="en-US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状态图：</a:t>
            </a:r>
            <a:endParaRPr lang="en-US" altLang="zh-CN" sz="2000" b="1" dirty="0">
              <a:solidFill>
                <a:srgbClr val="7030A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 </a:t>
            </a:r>
            <a:r>
              <a:rPr lang="zh-CN" altLang="en-US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状态转移表：</a:t>
            </a:r>
          </a:p>
        </p:txBody>
      </p:sp>
      <p:graphicFrame>
        <p:nvGraphicFramePr>
          <p:cNvPr id="868" name="表格 867"/>
          <p:cNvGraphicFramePr/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616847001"/>
              </p:ext>
            </p:extLst>
          </p:nvPr>
        </p:nvGraphicFramePr>
        <p:xfrm>
          <a:off x="6264850" y="5660914"/>
          <a:ext cx="2627630" cy="7785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8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92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18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7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indent="0" algn="r" fontAlgn="auto">
                        <a:lnSpc>
                          <a:spcPct val="70000"/>
                        </a:lnSpc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</a:t>
                      </a:r>
                      <a:r>
                        <a:rPr lang="en-US" altLang="zh-CN" sz="1600" baseline="-25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</a:t>
                      </a:r>
                      <a:r>
                        <a:rPr lang="en-US" altLang="zh-CN" sz="1600" baseline="-25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lang="en-US" altLang="zh-CN" sz="16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l" fontAlgn="auto">
                        <a:lnSpc>
                          <a:spcPct val="50000"/>
                        </a:lnSpc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A</a:t>
                      </a:r>
                      <a:endParaRPr lang="en-US" altLang="zh-CN" sz="1600" baseline="-250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>
                      <a:solidFill>
                        <a:schemeClr val="tx1"/>
                      </a:solidFill>
                      <a:prstDash val="soli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</a:t>
                      </a:r>
                    </a:p>
                  </a:txBody>
                  <a:tcPr marL="36195" marR="36195" marT="10795" marB="10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</a:t>
                      </a:r>
                    </a:p>
                  </a:txBody>
                  <a:tcPr marL="36195" marR="36195" marT="10795" marB="10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</a:p>
                  </a:txBody>
                  <a:tcPr marL="36195" marR="36195" marT="10795" marB="10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marL="36195" marR="36195" marT="10795" marB="10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66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6195" marR="36195" marT="10795" marB="10795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00/0</a:t>
                      </a:r>
                    </a:p>
                  </a:txBody>
                  <a:tcPr marL="36195" marR="36195" marT="10795" marB="1079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00/1</a:t>
                      </a:r>
                    </a:p>
                  </a:txBody>
                  <a:tcPr marL="36195" marR="36195" marT="10795" marB="107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00/1</a:t>
                      </a:r>
                    </a:p>
                  </a:txBody>
                  <a:tcPr marL="36195" marR="36195" marT="10795" marB="107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00/1</a:t>
                      </a:r>
                    </a:p>
                  </a:txBody>
                  <a:tcPr marL="36195" marR="36195" marT="10795" marB="107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66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195" marT="10795" marB="10795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10/0</a:t>
                      </a:r>
                    </a:p>
                  </a:txBody>
                  <a:tcPr marL="36195" marR="36195" marT="10795" marB="1079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01/0</a:t>
                      </a:r>
                    </a:p>
                  </a:txBody>
                  <a:tcPr marL="36195" marR="36195" marT="10795" marB="107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01/0</a:t>
                      </a:r>
                    </a:p>
                  </a:txBody>
                  <a:tcPr marL="36195" marR="36195" marT="10795" marB="107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11/0</a:t>
                      </a:r>
                    </a:p>
                  </a:txBody>
                  <a:tcPr marL="36195" marR="36195" marT="10795" marB="107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869" name="组合 868"/>
          <p:cNvGrpSpPr/>
          <p:nvPr/>
        </p:nvGrpSpPr>
        <p:grpSpPr>
          <a:xfrm>
            <a:off x="3456156" y="5517232"/>
            <a:ext cx="2700020" cy="1007745"/>
            <a:chOff x="7938" y="6407"/>
            <a:chExt cx="4252" cy="1587"/>
          </a:xfrm>
        </p:grpSpPr>
        <p:sp>
          <p:nvSpPr>
            <p:cNvPr id="870" name="椭圆 869"/>
            <p:cNvSpPr/>
            <p:nvPr>
              <p:custDataLst>
                <p:tags r:id="rId74"/>
              </p:custDataLst>
            </p:nvPr>
          </p:nvSpPr>
          <p:spPr>
            <a:xfrm>
              <a:off x="8901" y="6517"/>
              <a:ext cx="510" cy="454"/>
            </a:xfrm>
            <a:prstGeom prst="ellipse">
              <a:avLst/>
            </a:prstGeom>
            <a:solidFill>
              <a:srgbClr val="CCECFF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0" tIns="0" rIns="0" bIns="0" numCol="1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</a:rPr>
                <a:t>00</a:t>
              </a:r>
            </a:p>
          </p:txBody>
        </p:sp>
        <p:sp>
          <p:nvSpPr>
            <p:cNvPr id="871" name="椭圆 870"/>
            <p:cNvSpPr/>
            <p:nvPr>
              <p:custDataLst>
                <p:tags r:id="rId75"/>
              </p:custDataLst>
            </p:nvPr>
          </p:nvSpPr>
          <p:spPr>
            <a:xfrm>
              <a:off x="8901" y="7540"/>
              <a:ext cx="510" cy="454"/>
            </a:xfrm>
            <a:prstGeom prst="ellipse">
              <a:avLst/>
            </a:prstGeom>
            <a:solidFill>
              <a:srgbClr val="CCECFF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0" tIns="0" rIns="0" bIns="0" numCol="1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</a:rPr>
                <a:t>10</a:t>
              </a:r>
            </a:p>
          </p:txBody>
        </p:sp>
        <p:cxnSp>
          <p:nvCxnSpPr>
            <p:cNvPr id="872" name="直接箭头连接符 871"/>
            <p:cNvCxnSpPr/>
            <p:nvPr>
              <p:custDataLst>
                <p:tags r:id="rId76"/>
              </p:custDataLst>
            </p:nvPr>
          </p:nvCxnSpPr>
          <p:spPr bwMode="auto">
            <a:xfrm flipH="1">
              <a:off x="9412" y="6747"/>
              <a:ext cx="1304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873" name="Text Box 191"/>
            <p:cNvSpPr txBox="1">
              <a:spLocks noChangeArrowheads="1"/>
            </p:cNvSpPr>
            <p:nvPr>
              <p:custDataLst>
                <p:tags r:id="rId77"/>
              </p:custDataLst>
            </p:nvPr>
          </p:nvSpPr>
          <p:spPr bwMode="auto">
            <a:xfrm>
              <a:off x="9752" y="6407"/>
              <a:ext cx="62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0/</a:t>
              </a:r>
              <a:r>
                <a:rPr lang="en-US" altLang="zh-CN" sz="16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cxnSp>
          <p:nvCxnSpPr>
            <p:cNvPr id="874" name="直接箭头连接符 873"/>
            <p:cNvCxnSpPr/>
            <p:nvPr>
              <p:custDataLst>
                <p:tags r:id="rId78"/>
              </p:custDataLst>
            </p:nvPr>
          </p:nvCxnSpPr>
          <p:spPr bwMode="auto">
            <a:xfrm flipV="1">
              <a:off x="9185" y="6971"/>
              <a:ext cx="0" cy="567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75" name="直接箭头连接符 874"/>
            <p:cNvCxnSpPr/>
            <p:nvPr>
              <p:custDataLst>
                <p:tags r:id="rId79"/>
              </p:custDataLst>
            </p:nvPr>
          </p:nvCxnSpPr>
          <p:spPr bwMode="auto">
            <a:xfrm>
              <a:off x="9412" y="7767"/>
              <a:ext cx="1304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876" name="任意多边形 875"/>
            <p:cNvSpPr/>
            <p:nvPr>
              <p:custDataLst>
                <p:tags r:id="rId80"/>
              </p:custDataLst>
            </p:nvPr>
          </p:nvSpPr>
          <p:spPr>
            <a:xfrm>
              <a:off x="8561" y="6518"/>
              <a:ext cx="397" cy="397"/>
            </a:xfrm>
            <a:custGeom>
              <a:avLst/>
              <a:gdLst>
                <a:gd name="connisteX0" fmla="*/ 291130 w 291130"/>
                <a:gd name="connsiteY0" fmla="*/ 76506 h 279796"/>
                <a:gd name="connisteX1" fmla="*/ 147620 w 291130"/>
                <a:gd name="connsiteY1" fmla="*/ 306 h 279796"/>
                <a:gd name="connisteX2" fmla="*/ 20620 w 291130"/>
                <a:gd name="connsiteY2" fmla="*/ 59361 h 279796"/>
                <a:gd name="connisteX3" fmla="*/ 16175 w 291130"/>
                <a:gd name="connsiteY3" fmla="*/ 203506 h 279796"/>
                <a:gd name="connisteX4" fmla="*/ 134920 w 291130"/>
                <a:gd name="connsiteY4" fmla="*/ 279706 h 279796"/>
                <a:gd name="connisteX5" fmla="*/ 261920 w 291130"/>
                <a:gd name="connsiteY5" fmla="*/ 216206 h 279796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</a:cxnLst>
              <a:rect l="l" t="t" r="r" b="b"/>
              <a:pathLst>
                <a:path w="291131" h="279797">
                  <a:moveTo>
                    <a:pt x="291131" y="76507"/>
                  </a:moveTo>
                  <a:cubicBezTo>
                    <a:pt x="265096" y="59997"/>
                    <a:pt x="201596" y="3482"/>
                    <a:pt x="147621" y="307"/>
                  </a:cubicBezTo>
                  <a:cubicBezTo>
                    <a:pt x="93646" y="-2868"/>
                    <a:pt x="46656" y="18722"/>
                    <a:pt x="20621" y="59362"/>
                  </a:cubicBezTo>
                  <a:cubicBezTo>
                    <a:pt x="-5414" y="100002"/>
                    <a:pt x="-6684" y="159692"/>
                    <a:pt x="16176" y="203507"/>
                  </a:cubicBezTo>
                  <a:cubicBezTo>
                    <a:pt x="39036" y="247322"/>
                    <a:pt x="86026" y="277167"/>
                    <a:pt x="134921" y="279707"/>
                  </a:cubicBezTo>
                  <a:cubicBezTo>
                    <a:pt x="183816" y="282247"/>
                    <a:pt x="239061" y="230177"/>
                    <a:pt x="261921" y="216207"/>
                  </a:cubicBezTo>
                </a:path>
              </a:pathLst>
            </a:cu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77" name="Text Box 191"/>
            <p:cNvSpPr txBox="1">
              <a:spLocks noChangeArrowheads="1"/>
            </p:cNvSpPr>
            <p:nvPr>
              <p:custDataLst>
                <p:tags r:id="rId81"/>
              </p:custDataLst>
            </p:nvPr>
          </p:nvSpPr>
          <p:spPr bwMode="auto">
            <a:xfrm>
              <a:off x="9752" y="7427"/>
              <a:ext cx="56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1/</a:t>
              </a:r>
              <a:r>
                <a:rPr lang="en-US" altLang="zh-CN" sz="16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878" name="椭圆 877"/>
            <p:cNvSpPr/>
            <p:nvPr>
              <p:custDataLst>
                <p:tags r:id="rId82"/>
              </p:custDataLst>
            </p:nvPr>
          </p:nvSpPr>
          <p:spPr>
            <a:xfrm>
              <a:off x="10716" y="6517"/>
              <a:ext cx="510" cy="454"/>
            </a:xfrm>
            <a:prstGeom prst="ellipse">
              <a:avLst/>
            </a:prstGeom>
            <a:solidFill>
              <a:srgbClr val="CCECFF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0" tIns="0" rIns="0" bIns="0" numCol="1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</a:rPr>
                <a:t>01</a:t>
              </a:r>
            </a:p>
          </p:txBody>
        </p:sp>
        <p:sp>
          <p:nvSpPr>
            <p:cNvPr id="879" name="椭圆 878"/>
            <p:cNvSpPr/>
            <p:nvPr>
              <p:custDataLst>
                <p:tags r:id="rId83"/>
              </p:custDataLst>
            </p:nvPr>
          </p:nvSpPr>
          <p:spPr>
            <a:xfrm>
              <a:off x="10716" y="7540"/>
              <a:ext cx="510" cy="454"/>
            </a:xfrm>
            <a:prstGeom prst="ellipse">
              <a:avLst/>
            </a:prstGeom>
            <a:solidFill>
              <a:srgbClr val="CCECFF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0" tIns="0" rIns="0" bIns="0" numCol="1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</a:rPr>
                <a:t>11</a:t>
              </a:r>
            </a:p>
          </p:txBody>
        </p:sp>
        <p:cxnSp>
          <p:nvCxnSpPr>
            <p:cNvPr id="880" name="直接箭头连接符 879"/>
            <p:cNvCxnSpPr/>
            <p:nvPr>
              <p:custDataLst>
                <p:tags r:id="rId84"/>
              </p:custDataLst>
            </p:nvPr>
          </p:nvCxnSpPr>
          <p:spPr bwMode="auto">
            <a:xfrm flipV="1">
              <a:off x="10942" y="6971"/>
              <a:ext cx="0" cy="567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881" name="Text Box 191"/>
            <p:cNvSpPr txBox="1">
              <a:spLocks noChangeArrowheads="1"/>
            </p:cNvSpPr>
            <p:nvPr>
              <p:custDataLst>
                <p:tags r:id="rId85"/>
              </p:custDataLst>
            </p:nvPr>
          </p:nvSpPr>
          <p:spPr bwMode="auto">
            <a:xfrm>
              <a:off x="10943" y="7141"/>
              <a:ext cx="62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1/</a:t>
              </a:r>
              <a:r>
                <a:rPr lang="en-US" altLang="zh-CN" sz="16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882" name="Text Box 191"/>
            <p:cNvSpPr txBox="1">
              <a:spLocks noChangeArrowheads="1"/>
            </p:cNvSpPr>
            <p:nvPr>
              <p:custDataLst>
                <p:tags r:id="rId86"/>
              </p:custDataLst>
            </p:nvPr>
          </p:nvSpPr>
          <p:spPr bwMode="auto">
            <a:xfrm>
              <a:off x="8392" y="7141"/>
              <a:ext cx="62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1/</a:t>
              </a:r>
              <a:r>
                <a:rPr lang="en-US" altLang="zh-CN" sz="16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  <p:cxnSp>
          <p:nvCxnSpPr>
            <p:cNvPr id="883" name="直接箭头连接符 882"/>
            <p:cNvCxnSpPr/>
            <p:nvPr>
              <p:custDataLst>
                <p:tags r:id="rId87"/>
              </p:custDataLst>
            </p:nvPr>
          </p:nvCxnSpPr>
          <p:spPr bwMode="auto">
            <a:xfrm flipH="1" flipV="1">
              <a:off x="9355" y="6858"/>
              <a:ext cx="1417" cy="737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884" name="Text Box 191"/>
            <p:cNvSpPr txBox="1">
              <a:spLocks noChangeArrowheads="1"/>
            </p:cNvSpPr>
            <p:nvPr>
              <p:custDataLst>
                <p:tags r:id="rId88"/>
              </p:custDataLst>
            </p:nvPr>
          </p:nvSpPr>
          <p:spPr bwMode="auto">
            <a:xfrm>
              <a:off x="10092" y="6974"/>
              <a:ext cx="62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0/</a:t>
              </a:r>
              <a:r>
                <a:rPr lang="en-US" altLang="zh-CN" sz="16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885" name="Text Box 191"/>
            <p:cNvSpPr txBox="1">
              <a:spLocks noChangeArrowheads="1"/>
            </p:cNvSpPr>
            <p:nvPr>
              <p:custDataLst>
                <p:tags r:id="rId89"/>
              </p:custDataLst>
            </p:nvPr>
          </p:nvSpPr>
          <p:spPr bwMode="auto">
            <a:xfrm>
              <a:off x="7938" y="6574"/>
              <a:ext cx="62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0/</a:t>
              </a:r>
              <a:r>
                <a:rPr lang="en-US" altLang="zh-CN" sz="16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  <p:cxnSp>
          <p:nvCxnSpPr>
            <p:cNvPr id="886" name="直接箭头连接符 885"/>
            <p:cNvCxnSpPr/>
            <p:nvPr>
              <p:custDataLst>
                <p:tags r:id="rId90"/>
              </p:custDataLst>
            </p:nvPr>
          </p:nvCxnSpPr>
          <p:spPr bwMode="auto">
            <a:xfrm>
              <a:off x="9072" y="6973"/>
              <a:ext cx="0" cy="567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887" name="Text Box 191"/>
            <p:cNvSpPr txBox="1">
              <a:spLocks noChangeArrowheads="1"/>
            </p:cNvSpPr>
            <p:nvPr>
              <p:custDataLst>
                <p:tags r:id="rId91"/>
              </p:custDataLst>
            </p:nvPr>
          </p:nvSpPr>
          <p:spPr bwMode="auto">
            <a:xfrm>
              <a:off x="9185" y="7143"/>
              <a:ext cx="62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0/</a:t>
              </a:r>
              <a:r>
                <a:rPr lang="en-US" altLang="zh-CN" sz="16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888" name="任意多边形 887"/>
            <p:cNvSpPr/>
            <p:nvPr>
              <p:custDataLst>
                <p:tags r:id="rId92"/>
              </p:custDataLst>
            </p:nvPr>
          </p:nvSpPr>
          <p:spPr>
            <a:xfrm>
              <a:off x="11169" y="6571"/>
              <a:ext cx="397" cy="397"/>
            </a:xfrm>
            <a:custGeom>
              <a:avLst/>
              <a:gdLst>
                <a:gd name="connisteX0" fmla="*/ 0 w 271780"/>
                <a:gd name="connsiteY0" fmla="*/ 68321 h 272791"/>
                <a:gd name="connisteX1" fmla="*/ 78105 w 271780"/>
                <a:gd name="connsiteY1" fmla="*/ 4821 h 272791"/>
                <a:gd name="connisteX2" fmla="*/ 219075 w 271780"/>
                <a:gd name="connsiteY2" fmla="*/ 19426 h 272791"/>
                <a:gd name="connisteX3" fmla="*/ 271780 w 271780"/>
                <a:gd name="connsiteY3" fmla="*/ 103881 h 272791"/>
                <a:gd name="connisteX4" fmla="*/ 219075 w 271780"/>
                <a:gd name="connsiteY4" fmla="*/ 244851 h 272791"/>
                <a:gd name="connisteX5" fmla="*/ 92075 w 271780"/>
                <a:gd name="connsiteY5" fmla="*/ 269616 h 272791"/>
                <a:gd name="connisteX6" fmla="*/ 17780 w 271780"/>
                <a:gd name="connsiteY6" fmla="*/ 220086 h 272791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</a:cxnLst>
              <a:rect l="l" t="t" r="r" b="b"/>
              <a:pathLst>
                <a:path w="271780" h="272792">
                  <a:moveTo>
                    <a:pt x="0" y="68322"/>
                  </a:moveTo>
                  <a:cubicBezTo>
                    <a:pt x="12700" y="55622"/>
                    <a:pt x="34290" y="14347"/>
                    <a:pt x="78105" y="4822"/>
                  </a:cubicBezTo>
                  <a:cubicBezTo>
                    <a:pt x="121920" y="-4703"/>
                    <a:pt x="180340" y="-258"/>
                    <a:pt x="219075" y="19427"/>
                  </a:cubicBezTo>
                  <a:cubicBezTo>
                    <a:pt x="257810" y="39112"/>
                    <a:pt x="271780" y="58797"/>
                    <a:pt x="271780" y="103882"/>
                  </a:cubicBezTo>
                  <a:cubicBezTo>
                    <a:pt x="271780" y="148967"/>
                    <a:pt x="255270" y="211832"/>
                    <a:pt x="219075" y="244852"/>
                  </a:cubicBezTo>
                  <a:cubicBezTo>
                    <a:pt x="182880" y="277872"/>
                    <a:pt x="132080" y="274697"/>
                    <a:pt x="92075" y="269617"/>
                  </a:cubicBezTo>
                  <a:cubicBezTo>
                    <a:pt x="52070" y="264537"/>
                    <a:pt x="29845" y="230247"/>
                    <a:pt x="17780" y="220087"/>
                  </a:cubicBezTo>
                </a:path>
              </a:pathLst>
            </a:cu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scene3d>
              <a:camera prst="orthographicFront">
                <a:rot lat="0" lon="0" rev="21000000"/>
              </a:camera>
              <a:lightRig rig="threePt" dir="t"/>
            </a:scene3d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89" name="Text Box 191"/>
            <p:cNvSpPr txBox="1">
              <a:spLocks noChangeArrowheads="1"/>
            </p:cNvSpPr>
            <p:nvPr>
              <p:custDataLst>
                <p:tags r:id="rId93"/>
              </p:custDataLst>
            </p:nvPr>
          </p:nvSpPr>
          <p:spPr bwMode="auto">
            <a:xfrm>
              <a:off x="11566" y="6576"/>
              <a:ext cx="62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1/</a:t>
              </a:r>
              <a:r>
                <a:rPr lang="en-US" altLang="zh-CN" sz="16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90" name="Text Box 6"/>
              <p:cNvSpPr txBox="1">
                <a:spLocks noChangeArrowheads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4499992" y="3933056"/>
                <a:ext cx="1686140" cy="80595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 tIns="64800" anchor="t" anchorCtr="0">
                <a:spAutoFit/>
              </a:bodyPr>
              <a:lstStyle/>
              <a:p>
                <a:pPr marL="629285" indent="-629285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Y</a:t>
                </a:r>
                <a:r>
                  <a:rPr lang="zh-CN" altLang="en-US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(Q</a:t>
                </a:r>
                <a:r>
                  <a:rPr lang="en-US" altLang="zh-CN" sz="2000" b="1" baseline="-25000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0</a:t>
                </a:r>
                <a:r>
                  <a:rPr lang="en-US" altLang="zh-CN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+Q</a:t>
                </a:r>
                <a:r>
                  <a:rPr lang="en-US" altLang="zh-CN" sz="2000" b="1" baseline="-25000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1</a:t>
                </a:r>
                <a:r>
                  <a:rPr lang="en-US" altLang="zh-CN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)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altLang="zh-CN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</a:t>
                </a:r>
                <a:endParaRPr lang="zh-CN" altLang="en-US" sz="2000" b="1" dirty="0">
                  <a:solidFill>
                    <a:schemeClr val="tx2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endParaRP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 </a:t>
                </a:r>
              </a:p>
            </p:txBody>
          </p:sp>
        </mc:Choice>
        <mc:Fallback xmlns="">
          <p:sp>
            <p:nvSpPr>
              <p:cNvPr id="890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10"/>
                </p:custDataLst>
              </p:nvPr>
            </p:nvSpPr>
            <p:spPr bwMode="auto">
              <a:xfrm>
                <a:off x="4499992" y="3933056"/>
                <a:ext cx="1686140" cy="805957"/>
              </a:xfrm>
              <a:prstGeom prst="rect">
                <a:avLst/>
              </a:prstGeom>
              <a:blipFill>
                <a:blip r:embed="rId111"/>
                <a:stretch>
                  <a:fillRect l="-3610" r="-14440"/>
                </a:stretch>
              </a:blipFill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Box 6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4246319" y="4725144"/>
            <a:ext cx="4142105" cy="7988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82800" anchor="t" anchorCtr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状态为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Q</a:t>
            </a:r>
            <a:r>
              <a:rPr lang="en-US" altLang="zh-CN" sz="2000" b="1" baseline="-25000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Q</a:t>
            </a:r>
            <a:r>
              <a:rPr lang="en-US" altLang="zh-CN" sz="2000" b="1" baseline="-25000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，有向边为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A/Y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单元格为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Q</a:t>
            </a:r>
            <a:r>
              <a:rPr lang="en-US" altLang="zh-CN" sz="2000" b="1" baseline="-25000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en-US" altLang="zh-CN" sz="2000" b="1" baseline="30000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*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Q</a:t>
            </a:r>
            <a:r>
              <a:rPr lang="en-US" altLang="zh-CN" sz="2000" b="1" baseline="-25000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r>
              <a:rPr lang="en-US" altLang="zh-CN" sz="2000" b="1" baseline="30000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*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6"/>
              <p:cNvSpPr txBox="1"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4499992" y="4365104"/>
                <a:ext cx="3973195" cy="75584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 anchor="t" anchorCtr="0">
                <a:spAutoFit/>
              </a:bodyPr>
              <a:lstStyle/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Q</a:t>
                </a:r>
                <a:r>
                  <a:rPr lang="en-US" altLang="zh-CN" sz="2000" b="1" baseline="-25000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0</a:t>
                </a:r>
                <a:r>
                  <a:rPr lang="en-US" altLang="zh-CN" sz="2000" b="1" baseline="30000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*</a:t>
                </a:r>
                <a:r>
                  <a:rPr lang="zh-CN" altLang="en-US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D</a:t>
                </a:r>
                <a:r>
                  <a:rPr lang="en-US" altLang="zh-CN" sz="2000" b="1" baseline="-25000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0</a:t>
                </a:r>
                <a:r>
                  <a:rPr lang="zh-CN" altLang="en-US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A(Q</a:t>
                </a:r>
                <a:r>
                  <a:rPr lang="en-US" altLang="zh-CN" sz="2000" b="1" baseline="-25000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0</a:t>
                </a:r>
                <a:r>
                  <a:rPr lang="en-US" altLang="zh-CN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+Q</a:t>
                </a:r>
                <a:r>
                  <a:rPr lang="en-US" altLang="zh-CN" sz="2000" b="1" baseline="-25000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1</a:t>
                </a:r>
                <a:r>
                  <a:rPr lang="en-US" altLang="zh-CN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)</a:t>
                </a:r>
                <a:r>
                  <a:rPr lang="zh-CN" altLang="en-US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，</a:t>
                </a:r>
                <a:r>
                  <a:rPr lang="en-US" altLang="zh-CN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Q</a:t>
                </a:r>
                <a:r>
                  <a:rPr lang="en-US" altLang="zh-CN" sz="2000" b="1" baseline="-25000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1</a:t>
                </a:r>
                <a:r>
                  <a:rPr lang="en-US" altLang="zh-CN" sz="2000" b="1" baseline="30000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*</a:t>
                </a:r>
                <a:r>
                  <a:rPr lang="zh-CN" altLang="en-US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D</a:t>
                </a:r>
                <a:r>
                  <a:rPr lang="en-US" altLang="zh-CN" sz="2000" b="1" baseline="-25000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1</a:t>
                </a:r>
                <a:r>
                  <a:rPr lang="zh-CN" altLang="en-US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Q</m:t>
                        </m:r>
                        <m:r>
                          <a:rPr lang="en-US" altLang="zh-CN" sz="2000" baseline="-25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0</m:t>
                        </m:r>
                      </m:e>
                    </m:acc>
                  </m:oMath>
                </a14:m>
                <a:r>
                  <a:rPr lang="en-US" altLang="zh-CN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A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</a:t>
                </a:r>
              </a:p>
            </p:txBody>
          </p:sp>
        </mc:Choice>
        <mc:Fallback xmlns="">
          <p:sp>
            <p:nvSpPr>
              <p:cNvPr id="4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12"/>
                </p:custDataLst>
              </p:nvPr>
            </p:nvSpPr>
            <p:spPr bwMode="auto">
              <a:xfrm>
                <a:off x="4499992" y="4365104"/>
                <a:ext cx="3973195" cy="755848"/>
              </a:xfrm>
              <a:prstGeom prst="rect">
                <a:avLst/>
              </a:prstGeom>
              <a:blipFill>
                <a:blip r:embed="rId113"/>
                <a:stretch>
                  <a:fillRect l="-1534" t="-4032"/>
                </a:stretch>
              </a:blipFill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0" name="AutoShape 455">
            <a:hlinkClick r:id="rId114" action="ppaction://hlinksldjump" highlightClick="1"/>
            <a:extLst>
              <a:ext uri="{FF2B5EF4-FFF2-40B4-BE49-F238E27FC236}">
                <a16:creationId xmlns:a16="http://schemas.microsoft.com/office/drawing/2014/main" id="{A76CAB98-F65A-4010-94C4-4C465D1A014A}"/>
              </a:ext>
            </a:extLst>
          </p:cNvPr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 rot="10800000">
            <a:off x="2988518" y="6523705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" name="AutoShape 455">
            <a:hlinkClick r:id="rId115" action="ppaction://hlinksldjump" highlightClick="1"/>
            <a:extLst>
              <a:ext uri="{FF2B5EF4-FFF2-40B4-BE49-F238E27FC236}">
                <a16:creationId xmlns:a16="http://schemas.microsoft.com/office/drawing/2014/main" id="{1D0F79A9-5273-4082-9CCA-695400C1F4D4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 rot="10800000">
            <a:off x="4068000" y="6525344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" name="AutoShape 338">
            <a:extLst>
              <a:ext uri="{FF2B5EF4-FFF2-40B4-BE49-F238E27FC236}">
                <a16:creationId xmlns:a16="http://schemas.microsoft.com/office/drawing/2014/main" id="{140202A5-671D-44B2-920B-17A3893A9355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7608020" y="3789040"/>
            <a:ext cx="1476000" cy="252000"/>
          </a:xfrm>
          <a:prstGeom prst="borderCallout2">
            <a:avLst>
              <a:gd name="adj1" fmla="val 52138"/>
              <a:gd name="adj2" fmla="val 500"/>
              <a:gd name="adj3" fmla="val 53712"/>
              <a:gd name="adj4" fmla="val -11531"/>
              <a:gd name="adj5" fmla="val -234648"/>
              <a:gd name="adj6" fmla="val -25581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 anchorCtr="0"/>
          <a:lstStyle/>
          <a:p>
            <a:pPr algn="ctr">
              <a:lnSpc>
                <a:spcPct val="90000"/>
              </a:lnSpc>
            </a:pPr>
            <a:r>
              <a:rPr lang="zh-CN" altLang="en-US" sz="1600" b="1" dirty="0">
                <a:latin typeface="宋体" panose="02010600030101010101" pitchFamily="2" charset="-122"/>
              </a:rPr>
              <a:t>如何产生</a:t>
            </a:r>
            <a:r>
              <a:rPr lang="en-US" altLang="zh-CN" sz="1600" b="1" dirty="0">
                <a:latin typeface="宋体" panose="02010600030101010101" pitchFamily="2" charset="-122"/>
              </a:rPr>
              <a:t>D1&amp;D0)</a:t>
            </a:r>
            <a:endParaRPr lang="en-US" altLang="zh-CN" sz="1600" b="1" u="none" dirty="0">
              <a:latin typeface="宋体" panose="02010600030101010101" pitchFamily="2" charset="-122"/>
            </a:endParaRPr>
          </a:p>
        </p:txBody>
      </p:sp>
      <p:sp>
        <p:nvSpPr>
          <p:cNvPr id="113" name="AutoShape 338">
            <a:extLst>
              <a:ext uri="{FF2B5EF4-FFF2-40B4-BE49-F238E27FC236}">
                <a16:creationId xmlns:a16="http://schemas.microsoft.com/office/drawing/2014/main" id="{8ABAB4B9-7549-4ECD-8087-62ED90E40248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7270981" y="4149080"/>
            <a:ext cx="1656000" cy="252000"/>
          </a:xfrm>
          <a:prstGeom prst="borderCallout2">
            <a:avLst>
              <a:gd name="adj1" fmla="val 52138"/>
              <a:gd name="adj2" fmla="val 500"/>
              <a:gd name="adj3" fmla="val 53712"/>
              <a:gd name="adj4" fmla="val -11531"/>
              <a:gd name="adj5" fmla="val -249767"/>
              <a:gd name="adj6" fmla="val -14554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 anchorCtr="0"/>
          <a:lstStyle/>
          <a:p>
            <a:pPr algn="ctr">
              <a:lnSpc>
                <a:spcPct val="90000"/>
              </a:lnSpc>
            </a:pPr>
            <a:r>
              <a:rPr lang="zh-CN" altLang="en-US" sz="1600" b="1" dirty="0">
                <a:latin typeface="宋体" panose="02010600030101010101" pitchFamily="2" charset="-122"/>
              </a:rPr>
              <a:t>如何基于</a:t>
            </a:r>
            <a:r>
              <a:rPr lang="en-US" altLang="zh-CN" sz="1600" b="1" dirty="0">
                <a:latin typeface="宋体" panose="02010600030101010101" pitchFamily="2" charset="-122"/>
              </a:rPr>
              <a:t>D</a:t>
            </a:r>
            <a:r>
              <a:rPr lang="zh-CN" altLang="en-US" sz="1600" b="1" dirty="0">
                <a:latin typeface="宋体" panose="02010600030101010101" pitchFamily="2" charset="-122"/>
              </a:rPr>
              <a:t>产生</a:t>
            </a:r>
            <a:r>
              <a:rPr lang="en-US" altLang="zh-CN" sz="1600" b="1" dirty="0">
                <a:latin typeface="宋体" panose="02010600030101010101" pitchFamily="2" charset="-122"/>
              </a:rPr>
              <a:t>Q)</a:t>
            </a:r>
            <a:endParaRPr lang="en-US" altLang="zh-CN" sz="1600" b="1" u="none" dirty="0">
              <a:latin typeface="宋体" panose="02010600030101010101" pitchFamily="2" charset="-122"/>
            </a:endParaRPr>
          </a:p>
        </p:txBody>
      </p:sp>
      <p:grpSp>
        <p:nvGrpSpPr>
          <p:cNvPr id="116" name="组合 115">
            <a:extLst>
              <a:ext uri="{FF2B5EF4-FFF2-40B4-BE49-F238E27FC236}">
                <a16:creationId xmlns:a16="http://schemas.microsoft.com/office/drawing/2014/main" id="{34634E65-056C-4F72-A2D9-AE6EDBBA03A9}"/>
              </a:ext>
            </a:extLst>
          </p:cNvPr>
          <p:cNvGrpSpPr/>
          <p:nvPr/>
        </p:nvGrpSpPr>
        <p:grpSpPr>
          <a:xfrm>
            <a:off x="325264" y="4068000"/>
            <a:ext cx="3023235" cy="1871980"/>
            <a:chOff x="325264" y="4068000"/>
            <a:chExt cx="3023235" cy="1871980"/>
          </a:xfrm>
        </p:grpSpPr>
        <p:sp>
          <p:nvSpPr>
            <p:cNvPr id="117" name="Text Box 36">
              <a:extLst>
                <a:ext uri="{FF2B5EF4-FFF2-40B4-BE49-F238E27FC236}">
                  <a16:creationId xmlns:a16="http://schemas.microsoft.com/office/drawing/2014/main" id="{5ABAB9A6-D7C6-4347-8FC8-1AB0E657E67B}"/>
                </a:ext>
              </a:extLst>
            </p:cNvPr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685309" y="4068000"/>
              <a:ext cx="2411730" cy="187198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18" name="Text Box 36">
              <a:extLst>
                <a:ext uri="{FF2B5EF4-FFF2-40B4-BE49-F238E27FC236}">
                  <a16:creationId xmlns:a16="http://schemas.microsoft.com/office/drawing/2014/main" id="{82B5EE89-8844-4208-87B6-1611566D548A}"/>
                </a:ext>
              </a:extLst>
            </p:cNvPr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2088000" y="4320000"/>
              <a:ext cx="144000" cy="1224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2700">
              <a:noFill/>
              <a:prstDash val="sysDash"/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19" name="Text Box 36">
              <a:extLst>
                <a:ext uri="{FF2B5EF4-FFF2-40B4-BE49-F238E27FC236}">
                  <a16:creationId xmlns:a16="http://schemas.microsoft.com/office/drawing/2014/main" id="{8FD8C457-0551-4DAC-97BD-A91BDD66BE2D}"/>
                </a:ext>
              </a:extLst>
            </p:cNvPr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756000" y="4212000"/>
              <a:ext cx="1152000" cy="1152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75000"/>
                </a:schemeClr>
              </a:solidFill>
              <a:prstDash val="sysDash"/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100" b="1" dirty="0">
                  <a:latin typeface="宋体" panose="02010600030101010101" pitchFamily="2" charset="-122"/>
                </a:rPr>
                <a:t>       </a:t>
              </a:r>
              <a:endParaRPr lang="en-US" altLang="zh-CN" sz="11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endParaRPr lang="en-US" altLang="zh-CN" sz="11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           </a:t>
              </a:r>
              <a:endParaRPr lang="en-US" altLang="zh-CN" sz="1400" b="1" u="none" dirty="0">
                <a:latin typeface="宋体" panose="02010600030101010101" pitchFamily="2" charset="-122"/>
              </a:endParaRPr>
            </a:p>
          </p:txBody>
        </p:sp>
        <p:grpSp>
          <p:nvGrpSpPr>
            <p:cNvPr id="120" name="组合 119">
              <a:extLst>
                <a:ext uri="{FF2B5EF4-FFF2-40B4-BE49-F238E27FC236}">
                  <a16:creationId xmlns:a16="http://schemas.microsoft.com/office/drawing/2014/main" id="{0E5143F0-A21D-48BA-9BDE-81F5E13504F4}"/>
                </a:ext>
              </a:extLst>
            </p:cNvPr>
            <p:cNvGrpSpPr/>
            <p:nvPr/>
          </p:nvGrpSpPr>
          <p:grpSpPr>
            <a:xfrm>
              <a:off x="2124854" y="4283900"/>
              <a:ext cx="901065" cy="504190"/>
              <a:chOff x="9354" y="2438"/>
              <a:chExt cx="1419" cy="794"/>
            </a:xfrm>
          </p:grpSpPr>
          <p:sp>
            <p:nvSpPr>
              <p:cNvPr id="172" name="Text Box 36">
                <a:extLst>
                  <a:ext uri="{FF2B5EF4-FFF2-40B4-BE49-F238E27FC236}">
                    <a16:creationId xmlns:a16="http://schemas.microsoft.com/office/drawing/2014/main" id="{D298E7AB-002A-4BF7-86D5-08A9356BDA3F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67"/>
                </p:custDataLst>
              </p:nvPr>
            </p:nvSpPr>
            <p:spPr bwMode="auto">
              <a:xfrm>
                <a:off x="9581" y="2438"/>
                <a:ext cx="737" cy="794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horz" wrap="square" lIns="1778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D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</a:rPr>
                  <a:t>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2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C</a:t>
                </a:r>
                <a:r>
                  <a:rPr lang="en-US" altLang="zh-CN" sz="1600" b="1" baseline="-25000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 </a:t>
                </a:r>
                <a:r>
                  <a:rPr lang="en-US" altLang="zh-CN" sz="1600" b="1" dirty="0">
                    <a:latin typeface="宋体" panose="02010600030101010101" pitchFamily="2" charset="-122"/>
                    <a:sym typeface="+mn-ea"/>
                  </a:rPr>
                  <a:t>Q</a:t>
                </a:r>
                <a:endParaRPr lang="en-US" altLang="zh-CN" sz="1600" b="1" u="none" dirty="0">
                  <a:latin typeface="宋体" panose="02010600030101010101" pitchFamily="2" charset="-122"/>
                  <a:sym typeface="+mn-ea"/>
                </a:endParaRPr>
              </a:p>
            </p:txBody>
          </p:sp>
          <p:cxnSp>
            <p:nvCxnSpPr>
              <p:cNvPr id="173" name="直接箭头连接符 172">
                <a:extLst>
                  <a:ext uri="{FF2B5EF4-FFF2-40B4-BE49-F238E27FC236}">
                    <a16:creationId xmlns:a16="http://schemas.microsoft.com/office/drawing/2014/main" id="{16B9D377-3C68-4EE9-8309-78A212DA19A4}"/>
                  </a:ext>
                </a:extLst>
              </p:cNvPr>
              <p:cNvCxnSpPr/>
              <p:nvPr>
                <p:custDataLst>
                  <p:tags r:id="rId68"/>
                </p:custDataLst>
              </p:nvPr>
            </p:nvCxnSpPr>
            <p:spPr bwMode="auto">
              <a:xfrm flipV="1">
                <a:off x="9354" y="2608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74" name="直接箭头连接符 173">
                <a:extLst>
                  <a:ext uri="{FF2B5EF4-FFF2-40B4-BE49-F238E27FC236}">
                    <a16:creationId xmlns:a16="http://schemas.microsoft.com/office/drawing/2014/main" id="{8962E811-1CE2-483D-AEE4-627E231ACB05}"/>
                  </a:ext>
                </a:extLst>
              </p:cNvPr>
              <p:cNvCxnSpPr/>
              <p:nvPr>
                <p:custDataLst>
                  <p:tags r:id="rId69"/>
                </p:custDataLst>
              </p:nvPr>
            </p:nvCxnSpPr>
            <p:spPr bwMode="auto">
              <a:xfrm flipV="1">
                <a:off x="9354" y="3005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75" name="直接箭头连接符 174">
                <a:extLst>
                  <a:ext uri="{FF2B5EF4-FFF2-40B4-BE49-F238E27FC236}">
                    <a16:creationId xmlns:a16="http://schemas.microsoft.com/office/drawing/2014/main" id="{347C295C-0B21-48C6-AF0C-FD8C9BD514D2}"/>
                  </a:ext>
                </a:extLst>
              </p:cNvPr>
              <p:cNvCxnSpPr/>
              <p:nvPr>
                <p:custDataLst>
                  <p:tags r:id="rId70"/>
                </p:custDataLst>
              </p:nvPr>
            </p:nvCxnSpPr>
            <p:spPr bwMode="auto">
              <a:xfrm flipV="1">
                <a:off x="10319" y="2608"/>
                <a:ext cx="45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76" name="直接箭头连接符 175">
                <a:extLst>
                  <a:ext uri="{FF2B5EF4-FFF2-40B4-BE49-F238E27FC236}">
                    <a16:creationId xmlns:a16="http://schemas.microsoft.com/office/drawing/2014/main" id="{B8F47712-C5DA-4C0D-9975-E8BAE3086AEF}"/>
                  </a:ext>
                </a:extLst>
              </p:cNvPr>
              <p:cNvCxnSpPr/>
              <p:nvPr>
                <p:custDataLst>
                  <p:tags r:id="rId71"/>
                </p:custDataLst>
              </p:nvPr>
            </p:nvCxnSpPr>
            <p:spPr bwMode="auto">
              <a:xfrm flipV="1">
                <a:off x="10432" y="3005"/>
                <a:ext cx="34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177" name="等腰三角形 176">
                <a:extLst>
                  <a:ext uri="{FF2B5EF4-FFF2-40B4-BE49-F238E27FC236}">
                    <a16:creationId xmlns:a16="http://schemas.microsoft.com/office/drawing/2014/main" id="{D2309BA2-2E47-47D2-B6A1-DE68535E2915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9526" y="2949"/>
                <a:ext cx="227" cy="113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1620000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8" name="椭圆 177">
                <a:extLst>
                  <a:ext uri="{FF2B5EF4-FFF2-40B4-BE49-F238E27FC236}">
                    <a16:creationId xmlns:a16="http://schemas.microsoft.com/office/drawing/2014/main" id="{7AC1AE70-2934-45E6-8362-192FD6300F6F}"/>
                  </a:ext>
                </a:extLst>
              </p:cNvPr>
              <p:cNvSpPr/>
              <p:nvPr>
                <p:custDataLst>
                  <p:tags r:id="rId73"/>
                </p:custDataLst>
              </p:nvPr>
            </p:nvSpPr>
            <p:spPr>
              <a:xfrm>
                <a:off x="10319" y="2948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1" name="组合 120">
              <a:extLst>
                <a:ext uri="{FF2B5EF4-FFF2-40B4-BE49-F238E27FC236}">
                  <a16:creationId xmlns:a16="http://schemas.microsoft.com/office/drawing/2014/main" id="{F865B847-DDE9-44CA-974B-AE365E5B6774}"/>
                </a:ext>
              </a:extLst>
            </p:cNvPr>
            <p:cNvGrpSpPr/>
            <p:nvPr/>
          </p:nvGrpSpPr>
          <p:grpSpPr>
            <a:xfrm>
              <a:off x="2124854" y="5075745"/>
              <a:ext cx="901065" cy="504190"/>
              <a:chOff x="9354" y="2438"/>
              <a:chExt cx="1419" cy="794"/>
            </a:xfrm>
          </p:grpSpPr>
          <p:sp>
            <p:nvSpPr>
              <p:cNvPr id="165" name="Text Box 36">
                <a:extLst>
                  <a:ext uri="{FF2B5EF4-FFF2-40B4-BE49-F238E27FC236}">
                    <a16:creationId xmlns:a16="http://schemas.microsoft.com/office/drawing/2014/main" id="{5F3A0606-A187-4C1E-A13D-268F6DB83F3B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60"/>
                </p:custDataLst>
              </p:nvPr>
            </p:nvSpPr>
            <p:spPr bwMode="auto">
              <a:xfrm>
                <a:off x="9581" y="2438"/>
                <a:ext cx="737" cy="794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horz" wrap="square" lIns="1778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D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</a:rPr>
                  <a:t>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2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C</a:t>
                </a:r>
                <a:r>
                  <a:rPr lang="en-US" altLang="zh-CN" sz="1600" b="1" baseline="-25000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 </a:t>
                </a:r>
                <a:r>
                  <a:rPr lang="en-US" altLang="zh-CN" sz="1600" b="1" dirty="0">
                    <a:latin typeface="宋体" panose="02010600030101010101" pitchFamily="2" charset="-122"/>
                    <a:sym typeface="+mn-ea"/>
                  </a:rPr>
                  <a:t>Q</a:t>
                </a:r>
                <a:endParaRPr lang="en-US" altLang="zh-CN" sz="1600" b="1" u="none" dirty="0">
                  <a:latin typeface="宋体" panose="02010600030101010101" pitchFamily="2" charset="-122"/>
                  <a:sym typeface="+mn-ea"/>
                </a:endParaRPr>
              </a:p>
            </p:txBody>
          </p:sp>
          <p:cxnSp>
            <p:nvCxnSpPr>
              <p:cNvPr id="166" name="直接箭头连接符 165">
                <a:extLst>
                  <a:ext uri="{FF2B5EF4-FFF2-40B4-BE49-F238E27FC236}">
                    <a16:creationId xmlns:a16="http://schemas.microsoft.com/office/drawing/2014/main" id="{B76E0C79-8DB8-4BE5-9F21-2486C3059328}"/>
                  </a:ext>
                </a:extLst>
              </p:cNvPr>
              <p:cNvCxnSpPr/>
              <p:nvPr>
                <p:custDataLst>
                  <p:tags r:id="rId61"/>
                </p:custDataLst>
              </p:nvPr>
            </p:nvCxnSpPr>
            <p:spPr bwMode="auto">
              <a:xfrm flipV="1">
                <a:off x="9354" y="2608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67" name="直接箭头连接符 166">
                <a:extLst>
                  <a:ext uri="{FF2B5EF4-FFF2-40B4-BE49-F238E27FC236}">
                    <a16:creationId xmlns:a16="http://schemas.microsoft.com/office/drawing/2014/main" id="{9A9A1443-9387-4B8C-876D-6B1E9183B16E}"/>
                  </a:ext>
                </a:extLst>
              </p:cNvPr>
              <p:cNvCxnSpPr/>
              <p:nvPr>
                <p:custDataLst>
                  <p:tags r:id="rId62"/>
                </p:custDataLst>
              </p:nvPr>
            </p:nvCxnSpPr>
            <p:spPr bwMode="auto">
              <a:xfrm flipV="1">
                <a:off x="9354" y="3005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168" name="直接箭头连接符 167">
                <a:extLst>
                  <a:ext uri="{FF2B5EF4-FFF2-40B4-BE49-F238E27FC236}">
                    <a16:creationId xmlns:a16="http://schemas.microsoft.com/office/drawing/2014/main" id="{B3A14FAA-63E5-4A14-92E4-9806C84D348E}"/>
                  </a:ext>
                </a:extLst>
              </p:cNvPr>
              <p:cNvCxnSpPr/>
              <p:nvPr>
                <p:custDataLst>
                  <p:tags r:id="rId63"/>
                </p:custDataLst>
              </p:nvPr>
            </p:nvCxnSpPr>
            <p:spPr bwMode="auto">
              <a:xfrm flipV="1">
                <a:off x="10319" y="2608"/>
                <a:ext cx="45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69" name="直接箭头连接符 168">
                <a:extLst>
                  <a:ext uri="{FF2B5EF4-FFF2-40B4-BE49-F238E27FC236}">
                    <a16:creationId xmlns:a16="http://schemas.microsoft.com/office/drawing/2014/main" id="{73C31177-23F8-4122-8DF2-6A8E015EFD0B}"/>
                  </a:ext>
                </a:extLst>
              </p:cNvPr>
              <p:cNvCxnSpPr/>
              <p:nvPr>
                <p:custDataLst>
                  <p:tags r:id="rId64"/>
                </p:custDataLst>
              </p:nvPr>
            </p:nvCxnSpPr>
            <p:spPr bwMode="auto">
              <a:xfrm flipV="1">
                <a:off x="10432" y="3005"/>
                <a:ext cx="34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170" name="等腰三角形 169">
                <a:extLst>
                  <a:ext uri="{FF2B5EF4-FFF2-40B4-BE49-F238E27FC236}">
                    <a16:creationId xmlns:a16="http://schemas.microsoft.com/office/drawing/2014/main" id="{CDFBBC15-EB48-4C46-8A92-DDDDBE2D6F3C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9526" y="2949"/>
                <a:ext cx="227" cy="113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1620000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1" name="椭圆 170">
                <a:extLst>
                  <a:ext uri="{FF2B5EF4-FFF2-40B4-BE49-F238E27FC236}">
                    <a16:creationId xmlns:a16="http://schemas.microsoft.com/office/drawing/2014/main" id="{12897587-D18C-47BC-BABD-5FD7AC22D571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10319" y="2948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22" name="Text Box 36">
              <a:extLst>
                <a:ext uri="{FF2B5EF4-FFF2-40B4-BE49-F238E27FC236}">
                  <a16:creationId xmlns:a16="http://schemas.microsoft.com/office/drawing/2014/main" id="{73FBAEC9-0ACD-4AD3-8613-CA66929CA79A}"/>
                </a:ext>
              </a:extLst>
            </p:cNvPr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656859" y="4247705"/>
              <a:ext cx="215900" cy="28829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 font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&amp;</a:t>
              </a:r>
            </a:p>
          </p:txBody>
        </p:sp>
        <p:cxnSp>
          <p:nvCxnSpPr>
            <p:cNvPr id="123" name="直接箭头连接符 122">
              <a:extLst>
                <a:ext uri="{FF2B5EF4-FFF2-40B4-BE49-F238E27FC236}">
                  <a16:creationId xmlns:a16="http://schemas.microsoft.com/office/drawing/2014/main" id="{6514D1FA-BEB9-4A19-BE73-F3E8FD9D7765}"/>
                </a:ext>
              </a:extLst>
            </p:cNvPr>
            <p:cNvCxnSpPr/>
            <p:nvPr>
              <p:custDataLst>
                <p:tags r:id="rId18"/>
              </p:custDataLst>
            </p:nvPr>
          </p:nvCxnSpPr>
          <p:spPr bwMode="auto">
            <a:xfrm flipV="1">
              <a:off x="1872759" y="4391850"/>
              <a:ext cx="252095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24" name="Text Box 36">
              <a:extLst>
                <a:ext uri="{FF2B5EF4-FFF2-40B4-BE49-F238E27FC236}">
                  <a16:creationId xmlns:a16="http://schemas.microsoft.com/office/drawing/2014/main" id="{B22AAB29-A8BD-4C29-B375-A3B7CBF1A3B4}"/>
                </a:ext>
              </a:extLst>
            </p:cNvPr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1656859" y="5039550"/>
              <a:ext cx="215900" cy="28829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 font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&amp;</a:t>
              </a:r>
            </a:p>
          </p:txBody>
        </p:sp>
        <p:cxnSp>
          <p:nvCxnSpPr>
            <p:cNvPr id="125" name="直接箭头连接符 124">
              <a:extLst>
                <a:ext uri="{FF2B5EF4-FFF2-40B4-BE49-F238E27FC236}">
                  <a16:creationId xmlns:a16="http://schemas.microsoft.com/office/drawing/2014/main" id="{5A014496-B4D9-4178-8DF8-A901FDAC7761}"/>
                </a:ext>
              </a:extLst>
            </p:cNvPr>
            <p:cNvCxnSpPr/>
            <p:nvPr>
              <p:custDataLst>
                <p:tags r:id="rId20"/>
              </p:custDataLst>
            </p:nvPr>
          </p:nvCxnSpPr>
          <p:spPr bwMode="auto">
            <a:xfrm flipV="1">
              <a:off x="1872759" y="5183695"/>
              <a:ext cx="252095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26" name="Text Box 36">
              <a:extLst>
                <a:ext uri="{FF2B5EF4-FFF2-40B4-BE49-F238E27FC236}">
                  <a16:creationId xmlns:a16="http://schemas.microsoft.com/office/drawing/2014/main" id="{F9120980-B56D-4C08-8BDA-4FF416B94101}"/>
                </a:ext>
              </a:extLst>
            </p:cNvPr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1009159" y="4535995"/>
              <a:ext cx="288290" cy="28829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 fontAlgn="ctr">
                <a:lnSpc>
                  <a:spcPct val="90000"/>
                </a:lnSpc>
              </a:pPr>
              <a:r>
                <a:rPr lang="en-US" altLang="zh-CN" sz="1200" b="1" u="none" dirty="0">
                  <a:latin typeface="宋体" panose="02010600030101010101" pitchFamily="2" charset="-122"/>
                </a:rPr>
                <a:t>≥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1</a:t>
              </a:r>
            </a:p>
          </p:txBody>
        </p:sp>
        <p:cxnSp>
          <p:nvCxnSpPr>
            <p:cNvPr id="127" name="直接箭头连接符 126">
              <a:extLst>
                <a:ext uri="{FF2B5EF4-FFF2-40B4-BE49-F238E27FC236}">
                  <a16:creationId xmlns:a16="http://schemas.microsoft.com/office/drawing/2014/main" id="{74F3C5C1-003B-4033-8B27-1B9CC8C07A8C}"/>
                </a:ext>
              </a:extLst>
            </p:cNvPr>
            <p:cNvCxnSpPr/>
            <p:nvPr>
              <p:custDataLst>
                <p:tags r:id="rId22"/>
              </p:custDataLst>
            </p:nvPr>
          </p:nvCxnSpPr>
          <p:spPr bwMode="auto">
            <a:xfrm>
              <a:off x="3025284" y="4139755"/>
              <a:ext cx="0" cy="252095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8" name="直接箭头连接符 127">
              <a:extLst>
                <a:ext uri="{FF2B5EF4-FFF2-40B4-BE49-F238E27FC236}">
                  <a16:creationId xmlns:a16="http://schemas.microsoft.com/office/drawing/2014/main" id="{CDC33A82-E83D-44A0-A69B-51AD2B2C4A3C}"/>
                </a:ext>
              </a:extLst>
            </p:cNvPr>
            <p:cNvCxnSpPr/>
            <p:nvPr>
              <p:custDataLst>
                <p:tags r:id="rId23"/>
              </p:custDataLst>
            </p:nvPr>
          </p:nvCxnSpPr>
          <p:spPr bwMode="auto">
            <a:xfrm flipV="1">
              <a:off x="901209" y="4139755"/>
              <a:ext cx="2124075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29" name="Text Box 191">
              <a:extLst>
                <a:ext uri="{FF2B5EF4-FFF2-40B4-BE49-F238E27FC236}">
                  <a16:creationId xmlns:a16="http://schemas.microsoft.com/office/drawing/2014/main" id="{B99FD1F4-DF06-431E-826A-AAF455B5D8CE}"/>
                </a:ext>
              </a:extLst>
            </p:cNvPr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1908954" y="4175950"/>
              <a:ext cx="215900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D</a:t>
              </a:r>
              <a:r>
                <a:rPr lang="en-US" altLang="zh-CN" sz="1600" b="1" baseline="-25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130" name="Text Box 191">
              <a:extLst>
                <a:ext uri="{FF2B5EF4-FFF2-40B4-BE49-F238E27FC236}">
                  <a16:creationId xmlns:a16="http://schemas.microsoft.com/office/drawing/2014/main" id="{66786DDD-BDCB-4942-8E1C-B2DB828133DF}"/>
                </a:ext>
              </a:extLst>
            </p:cNvPr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2808749" y="4175950"/>
              <a:ext cx="215900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Q</a:t>
              </a:r>
              <a:r>
                <a:rPr lang="en-US" altLang="zh-CN" sz="1600" b="1" baseline="-25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  <p:cxnSp>
          <p:nvCxnSpPr>
            <p:cNvPr id="131" name="直接箭头连接符 130">
              <a:extLst>
                <a:ext uri="{FF2B5EF4-FFF2-40B4-BE49-F238E27FC236}">
                  <a16:creationId xmlns:a16="http://schemas.microsoft.com/office/drawing/2014/main" id="{7D2FB998-2DBB-446C-B615-513399627B81}"/>
                </a:ext>
              </a:extLst>
            </p:cNvPr>
            <p:cNvCxnSpPr/>
            <p:nvPr>
              <p:custDataLst>
                <p:tags r:id="rId26"/>
              </p:custDataLst>
            </p:nvPr>
          </p:nvCxnSpPr>
          <p:spPr bwMode="auto">
            <a:xfrm flipV="1">
              <a:off x="2827799" y="4429950"/>
              <a:ext cx="144145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32" name="直接箭头连接符 131">
              <a:extLst>
                <a:ext uri="{FF2B5EF4-FFF2-40B4-BE49-F238E27FC236}">
                  <a16:creationId xmlns:a16="http://schemas.microsoft.com/office/drawing/2014/main" id="{F870EFD7-8E1E-4437-A4C5-A8E541359645}"/>
                </a:ext>
              </a:extLst>
            </p:cNvPr>
            <p:cNvCxnSpPr/>
            <p:nvPr>
              <p:custDataLst>
                <p:tags r:id="rId27"/>
              </p:custDataLst>
            </p:nvPr>
          </p:nvCxnSpPr>
          <p:spPr bwMode="auto">
            <a:xfrm>
              <a:off x="3025284" y="4643945"/>
              <a:ext cx="0" cy="2159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33" name="Text Box 191">
              <a:extLst>
                <a:ext uri="{FF2B5EF4-FFF2-40B4-BE49-F238E27FC236}">
                  <a16:creationId xmlns:a16="http://schemas.microsoft.com/office/drawing/2014/main" id="{29FC3771-DEAF-41E1-943F-FA51FA626228}"/>
                </a:ext>
              </a:extLst>
            </p:cNvPr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2808114" y="4419790"/>
              <a:ext cx="215900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Q</a:t>
              </a:r>
              <a:r>
                <a:rPr lang="en-US" altLang="zh-CN" sz="1600" b="1" baseline="-25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  <p:cxnSp>
          <p:nvCxnSpPr>
            <p:cNvPr id="134" name="直接箭头连接符 133">
              <a:extLst>
                <a:ext uri="{FF2B5EF4-FFF2-40B4-BE49-F238E27FC236}">
                  <a16:creationId xmlns:a16="http://schemas.microsoft.com/office/drawing/2014/main" id="{1483F845-47D4-43CA-AB42-2729DDA080AD}"/>
                </a:ext>
              </a:extLst>
            </p:cNvPr>
            <p:cNvCxnSpPr/>
            <p:nvPr>
              <p:custDataLst>
                <p:tags r:id="rId29"/>
              </p:custDataLst>
            </p:nvPr>
          </p:nvCxnSpPr>
          <p:spPr bwMode="auto">
            <a:xfrm flipV="1">
              <a:off x="1548909" y="4859845"/>
              <a:ext cx="14757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35" name="直接箭头连接符 134">
              <a:extLst>
                <a:ext uri="{FF2B5EF4-FFF2-40B4-BE49-F238E27FC236}">
                  <a16:creationId xmlns:a16="http://schemas.microsoft.com/office/drawing/2014/main" id="{2ED24E76-99AC-4B32-9CF8-3137F0EACFF5}"/>
                </a:ext>
              </a:extLst>
            </p:cNvPr>
            <p:cNvCxnSpPr/>
            <p:nvPr>
              <p:custDataLst>
                <p:tags r:id="rId30"/>
              </p:custDataLst>
            </p:nvPr>
          </p:nvCxnSpPr>
          <p:spPr bwMode="auto">
            <a:xfrm flipV="1">
              <a:off x="901209" y="4931600"/>
              <a:ext cx="2124075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36" name="直接箭头连接符 135">
              <a:extLst>
                <a:ext uri="{FF2B5EF4-FFF2-40B4-BE49-F238E27FC236}">
                  <a16:creationId xmlns:a16="http://schemas.microsoft.com/office/drawing/2014/main" id="{68583357-0421-4391-98F0-AE192FEC23B0}"/>
                </a:ext>
              </a:extLst>
            </p:cNvPr>
            <p:cNvCxnSpPr/>
            <p:nvPr>
              <p:custDataLst>
                <p:tags r:id="rId31"/>
              </p:custDataLst>
            </p:nvPr>
          </p:nvCxnSpPr>
          <p:spPr bwMode="auto">
            <a:xfrm>
              <a:off x="3025284" y="4931600"/>
              <a:ext cx="0" cy="252095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37" name="Text Box 191">
              <a:extLst>
                <a:ext uri="{FF2B5EF4-FFF2-40B4-BE49-F238E27FC236}">
                  <a16:creationId xmlns:a16="http://schemas.microsoft.com/office/drawing/2014/main" id="{51B8E035-F51C-4A9A-8D64-9C674F3C230A}"/>
                </a:ext>
              </a:extLst>
            </p:cNvPr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2808749" y="4948745"/>
              <a:ext cx="215900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Q</a:t>
              </a:r>
              <a:r>
                <a:rPr lang="en-US" altLang="zh-CN" sz="1600" b="1" baseline="-25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cxnSp>
          <p:nvCxnSpPr>
            <p:cNvPr id="138" name="直接箭头连接符 137">
              <a:extLst>
                <a:ext uri="{FF2B5EF4-FFF2-40B4-BE49-F238E27FC236}">
                  <a16:creationId xmlns:a16="http://schemas.microsoft.com/office/drawing/2014/main" id="{E207CDF8-D6EF-42A1-9270-C5723AFF061A}"/>
                </a:ext>
              </a:extLst>
            </p:cNvPr>
            <p:cNvCxnSpPr/>
            <p:nvPr>
              <p:custDataLst>
                <p:tags r:id="rId33"/>
              </p:custDataLst>
            </p:nvPr>
          </p:nvCxnSpPr>
          <p:spPr bwMode="auto">
            <a:xfrm flipV="1">
              <a:off x="2826529" y="5221795"/>
              <a:ext cx="144145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39" name="Text Box 191">
              <a:extLst>
                <a:ext uri="{FF2B5EF4-FFF2-40B4-BE49-F238E27FC236}">
                  <a16:creationId xmlns:a16="http://schemas.microsoft.com/office/drawing/2014/main" id="{22B8451A-3BAB-45BF-AD34-754E2AF08C10}"/>
                </a:ext>
              </a:extLst>
            </p:cNvPr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2808749" y="5219890"/>
              <a:ext cx="215900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Q</a:t>
              </a:r>
              <a:r>
                <a:rPr lang="en-US" altLang="zh-CN" sz="1600" b="1" baseline="-25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cxnSp>
          <p:nvCxnSpPr>
            <p:cNvPr id="140" name="直接箭头连接符 139">
              <a:extLst>
                <a:ext uri="{FF2B5EF4-FFF2-40B4-BE49-F238E27FC236}">
                  <a16:creationId xmlns:a16="http://schemas.microsoft.com/office/drawing/2014/main" id="{61886582-B1C4-4764-9EA2-9DA16FFED0B4}"/>
                </a:ext>
              </a:extLst>
            </p:cNvPr>
            <p:cNvCxnSpPr/>
            <p:nvPr>
              <p:custDataLst>
                <p:tags r:id="rId35"/>
              </p:custDataLst>
            </p:nvPr>
          </p:nvCxnSpPr>
          <p:spPr bwMode="auto">
            <a:xfrm>
              <a:off x="2124854" y="4643945"/>
              <a:ext cx="0" cy="791845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1" name="直接箭头连接符 140">
              <a:extLst>
                <a:ext uri="{FF2B5EF4-FFF2-40B4-BE49-F238E27FC236}">
                  <a16:creationId xmlns:a16="http://schemas.microsoft.com/office/drawing/2014/main" id="{4C25ADB1-BEF0-41A5-BD56-EA8F865AF5B0}"/>
                </a:ext>
              </a:extLst>
            </p:cNvPr>
            <p:cNvCxnSpPr/>
            <p:nvPr>
              <p:custDataLst>
                <p:tags r:id="rId36"/>
              </p:custDataLst>
            </p:nvPr>
          </p:nvCxnSpPr>
          <p:spPr bwMode="auto">
            <a:xfrm flipV="1">
              <a:off x="577359" y="4319460"/>
              <a:ext cx="1080135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2" name="直接箭头连接符 141">
              <a:extLst>
                <a:ext uri="{FF2B5EF4-FFF2-40B4-BE49-F238E27FC236}">
                  <a16:creationId xmlns:a16="http://schemas.microsoft.com/office/drawing/2014/main" id="{0F0C89E0-1EF5-4A32-BBBF-105187B8270E}"/>
                </a:ext>
              </a:extLst>
            </p:cNvPr>
            <p:cNvCxnSpPr/>
            <p:nvPr>
              <p:custDataLst>
                <p:tags r:id="rId37"/>
              </p:custDataLst>
            </p:nvPr>
          </p:nvCxnSpPr>
          <p:spPr bwMode="auto">
            <a:xfrm flipV="1">
              <a:off x="1440959" y="4463605"/>
              <a:ext cx="2159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3" name="直接箭头连接符 142">
              <a:extLst>
                <a:ext uri="{FF2B5EF4-FFF2-40B4-BE49-F238E27FC236}">
                  <a16:creationId xmlns:a16="http://schemas.microsoft.com/office/drawing/2014/main" id="{B9A91F31-997A-400D-9C67-340611CA7919}"/>
                </a:ext>
              </a:extLst>
            </p:cNvPr>
            <p:cNvCxnSpPr/>
            <p:nvPr>
              <p:custDataLst>
                <p:tags r:id="rId38"/>
              </p:custDataLst>
            </p:nvPr>
          </p:nvCxnSpPr>
          <p:spPr bwMode="auto">
            <a:xfrm>
              <a:off x="1440959" y="4463605"/>
              <a:ext cx="0" cy="115189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4" name="直接箭头连接符 143">
              <a:extLst>
                <a:ext uri="{FF2B5EF4-FFF2-40B4-BE49-F238E27FC236}">
                  <a16:creationId xmlns:a16="http://schemas.microsoft.com/office/drawing/2014/main" id="{BC31BF65-822C-49C9-B473-36C191968CE1}"/>
                </a:ext>
              </a:extLst>
            </p:cNvPr>
            <p:cNvCxnSpPr/>
            <p:nvPr>
              <p:custDataLst>
                <p:tags r:id="rId39"/>
              </p:custDataLst>
            </p:nvPr>
          </p:nvCxnSpPr>
          <p:spPr bwMode="auto">
            <a:xfrm flipV="1">
              <a:off x="1548909" y="5147500"/>
              <a:ext cx="10795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45" name="Text Box 191">
              <a:extLst>
                <a:ext uri="{FF2B5EF4-FFF2-40B4-BE49-F238E27FC236}">
                  <a16:creationId xmlns:a16="http://schemas.microsoft.com/office/drawing/2014/main" id="{933495EB-9DDC-4784-AF35-BBE981636803}"/>
                </a:ext>
              </a:extLst>
            </p:cNvPr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1872759" y="4967795"/>
              <a:ext cx="215900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D</a:t>
              </a:r>
              <a:r>
                <a:rPr lang="en-US" altLang="zh-CN" sz="1600" b="1" baseline="-25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cxnSp>
          <p:nvCxnSpPr>
            <p:cNvPr id="146" name="直接箭头连接符 145">
              <a:extLst>
                <a:ext uri="{FF2B5EF4-FFF2-40B4-BE49-F238E27FC236}">
                  <a16:creationId xmlns:a16="http://schemas.microsoft.com/office/drawing/2014/main" id="{EB39DE1D-3332-4A5A-A42E-AB9519DAFF2A}"/>
                </a:ext>
              </a:extLst>
            </p:cNvPr>
            <p:cNvCxnSpPr/>
            <p:nvPr>
              <p:custDataLst>
                <p:tags r:id="rId41"/>
              </p:custDataLst>
            </p:nvPr>
          </p:nvCxnSpPr>
          <p:spPr bwMode="auto">
            <a:xfrm>
              <a:off x="1548909" y="4859845"/>
              <a:ext cx="0" cy="28829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7" name="直接箭头连接符 146">
              <a:extLst>
                <a:ext uri="{FF2B5EF4-FFF2-40B4-BE49-F238E27FC236}">
                  <a16:creationId xmlns:a16="http://schemas.microsoft.com/office/drawing/2014/main" id="{E2AD7B2F-BFAD-4D3D-98D4-9F49E97E77CE}"/>
                </a:ext>
              </a:extLst>
            </p:cNvPr>
            <p:cNvCxnSpPr/>
            <p:nvPr>
              <p:custDataLst>
                <p:tags r:id="rId42"/>
              </p:custDataLst>
            </p:nvPr>
          </p:nvCxnSpPr>
          <p:spPr bwMode="auto">
            <a:xfrm flipV="1">
              <a:off x="1296814" y="4679505"/>
              <a:ext cx="144145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148" name="直接箭头连接符 147">
              <a:extLst>
                <a:ext uri="{FF2B5EF4-FFF2-40B4-BE49-F238E27FC236}">
                  <a16:creationId xmlns:a16="http://schemas.microsoft.com/office/drawing/2014/main" id="{FCF8A1BD-26CD-404C-AEB7-340C4C9E329E}"/>
                </a:ext>
              </a:extLst>
            </p:cNvPr>
            <p:cNvCxnSpPr/>
            <p:nvPr>
              <p:custDataLst>
                <p:tags r:id="rId43"/>
              </p:custDataLst>
            </p:nvPr>
          </p:nvCxnSpPr>
          <p:spPr bwMode="auto">
            <a:xfrm flipV="1">
              <a:off x="901209" y="4607750"/>
              <a:ext cx="10795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9" name="直接箭头连接符 148">
              <a:extLst>
                <a:ext uri="{FF2B5EF4-FFF2-40B4-BE49-F238E27FC236}">
                  <a16:creationId xmlns:a16="http://schemas.microsoft.com/office/drawing/2014/main" id="{6247194D-C123-4E47-A684-02128382D9BB}"/>
                </a:ext>
              </a:extLst>
            </p:cNvPr>
            <p:cNvCxnSpPr/>
            <p:nvPr>
              <p:custDataLst>
                <p:tags r:id="rId44"/>
              </p:custDataLst>
            </p:nvPr>
          </p:nvCxnSpPr>
          <p:spPr bwMode="auto">
            <a:xfrm flipV="1">
              <a:off x="901209" y="4751895"/>
              <a:ext cx="10795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50" name="直接箭头连接符 149">
              <a:extLst>
                <a:ext uri="{FF2B5EF4-FFF2-40B4-BE49-F238E27FC236}">
                  <a16:creationId xmlns:a16="http://schemas.microsoft.com/office/drawing/2014/main" id="{DF24801F-1BE5-4E65-97DB-32063799EC90}"/>
                </a:ext>
              </a:extLst>
            </p:cNvPr>
            <p:cNvCxnSpPr/>
            <p:nvPr>
              <p:custDataLst>
                <p:tags r:id="rId45"/>
              </p:custDataLst>
            </p:nvPr>
          </p:nvCxnSpPr>
          <p:spPr bwMode="auto">
            <a:xfrm>
              <a:off x="901209" y="4751895"/>
              <a:ext cx="0" cy="179705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51" name="直接箭头连接符 150">
              <a:extLst>
                <a:ext uri="{FF2B5EF4-FFF2-40B4-BE49-F238E27FC236}">
                  <a16:creationId xmlns:a16="http://schemas.microsoft.com/office/drawing/2014/main" id="{AB77E9DE-26D1-473F-8ABB-2780AE8A4BBD}"/>
                </a:ext>
              </a:extLst>
            </p:cNvPr>
            <p:cNvCxnSpPr/>
            <p:nvPr>
              <p:custDataLst>
                <p:tags r:id="rId46"/>
              </p:custDataLst>
            </p:nvPr>
          </p:nvCxnSpPr>
          <p:spPr bwMode="auto">
            <a:xfrm>
              <a:off x="901209" y="4139755"/>
              <a:ext cx="0" cy="467995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52" name="直接箭头连接符 151">
              <a:extLst>
                <a:ext uri="{FF2B5EF4-FFF2-40B4-BE49-F238E27FC236}">
                  <a16:creationId xmlns:a16="http://schemas.microsoft.com/office/drawing/2014/main" id="{FCB25DEE-47D6-460B-81CA-5A0970EC4778}"/>
                </a:ext>
              </a:extLst>
            </p:cNvPr>
            <p:cNvCxnSpPr/>
            <p:nvPr>
              <p:custDataLst>
                <p:tags r:id="rId47"/>
              </p:custDataLst>
            </p:nvPr>
          </p:nvCxnSpPr>
          <p:spPr bwMode="auto">
            <a:xfrm flipV="1">
              <a:off x="793259" y="5256085"/>
              <a:ext cx="864235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153" name="直接箭头连接符 152">
              <a:extLst>
                <a:ext uri="{FF2B5EF4-FFF2-40B4-BE49-F238E27FC236}">
                  <a16:creationId xmlns:a16="http://schemas.microsoft.com/office/drawing/2014/main" id="{B208623F-58C0-401F-82D3-95B3DCCA48DF}"/>
                </a:ext>
              </a:extLst>
            </p:cNvPr>
            <p:cNvCxnSpPr/>
            <p:nvPr>
              <p:custDataLst>
                <p:tags r:id="rId48"/>
              </p:custDataLst>
            </p:nvPr>
          </p:nvCxnSpPr>
          <p:spPr bwMode="auto">
            <a:xfrm flipV="1">
              <a:off x="577359" y="5435790"/>
              <a:ext cx="154813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54" name="直接箭头连接符 153">
              <a:extLst>
                <a:ext uri="{FF2B5EF4-FFF2-40B4-BE49-F238E27FC236}">
                  <a16:creationId xmlns:a16="http://schemas.microsoft.com/office/drawing/2014/main" id="{C28BFD8D-DB00-49B5-B118-97AADA29FD4E}"/>
                </a:ext>
              </a:extLst>
            </p:cNvPr>
            <p:cNvCxnSpPr/>
            <p:nvPr>
              <p:custDataLst>
                <p:tags r:id="rId49"/>
              </p:custDataLst>
            </p:nvPr>
          </p:nvCxnSpPr>
          <p:spPr bwMode="auto">
            <a:xfrm>
              <a:off x="793259" y="4319460"/>
              <a:ext cx="0" cy="144018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sp>
          <p:nvSpPr>
            <p:cNvPr id="155" name="Text Box 36">
              <a:extLst>
                <a:ext uri="{FF2B5EF4-FFF2-40B4-BE49-F238E27FC236}">
                  <a16:creationId xmlns:a16="http://schemas.microsoft.com/office/drawing/2014/main" id="{57512D9B-87F3-4ABE-82A4-1A742065DA58}"/>
                </a:ext>
              </a:extLst>
            </p:cNvPr>
            <p:cNvSpPr txBox="1"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1656859" y="5543740"/>
              <a:ext cx="215900" cy="28829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 font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&amp;</a:t>
              </a:r>
            </a:p>
          </p:txBody>
        </p:sp>
        <p:cxnSp>
          <p:nvCxnSpPr>
            <p:cNvPr id="156" name="直接箭头连接符 155">
              <a:extLst>
                <a:ext uri="{FF2B5EF4-FFF2-40B4-BE49-F238E27FC236}">
                  <a16:creationId xmlns:a16="http://schemas.microsoft.com/office/drawing/2014/main" id="{54D9E436-8AC7-426B-BA3A-A010D7204061}"/>
                </a:ext>
              </a:extLst>
            </p:cNvPr>
            <p:cNvCxnSpPr/>
            <p:nvPr>
              <p:custDataLst>
                <p:tags r:id="rId51"/>
              </p:custDataLst>
            </p:nvPr>
          </p:nvCxnSpPr>
          <p:spPr bwMode="auto">
            <a:xfrm flipV="1">
              <a:off x="1440959" y="5615495"/>
              <a:ext cx="2159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57" name="Text Box 36">
              <a:extLst>
                <a:ext uri="{FF2B5EF4-FFF2-40B4-BE49-F238E27FC236}">
                  <a16:creationId xmlns:a16="http://schemas.microsoft.com/office/drawing/2014/main" id="{9C475858-9D3C-417F-AD2E-04D084135254}"/>
                </a:ext>
              </a:extLst>
            </p:cNvPr>
            <p:cNvSpPr txBox="1"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1009159" y="5651690"/>
              <a:ext cx="215900" cy="2159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 font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1</a:t>
              </a:r>
            </a:p>
          </p:txBody>
        </p:sp>
        <p:cxnSp>
          <p:nvCxnSpPr>
            <p:cNvPr id="158" name="直接箭头连接符 157">
              <a:extLst>
                <a:ext uri="{FF2B5EF4-FFF2-40B4-BE49-F238E27FC236}">
                  <a16:creationId xmlns:a16="http://schemas.microsoft.com/office/drawing/2014/main" id="{61C43CA3-B313-4A37-B4C3-93944616804D}"/>
                </a:ext>
              </a:extLst>
            </p:cNvPr>
            <p:cNvCxnSpPr/>
            <p:nvPr>
              <p:custDataLst>
                <p:tags r:id="rId53"/>
              </p:custDataLst>
            </p:nvPr>
          </p:nvCxnSpPr>
          <p:spPr bwMode="auto">
            <a:xfrm flipV="1">
              <a:off x="1296814" y="5759640"/>
              <a:ext cx="360045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59" name="椭圆 158">
              <a:extLst>
                <a:ext uri="{FF2B5EF4-FFF2-40B4-BE49-F238E27FC236}">
                  <a16:creationId xmlns:a16="http://schemas.microsoft.com/office/drawing/2014/main" id="{F0AD33D8-72F4-442D-BA07-D7E0026F7FB7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1225059" y="5724080"/>
              <a:ext cx="71755" cy="71755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60" name="直接箭头连接符 159">
              <a:extLst>
                <a:ext uri="{FF2B5EF4-FFF2-40B4-BE49-F238E27FC236}">
                  <a16:creationId xmlns:a16="http://schemas.microsoft.com/office/drawing/2014/main" id="{2CA94435-A96A-4293-9D42-74783784E0FB}"/>
                </a:ext>
              </a:extLst>
            </p:cNvPr>
            <p:cNvCxnSpPr/>
            <p:nvPr>
              <p:custDataLst>
                <p:tags r:id="rId55"/>
              </p:custDataLst>
            </p:nvPr>
          </p:nvCxnSpPr>
          <p:spPr bwMode="auto">
            <a:xfrm flipV="1">
              <a:off x="793259" y="5759640"/>
              <a:ext cx="2159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61" name="Text Box 191">
              <a:extLst>
                <a:ext uri="{FF2B5EF4-FFF2-40B4-BE49-F238E27FC236}">
                  <a16:creationId xmlns:a16="http://schemas.microsoft.com/office/drawing/2014/main" id="{D9E32BBF-BB8C-4DEC-9CF0-7889EE2F1BDE}"/>
                </a:ext>
              </a:extLst>
            </p:cNvPr>
            <p:cNvSpPr txBox="1"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397019" y="4211510"/>
              <a:ext cx="179705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A</a:t>
              </a:r>
              <a:endParaRPr lang="en-US" altLang="zh-CN" sz="1600" b="1" baseline="-250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62" name="Text Box 191">
              <a:extLst>
                <a:ext uri="{FF2B5EF4-FFF2-40B4-BE49-F238E27FC236}">
                  <a16:creationId xmlns:a16="http://schemas.microsoft.com/office/drawing/2014/main" id="{DAFBB2A3-2647-4632-A002-C3EF8B92DB7D}"/>
                </a:ext>
              </a:extLst>
            </p:cNvPr>
            <p:cNvSpPr txBox="1"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325264" y="5343080"/>
              <a:ext cx="252095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CP</a:t>
              </a:r>
              <a:endParaRPr lang="en-US" altLang="zh-CN" sz="1600" b="1" baseline="-250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63" name="直接箭头连接符 162">
              <a:extLst>
                <a:ext uri="{FF2B5EF4-FFF2-40B4-BE49-F238E27FC236}">
                  <a16:creationId xmlns:a16="http://schemas.microsoft.com/office/drawing/2014/main" id="{83B3A195-3ED3-42C6-B76B-628454CE9AA7}"/>
                </a:ext>
              </a:extLst>
            </p:cNvPr>
            <p:cNvCxnSpPr/>
            <p:nvPr>
              <p:custDataLst>
                <p:tags r:id="rId58"/>
              </p:custDataLst>
            </p:nvPr>
          </p:nvCxnSpPr>
          <p:spPr bwMode="auto">
            <a:xfrm flipV="1">
              <a:off x="1872759" y="5687885"/>
              <a:ext cx="1296035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64" name="Text Box 191">
              <a:extLst>
                <a:ext uri="{FF2B5EF4-FFF2-40B4-BE49-F238E27FC236}">
                  <a16:creationId xmlns:a16="http://schemas.microsoft.com/office/drawing/2014/main" id="{0B157A7C-0F27-4836-9DA0-D262B20C52CB}"/>
                </a:ext>
              </a:extLst>
            </p:cNvPr>
            <p:cNvSpPr txBox="1">
              <a:spLocks noChangeArrowheads="1"/>
            </p:cNvSpPr>
            <p:nvPr>
              <p:custDataLst>
                <p:tags r:id="rId59"/>
              </p:custDataLst>
            </p:nvPr>
          </p:nvSpPr>
          <p:spPr bwMode="auto">
            <a:xfrm>
              <a:off x="3168794" y="5579935"/>
              <a:ext cx="179705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Y</a:t>
              </a:r>
              <a:endParaRPr lang="en-US" altLang="zh-CN" sz="1600" b="1" baseline="-250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43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437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437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437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6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7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7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500"/>
                            </p:stCondLst>
                            <p:childTnLst>
                              <p:par>
                                <p:cTn id="6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1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4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8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9" dur="500"/>
                                        <p:tgtEl>
                                          <p:spTgt spid="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8" dur="500"/>
                                        <p:tgtEl>
                                          <p:spTgt spid="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" grpId="0" bldLvl="0" animBg="1"/>
      <p:bldP spid="113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Text Box 7"/>
          <p:cNvSpPr txBox="1">
            <a:spLocks noChangeArrowheads="1"/>
          </p:cNvSpPr>
          <p:nvPr/>
        </p:nvSpPr>
        <p:spPr bwMode="auto">
          <a:xfrm>
            <a:off x="179070" y="332656"/>
            <a:ext cx="3439160" cy="46208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同步时序逻辑设计步骤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示例：</a:t>
            </a: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需求分析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示例：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状态图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状态表设计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内容：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要求：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6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示例：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11</a:t>
            </a:fld>
            <a:endParaRPr lang="en-US" altLang="zh-CN"/>
          </a:p>
        </p:txBody>
      </p:sp>
      <p:sp>
        <p:nvSpPr>
          <p:cNvPr id="243719" name="Text Box 7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626234" y="1412776"/>
            <a:ext cx="7517765" cy="425149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1080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检测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0/1</a:t>
            </a:r>
            <a:r>
              <a:rPr lang="zh-CN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输入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序列</a:t>
            </a:r>
            <a:r>
              <a:rPr lang="zh-CN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中是否有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101</a:t>
            </a: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将需求抽象为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数字系统模型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输入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+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输出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+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输出功能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        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分析内部的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状态转换关系</a:t>
            </a:r>
            <a:endParaRPr lang="zh-CN" altLang="en-US" sz="22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20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设定</a:t>
            </a:r>
            <a:r>
              <a:rPr lang="zh-CN" altLang="en-US" sz="2000" b="1" u="sng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初始状态</a:t>
            </a:r>
            <a:r>
              <a:rPr lang="zh-CN" altLang="en-US" sz="20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，分析</a:t>
            </a:r>
            <a:r>
              <a:rPr lang="zh-CN" altLang="en-US" sz="2000" b="1" u="sng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每一状态的变化条件及输出</a:t>
            </a:r>
            <a:r>
              <a:rPr lang="en-US" altLang="zh-CN" sz="18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spc="-50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基于输入</a:t>
            </a:r>
            <a:r>
              <a:rPr lang="en-US" altLang="zh-CN" sz="18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zh-CN" altLang="en-US" sz="2000" b="1" spc="-5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20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各状态的</a:t>
            </a:r>
            <a:r>
              <a:rPr lang="zh-CN" altLang="en-US" sz="2000" b="1" spc="-50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转移条件</a:t>
            </a:r>
            <a:r>
              <a:rPr lang="zh-CN" altLang="en-US" sz="20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满足</a:t>
            </a:r>
            <a:r>
              <a:rPr lang="zh-CN" altLang="en-US" sz="2000" b="1" u="sng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互斥性</a:t>
            </a:r>
            <a:r>
              <a:rPr lang="en-US" altLang="zh-CN" sz="16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条件不相同</a:t>
            </a:r>
            <a:r>
              <a:rPr lang="en-US" altLang="zh-CN" sz="16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0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zh-CN" altLang="en-US" sz="2000" b="1" u="sng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完备性</a:t>
            </a:r>
            <a:r>
              <a:rPr lang="en-US" altLang="zh-CN" sz="16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sz="1600" b="1" dirty="0">
                <a:latin typeface="宋体" panose="02010600030101010101" pitchFamily="2" charset="-122"/>
                <a:sym typeface="+mn-ea"/>
              </a:rPr>
              <a:t>条件数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＝输入集</a:t>
            </a:r>
            <a:r>
              <a:rPr lang="en-US" altLang="zh-CN" sz="16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            </a:t>
            </a:r>
            <a:r>
              <a:rPr lang="en-US" altLang="zh-CN" sz="16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个</a:t>
            </a:r>
            <a:r>
              <a:rPr lang="zh-CN" altLang="en-US" sz="16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条件～</a:t>
            </a:r>
            <a:r>
              <a:rPr lang="en-US" altLang="zh-CN" sz="16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16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个出边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 </a:t>
            </a:r>
            <a:endParaRPr lang="en-US" altLang="zh-CN" sz="1600" b="1" spc="-5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20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假设初态为</a:t>
            </a:r>
            <a:r>
              <a:rPr lang="en-US" altLang="zh-CN" sz="20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S0</a:t>
            </a:r>
            <a:r>
              <a:rPr lang="en-US" altLang="zh-CN" sz="16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未收到</a:t>
            </a:r>
            <a:r>
              <a:rPr lang="en-US" altLang="zh-CN" sz="16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1)</a:t>
            </a:r>
            <a:r>
              <a:rPr lang="zh-CN" altLang="en-US" sz="20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，收到</a:t>
            </a:r>
            <a:r>
              <a:rPr lang="en-US" altLang="zh-CN" sz="20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sz="20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0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10</a:t>
            </a:r>
            <a:r>
              <a:rPr lang="zh-CN" sz="20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0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101</a:t>
            </a:r>
            <a:r>
              <a:rPr lang="zh-CN" altLang="en-US" sz="20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状态为</a:t>
            </a:r>
            <a:r>
              <a:rPr lang="en-US" altLang="zh-CN" sz="20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S1</a:t>
            </a:r>
            <a:r>
              <a:rPr lang="zh-CN" altLang="en-US" sz="20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0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S2</a:t>
            </a:r>
            <a:r>
              <a:rPr lang="zh-CN" altLang="en-US" sz="20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0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S3</a:t>
            </a:r>
            <a:r>
              <a:rPr lang="zh-CN" altLang="en-US" sz="20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；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0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0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状态图、状态表为</a:t>
            </a:r>
            <a:r>
              <a:rPr lang="en-US" altLang="zh-CN" sz="16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每个状态均有</a:t>
            </a:r>
            <a:r>
              <a:rPr lang="en-US" altLang="zh-CN" sz="16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z="16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条出边</a:t>
            </a:r>
            <a:r>
              <a:rPr lang="en-US" altLang="zh-CN" sz="16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zh-CN" altLang="en-US" sz="2000" b="1" spc="-5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000" b="1" spc="-5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154" name="组合 153"/>
          <p:cNvGrpSpPr/>
          <p:nvPr/>
        </p:nvGrpSpPr>
        <p:grpSpPr>
          <a:xfrm>
            <a:off x="2162175" y="2276872"/>
            <a:ext cx="2699385" cy="539750"/>
            <a:chOff x="4196" y="3572"/>
            <a:chExt cx="4251" cy="850"/>
          </a:xfrm>
        </p:grpSpPr>
        <p:sp>
          <p:nvSpPr>
            <p:cNvPr id="155" name="Text Box 191"/>
            <p:cNvSpPr txBox="1">
              <a:spLocks noChangeArrowheads="1"/>
            </p:cNvSpPr>
            <p:nvPr>
              <p:custDataLst>
                <p:tags r:id="rId131"/>
              </p:custDataLst>
            </p:nvPr>
          </p:nvSpPr>
          <p:spPr bwMode="auto">
            <a:xfrm>
              <a:off x="5499" y="3687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X</a:t>
              </a:r>
            </a:p>
          </p:txBody>
        </p:sp>
        <p:sp>
          <p:nvSpPr>
            <p:cNvPr id="156" name="Text Box 36"/>
            <p:cNvSpPr txBox="1">
              <a:spLocks noChangeArrowheads="1"/>
            </p:cNvSpPr>
            <p:nvPr>
              <p:custDataLst>
                <p:tags r:id="rId132"/>
              </p:custDataLst>
            </p:nvPr>
          </p:nvSpPr>
          <p:spPr bwMode="auto">
            <a:xfrm>
              <a:off x="6236" y="3685"/>
              <a:ext cx="1474" cy="737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101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序列</a:t>
              </a: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检测电路</a:t>
              </a:r>
            </a:p>
          </p:txBody>
        </p:sp>
        <p:cxnSp>
          <p:nvCxnSpPr>
            <p:cNvPr id="157" name="直接箭头连接符 156"/>
            <p:cNvCxnSpPr/>
            <p:nvPr>
              <p:custDataLst>
                <p:tags r:id="rId133"/>
              </p:custDataLst>
            </p:nvPr>
          </p:nvCxnSpPr>
          <p:spPr bwMode="auto">
            <a:xfrm flipV="1">
              <a:off x="5783" y="3857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8" name="直接箭头连接符 157"/>
            <p:cNvCxnSpPr/>
            <p:nvPr>
              <p:custDataLst>
                <p:tags r:id="rId134"/>
              </p:custDataLst>
            </p:nvPr>
          </p:nvCxnSpPr>
          <p:spPr bwMode="auto">
            <a:xfrm flipV="1">
              <a:off x="7710" y="4083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9" name="直接箭头连接符 158"/>
            <p:cNvCxnSpPr/>
            <p:nvPr>
              <p:custDataLst>
                <p:tags r:id="rId135"/>
              </p:custDataLst>
            </p:nvPr>
          </p:nvCxnSpPr>
          <p:spPr bwMode="auto">
            <a:xfrm>
              <a:off x="5896" y="4252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60" name="Text Box 191"/>
            <p:cNvSpPr txBox="1">
              <a:spLocks noChangeArrowheads="1"/>
            </p:cNvSpPr>
            <p:nvPr>
              <p:custDataLst>
                <p:tags r:id="rId136"/>
              </p:custDataLst>
            </p:nvPr>
          </p:nvSpPr>
          <p:spPr bwMode="auto">
            <a:xfrm>
              <a:off x="8164" y="3913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Z</a:t>
              </a:r>
            </a:p>
          </p:txBody>
        </p:sp>
        <p:sp>
          <p:nvSpPr>
            <p:cNvPr id="161" name="Text Box 191"/>
            <p:cNvSpPr txBox="1">
              <a:spLocks noChangeArrowheads="1"/>
            </p:cNvSpPr>
            <p:nvPr>
              <p:custDataLst>
                <p:tags r:id="rId137"/>
              </p:custDataLst>
            </p:nvPr>
          </p:nvSpPr>
          <p:spPr bwMode="auto">
            <a:xfrm>
              <a:off x="4196" y="4082"/>
              <a:ext cx="175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采样脉冲</a:t>
              </a: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CP</a:t>
              </a:r>
            </a:p>
          </p:txBody>
        </p:sp>
        <p:cxnSp>
          <p:nvCxnSpPr>
            <p:cNvPr id="162" name="直接箭头连接符 161"/>
            <p:cNvCxnSpPr/>
            <p:nvPr>
              <p:custDataLst>
                <p:tags r:id="rId138"/>
              </p:custDataLst>
            </p:nvPr>
          </p:nvCxnSpPr>
          <p:spPr bwMode="auto">
            <a:xfrm>
              <a:off x="5839" y="3770"/>
              <a:ext cx="170" cy="17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63" name="Text Box 191"/>
            <p:cNvSpPr txBox="1">
              <a:spLocks noChangeArrowheads="1"/>
            </p:cNvSpPr>
            <p:nvPr>
              <p:custDataLst>
                <p:tags r:id="rId139"/>
              </p:custDataLst>
            </p:nvPr>
          </p:nvSpPr>
          <p:spPr bwMode="auto">
            <a:xfrm>
              <a:off x="5839" y="3572"/>
              <a:ext cx="227" cy="28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cxnSp>
          <p:nvCxnSpPr>
            <p:cNvPr id="164" name="直接箭头连接符 163"/>
            <p:cNvCxnSpPr/>
            <p:nvPr>
              <p:custDataLst>
                <p:tags r:id="rId140"/>
              </p:custDataLst>
            </p:nvPr>
          </p:nvCxnSpPr>
          <p:spPr bwMode="auto">
            <a:xfrm>
              <a:off x="7767" y="3997"/>
              <a:ext cx="170" cy="17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65" name="Text Box 191"/>
            <p:cNvSpPr txBox="1">
              <a:spLocks noChangeArrowheads="1"/>
            </p:cNvSpPr>
            <p:nvPr>
              <p:custDataLst>
                <p:tags r:id="rId141"/>
              </p:custDataLst>
            </p:nvPr>
          </p:nvSpPr>
          <p:spPr bwMode="auto">
            <a:xfrm>
              <a:off x="7767" y="3798"/>
              <a:ext cx="227" cy="28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</p:grpSp>
      <p:grpSp>
        <p:nvGrpSpPr>
          <p:cNvPr id="152" name="组合 151"/>
          <p:cNvGrpSpPr/>
          <p:nvPr/>
        </p:nvGrpSpPr>
        <p:grpSpPr>
          <a:xfrm>
            <a:off x="2856150" y="5363210"/>
            <a:ext cx="3659726" cy="863700"/>
            <a:chOff x="5556" y="7203"/>
            <a:chExt cx="5763" cy="1360"/>
          </a:xfrm>
        </p:grpSpPr>
        <p:cxnSp>
          <p:nvCxnSpPr>
            <p:cNvPr id="874" name="直接箭头连接符 873"/>
            <p:cNvCxnSpPr/>
            <p:nvPr>
              <p:custDataLst>
                <p:tags r:id="rId116"/>
              </p:custDataLst>
            </p:nvPr>
          </p:nvCxnSpPr>
          <p:spPr bwMode="auto">
            <a:xfrm flipH="1" flipV="1">
              <a:off x="9277" y="8220"/>
              <a:ext cx="57" cy="34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80" name="直接箭头连接符 879"/>
            <p:cNvCxnSpPr/>
            <p:nvPr>
              <p:custDataLst>
                <p:tags r:id="rId117"/>
              </p:custDataLst>
            </p:nvPr>
          </p:nvCxnSpPr>
          <p:spPr bwMode="auto">
            <a:xfrm>
              <a:off x="11035" y="8278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886" name="直接箭头连接符 885"/>
            <p:cNvCxnSpPr/>
            <p:nvPr>
              <p:custDataLst>
                <p:tags r:id="rId118"/>
              </p:custDataLst>
            </p:nvPr>
          </p:nvCxnSpPr>
          <p:spPr bwMode="auto">
            <a:xfrm flipH="1">
              <a:off x="7406" y="7543"/>
              <a:ext cx="170" cy="312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34" name="椭圆 133"/>
            <p:cNvSpPr/>
            <p:nvPr>
              <p:custDataLst>
                <p:tags r:id="rId119"/>
              </p:custDataLst>
            </p:nvPr>
          </p:nvSpPr>
          <p:spPr>
            <a:xfrm>
              <a:off x="10809" y="7824"/>
              <a:ext cx="510" cy="454"/>
            </a:xfrm>
            <a:prstGeom prst="ellipse">
              <a:avLst/>
            </a:prstGeom>
            <a:solidFill>
              <a:srgbClr val="CCECFF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0" tIns="0" rIns="0" bIns="0" numCol="1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</a:rPr>
                <a:t>S3</a:t>
              </a:r>
            </a:p>
          </p:txBody>
        </p:sp>
        <p:cxnSp>
          <p:nvCxnSpPr>
            <p:cNvPr id="137" name="直接箭头连接符 136"/>
            <p:cNvCxnSpPr/>
            <p:nvPr>
              <p:custDataLst>
                <p:tags r:id="rId120"/>
              </p:custDataLst>
            </p:nvPr>
          </p:nvCxnSpPr>
          <p:spPr bwMode="auto">
            <a:xfrm>
              <a:off x="9448" y="8050"/>
              <a:ext cx="1361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38" name="Text Box 191"/>
            <p:cNvSpPr txBox="1">
              <a:spLocks noChangeArrowheads="1"/>
            </p:cNvSpPr>
            <p:nvPr>
              <p:custDataLst>
                <p:tags r:id="rId121"/>
              </p:custDataLst>
            </p:nvPr>
          </p:nvSpPr>
          <p:spPr bwMode="auto">
            <a:xfrm>
              <a:off x="9447" y="7684"/>
              <a:ext cx="124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X=1/Z=1</a:t>
              </a:r>
            </a:p>
          </p:txBody>
        </p:sp>
        <p:cxnSp>
          <p:nvCxnSpPr>
            <p:cNvPr id="140" name="直接箭头连接符 139"/>
            <p:cNvCxnSpPr/>
            <p:nvPr>
              <p:custDataLst>
                <p:tags r:id="rId122"/>
              </p:custDataLst>
            </p:nvPr>
          </p:nvCxnSpPr>
          <p:spPr bwMode="auto">
            <a:xfrm flipH="1" flipV="1">
              <a:off x="11035" y="7543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1" name="直接箭头连接符 140"/>
            <p:cNvCxnSpPr/>
            <p:nvPr>
              <p:custDataLst>
                <p:tags r:id="rId123"/>
              </p:custDataLst>
            </p:nvPr>
          </p:nvCxnSpPr>
          <p:spPr bwMode="auto">
            <a:xfrm flipV="1">
              <a:off x="7576" y="7543"/>
              <a:ext cx="3458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42" name="Text Box 191"/>
            <p:cNvSpPr txBox="1">
              <a:spLocks noChangeArrowheads="1"/>
            </p:cNvSpPr>
            <p:nvPr>
              <p:custDataLst>
                <p:tags r:id="rId124"/>
              </p:custDataLst>
            </p:nvPr>
          </p:nvSpPr>
          <p:spPr bwMode="auto">
            <a:xfrm>
              <a:off x="8504" y="7203"/>
              <a:ext cx="124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X=1/Z=0</a:t>
              </a:r>
            </a:p>
          </p:txBody>
        </p:sp>
        <p:cxnSp>
          <p:nvCxnSpPr>
            <p:cNvPr id="143" name="直接箭头连接符 142"/>
            <p:cNvCxnSpPr/>
            <p:nvPr>
              <p:custDataLst>
                <p:tags r:id="rId125"/>
              </p:custDataLst>
            </p:nvPr>
          </p:nvCxnSpPr>
          <p:spPr bwMode="auto">
            <a:xfrm flipV="1">
              <a:off x="9334" y="8563"/>
              <a:ext cx="1701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44" name="Text Box 191"/>
            <p:cNvSpPr txBox="1">
              <a:spLocks noChangeArrowheads="1"/>
            </p:cNvSpPr>
            <p:nvPr>
              <p:custDataLst>
                <p:tags r:id="rId126"/>
              </p:custDataLst>
            </p:nvPr>
          </p:nvSpPr>
          <p:spPr bwMode="auto">
            <a:xfrm>
              <a:off x="9447" y="8223"/>
              <a:ext cx="124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X=0/Z=0</a:t>
              </a:r>
            </a:p>
          </p:txBody>
        </p:sp>
        <p:cxnSp>
          <p:nvCxnSpPr>
            <p:cNvPr id="145" name="直接箭头连接符 144"/>
            <p:cNvCxnSpPr/>
            <p:nvPr>
              <p:custDataLst>
                <p:tags r:id="rId127"/>
              </p:custDataLst>
            </p:nvPr>
          </p:nvCxnSpPr>
          <p:spPr bwMode="auto">
            <a:xfrm flipH="1" flipV="1">
              <a:off x="5556" y="8220"/>
              <a:ext cx="113" cy="34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6" name="直接箭头连接符 145"/>
            <p:cNvCxnSpPr/>
            <p:nvPr>
              <p:custDataLst>
                <p:tags r:id="rId128"/>
              </p:custDataLst>
            </p:nvPr>
          </p:nvCxnSpPr>
          <p:spPr bwMode="auto">
            <a:xfrm>
              <a:off x="9128" y="8277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7" name="直接箭头连接符 146"/>
            <p:cNvCxnSpPr/>
            <p:nvPr>
              <p:custDataLst>
                <p:tags r:id="rId129"/>
              </p:custDataLst>
            </p:nvPr>
          </p:nvCxnSpPr>
          <p:spPr bwMode="auto">
            <a:xfrm flipV="1">
              <a:off x="5669" y="8563"/>
              <a:ext cx="3458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48" name="Text Box 191"/>
            <p:cNvSpPr txBox="1">
              <a:spLocks noChangeArrowheads="1"/>
            </p:cNvSpPr>
            <p:nvPr>
              <p:custDataLst>
                <p:tags r:id="rId130"/>
              </p:custDataLst>
            </p:nvPr>
          </p:nvSpPr>
          <p:spPr bwMode="auto">
            <a:xfrm>
              <a:off x="5705" y="8223"/>
              <a:ext cx="124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X=0/Z=0</a:t>
              </a:r>
            </a:p>
          </p:txBody>
        </p:sp>
      </p:grpSp>
      <p:graphicFrame>
        <p:nvGraphicFramePr>
          <p:cNvPr id="318" name="表格 317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6753860" y="4932000"/>
          <a:ext cx="1918335" cy="142341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41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2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6855">
                <a:tc rowSpan="2"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现态</a:t>
                      </a:r>
                    </a:p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次态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</a:t>
                      </a:r>
                      <a:r>
                        <a:rPr lang="en-US" sz="1600" b="1" baseline="30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*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输出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Z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  <a:sym typeface="+mn-ea"/>
                      </a:endParaRP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85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X=0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mbria Math" panose="02040503050406030204" pitchFamily="18" charset="0"/>
                          <a:sym typeface="+mn-ea"/>
                        </a:rPr>
                        <a:t>X=1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85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S0/0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S1/0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85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S1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S2/0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S1/0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85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S2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S0/0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S3/</a:t>
                      </a:r>
                      <a:r>
                        <a:rPr lang="en-US" altLang="zh-CN" sz="1600" b="1" dirty="0">
                          <a:solidFill>
                            <a:srgbClr val="FF33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85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S3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S2/0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S1/0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205" name="组合 204"/>
          <p:cNvGrpSpPr/>
          <p:nvPr/>
        </p:nvGrpSpPr>
        <p:grpSpPr>
          <a:xfrm>
            <a:off x="1943100" y="5688000"/>
            <a:ext cx="2196465" cy="396240"/>
            <a:chOff x="3060" y="8952"/>
            <a:chExt cx="3459" cy="624"/>
          </a:xfrm>
        </p:grpSpPr>
        <p:sp>
          <p:nvSpPr>
            <p:cNvPr id="198" name="椭圆 197"/>
            <p:cNvSpPr/>
            <p:nvPr>
              <p:custDataLst>
                <p:tags r:id="rId110"/>
              </p:custDataLst>
            </p:nvPr>
          </p:nvSpPr>
          <p:spPr>
            <a:xfrm>
              <a:off x="4139" y="9067"/>
              <a:ext cx="510" cy="454"/>
            </a:xfrm>
            <a:prstGeom prst="ellipse">
              <a:avLst/>
            </a:prstGeom>
            <a:solidFill>
              <a:srgbClr val="CCECFF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0" tIns="0" rIns="0" bIns="0" numCol="1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</a:rPr>
                <a:t>S0</a:t>
              </a:r>
            </a:p>
          </p:txBody>
        </p:sp>
        <p:cxnSp>
          <p:nvCxnSpPr>
            <p:cNvPr id="199" name="直接箭头连接符 198"/>
            <p:cNvCxnSpPr/>
            <p:nvPr>
              <p:custDataLst>
                <p:tags r:id="rId111"/>
              </p:custDataLst>
            </p:nvPr>
          </p:nvCxnSpPr>
          <p:spPr bwMode="auto">
            <a:xfrm>
              <a:off x="4649" y="9294"/>
              <a:ext cx="1361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00" name="任意多边形 199"/>
            <p:cNvSpPr/>
            <p:nvPr>
              <p:custDataLst>
                <p:tags r:id="rId112"/>
              </p:custDataLst>
            </p:nvPr>
          </p:nvSpPr>
          <p:spPr>
            <a:xfrm>
              <a:off x="3798" y="9067"/>
              <a:ext cx="397" cy="397"/>
            </a:xfrm>
            <a:custGeom>
              <a:avLst/>
              <a:gdLst>
                <a:gd name="connisteX0" fmla="*/ 291130 w 291130"/>
                <a:gd name="connsiteY0" fmla="*/ 76506 h 279796"/>
                <a:gd name="connisteX1" fmla="*/ 147620 w 291130"/>
                <a:gd name="connsiteY1" fmla="*/ 306 h 279796"/>
                <a:gd name="connisteX2" fmla="*/ 20620 w 291130"/>
                <a:gd name="connsiteY2" fmla="*/ 59361 h 279796"/>
                <a:gd name="connisteX3" fmla="*/ 16175 w 291130"/>
                <a:gd name="connsiteY3" fmla="*/ 203506 h 279796"/>
                <a:gd name="connisteX4" fmla="*/ 134920 w 291130"/>
                <a:gd name="connsiteY4" fmla="*/ 279706 h 279796"/>
                <a:gd name="connisteX5" fmla="*/ 261920 w 291130"/>
                <a:gd name="connsiteY5" fmla="*/ 216206 h 279796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</a:cxnLst>
              <a:rect l="l" t="t" r="r" b="b"/>
              <a:pathLst>
                <a:path w="291131" h="279797">
                  <a:moveTo>
                    <a:pt x="291131" y="76507"/>
                  </a:moveTo>
                  <a:cubicBezTo>
                    <a:pt x="265096" y="59997"/>
                    <a:pt x="201596" y="3482"/>
                    <a:pt x="147621" y="307"/>
                  </a:cubicBezTo>
                  <a:cubicBezTo>
                    <a:pt x="93646" y="-2868"/>
                    <a:pt x="46656" y="18722"/>
                    <a:pt x="20621" y="59362"/>
                  </a:cubicBezTo>
                  <a:cubicBezTo>
                    <a:pt x="-5414" y="100002"/>
                    <a:pt x="-6684" y="159692"/>
                    <a:pt x="16176" y="203507"/>
                  </a:cubicBezTo>
                  <a:cubicBezTo>
                    <a:pt x="39036" y="247322"/>
                    <a:pt x="86026" y="277167"/>
                    <a:pt x="134921" y="279707"/>
                  </a:cubicBezTo>
                  <a:cubicBezTo>
                    <a:pt x="183816" y="282247"/>
                    <a:pt x="239061" y="230177"/>
                    <a:pt x="261921" y="216207"/>
                  </a:cubicBezTo>
                </a:path>
              </a:pathLst>
            </a:cu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1" name="Text Box 191"/>
            <p:cNvSpPr txBox="1">
              <a:spLocks noChangeArrowheads="1"/>
            </p:cNvSpPr>
            <p:nvPr>
              <p:custDataLst>
                <p:tags r:id="rId113"/>
              </p:custDataLst>
            </p:nvPr>
          </p:nvSpPr>
          <p:spPr bwMode="auto">
            <a:xfrm>
              <a:off x="4647" y="8953"/>
              <a:ext cx="124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X=1/Z=0</a:t>
              </a:r>
            </a:p>
          </p:txBody>
        </p:sp>
        <p:sp>
          <p:nvSpPr>
            <p:cNvPr id="202" name="椭圆 201"/>
            <p:cNvSpPr/>
            <p:nvPr>
              <p:custDataLst>
                <p:tags r:id="rId114"/>
              </p:custDataLst>
            </p:nvPr>
          </p:nvSpPr>
          <p:spPr>
            <a:xfrm>
              <a:off x="6009" y="9067"/>
              <a:ext cx="510" cy="454"/>
            </a:xfrm>
            <a:prstGeom prst="ellipse">
              <a:avLst/>
            </a:prstGeom>
            <a:solidFill>
              <a:srgbClr val="CCECFF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0" tIns="0" rIns="0" bIns="0" numCol="1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</a:rPr>
                <a:t>S1</a:t>
              </a:r>
            </a:p>
          </p:txBody>
        </p:sp>
        <p:sp>
          <p:nvSpPr>
            <p:cNvPr id="204" name="Text Box 191"/>
            <p:cNvSpPr txBox="1">
              <a:spLocks noChangeArrowheads="1"/>
            </p:cNvSpPr>
            <p:nvPr>
              <p:custDataLst>
                <p:tags r:id="rId115"/>
              </p:custDataLst>
            </p:nvPr>
          </p:nvSpPr>
          <p:spPr bwMode="auto">
            <a:xfrm>
              <a:off x="3060" y="8952"/>
              <a:ext cx="737" cy="62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X=0</a:t>
              </a:r>
            </a:p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/Z=0</a:t>
              </a:r>
            </a:p>
          </p:txBody>
        </p:sp>
      </p:grpSp>
      <p:grpSp>
        <p:nvGrpSpPr>
          <p:cNvPr id="220" name="组合 219"/>
          <p:cNvGrpSpPr/>
          <p:nvPr/>
        </p:nvGrpSpPr>
        <p:grpSpPr>
          <a:xfrm>
            <a:off x="3275330" y="5363210"/>
            <a:ext cx="2052320" cy="682625"/>
            <a:chOff x="5158" y="8446"/>
            <a:chExt cx="3232" cy="1075"/>
          </a:xfrm>
        </p:grpSpPr>
        <p:sp>
          <p:nvSpPr>
            <p:cNvPr id="206" name="椭圆 205"/>
            <p:cNvSpPr/>
            <p:nvPr>
              <p:custDataLst>
                <p:tags r:id="rId105"/>
              </p:custDataLst>
            </p:nvPr>
          </p:nvSpPr>
          <p:spPr>
            <a:xfrm>
              <a:off x="7880" y="9067"/>
              <a:ext cx="510" cy="454"/>
            </a:xfrm>
            <a:prstGeom prst="ellipse">
              <a:avLst/>
            </a:prstGeom>
            <a:solidFill>
              <a:srgbClr val="CCECFF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0" tIns="0" rIns="0" bIns="0" numCol="1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</a:rPr>
                <a:t>S2</a:t>
              </a:r>
            </a:p>
          </p:txBody>
        </p:sp>
        <p:cxnSp>
          <p:nvCxnSpPr>
            <p:cNvPr id="207" name="直接箭头连接符 206"/>
            <p:cNvCxnSpPr/>
            <p:nvPr>
              <p:custDataLst>
                <p:tags r:id="rId106"/>
              </p:custDataLst>
            </p:nvPr>
          </p:nvCxnSpPr>
          <p:spPr bwMode="auto">
            <a:xfrm>
              <a:off x="6520" y="9293"/>
              <a:ext cx="1361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08" name="Text Box 191"/>
            <p:cNvSpPr txBox="1">
              <a:spLocks noChangeArrowheads="1"/>
            </p:cNvSpPr>
            <p:nvPr>
              <p:custDataLst>
                <p:tags r:id="rId107"/>
              </p:custDataLst>
            </p:nvPr>
          </p:nvSpPr>
          <p:spPr bwMode="auto">
            <a:xfrm>
              <a:off x="6539" y="8953"/>
              <a:ext cx="124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X=0/Z=0</a:t>
              </a:r>
            </a:p>
          </p:txBody>
        </p:sp>
        <p:sp>
          <p:nvSpPr>
            <p:cNvPr id="217" name="任意多边形 216"/>
            <p:cNvSpPr/>
            <p:nvPr>
              <p:custDataLst>
                <p:tags r:id="rId108"/>
              </p:custDataLst>
            </p:nvPr>
          </p:nvSpPr>
          <p:spPr>
            <a:xfrm>
              <a:off x="5896" y="8816"/>
              <a:ext cx="340" cy="340"/>
            </a:xfrm>
            <a:custGeom>
              <a:avLst/>
              <a:gdLst>
                <a:gd name="connisteX0" fmla="*/ 209550 w 218498"/>
                <a:gd name="connsiteY0" fmla="*/ 148435 h 200505"/>
                <a:gd name="connisteX1" fmla="*/ 213360 w 218498"/>
                <a:gd name="connsiteY1" fmla="*/ 69695 h 200505"/>
                <a:gd name="connisteX2" fmla="*/ 146050 w 218498"/>
                <a:gd name="connsiteY2" fmla="*/ 10005 h 200505"/>
                <a:gd name="connisteX3" fmla="*/ 45085 w 218498"/>
                <a:gd name="connsiteY3" fmla="*/ 13815 h 200505"/>
                <a:gd name="connisteX4" fmla="*/ 0 w 218498"/>
                <a:gd name="connsiteY4" fmla="*/ 110970 h 200505"/>
                <a:gd name="connisteX5" fmla="*/ 45085 w 218498"/>
                <a:gd name="connsiteY5" fmla="*/ 170660 h 200505"/>
                <a:gd name="connisteX6" fmla="*/ 112395 w 218498"/>
                <a:gd name="connsiteY6" fmla="*/ 200505 h 20050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</a:cxnLst>
              <a:rect l="l" t="t" r="r" b="b"/>
              <a:pathLst>
                <a:path w="218498" h="200506">
                  <a:moveTo>
                    <a:pt x="209550" y="148436"/>
                  </a:moveTo>
                  <a:cubicBezTo>
                    <a:pt x="211455" y="133831"/>
                    <a:pt x="226060" y="97636"/>
                    <a:pt x="213360" y="69696"/>
                  </a:cubicBezTo>
                  <a:cubicBezTo>
                    <a:pt x="200660" y="41756"/>
                    <a:pt x="179705" y="21436"/>
                    <a:pt x="146050" y="10006"/>
                  </a:cubicBezTo>
                  <a:cubicBezTo>
                    <a:pt x="112395" y="-1424"/>
                    <a:pt x="74295" y="-6504"/>
                    <a:pt x="45085" y="13816"/>
                  </a:cubicBezTo>
                  <a:cubicBezTo>
                    <a:pt x="15875" y="34136"/>
                    <a:pt x="0" y="79856"/>
                    <a:pt x="0" y="110971"/>
                  </a:cubicBezTo>
                  <a:cubicBezTo>
                    <a:pt x="0" y="142086"/>
                    <a:pt x="22860" y="152881"/>
                    <a:pt x="45085" y="170661"/>
                  </a:cubicBezTo>
                  <a:cubicBezTo>
                    <a:pt x="67310" y="188441"/>
                    <a:pt x="99695" y="195426"/>
                    <a:pt x="112395" y="200506"/>
                  </a:cubicBezTo>
                </a:path>
              </a:pathLst>
            </a:cu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18" name="Text Box 191"/>
            <p:cNvSpPr txBox="1">
              <a:spLocks noChangeArrowheads="1"/>
            </p:cNvSpPr>
            <p:nvPr>
              <p:custDataLst>
                <p:tags r:id="rId109"/>
              </p:custDataLst>
            </p:nvPr>
          </p:nvSpPr>
          <p:spPr bwMode="auto">
            <a:xfrm>
              <a:off x="5158" y="8446"/>
              <a:ext cx="124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X=1/Z=0</a:t>
              </a: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5039995" y="2314800"/>
            <a:ext cx="3131820" cy="693420"/>
            <a:chOff x="7937" y="3742"/>
            <a:chExt cx="4932" cy="1092"/>
          </a:xfrm>
        </p:grpSpPr>
        <p:sp>
          <p:nvSpPr>
            <p:cNvPr id="172" name="Text Box 191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7937" y="3742"/>
              <a:ext cx="397" cy="28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CP</a:t>
              </a:r>
            </a:p>
          </p:txBody>
        </p:sp>
        <p:sp>
          <p:nvSpPr>
            <p:cNvPr id="25" name="Text Box 191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8051" y="4139"/>
              <a:ext cx="227" cy="28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X</a:t>
              </a:r>
            </a:p>
          </p:txBody>
        </p:sp>
        <p:cxnSp>
          <p:nvCxnSpPr>
            <p:cNvPr id="212" name="直接连接符 211"/>
            <p:cNvCxnSpPr/>
            <p:nvPr>
              <p:custDataLst>
                <p:tags r:id="rId17"/>
              </p:custDataLst>
            </p:nvPr>
          </p:nvCxnSpPr>
          <p:spPr bwMode="auto">
            <a:xfrm flipV="1">
              <a:off x="8334" y="4026"/>
              <a:ext cx="113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79" name="组合 78"/>
            <p:cNvGrpSpPr/>
            <p:nvPr/>
          </p:nvGrpSpPr>
          <p:grpSpPr>
            <a:xfrm>
              <a:off x="8448" y="3742"/>
              <a:ext cx="4421" cy="284"/>
              <a:chOff x="3402" y="7143"/>
              <a:chExt cx="4421" cy="284"/>
            </a:xfrm>
          </p:grpSpPr>
          <p:cxnSp>
            <p:nvCxnSpPr>
              <p:cNvPr id="203" name="直接连接符 202"/>
              <p:cNvCxnSpPr/>
              <p:nvPr>
                <p:custDataLst>
                  <p:tags r:id="rId65"/>
                </p:custDataLst>
              </p:nvPr>
            </p:nvCxnSpPr>
            <p:spPr bwMode="auto">
              <a:xfrm flipV="1">
                <a:off x="3402" y="7143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09" name="直接连接符 208"/>
              <p:cNvCxnSpPr/>
              <p:nvPr>
                <p:custDataLst>
                  <p:tags r:id="rId66"/>
                </p:custDataLst>
              </p:nvPr>
            </p:nvCxnSpPr>
            <p:spPr bwMode="auto">
              <a:xfrm flipH="1">
                <a:off x="3402" y="7143"/>
                <a:ext cx="0" cy="283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11" name="直接连接符 210"/>
              <p:cNvCxnSpPr/>
              <p:nvPr>
                <p:custDataLst>
                  <p:tags r:id="rId67"/>
                </p:custDataLst>
              </p:nvPr>
            </p:nvCxnSpPr>
            <p:spPr bwMode="auto">
              <a:xfrm>
                <a:off x="3629" y="7143"/>
                <a:ext cx="0" cy="283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7" name="直接连接符 26"/>
              <p:cNvCxnSpPr/>
              <p:nvPr>
                <p:custDataLst>
                  <p:tags r:id="rId68"/>
                </p:custDataLst>
              </p:nvPr>
            </p:nvCxnSpPr>
            <p:spPr bwMode="auto">
              <a:xfrm flipV="1">
                <a:off x="3629" y="7427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0" name="直接连接符 29"/>
              <p:cNvCxnSpPr/>
              <p:nvPr>
                <p:custDataLst>
                  <p:tags r:id="rId69"/>
                </p:custDataLst>
              </p:nvPr>
            </p:nvCxnSpPr>
            <p:spPr bwMode="auto">
              <a:xfrm flipV="1">
                <a:off x="3855" y="7143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1" name="直接连接符 30"/>
              <p:cNvCxnSpPr/>
              <p:nvPr>
                <p:custDataLst>
                  <p:tags r:id="rId70"/>
                </p:custDataLst>
              </p:nvPr>
            </p:nvCxnSpPr>
            <p:spPr bwMode="auto">
              <a:xfrm flipH="1">
                <a:off x="3855" y="7143"/>
                <a:ext cx="0" cy="283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2" name="直接连接符 31"/>
              <p:cNvCxnSpPr/>
              <p:nvPr>
                <p:custDataLst>
                  <p:tags r:id="rId71"/>
                </p:custDataLst>
              </p:nvPr>
            </p:nvCxnSpPr>
            <p:spPr bwMode="auto">
              <a:xfrm>
                <a:off x="4082" y="7143"/>
                <a:ext cx="0" cy="283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3" name="直接连接符 32"/>
              <p:cNvCxnSpPr/>
              <p:nvPr>
                <p:custDataLst>
                  <p:tags r:id="rId72"/>
                </p:custDataLst>
              </p:nvPr>
            </p:nvCxnSpPr>
            <p:spPr bwMode="auto">
              <a:xfrm flipV="1">
                <a:off x="4082" y="7427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6" name="直接连接符 35"/>
              <p:cNvCxnSpPr/>
              <p:nvPr>
                <p:custDataLst>
                  <p:tags r:id="rId73"/>
                </p:custDataLst>
              </p:nvPr>
            </p:nvCxnSpPr>
            <p:spPr bwMode="auto">
              <a:xfrm flipV="1">
                <a:off x="4309" y="7143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7" name="直接连接符 36"/>
              <p:cNvCxnSpPr/>
              <p:nvPr>
                <p:custDataLst>
                  <p:tags r:id="rId74"/>
                </p:custDataLst>
              </p:nvPr>
            </p:nvCxnSpPr>
            <p:spPr bwMode="auto">
              <a:xfrm flipH="1">
                <a:off x="4309" y="7143"/>
                <a:ext cx="0" cy="283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8" name="直接连接符 37"/>
              <p:cNvCxnSpPr/>
              <p:nvPr>
                <p:custDataLst>
                  <p:tags r:id="rId75"/>
                </p:custDataLst>
              </p:nvPr>
            </p:nvCxnSpPr>
            <p:spPr bwMode="auto">
              <a:xfrm>
                <a:off x="4536" y="7143"/>
                <a:ext cx="0" cy="283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9" name="直接连接符 38"/>
              <p:cNvCxnSpPr/>
              <p:nvPr>
                <p:custDataLst>
                  <p:tags r:id="rId76"/>
                </p:custDataLst>
              </p:nvPr>
            </p:nvCxnSpPr>
            <p:spPr bwMode="auto">
              <a:xfrm flipV="1">
                <a:off x="4536" y="7427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0" name="直接连接符 39"/>
              <p:cNvCxnSpPr/>
              <p:nvPr>
                <p:custDataLst>
                  <p:tags r:id="rId77"/>
                </p:custDataLst>
              </p:nvPr>
            </p:nvCxnSpPr>
            <p:spPr bwMode="auto">
              <a:xfrm flipV="1">
                <a:off x="4762" y="7143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1" name="直接连接符 40"/>
              <p:cNvCxnSpPr/>
              <p:nvPr>
                <p:custDataLst>
                  <p:tags r:id="rId78"/>
                </p:custDataLst>
              </p:nvPr>
            </p:nvCxnSpPr>
            <p:spPr bwMode="auto">
              <a:xfrm flipH="1">
                <a:off x="4762" y="7143"/>
                <a:ext cx="0" cy="283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2" name="直接连接符 41"/>
              <p:cNvCxnSpPr/>
              <p:nvPr>
                <p:custDataLst>
                  <p:tags r:id="rId79"/>
                </p:custDataLst>
              </p:nvPr>
            </p:nvCxnSpPr>
            <p:spPr bwMode="auto">
              <a:xfrm>
                <a:off x="4989" y="7143"/>
                <a:ext cx="0" cy="283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3" name="直接连接符 42"/>
              <p:cNvCxnSpPr/>
              <p:nvPr>
                <p:custDataLst>
                  <p:tags r:id="rId80"/>
                </p:custDataLst>
              </p:nvPr>
            </p:nvCxnSpPr>
            <p:spPr bwMode="auto">
              <a:xfrm flipV="1">
                <a:off x="4989" y="7427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6" name="直接连接符 45"/>
              <p:cNvCxnSpPr/>
              <p:nvPr>
                <p:custDataLst>
                  <p:tags r:id="rId81"/>
                </p:custDataLst>
              </p:nvPr>
            </p:nvCxnSpPr>
            <p:spPr bwMode="auto">
              <a:xfrm flipV="1">
                <a:off x="5216" y="7143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7" name="直接连接符 46"/>
              <p:cNvCxnSpPr/>
              <p:nvPr>
                <p:custDataLst>
                  <p:tags r:id="rId82"/>
                </p:custDataLst>
              </p:nvPr>
            </p:nvCxnSpPr>
            <p:spPr bwMode="auto">
              <a:xfrm flipH="1">
                <a:off x="5216" y="7143"/>
                <a:ext cx="0" cy="283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8" name="直接连接符 47"/>
              <p:cNvCxnSpPr/>
              <p:nvPr>
                <p:custDataLst>
                  <p:tags r:id="rId83"/>
                </p:custDataLst>
              </p:nvPr>
            </p:nvCxnSpPr>
            <p:spPr bwMode="auto">
              <a:xfrm>
                <a:off x="5443" y="7143"/>
                <a:ext cx="0" cy="283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9" name="直接连接符 48"/>
              <p:cNvCxnSpPr/>
              <p:nvPr>
                <p:custDataLst>
                  <p:tags r:id="rId84"/>
                </p:custDataLst>
              </p:nvPr>
            </p:nvCxnSpPr>
            <p:spPr bwMode="auto">
              <a:xfrm flipV="1">
                <a:off x="5443" y="7427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0" name="直接连接符 49"/>
              <p:cNvCxnSpPr/>
              <p:nvPr>
                <p:custDataLst>
                  <p:tags r:id="rId85"/>
                </p:custDataLst>
              </p:nvPr>
            </p:nvCxnSpPr>
            <p:spPr bwMode="auto">
              <a:xfrm flipV="1">
                <a:off x="5669" y="7143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1" name="直接连接符 50"/>
              <p:cNvCxnSpPr/>
              <p:nvPr>
                <p:custDataLst>
                  <p:tags r:id="rId86"/>
                </p:custDataLst>
              </p:nvPr>
            </p:nvCxnSpPr>
            <p:spPr bwMode="auto">
              <a:xfrm flipH="1">
                <a:off x="5669" y="7143"/>
                <a:ext cx="0" cy="283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2" name="直接连接符 51"/>
              <p:cNvCxnSpPr/>
              <p:nvPr>
                <p:custDataLst>
                  <p:tags r:id="rId87"/>
                </p:custDataLst>
              </p:nvPr>
            </p:nvCxnSpPr>
            <p:spPr bwMode="auto">
              <a:xfrm>
                <a:off x="5896" y="7143"/>
                <a:ext cx="0" cy="283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3" name="直接连接符 52"/>
              <p:cNvCxnSpPr/>
              <p:nvPr>
                <p:custDataLst>
                  <p:tags r:id="rId88"/>
                </p:custDataLst>
              </p:nvPr>
            </p:nvCxnSpPr>
            <p:spPr bwMode="auto">
              <a:xfrm flipV="1">
                <a:off x="5896" y="7427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4" name="直接连接符 53"/>
              <p:cNvCxnSpPr/>
              <p:nvPr>
                <p:custDataLst>
                  <p:tags r:id="rId89"/>
                </p:custDataLst>
              </p:nvPr>
            </p:nvCxnSpPr>
            <p:spPr bwMode="auto">
              <a:xfrm flipV="1">
                <a:off x="6123" y="7143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5" name="直接连接符 54"/>
              <p:cNvCxnSpPr/>
              <p:nvPr>
                <p:custDataLst>
                  <p:tags r:id="rId90"/>
                </p:custDataLst>
              </p:nvPr>
            </p:nvCxnSpPr>
            <p:spPr bwMode="auto">
              <a:xfrm flipH="1">
                <a:off x="6123" y="7143"/>
                <a:ext cx="0" cy="283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6" name="直接连接符 55"/>
              <p:cNvCxnSpPr/>
              <p:nvPr>
                <p:custDataLst>
                  <p:tags r:id="rId91"/>
                </p:custDataLst>
              </p:nvPr>
            </p:nvCxnSpPr>
            <p:spPr bwMode="auto">
              <a:xfrm>
                <a:off x="6350" y="7143"/>
                <a:ext cx="0" cy="283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7" name="直接连接符 56"/>
              <p:cNvCxnSpPr/>
              <p:nvPr>
                <p:custDataLst>
                  <p:tags r:id="rId92"/>
                </p:custDataLst>
              </p:nvPr>
            </p:nvCxnSpPr>
            <p:spPr bwMode="auto">
              <a:xfrm flipV="1">
                <a:off x="6350" y="7427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8" name="直接连接符 57"/>
              <p:cNvCxnSpPr/>
              <p:nvPr>
                <p:custDataLst>
                  <p:tags r:id="rId93"/>
                </p:custDataLst>
              </p:nvPr>
            </p:nvCxnSpPr>
            <p:spPr bwMode="auto">
              <a:xfrm flipV="1">
                <a:off x="6576" y="7143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9" name="直接连接符 58"/>
              <p:cNvCxnSpPr/>
              <p:nvPr>
                <p:custDataLst>
                  <p:tags r:id="rId94"/>
                </p:custDataLst>
              </p:nvPr>
            </p:nvCxnSpPr>
            <p:spPr bwMode="auto">
              <a:xfrm flipH="1">
                <a:off x="6576" y="7143"/>
                <a:ext cx="0" cy="283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0" name="直接连接符 59"/>
              <p:cNvCxnSpPr/>
              <p:nvPr>
                <p:custDataLst>
                  <p:tags r:id="rId95"/>
                </p:custDataLst>
              </p:nvPr>
            </p:nvCxnSpPr>
            <p:spPr bwMode="auto">
              <a:xfrm>
                <a:off x="6803" y="7143"/>
                <a:ext cx="0" cy="283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1" name="直接连接符 60"/>
              <p:cNvCxnSpPr/>
              <p:nvPr>
                <p:custDataLst>
                  <p:tags r:id="rId96"/>
                </p:custDataLst>
              </p:nvPr>
            </p:nvCxnSpPr>
            <p:spPr bwMode="auto">
              <a:xfrm flipV="1">
                <a:off x="6803" y="7427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3" name="直接连接符 62"/>
              <p:cNvCxnSpPr/>
              <p:nvPr>
                <p:custDataLst>
                  <p:tags r:id="rId97"/>
                </p:custDataLst>
              </p:nvPr>
            </p:nvCxnSpPr>
            <p:spPr bwMode="auto">
              <a:xfrm flipV="1">
                <a:off x="7030" y="7143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4" name="直接连接符 63"/>
              <p:cNvCxnSpPr/>
              <p:nvPr>
                <p:custDataLst>
                  <p:tags r:id="rId98"/>
                </p:custDataLst>
              </p:nvPr>
            </p:nvCxnSpPr>
            <p:spPr bwMode="auto">
              <a:xfrm flipH="1">
                <a:off x="7030" y="7143"/>
                <a:ext cx="0" cy="283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5" name="直接连接符 64"/>
              <p:cNvCxnSpPr/>
              <p:nvPr>
                <p:custDataLst>
                  <p:tags r:id="rId99"/>
                </p:custDataLst>
              </p:nvPr>
            </p:nvCxnSpPr>
            <p:spPr bwMode="auto">
              <a:xfrm>
                <a:off x="7257" y="7143"/>
                <a:ext cx="0" cy="283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6" name="直接连接符 65"/>
              <p:cNvCxnSpPr/>
              <p:nvPr>
                <p:custDataLst>
                  <p:tags r:id="rId100"/>
                </p:custDataLst>
              </p:nvPr>
            </p:nvCxnSpPr>
            <p:spPr bwMode="auto">
              <a:xfrm flipV="1">
                <a:off x="7257" y="7427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7" name="直接连接符 66"/>
              <p:cNvCxnSpPr/>
              <p:nvPr>
                <p:custDataLst>
                  <p:tags r:id="rId101"/>
                </p:custDataLst>
              </p:nvPr>
            </p:nvCxnSpPr>
            <p:spPr bwMode="auto">
              <a:xfrm flipV="1">
                <a:off x="7483" y="7143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8" name="直接连接符 67"/>
              <p:cNvCxnSpPr/>
              <p:nvPr>
                <p:custDataLst>
                  <p:tags r:id="rId102"/>
                </p:custDataLst>
              </p:nvPr>
            </p:nvCxnSpPr>
            <p:spPr bwMode="auto">
              <a:xfrm flipH="1">
                <a:off x="7483" y="7143"/>
                <a:ext cx="0" cy="283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9" name="直接连接符 68"/>
              <p:cNvCxnSpPr/>
              <p:nvPr>
                <p:custDataLst>
                  <p:tags r:id="rId103"/>
                </p:custDataLst>
              </p:nvPr>
            </p:nvCxnSpPr>
            <p:spPr bwMode="auto">
              <a:xfrm>
                <a:off x="7710" y="7143"/>
                <a:ext cx="0" cy="283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0" name="直接连接符 69"/>
              <p:cNvCxnSpPr/>
              <p:nvPr>
                <p:custDataLst>
                  <p:tags r:id="rId104"/>
                </p:custDataLst>
              </p:nvPr>
            </p:nvCxnSpPr>
            <p:spPr bwMode="auto">
              <a:xfrm flipV="1">
                <a:off x="7710" y="7427"/>
                <a:ext cx="113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80" name="Text Box 191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8051" y="4536"/>
              <a:ext cx="227" cy="28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Z</a:t>
              </a:r>
            </a:p>
          </p:txBody>
        </p:sp>
        <p:cxnSp>
          <p:nvCxnSpPr>
            <p:cNvPr id="81" name="直接连接符 80"/>
            <p:cNvCxnSpPr/>
            <p:nvPr>
              <p:custDataLst>
                <p:tags r:id="rId19"/>
              </p:custDataLst>
            </p:nvPr>
          </p:nvCxnSpPr>
          <p:spPr bwMode="auto">
            <a:xfrm flipV="1">
              <a:off x="8334" y="4423"/>
              <a:ext cx="51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2" name="直接连接符 81"/>
            <p:cNvCxnSpPr/>
            <p:nvPr>
              <p:custDataLst>
                <p:tags r:id="rId20"/>
              </p:custDataLst>
            </p:nvPr>
          </p:nvCxnSpPr>
          <p:spPr bwMode="auto">
            <a:xfrm flipV="1">
              <a:off x="8844" y="4139"/>
              <a:ext cx="79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3" name="直接连接符 82"/>
            <p:cNvCxnSpPr/>
            <p:nvPr>
              <p:custDataLst>
                <p:tags r:id="rId21"/>
              </p:custDataLst>
            </p:nvPr>
          </p:nvCxnSpPr>
          <p:spPr bwMode="auto">
            <a:xfrm flipH="1">
              <a:off x="8844" y="4139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4" name="直接连接符 83"/>
            <p:cNvCxnSpPr/>
            <p:nvPr>
              <p:custDataLst>
                <p:tags r:id="rId22"/>
              </p:custDataLst>
            </p:nvPr>
          </p:nvCxnSpPr>
          <p:spPr bwMode="auto">
            <a:xfrm flipH="1">
              <a:off x="9638" y="4139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5" name="直接连接符 84"/>
            <p:cNvCxnSpPr/>
            <p:nvPr>
              <p:custDataLst>
                <p:tags r:id="rId23"/>
              </p:custDataLst>
            </p:nvPr>
          </p:nvCxnSpPr>
          <p:spPr bwMode="auto">
            <a:xfrm flipV="1">
              <a:off x="9638" y="4423"/>
              <a:ext cx="51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6" name="直接连接符 85"/>
            <p:cNvCxnSpPr/>
            <p:nvPr>
              <p:custDataLst>
                <p:tags r:id="rId24"/>
              </p:custDataLst>
            </p:nvPr>
          </p:nvCxnSpPr>
          <p:spPr bwMode="auto">
            <a:xfrm flipV="1">
              <a:off x="10148" y="4139"/>
              <a:ext cx="1361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7" name="直接连接符 86"/>
            <p:cNvCxnSpPr/>
            <p:nvPr>
              <p:custDataLst>
                <p:tags r:id="rId25"/>
              </p:custDataLst>
            </p:nvPr>
          </p:nvCxnSpPr>
          <p:spPr bwMode="auto">
            <a:xfrm flipH="1">
              <a:off x="10148" y="4139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8" name="直接连接符 87"/>
            <p:cNvCxnSpPr/>
            <p:nvPr>
              <p:custDataLst>
                <p:tags r:id="rId26"/>
              </p:custDataLst>
            </p:nvPr>
          </p:nvCxnSpPr>
          <p:spPr bwMode="auto">
            <a:xfrm flipH="1">
              <a:off x="11509" y="4139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9" name="直接连接符 88"/>
            <p:cNvCxnSpPr/>
            <p:nvPr>
              <p:custDataLst>
                <p:tags r:id="rId27"/>
              </p:custDataLst>
            </p:nvPr>
          </p:nvCxnSpPr>
          <p:spPr bwMode="auto">
            <a:xfrm flipV="1">
              <a:off x="11509" y="4423"/>
              <a:ext cx="51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0" name="直接连接符 89"/>
            <p:cNvCxnSpPr/>
            <p:nvPr>
              <p:custDataLst>
                <p:tags r:id="rId28"/>
              </p:custDataLst>
            </p:nvPr>
          </p:nvCxnSpPr>
          <p:spPr bwMode="auto">
            <a:xfrm flipV="1">
              <a:off x="12019" y="4139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1" name="直接连接符 90"/>
            <p:cNvCxnSpPr/>
            <p:nvPr>
              <p:custDataLst>
                <p:tags r:id="rId29"/>
              </p:custDataLst>
            </p:nvPr>
          </p:nvCxnSpPr>
          <p:spPr bwMode="auto">
            <a:xfrm flipH="1">
              <a:off x="12019" y="4139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2" name="直接连接符 91"/>
            <p:cNvCxnSpPr/>
            <p:nvPr>
              <p:custDataLst>
                <p:tags r:id="rId30"/>
              </p:custDataLst>
            </p:nvPr>
          </p:nvCxnSpPr>
          <p:spPr bwMode="auto">
            <a:xfrm flipH="1">
              <a:off x="12473" y="4139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3" name="直接连接符 92"/>
            <p:cNvCxnSpPr/>
            <p:nvPr>
              <p:custDataLst>
                <p:tags r:id="rId31"/>
              </p:custDataLst>
            </p:nvPr>
          </p:nvCxnSpPr>
          <p:spPr bwMode="auto">
            <a:xfrm flipV="1">
              <a:off x="12473" y="4423"/>
              <a:ext cx="39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4" name="直接连接符 93"/>
            <p:cNvCxnSpPr/>
            <p:nvPr>
              <p:custDataLst>
                <p:tags r:id="rId32"/>
              </p:custDataLst>
            </p:nvPr>
          </p:nvCxnSpPr>
          <p:spPr bwMode="auto">
            <a:xfrm flipV="1">
              <a:off x="8391" y="4819"/>
              <a:ext cx="1871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5" name="直接连接符 94"/>
            <p:cNvCxnSpPr/>
            <p:nvPr>
              <p:custDataLst>
                <p:tags r:id="rId33"/>
              </p:custDataLst>
            </p:nvPr>
          </p:nvCxnSpPr>
          <p:spPr bwMode="auto">
            <a:xfrm flipV="1">
              <a:off x="10262" y="4536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6" name="直接连接符 95"/>
            <p:cNvCxnSpPr/>
            <p:nvPr>
              <p:custDataLst>
                <p:tags r:id="rId34"/>
              </p:custDataLst>
            </p:nvPr>
          </p:nvCxnSpPr>
          <p:spPr bwMode="auto">
            <a:xfrm flipH="1">
              <a:off x="10262" y="4536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7" name="直接连接符 96"/>
            <p:cNvCxnSpPr/>
            <p:nvPr>
              <p:custDataLst>
                <p:tags r:id="rId35"/>
              </p:custDataLst>
            </p:nvPr>
          </p:nvCxnSpPr>
          <p:spPr bwMode="auto">
            <a:xfrm flipH="1">
              <a:off x="10489" y="4536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8" name="直接连接符 97"/>
            <p:cNvCxnSpPr/>
            <p:nvPr>
              <p:custDataLst>
                <p:tags r:id="rId36"/>
              </p:custDataLst>
            </p:nvPr>
          </p:nvCxnSpPr>
          <p:spPr bwMode="auto">
            <a:xfrm flipV="1">
              <a:off x="10489" y="4819"/>
              <a:ext cx="158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9" name="直接连接符 98"/>
            <p:cNvCxnSpPr/>
            <p:nvPr>
              <p:custDataLst>
                <p:tags r:id="rId37"/>
              </p:custDataLst>
            </p:nvPr>
          </p:nvCxnSpPr>
          <p:spPr bwMode="auto">
            <a:xfrm flipV="1">
              <a:off x="12076" y="4536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0" name="直接连接符 99"/>
            <p:cNvCxnSpPr/>
            <p:nvPr>
              <p:custDataLst>
                <p:tags r:id="rId38"/>
              </p:custDataLst>
            </p:nvPr>
          </p:nvCxnSpPr>
          <p:spPr bwMode="auto">
            <a:xfrm flipH="1">
              <a:off x="12076" y="4536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1" name="直接连接符 100"/>
            <p:cNvCxnSpPr/>
            <p:nvPr>
              <p:custDataLst>
                <p:tags r:id="rId39"/>
              </p:custDataLst>
            </p:nvPr>
          </p:nvCxnSpPr>
          <p:spPr bwMode="auto">
            <a:xfrm flipH="1">
              <a:off x="12303" y="4536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2" name="直接连接符 101"/>
            <p:cNvCxnSpPr/>
            <p:nvPr>
              <p:custDataLst>
                <p:tags r:id="rId40"/>
              </p:custDataLst>
            </p:nvPr>
          </p:nvCxnSpPr>
          <p:spPr bwMode="auto">
            <a:xfrm flipV="1">
              <a:off x="12303" y="4819"/>
              <a:ext cx="56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116" name="组合 115"/>
            <p:cNvGrpSpPr/>
            <p:nvPr/>
          </p:nvGrpSpPr>
          <p:grpSpPr>
            <a:xfrm>
              <a:off x="8448" y="4139"/>
              <a:ext cx="4307" cy="282"/>
              <a:chOff x="3402" y="7540"/>
              <a:chExt cx="4307" cy="282"/>
            </a:xfrm>
          </p:grpSpPr>
          <p:sp>
            <p:nvSpPr>
              <p:cNvPr id="171" name="Text Box 191"/>
              <p:cNvSpPr txBox="1">
                <a:spLocks noChangeArrowheads="1"/>
              </p:cNvSpPr>
              <p:nvPr>
                <p:custDataLst>
                  <p:tags r:id="rId55"/>
                </p:custDataLst>
              </p:nvPr>
            </p:nvSpPr>
            <p:spPr bwMode="auto">
              <a:xfrm>
                <a:off x="3402" y="7540"/>
                <a:ext cx="227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4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103" name="Text Box 191"/>
              <p:cNvSpPr txBox="1">
                <a:spLocks noChangeArrowheads="1"/>
              </p:cNvSpPr>
              <p:nvPr>
                <p:custDataLst>
                  <p:tags r:id="rId56"/>
                </p:custDataLst>
              </p:nvPr>
            </p:nvSpPr>
            <p:spPr bwMode="auto">
              <a:xfrm>
                <a:off x="3855" y="7540"/>
                <a:ext cx="227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4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104" name="Text Box 191"/>
              <p:cNvSpPr txBox="1">
                <a:spLocks noChangeArrowheads="1"/>
              </p:cNvSpPr>
              <p:nvPr>
                <p:custDataLst>
                  <p:tags r:id="rId57"/>
                </p:custDataLst>
              </p:nvPr>
            </p:nvSpPr>
            <p:spPr bwMode="auto">
              <a:xfrm>
                <a:off x="4309" y="7540"/>
                <a:ext cx="227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4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105" name="Text Box 191"/>
              <p:cNvSpPr txBox="1">
                <a:spLocks noChangeArrowheads="1"/>
              </p:cNvSpPr>
              <p:nvPr>
                <p:custDataLst>
                  <p:tags r:id="rId58"/>
                </p:custDataLst>
              </p:nvPr>
            </p:nvSpPr>
            <p:spPr bwMode="auto">
              <a:xfrm>
                <a:off x="4762" y="7540"/>
                <a:ext cx="227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4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108" name="Text Box 191"/>
              <p:cNvSpPr txBox="1">
                <a:spLocks noChangeArrowheads="1"/>
              </p:cNvSpPr>
              <p:nvPr>
                <p:custDataLst>
                  <p:tags r:id="rId59"/>
                </p:custDataLst>
              </p:nvPr>
            </p:nvSpPr>
            <p:spPr bwMode="auto">
              <a:xfrm>
                <a:off x="5216" y="7540"/>
                <a:ext cx="227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4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109" name="Text Box 191"/>
              <p:cNvSpPr txBox="1">
                <a:spLocks noChangeArrowheads="1"/>
              </p:cNvSpPr>
              <p:nvPr>
                <p:custDataLst>
                  <p:tags r:id="rId60"/>
                </p:custDataLst>
              </p:nvPr>
            </p:nvSpPr>
            <p:spPr bwMode="auto">
              <a:xfrm>
                <a:off x="5669" y="7540"/>
                <a:ext cx="227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4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110" name="Text Box 191"/>
              <p:cNvSpPr txBox="1">
                <a:spLocks noChangeArrowheads="1"/>
              </p:cNvSpPr>
              <p:nvPr>
                <p:custDataLst>
                  <p:tags r:id="rId61"/>
                </p:custDataLst>
              </p:nvPr>
            </p:nvSpPr>
            <p:spPr bwMode="auto">
              <a:xfrm>
                <a:off x="6123" y="7540"/>
                <a:ext cx="227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4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111" name="Text Box 191"/>
              <p:cNvSpPr txBox="1">
                <a:spLocks noChangeArrowheads="1"/>
              </p:cNvSpPr>
              <p:nvPr>
                <p:custDataLst>
                  <p:tags r:id="rId62"/>
                </p:custDataLst>
              </p:nvPr>
            </p:nvSpPr>
            <p:spPr bwMode="auto">
              <a:xfrm>
                <a:off x="6576" y="7540"/>
                <a:ext cx="227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4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114" name="Text Box 191"/>
              <p:cNvSpPr txBox="1">
                <a:spLocks noChangeArrowheads="1"/>
              </p:cNvSpPr>
              <p:nvPr>
                <p:custDataLst>
                  <p:tags r:id="rId63"/>
                </p:custDataLst>
              </p:nvPr>
            </p:nvSpPr>
            <p:spPr bwMode="auto">
              <a:xfrm>
                <a:off x="7030" y="7540"/>
                <a:ext cx="227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4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115" name="Text Box 191"/>
              <p:cNvSpPr txBox="1">
                <a:spLocks noChangeArrowheads="1"/>
              </p:cNvSpPr>
              <p:nvPr>
                <p:custDataLst>
                  <p:tags r:id="rId64"/>
                </p:custDataLst>
              </p:nvPr>
            </p:nvSpPr>
            <p:spPr bwMode="auto">
              <a:xfrm>
                <a:off x="7483" y="7540"/>
                <a:ext cx="227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4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</p:grpSp>
        <p:grpSp>
          <p:nvGrpSpPr>
            <p:cNvPr id="131" name="组合 130"/>
            <p:cNvGrpSpPr/>
            <p:nvPr/>
          </p:nvGrpSpPr>
          <p:grpSpPr>
            <a:xfrm>
              <a:off x="8448" y="4026"/>
              <a:ext cx="4079" cy="808"/>
              <a:chOff x="3402" y="7427"/>
              <a:chExt cx="4079" cy="808"/>
            </a:xfrm>
          </p:grpSpPr>
          <p:cxnSp>
            <p:nvCxnSpPr>
              <p:cNvPr id="167" name="直接连接符 166"/>
              <p:cNvCxnSpPr/>
              <p:nvPr>
                <p:custDataLst>
                  <p:tags r:id="rId45"/>
                </p:custDataLst>
              </p:nvPr>
            </p:nvCxnSpPr>
            <p:spPr bwMode="auto">
              <a:xfrm flipH="1">
                <a:off x="3853" y="7441"/>
                <a:ext cx="0" cy="794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00000"/>
                </a:solidFill>
                <a:prstDash val="sysDot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17" name="直接连接符 116"/>
              <p:cNvCxnSpPr/>
              <p:nvPr>
                <p:custDataLst>
                  <p:tags r:id="rId46"/>
                </p:custDataLst>
              </p:nvPr>
            </p:nvCxnSpPr>
            <p:spPr bwMode="auto">
              <a:xfrm flipH="1">
                <a:off x="3402" y="7427"/>
                <a:ext cx="0" cy="794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00000"/>
                </a:solidFill>
                <a:prstDash val="sysDot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18" name="直接连接符 117"/>
              <p:cNvCxnSpPr/>
              <p:nvPr>
                <p:custDataLst>
                  <p:tags r:id="rId47"/>
                </p:custDataLst>
              </p:nvPr>
            </p:nvCxnSpPr>
            <p:spPr bwMode="auto">
              <a:xfrm flipH="1">
                <a:off x="4762" y="7427"/>
                <a:ext cx="0" cy="794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00000"/>
                </a:solidFill>
                <a:prstDash val="sysDot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19" name="直接连接符 118"/>
              <p:cNvCxnSpPr/>
              <p:nvPr>
                <p:custDataLst>
                  <p:tags r:id="rId48"/>
                </p:custDataLst>
              </p:nvPr>
            </p:nvCxnSpPr>
            <p:spPr bwMode="auto">
              <a:xfrm flipH="1">
                <a:off x="4309" y="7427"/>
                <a:ext cx="0" cy="794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00000"/>
                </a:solidFill>
                <a:prstDash val="sysDot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2" name="直接连接符 121"/>
              <p:cNvCxnSpPr/>
              <p:nvPr>
                <p:custDataLst>
                  <p:tags r:id="rId49"/>
                </p:custDataLst>
              </p:nvPr>
            </p:nvCxnSpPr>
            <p:spPr bwMode="auto">
              <a:xfrm flipH="1">
                <a:off x="5667" y="7441"/>
                <a:ext cx="0" cy="794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00000"/>
                </a:solidFill>
                <a:prstDash val="sysDot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3" name="直接连接符 122"/>
              <p:cNvCxnSpPr/>
              <p:nvPr>
                <p:custDataLst>
                  <p:tags r:id="rId50"/>
                </p:custDataLst>
              </p:nvPr>
            </p:nvCxnSpPr>
            <p:spPr bwMode="auto">
              <a:xfrm flipH="1">
                <a:off x="5216" y="7427"/>
                <a:ext cx="0" cy="794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00000"/>
                </a:solidFill>
                <a:prstDash val="sysDot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4" name="直接连接符 123"/>
              <p:cNvCxnSpPr/>
              <p:nvPr>
                <p:custDataLst>
                  <p:tags r:id="rId51"/>
                </p:custDataLst>
              </p:nvPr>
            </p:nvCxnSpPr>
            <p:spPr bwMode="auto">
              <a:xfrm flipH="1">
                <a:off x="6576" y="7427"/>
                <a:ext cx="0" cy="794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00000"/>
                </a:solidFill>
                <a:prstDash val="sysDot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5" name="直接连接符 124"/>
              <p:cNvCxnSpPr/>
              <p:nvPr>
                <p:custDataLst>
                  <p:tags r:id="rId52"/>
                </p:custDataLst>
              </p:nvPr>
            </p:nvCxnSpPr>
            <p:spPr bwMode="auto">
              <a:xfrm flipH="1">
                <a:off x="6123" y="7427"/>
                <a:ext cx="0" cy="794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00000"/>
                </a:solidFill>
                <a:prstDash val="sysDot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7" name="直接连接符 126"/>
              <p:cNvCxnSpPr/>
              <p:nvPr>
                <p:custDataLst>
                  <p:tags r:id="rId53"/>
                </p:custDataLst>
              </p:nvPr>
            </p:nvCxnSpPr>
            <p:spPr bwMode="auto">
              <a:xfrm flipH="1">
                <a:off x="7481" y="7441"/>
                <a:ext cx="0" cy="794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00000"/>
                </a:solidFill>
                <a:prstDash val="sysDot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8" name="直接连接符 127"/>
              <p:cNvCxnSpPr/>
              <p:nvPr>
                <p:custDataLst>
                  <p:tags r:id="rId54"/>
                </p:custDataLst>
              </p:nvPr>
            </p:nvCxnSpPr>
            <p:spPr bwMode="auto">
              <a:xfrm flipH="1">
                <a:off x="7030" y="7427"/>
                <a:ext cx="0" cy="794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00000"/>
                </a:solidFill>
                <a:prstDash val="sysDot"/>
                <a:round/>
                <a:headEnd type="none" w="med" len="med"/>
                <a:tailEnd type="none" w="med" len="med"/>
              </a:ln>
              <a:effectLst/>
            </p:spPr>
          </p:cxnSp>
        </p:grpSp>
        <p:cxnSp>
          <p:nvCxnSpPr>
            <p:cNvPr id="3" name="直接连接符 2"/>
            <p:cNvCxnSpPr/>
            <p:nvPr>
              <p:custDataLst>
                <p:tags r:id="rId41"/>
              </p:custDataLst>
            </p:nvPr>
          </p:nvCxnSpPr>
          <p:spPr bwMode="auto">
            <a:xfrm flipV="1">
              <a:off x="10488" y="4535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" name="直接连接符 6"/>
            <p:cNvCxnSpPr/>
            <p:nvPr>
              <p:custDataLst>
                <p:tags r:id="rId42"/>
              </p:custDataLst>
            </p:nvPr>
          </p:nvCxnSpPr>
          <p:spPr bwMode="auto">
            <a:xfrm flipH="1">
              <a:off x="10715" y="4535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" name="直接连接符 15"/>
            <p:cNvCxnSpPr/>
            <p:nvPr>
              <p:custDataLst>
                <p:tags r:id="rId43"/>
              </p:custDataLst>
            </p:nvPr>
          </p:nvCxnSpPr>
          <p:spPr bwMode="auto">
            <a:xfrm flipV="1">
              <a:off x="12302" y="4535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" name="直接连接符 17"/>
            <p:cNvCxnSpPr/>
            <p:nvPr>
              <p:custDataLst>
                <p:tags r:id="rId44"/>
              </p:custDataLst>
            </p:nvPr>
          </p:nvCxnSpPr>
          <p:spPr bwMode="auto">
            <a:xfrm flipH="1">
              <a:off x="12529" y="4535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2" name="组合 21"/>
          <p:cNvGrpSpPr/>
          <p:nvPr/>
        </p:nvGrpSpPr>
        <p:grpSpPr>
          <a:xfrm>
            <a:off x="935990" y="836148"/>
            <a:ext cx="7920990" cy="504620"/>
            <a:chOff x="1926" y="1417"/>
            <a:chExt cx="12474" cy="795"/>
          </a:xfrm>
        </p:grpSpPr>
        <p:sp>
          <p:nvSpPr>
            <p:cNvPr id="4" name="Text Box 36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4080" y="1418"/>
              <a:ext cx="2381" cy="794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36195" tIns="10795" rIns="36195" bIns="10795" anchor="ctr" anchorCtr="0">
              <a:noAutofit/>
            </a:bodyPr>
            <a:lstStyle/>
            <a:p>
              <a:pPr algn="ctr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  <a:sym typeface="+mn-ea"/>
                </a:rPr>
                <a:t>状态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图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/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表</a:t>
              </a:r>
              <a:r>
                <a:rPr lang="zh-CN" altLang="en-US" sz="1600" b="1" u="sng" dirty="0">
                  <a:solidFill>
                    <a:srgbClr val="990099"/>
                  </a:solidFill>
                  <a:latin typeface="宋体" panose="02010600030101010101" pitchFamily="2" charset="-122"/>
                  <a:sym typeface="+mn-ea"/>
                </a:rPr>
                <a:t>设计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形成时序逻辑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)</a:t>
              </a:r>
            </a:p>
          </p:txBody>
        </p:sp>
        <p:sp>
          <p:nvSpPr>
            <p:cNvPr id="5" name="Text Box 36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926" y="1418"/>
              <a:ext cx="1701" cy="794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36195" tIns="10795" rIns="36195" bIns="10795" anchor="ctr" anchorCtr="0">
              <a:noAutofit/>
            </a:bodyPr>
            <a:lstStyle/>
            <a:p>
              <a:pPr algn="ctr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需求</a:t>
              </a:r>
              <a:r>
                <a:rPr lang="zh-CN" altLang="en-US" sz="1600" b="1" u="sng" dirty="0">
                  <a:solidFill>
                    <a:srgbClr val="990099"/>
                  </a:solidFill>
                  <a:latin typeface="宋体" panose="02010600030101010101" pitchFamily="2" charset="-122"/>
                  <a:sym typeface="+mn-ea"/>
                </a:rPr>
                <a:t>分析</a:t>
              </a:r>
            </a:p>
            <a:p>
              <a:pPr algn="ctr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  <a:sym typeface="+mn-ea"/>
                </a:rPr>
                <a:t>(</a:t>
              </a: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  <a:sym typeface="+mn-ea"/>
                </a:rPr>
                <a:t>建立模型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  <a:sym typeface="+mn-ea"/>
                </a:rPr>
                <a:t>)</a:t>
              </a:r>
            </a:p>
          </p:txBody>
        </p:sp>
        <p:cxnSp>
          <p:nvCxnSpPr>
            <p:cNvPr id="6" name="直接箭头连接符 5"/>
            <p:cNvCxnSpPr/>
            <p:nvPr>
              <p:custDataLst>
                <p:tags r:id="rId6"/>
              </p:custDataLst>
            </p:nvPr>
          </p:nvCxnSpPr>
          <p:spPr bwMode="auto">
            <a:xfrm>
              <a:off x="3627" y="1814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8" name="Text Box 36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6915" y="1418"/>
              <a:ext cx="1701" cy="794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36195" tIns="10795" rIns="36195" bIns="10795" anchor="ctr" anchorCtr="0">
              <a:noAutofit/>
            </a:bodyPr>
            <a:lstStyle/>
            <a:p>
              <a:pPr algn="ctr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1600" b="1" u="none" dirty="0">
                  <a:latin typeface="宋体" panose="02010600030101010101" pitchFamily="2" charset="-122"/>
                </a:rPr>
                <a:t>状态</a:t>
              </a:r>
              <a:r>
                <a:rPr lang="zh-CN" altLang="en-US" sz="1600" b="1" u="sng" dirty="0">
                  <a:solidFill>
                    <a:srgbClr val="990099"/>
                  </a:solidFill>
                  <a:latin typeface="宋体" panose="02010600030101010101" pitchFamily="2" charset="-122"/>
                  <a:sym typeface="+mn-ea"/>
                </a:rPr>
                <a:t>化简</a:t>
              </a:r>
            </a:p>
            <a:p>
              <a:pPr algn="ctr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  <a:sym typeface="+mn-ea"/>
                </a:rPr>
                <a:t>合并状态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)</a:t>
              </a:r>
              <a:endParaRPr lang="zh-CN" altLang="en-US" sz="16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endParaRPr>
            </a:p>
          </p:txBody>
        </p:sp>
        <p:sp>
          <p:nvSpPr>
            <p:cNvPr id="9" name="Text Box 36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0998" y="1418"/>
              <a:ext cx="1474" cy="794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36195" tIns="10795" rIns="36195" bIns="10795" anchor="ctr" anchorCtr="0">
              <a:noAutofit/>
            </a:bodyPr>
            <a:lstStyle/>
            <a:p>
              <a:pPr algn="ctr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电路</a:t>
              </a:r>
              <a:r>
                <a:rPr lang="zh-CN" sz="1600" b="1" u="sng" dirty="0">
                  <a:solidFill>
                    <a:srgbClr val="990099"/>
                  </a:solidFill>
                  <a:latin typeface="宋体" panose="02010600030101010101" pitchFamily="2" charset="-122"/>
                </a:rPr>
                <a:t>设计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0" name="直接箭头连接符 9"/>
            <p:cNvCxnSpPr/>
            <p:nvPr>
              <p:custDataLst>
                <p:tags r:id="rId9"/>
              </p:custDataLst>
            </p:nvPr>
          </p:nvCxnSpPr>
          <p:spPr bwMode="auto">
            <a:xfrm>
              <a:off x="6461" y="1814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" name="直接箭头连接符 10"/>
            <p:cNvCxnSpPr/>
            <p:nvPr>
              <p:custDataLst>
                <p:tags r:id="rId10"/>
              </p:custDataLst>
            </p:nvPr>
          </p:nvCxnSpPr>
          <p:spPr bwMode="auto">
            <a:xfrm>
              <a:off x="8617" y="1814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2" name="Text Box 36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9071" y="1418"/>
              <a:ext cx="1474" cy="794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36195" tIns="10795" rIns="36195" bIns="10795" anchor="ctr" anchorCtr="0">
              <a:noAutofit/>
            </a:bodyPr>
            <a:lstStyle/>
            <a:p>
              <a:pPr algn="ctr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1600" b="1" u="none" dirty="0">
                  <a:latin typeface="宋体" panose="02010600030101010101" pitchFamily="2" charset="-122"/>
                </a:rPr>
                <a:t>状态</a:t>
              </a:r>
              <a:r>
                <a:rPr lang="zh-CN" altLang="en-US" sz="1600" b="1" u="sng" dirty="0">
                  <a:solidFill>
                    <a:srgbClr val="990099"/>
                  </a:solidFill>
                  <a:latin typeface="宋体" panose="02010600030101010101" pitchFamily="2" charset="-122"/>
                  <a:sym typeface="+mn-ea"/>
                </a:rPr>
                <a:t>编码</a:t>
              </a:r>
            </a:p>
          </p:txBody>
        </p:sp>
        <p:cxnSp>
          <p:nvCxnSpPr>
            <p:cNvPr id="13" name="直接箭头连接符 12"/>
            <p:cNvCxnSpPr/>
            <p:nvPr>
              <p:custDataLst>
                <p:tags r:id="rId12"/>
              </p:custDataLst>
            </p:nvPr>
          </p:nvCxnSpPr>
          <p:spPr bwMode="auto">
            <a:xfrm>
              <a:off x="10545" y="1814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0" name="Text Box 36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2926" y="1417"/>
              <a:ext cx="1474" cy="794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36195" tIns="10795" rIns="36195" bIns="10795" anchor="ctr" anchorCtr="0">
              <a:noAutofit/>
            </a:bodyPr>
            <a:lstStyle/>
            <a:p>
              <a:pPr algn="ctr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电路</a:t>
              </a:r>
              <a:r>
                <a:rPr lang="zh-CN" altLang="en-US" sz="1600" b="1" u="sng" dirty="0">
                  <a:solidFill>
                    <a:srgbClr val="990099"/>
                  </a:solidFill>
                  <a:latin typeface="宋体" panose="02010600030101010101" pitchFamily="2" charset="-122"/>
                </a:rPr>
                <a:t>分析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21" name="直接箭头连接符 20"/>
            <p:cNvCxnSpPr/>
            <p:nvPr>
              <p:custDataLst>
                <p:tags r:id="rId14"/>
              </p:custDataLst>
            </p:nvPr>
          </p:nvCxnSpPr>
          <p:spPr bwMode="auto">
            <a:xfrm>
              <a:off x="12472" y="1814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243806" name="AutoShape 94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 rot="10800000">
            <a:off x="3995937" y="6524303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43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1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8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437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437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437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2437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2437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2437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2437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12</a:t>
            </a:fld>
            <a:endParaRPr lang="en-US" altLang="zh-CN"/>
          </a:p>
        </p:txBody>
      </p:sp>
      <p:sp>
        <p:nvSpPr>
          <p:cNvPr id="68" name="Text Box 7"/>
          <p:cNvSpPr txBox="1">
            <a:spLocks noChangeArrowheads="1"/>
          </p:cNvSpPr>
          <p:nvPr/>
        </p:nvSpPr>
        <p:spPr bwMode="auto">
          <a:xfrm>
            <a:off x="179070" y="323850"/>
            <a:ext cx="2327275" cy="48615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状态化简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状态等价：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zh-CN" altLang="en-US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示例：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Aft>
                <a:spcPts val="0"/>
              </a:spcAft>
            </a:pPr>
            <a:endParaRPr lang="en-US" altLang="zh-CN" sz="18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状态编码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准则：</a:t>
            </a:r>
          </a:p>
          <a:p>
            <a:pPr marL="0" indent="0" eaLnBrk="1" latinLnBrk="0" hangingPunct="1">
              <a:lnSpc>
                <a:spcPct val="125000"/>
              </a:lnSpc>
              <a:spcAft>
                <a:spcPts val="0"/>
              </a:spcAft>
            </a:pPr>
            <a:endParaRPr lang="zh-CN" altLang="en-US" sz="20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Aft>
                <a:spcPts val="0"/>
              </a:spcAft>
            </a:pPr>
            <a:endParaRPr lang="zh-CN" altLang="en-US" sz="20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示例：</a:t>
            </a:r>
          </a:p>
        </p:txBody>
      </p:sp>
      <p:sp>
        <p:nvSpPr>
          <p:cNvPr id="243719" name="Text Box 7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626235" y="323850"/>
            <a:ext cx="7398385" cy="592566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合并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等价状态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，得到最简状态图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表</a:t>
            </a:r>
            <a:endParaRPr lang="en-US" altLang="zh-CN" sz="22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指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2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个状态</a:t>
            </a:r>
            <a:r>
              <a:rPr lang="zh-CN" altLang="en-US" sz="20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在所有输入组合时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的</a:t>
            </a:r>
            <a:r>
              <a:rPr lang="zh-CN" altLang="en-US" sz="2000" b="1" u="sng" dirty="0">
                <a:latin typeface="宋体" panose="02010600030101010101" pitchFamily="2" charset="-122"/>
                <a:sym typeface="+mn-ea"/>
              </a:rPr>
              <a:t>次态及输出均相同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；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     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等价关系具有传递性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(A=B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B=C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时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A=C)      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←多个状态可以等价</a:t>
            </a:r>
            <a:endParaRPr lang="en-US" altLang="zh-CN" sz="22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给各状态赋予</a:t>
            </a:r>
            <a:r>
              <a:rPr lang="zh-CN" altLang="en-US" sz="2200" b="1" u="sng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唯一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编码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二进制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sz="1600" b="1" dirty="0">
                <a:latin typeface="宋体" panose="02010600030101010101" pitchFamily="2" charset="-122"/>
                <a:sym typeface="+mn-ea"/>
              </a:rPr>
              <a:t>方案有多种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(∵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状态数＜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2</a:t>
            </a:r>
            <a:r>
              <a:rPr lang="en-US" altLang="zh-CN" sz="1600" b="1" baseline="30000" dirty="0">
                <a:latin typeface="宋体" panose="02010600030101010101" pitchFamily="2" charset="-122"/>
                <a:sym typeface="+mn-ea"/>
              </a:rPr>
              <a:t>n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①</a:t>
            </a:r>
            <a:r>
              <a:rPr lang="zh-CN" altLang="en-US" sz="2000" b="1" u="sng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次态相同的现态</a:t>
            </a:r>
            <a:r>
              <a:rPr lang="zh-CN" altLang="en-US" sz="20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编码应相邻</a:t>
            </a:r>
            <a:r>
              <a:rPr lang="en-US" altLang="zh-CN" sz="20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←利于优化状态函数，相邻指码距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=1</a:t>
            </a:r>
            <a:endParaRPr lang="en-US" altLang="zh-CN" sz="2000" b="1" spc="-5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②</a:t>
            </a:r>
            <a:r>
              <a:rPr lang="zh-CN" altLang="en-US" sz="2000" b="1" u="sng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现态相同的次态</a:t>
            </a:r>
            <a:r>
              <a:rPr lang="zh-CN" altLang="en-US" sz="20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编码应相邻</a:t>
            </a:r>
            <a:r>
              <a:rPr lang="en-US" altLang="zh-CN" sz="20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←利于优化状态函数</a:t>
            </a:r>
            <a:endParaRPr lang="zh-CN" altLang="en-US" sz="2000" b="1" spc="-5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0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③</a:t>
            </a:r>
            <a:r>
              <a:rPr lang="zh-CN" altLang="en-US" sz="2000" b="1" u="sng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输出相同的现态</a:t>
            </a:r>
            <a:r>
              <a:rPr lang="zh-CN" altLang="en-US" sz="20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编码应相邻</a:t>
            </a:r>
            <a:r>
              <a:rPr lang="en-US" altLang="zh-CN" sz="20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←利于优化输出函数</a:t>
            </a:r>
            <a:r>
              <a:rPr lang="en-US" altLang="zh-CN" sz="20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endParaRPr lang="zh-CN" altLang="en-US" sz="2000" b="1" spc="-5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0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20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由</a:t>
            </a:r>
            <a:r>
              <a:rPr lang="en-US" altLang="zh-CN" sz="20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①</a:t>
            </a:r>
            <a:r>
              <a:rPr lang="zh-CN" altLang="en-US" sz="20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有</a:t>
            </a:r>
            <a:r>
              <a:rPr lang="en-US" altLang="zh-CN" sz="20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S0-S2</a:t>
            </a:r>
            <a:r>
              <a:rPr lang="zh-CN" altLang="en-US" sz="20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相邻，由</a:t>
            </a:r>
            <a:r>
              <a:rPr lang="en-US" altLang="zh-CN" sz="20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②</a:t>
            </a:r>
            <a:r>
              <a:rPr lang="zh-CN" altLang="en-US" sz="20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有</a:t>
            </a:r>
            <a:r>
              <a:rPr lang="en-US" altLang="zh-CN" sz="20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S0-S1</a:t>
            </a:r>
            <a:r>
              <a:rPr lang="zh-CN" altLang="en-US" sz="20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0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S1-S2</a:t>
            </a:r>
            <a:r>
              <a:rPr lang="zh-CN" altLang="en-US" sz="20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相邻，由</a:t>
            </a:r>
            <a:r>
              <a:rPr lang="en-US" altLang="zh-CN" sz="20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③</a:t>
            </a:r>
            <a:r>
              <a:rPr lang="zh-CN" altLang="en-US" sz="20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有</a:t>
            </a:r>
            <a:r>
              <a:rPr lang="en-US" altLang="zh-CN" sz="20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S0-S1</a:t>
            </a:r>
            <a:r>
              <a:rPr lang="zh-CN" altLang="en-US" sz="20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相邻</a:t>
            </a:r>
            <a:endParaRPr lang="en-US" altLang="zh-CN" sz="2000" b="1" spc="-5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</a:t>
            </a:r>
            <a:r>
              <a:rPr lang="en-US" altLang="zh-CN" sz="18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有冲突时，有多种选择</a:t>
            </a:r>
            <a:r>
              <a:rPr lang="en-US" altLang="zh-CN" sz="18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zh-CN" altLang="en-US" sz="1800" b="1" spc="-5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spc="-50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</a:t>
            </a:r>
            <a:r>
              <a:rPr lang="zh-CN" altLang="en-US" sz="2000" b="1" spc="-50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方案</a:t>
            </a:r>
            <a:r>
              <a:rPr lang="en-US" altLang="zh-CN" sz="2000" b="1" spc="-50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en-US" altLang="zh-CN" sz="2000" b="1" dirty="0">
                <a:solidFill>
                  <a:srgbClr val="7030A0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0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编码为</a:t>
            </a:r>
            <a:r>
              <a:rPr lang="en-US" altLang="zh-CN" sz="20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00</a:t>
            </a:r>
            <a:r>
              <a:rPr lang="zh-CN" altLang="en-US" sz="20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0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01</a:t>
            </a:r>
            <a:r>
              <a:rPr lang="zh-CN" altLang="en-US" sz="20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0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11</a:t>
            </a:r>
            <a:r>
              <a:rPr lang="en-US" altLang="zh-CN" sz="16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(S0-S1</a:t>
            </a:r>
            <a:r>
              <a:rPr lang="zh-CN" altLang="en-US" sz="16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16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S1-S2</a:t>
            </a:r>
            <a:r>
              <a:rPr lang="zh-CN" altLang="en-US" sz="16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相邻</a:t>
            </a:r>
            <a:r>
              <a:rPr lang="en-US" altLang="zh-CN" sz="16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2000" b="1" spc="-5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spc="-50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</a:t>
            </a:r>
            <a:r>
              <a:rPr lang="zh-CN" altLang="en-US" sz="2000" b="1" spc="-50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方案</a:t>
            </a:r>
            <a:r>
              <a:rPr lang="en-US" altLang="zh-CN" sz="2000" b="1" spc="-50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en-US" altLang="zh-CN" sz="2000" b="1" dirty="0">
                <a:solidFill>
                  <a:srgbClr val="7030A0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0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编码为</a:t>
            </a:r>
            <a:r>
              <a:rPr lang="en-US" altLang="zh-CN" sz="20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00</a:t>
            </a:r>
            <a:r>
              <a:rPr lang="zh-CN" altLang="en-US" sz="20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0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01</a:t>
            </a:r>
            <a:r>
              <a:rPr lang="zh-CN" altLang="en-US" sz="20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0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10</a:t>
            </a:r>
            <a:r>
              <a:rPr lang="en-US" altLang="zh-CN" sz="16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(S0-S1</a:t>
            </a:r>
            <a:r>
              <a:rPr lang="zh-CN" altLang="en-US" sz="16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16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S0-S2</a:t>
            </a:r>
            <a:r>
              <a:rPr lang="zh-CN" altLang="en-US" sz="16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相邻</a:t>
            </a:r>
            <a:r>
              <a:rPr lang="en-US" altLang="zh-CN" sz="16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2000" b="1" spc="-50" dirty="0">
              <a:solidFill>
                <a:srgbClr val="0070C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aphicFrame>
        <p:nvGraphicFramePr>
          <p:cNvPr id="318" name="表格 317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2195830" y="1620245"/>
          <a:ext cx="1765935" cy="142341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41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94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6855">
                <a:tc rowSpan="2"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现态</a:t>
                      </a:r>
                    </a:p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</a:t>
                      </a:r>
                      <a:r>
                        <a:rPr lang="en-US" sz="1600" b="1" baseline="30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*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/Z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  <a:sym typeface="+mn-ea"/>
                      </a:endParaRP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85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X=0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mbria Math" panose="02040503050406030204" pitchFamily="18" charset="0"/>
                          <a:sym typeface="+mn-ea"/>
                        </a:rPr>
                        <a:t>X=1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85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S0/0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S1/0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85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S1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S2/0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S1/0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85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S2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S0/0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S3/1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85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S3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S2/0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S1/0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右箭头 2"/>
          <p:cNvSpPr/>
          <p:nvPr/>
        </p:nvSpPr>
        <p:spPr>
          <a:xfrm>
            <a:off x="4356100" y="2133600"/>
            <a:ext cx="504190" cy="431800"/>
          </a:xfrm>
          <a:prstGeom prst="rightArrow">
            <a:avLst/>
          </a:prstGeom>
          <a:noFill/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5121275" y="1620245"/>
          <a:ext cx="1765935" cy="11861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41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94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6855">
                <a:tc rowSpan="2"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现态</a:t>
                      </a:r>
                    </a:p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</a:t>
                      </a:r>
                      <a:r>
                        <a:rPr lang="en-US" sz="1600" b="1" baseline="30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*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/Z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  <a:sym typeface="+mn-ea"/>
                      </a:endParaRP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85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X=0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mbria Math" panose="02040503050406030204" pitchFamily="18" charset="0"/>
                          <a:sym typeface="+mn-ea"/>
                        </a:rPr>
                        <a:t>X=1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85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S0/0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S1/0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85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S1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S2/0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S1/0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85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S2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S0/0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rgbClr val="FF33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S1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/1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0" name="AutoShape 338"/>
          <p:cNvSpPr/>
          <p:nvPr>
            <p:custDataLst>
              <p:tags r:id="rId4"/>
            </p:custDataLst>
          </p:nvPr>
        </p:nvSpPr>
        <p:spPr bwMode="auto">
          <a:xfrm>
            <a:off x="7164655" y="2924730"/>
            <a:ext cx="1548000" cy="252000"/>
          </a:xfrm>
          <a:prstGeom prst="borderCallout2">
            <a:avLst>
              <a:gd name="adj1" fmla="val 52138"/>
              <a:gd name="adj2" fmla="val 500"/>
              <a:gd name="adj3" fmla="val 50878"/>
              <a:gd name="adj4" fmla="val -20170"/>
              <a:gd name="adj5" fmla="val 134591"/>
              <a:gd name="adj6" fmla="val -37500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 anchorCtr="0"/>
          <a:lstStyle/>
          <a:p>
            <a:pPr algn="ctr">
              <a:lnSpc>
                <a:spcPct val="90000"/>
              </a:lnSpc>
            </a:pP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影响电路复杂度</a:t>
            </a:r>
            <a:endParaRPr lang="zh-CN" altLang="en-US" sz="1600" b="1" u="none" dirty="0">
              <a:latin typeface="宋体" panose="02010600030101010101" pitchFamily="2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2162681720"/>
              </p:ext>
            </p:extLst>
          </p:nvPr>
        </p:nvGraphicFramePr>
        <p:xfrm>
          <a:off x="467544" y="5155925"/>
          <a:ext cx="1765935" cy="11861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41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94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6855">
                <a:tc rowSpan="2"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现态</a:t>
                      </a:r>
                    </a:p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</a:t>
                      </a:r>
                      <a:r>
                        <a:rPr lang="en-US" sz="1600" b="1" baseline="30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*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/Z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  <a:sym typeface="+mn-ea"/>
                      </a:endParaRP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85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X=0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mbria Math" panose="02040503050406030204" pitchFamily="18" charset="0"/>
                          <a:sym typeface="+mn-ea"/>
                        </a:rPr>
                        <a:t>X=1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85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S0/0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S1/0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85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S1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S2/0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S1/0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85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S2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S0/0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S1/1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2" name="AutoShape 452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 rot="5400000">
            <a:off x="3996630" y="6525890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3806" name="AutoShape 94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 rot="10800000">
            <a:off x="5000507" y="6524303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B103AB18-B71A-4CAA-890A-8593CC088DED}"/>
              </a:ext>
            </a:extLst>
          </p:cNvPr>
          <p:cNvGraphicFramePr>
            <a:graphicFrameLocks noGrp="1"/>
          </p:cNvGraphicFramePr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4151171967"/>
              </p:ext>
            </p:extLst>
          </p:nvPr>
        </p:nvGraphicFramePr>
        <p:xfrm>
          <a:off x="7198553" y="5157192"/>
          <a:ext cx="1765935" cy="11861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41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94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6855">
                <a:tc rowSpan="2"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现态</a:t>
                      </a:r>
                    </a:p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</a:t>
                      </a:r>
                      <a:r>
                        <a:rPr lang="en-US" sz="1600" b="1" baseline="30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*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/Z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  <a:sym typeface="+mn-ea"/>
                      </a:endParaRP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85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X=0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mbria Math" panose="02040503050406030204" pitchFamily="18" charset="0"/>
                          <a:sym typeface="+mn-ea"/>
                        </a:rPr>
                        <a:t>X=1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85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00/0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01/0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85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01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11/0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01/0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85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11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00/0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01/1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3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437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437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437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437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437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2437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2437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2437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24371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4371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0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13</a:t>
            </a:fld>
            <a:endParaRPr lang="en-US" altLang="zh-CN"/>
          </a:p>
        </p:txBody>
      </p:sp>
      <p:sp>
        <p:nvSpPr>
          <p:cNvPr id="68" name="Text Box 7"/>
          <p:cNvSpPr txBox="1">
            <a:spLocks noChangeArrowheads="1"/>
          </p:cNvSpPr>
          <p:nvPr/>
        </p:nvSpPr>
        <p:spPr bwMode="auto">
          <a:xfrm>
            <a:off x="179070" y="332656"/>
            <a:ext cx="3512185" cy="489307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电路设计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  <a:spcAft>
                <a:spcPts val="0"/>
              </a:spcAft>
            </a:pPr>
            <a:endParaRPr lang="zh-CN" altLang="en-US" sz="18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zh-CN" altLang="en-US" sz="16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示例：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        </a:t>
            </a:r>
            <a:r>
              <a:rPr lang="zh-CN" altLang="en-US" sz="2000" b="1" u="sng" dirty="0">
                <a:solidFill>
                  <a:srgbClr val="7030A0"/>
                </a:solidFill>
                <a:latin typeface="宋体" panose="02010600030101010101" pitchFamily="2" charset="-122"/>
                <a:sym typeface="+mn-ea"/>
              </a:rPr>
              <a:t>输出函数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为</a:t>
            </a: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00000"/>
              </a:lnSpc>
              <a:spcAft>
                <a:spcPts val="0"/>
              </a:spcAft>
            </a:pPr>
            <a:endParaRPr lang="en-US" altLang="zh-CN" sz="18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             </a:t>
            </a:r>
            <a:r>
              <a:rPr lang="zh-CN" altLang="en-US" sz="2000" b="1" u="sng" dirty="0">
                <a:solidFill>
                  <a:srgbClr val="7030A0"/>
                </a:solidFill>
                <a:latin typeface="宋体" panose="02010600030101010101" pitchFamily="2" charset="-122"/>
                <a:sym typeface="+mn-ea"/>
              </a:rPr>
              <a:t>激励函数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为</a:t>
            </a: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00000"/>
              </a:lnSpc>
              <a:spcAft>
                <a:spcPts val="0"/>
              </a:spcAft>
            </a:pPr>
            <a:endParaRPr lang="zh-CN" altLang="en-US" sz="20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00000"/>
              </a:lnSpc>
              <a:spcAft>
                <a:spcPts val="0"/>
              </a:spcAft>
            </a:pPr>
            <a:endParaRPr lang="zh-CN" altLang="en-US" sz="20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00000"/>
              </a:lnSpc>
              <a:spcAft>
                <a:spcPts val="0"/>
              </a:spcAft>
            </a:pPr>
            <a:endParaRPr lang="zh-CN" altLang="en-US" sz="20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00000"/>
              </a:lnSpc>
              <a:spcAft>
                <a:spcPts val="0"/>
              </a:spcAft>
            </a:pPr>
            <a:endParaRPr lang="zh-CN" altLang="en-US" sz="20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</a:t>
            </a:r>
            <a:r>
              <a:rPr lang="zh-CN" altLang="en-US" sz="2000" b="1" u="sng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状态函数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为</a:t>
            </a:r>
          </a:p>
          <a:p>
            <a:pPr marL="0" indent="0" eaLnBrk="1" latinLnBrk="0" hangingPunct="1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cs typeface="Cambria Math" panose="02040503050406030204" pitchFamily="18" charset="0"/>
                <a:sym typeface="+mn-ea"/>
              </a:rPr>
              <a:t>             </a:t>
            </a:r>
            <a:r>
              <a:rPr lang="zh-CN" altLang="en-US" sz="2000" b="1" u="sng" dirty="0">
                <a:solidFill>
                  <a:srgbClr val="7030A0"/>
                </a:solidFill>
                <a:latin typeface="宋体" panose="02010600030101010101" pitchFamily="2" charset="-122"/>
                <a:cs typeface="Cambria Math" panose="02040503050406030204" pitchFamily="18" charset="0"/>
                <a:sym typeface="+mn-ea"/>
              </a:rPr>
              <a:t>逻辑电路图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cs typeface="Cambria Math" panose="02040503050406030204" pitchFamily="18" charset="0"/>
                <a:sym typeface="+mn-ea"/>
              </a:rPr>
              <a:t>为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0" name="Text Box 7"/>
          <p:cNvSpPr txBox="1">
            <a:spLocks noChangeArrowheads="1"/>
          </p:cNvSpPr>
          <p:nvPr/>
        </p:nvSpPr>
        <p:spPr bwMode="auto">
          <a:xfrm>
            <a:off x="1626235" y="332656"/>
            <a:ext cx="7401560" cy="180761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</a:t>
            </a:r>
            <a:r>
              <a:rPr lang="zh-CN" sz="2200" b="1" dirty="0">
                <a:latin typeface="宋体" panose="02010600030101010101" pitchFamily="2" charset="-122"/>
                <a:sym typeface="+mn-ea"/>
              </a:rPr>
              <a:t>推导出</a:t>
            </a:r>
            <a:r>
              <a:rPr lang="zh-CN" sz="2200" b="1" u="sng" dirty="0">
                <a:latin typeface="宋体" panose="02010600030101010101" pitchFamily="2" charset="-122"/>
                <a:sym typeface="+mn-ea"/>
              </a:rPr>
              <a:t>特征方程</a:t>
            </a:r>
            <a:r>
              <a:rPr lang="zh-CN" sz="2200" b="1" dirty="0">
                <a:latin typeface="宋体" panose="02010600030101010101" pitchFamily="2" charset="-122"/>
                <a:sym typeface="+mn-ea"/>
              </a:rPr>
              <a:t>，画出</a:t>
            </a:r>
            <a:r>
              <a:rPr lang="zh-CN" sz="2200" b="1" u="sng" dirty="0">
                <a:latin typeface="宋体" panose="02010600030101010101" pitchFamily="2" charset="-122"/>
                <a:sym typeface="+mn-ea"/>
              </a:rPr>
              <a:t>逻辑电路图</a:t>
            </a:r>
            <a:endParaRPr lang="en-US" altLang="zh-CN" sz="22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dirty="0">
                <a:latin typeface="宋体" panose="02010600030101010101" pitchFamily="2" charset="-122"/>
                <a:sym typeface="+mn-ea"/>
              </a:rPr>
              <a:t>              └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←含输出函数、</a:t>
            </a:r>
            <a:r>
              <a:rPr lang="zh-CN" altLang="zh-CN" sz="1800" b="1" dirty="0">
                <a:latin typeface="宋体" panose="02010600030101010101" pitchFamily="2" charset="-122"/>
                <a:sym typeface="+mn-ea"/>
              </a:rPr>
              <a:t>激励函数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、状态函数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                         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基于</a:t>
            </a:r>
            <a:r>
              <a:rPr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状态转移表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 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基于</a:t>
            </a:r>
            <a:r>
              <a:rPr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记忆元件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  <a:endParaRPr lang="zh-CN" altLang="en-US" sz="16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假设</a:t>
            </a:r>
            <a:r>
              <a:rPr lang="zh-CN" altLang="en-US" sz="2000" b="1" u="sng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记忆元件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为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2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个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D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触发器、用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CP</a:t>
            </a:r>
            <a:r>
              <a:rPr lang="zh-CN" altLang="en-US" sz="20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同步控制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，</a:t>
            </a:r>
            <a:endParaRPr lang="en-US" altLang="zh-CN" sz="20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000" b="1" u="sng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状态转移表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采用</a:t>
            </a:r>
            <a:r>
              <a:rPr lang="en-US" altLang="zh-CN" sz="20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00/01/11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编码方案</a:t>
            </a:r>
            <a:endParaRPr lang="zh-CN" altLang="en-US" sz="2000" b="1" u="sng" dirty="0">
              <a:solidFill>
                <a:srgbClr val="0070C0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22" name="AutoShape 338"/>
          <p:cNvSpPr/>
          <p:nvPr>
            <p:custDataLst>
              <p:tags r:id="rId1"/>
            </p:custDataLst>
          </p:nvPr>
        </p:nvSpPr>
        <p:spPr bwMode="auto">
          <a:xfrm>
            <a:off x="5580280" y="2168888"/>
            <a:ext cx="1512000" cy="252000"/>
          </a:xfrm>
          <a:prstGeom prst="borderCallout2">
            <a:avLst>
              <a:gd name="adj1" fmla="val 52138"/>
              <a:gd name="adj2" fmla="val 500"/>
              <a:gd name="adj3" fmla="val 48160"/>
              <a:gd name="adj4" fmla="val -14233"/>
              <a:gd name="adj5" fmla="val 118115"/>
              <a:gd name="adj6" fmla="val -24313"/>
            </a:avLst>
          </a:prstGeom>
          <a:noFill/>
          <a:ln w="12700">
            <a:solidFill>
              <a:srgbClr val="990099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 anchorCtr="0"/>
          <a:lstStyle/>
          <a:p>
            <a:pPr algn="ctr">
              <a:lnSpc>
                <a:spcPct val="90000"/>
              </a:lnSpc>
            </a:pP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无关项</a:t>
            </a:r>
            <a:r>
              <a:rPr lang="zh-CN" altLang="en-US" sz="1600" b="1" u="sng" dirty="0">
                <a:latin typeface="宋体" panose="02010600030101010101" pitchFamily="2" charset="-122"/>
                <a:sym typeface="+mn-ea"/>
              </a:rPr>
              <a:t>值可任意</a:t>
            </a:r>
            <a:endParaRPr lang="zh-CN" altLang="en-US" sz="1600" b="1" u="none" dirty="0">
              <a:latin typeface="宋体" panose="02010600030101010101" pitchFamily="2" charset="-122"/>
            </a:endParaRPr>
          </a:p>
        </p:txBody>
      </p:sp>
      <p:sp>
        <p:nvSpPr>
          <p:cNvPr id="112" name="AutoShape 452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rot="5400000">
            <a:off x="5001200" y="6525890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23" name="直接箭头连接符 22"/>
          <p:cNvCxnSpPr/>
          <p:nvPr/>
        </p:nvCxnSpPr>
        <p:spPr bwMode="auto">
          <a:xfrm flipV="1">
            <a:off x="5544000" y="3501008"/>
            <a:ext cx="540000" cy="0"/>
          </a:xfrm>
          <a:prstGeom prst="straightConnector1">
            <a:avLst/>
          </a:prstGeom>
          <a:noFill/>
          <a:ln w="15875" cap="flat" cmpd="sng" algn="ctr">
            <a:solidFill>
              <a:srgbClr val="FF3399"/>
            </a:solidFill>
            <a:prstDash val="solid"/>
            <a:round/>
            <a:headEnd type="none" w="med" len="med"/>
            <a:tailEnd type="non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7"/>
              <p:cNvSpPr txBox="1">
                <a:spLocks noChangeArrowheads="1"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3240000" y="4365104"/>
                <a:ext cx="5724930" cy="84721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 tIns="82800">
                <a:spAutoFit/>
              </a:bodyPr>
              <a:lstStyle/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Y1</a:t>
                </a:r>
                <a:r>
                  <a:rPr lang="en-US" altLang="zh-CN" sz="2000" b="1" baseline="30000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*</a:t>
                </a:r>
                <a:r>
                  <a:rPr lang="zh-CN" altLang="en-US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000" b="1" spc="-50" dirty="0">
                        <a:latin typeface="宋体" panose="02010600030101010101" pitchFamily="2" charset="-122"/>
                        <a:cs typeface="宋体" panose="02010600030101010101" pitchFamily="2" charset="-122"/>
                        <a:sym typeface="+mn-ea"/>
                      </a:rPr>
                      <m:t>D</m:t>
                    </m:r>
                    <m:r>
                      <m:rPr>
                        <m:nor/>
                      </m:rPr>
                      <a:rPr lang="en-US" altLang="zh-CN" sz="2000" b="1" spc="-50" dirty="0">
                        <a:latin typeface="宋体" panose="02010600030101010101" pitchFamily="2" charset="-122"/>
                        <a:cs typeface="宋体" panose="02010600030101010101" pitchFamily="2" charset="-122"/>
                        <a:sym typeface="+mn-ea"/>
                      </a:rPr>
                      <m:t>1</m:t>
                    </m:r>
                    <m:r>
                      <m:rPr>
                        <m:nor/>
                      </m:rPr>
                      <a:rPr lang="zh-CN" altLang="en-US" sz="2000" b="1" dirty="0">
                        <a:solidFill>
                          <a:schemeClr val="tx2"/>
                        </a:solidFill>
                        <a:latin typeface="宋体" panose="02010600030101010101" pitchFamily="2" charset="-122"/>
                        <a:cs typeface="宋体" panose="02010600030101010101" pitchFamily="2" charset="-122"/>
                        <a:sym typeface="+mn-ea"/>
                      </a:rPr>
                      <m:t>＝</m:t>
                    </m:r>
                    <m:acc>
                      <m:accPr>
                        <m:chr m:val="̅"/>
                        <m:ctrlPr>
                          <a:rPr lang="en-US" altLang="zh-CN" sz="20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Y</m:t>
                        </m:r>
                        <m: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1</m:t>
                        </m:r>
                      </m:e>
                    </m:acc>
                  </m:oMath>
                </a14:m>
                <a:r>
                  <a:rPr lang="en-US" altLang="zh-CN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Y0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X</m:t>
                        </m:r>
                      </m:e>
                    </m:acc>
                  </m:oMath>
                </a14:m>
                <a:r>
                  <a:rPr lang="zh-CN" altLang="en-US" sz="20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，</a:t>
                </a:r>
                <a:r>
                  <a:rPr lang="en-US" altLang="zh-CN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Y0</a:t>
                </a:r>
                <a:r>
                  <a:rPr lang="en-US" altLang="zh-CN" sz="2000" b="1" baseline="30000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*</a:t>
                </a:r>
                <a:r>
                  <a:rPr lang="zh-CN" altLang="en-US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000" dirty="0">
                        <a:latin typeface="+mn-ea"/>
                        <a:ea typeface="+mn-ea"/>
                        <a:cs typeface="Cambria Math" panose="02040503050406030204" pitchFamily="18" charset="0"/>
                        <a:sym typeface="+mn-ea"/>
                      </a:rPr>
                      <m:t>D</m:t>
                    </m:r>
                    <m:r>
                      <m:rPr>
                        <m:nor/>
                      </m:rPr>
                      <a:rPr lang="en-US" altLang="zh-CN" sz="2000" dirty="0">
                        <a:latin typeface="+mn-ea"/>
                        <a:ea typeface="+mn-ea"/>
                        <a:cs typeface="Cambria Math" panose="02040503050406030204" pitchFamily="18" charset="0"/>
                        <a:sym typeface="+mn-ea"/>
                      </a:rPr>
                      <m:t>0</m:t>
                    </m:r>
                    <m:r>
                      <m:rPr>
                        <m:nor/>
                      </m:rPr>
                      <a:rPr lang="zh-CN" altLang="en-US" sz="2000" b="1" dirty="0">
                        <a:solidFill>
                          <a:schemeClr val="tx2"/>
                        </a:solidFill>
                        <a:latin typeface="宋体" panose="02010600030101010101" pitchFamily="2" charset="-122"/>
                        <a:cs typeface="宋体" panose="02010600030101010101" pitchFamily="2" charset="-122"/>
                        <a:sym typeface="+mn-ea"/>
                      </a:rPr>
                      <m:t>＝</m:t>
                    </m:r>
                    <m:acc>
                      <m:accPr>
                        <m:chr m:val="̅"/>
                        <m:ctrlPr>
                          <a:rPr lang="en-US" altLang="zh-CN" sz="20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Y</m:t>
                        </m:r>
                        <m: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1</m:t>
                        </m:r>
                      </m:e>
                    </m:acc>
                  </m:oMath>
                </a14:m>
                <a:r>
                  <a:rPr lang="en-US" altLang="zh-CN" sz="2000" spc="-50" dirty="0">
                    <a:solidFill>
                      <a:schemeClr val="tx2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Y0</a:t>
                </a:r>
                <a:r>
                  <a:rPr lang="en-US" altLang="zh-CN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+X   </a:t>
                </a:r>
                <a:r>
                  <a:rPr lang="en-US" altLang="zh-CN" sz="16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←</a:t>
                </a:r>
                <a:r>
                  <a:rPr lang="zh-CN" altLang="en-US" sz="16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同步时序</a:t>
                </a:r>
                <a:endParaRPr lang="en-US" altLang="zh-CN" sz="2000" b="1" dirty="0">
                  <a:solidFill>
                    <a:schemeClr val="tx2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endParaRP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000" b="1" spc="-50" dirty="0">
                    <a:solidFill>
                      <a:schemeClr val="tx2"/>
                    </a:solidFill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 </a:t>
                </a:r>
              </a:p>
            </p:txBody>
          </p:sp>
        </mc:Choice>
        <mc:Fallback xmlns="">
          <p:sp>
            <p:nvSpPr>
              <p:cNvPr id="5" name="Text Box 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76"/>
                </p:custDataLst>
              </p:nvPr>
            </p:nvSpPr>
            <p:spPr bwMode="auto">
              <a:xfrm>
                <a:off x="3240000" y="4365104"/>
                <a:ext cx="5724930" cy="847216"/>
              </a:xfrm>
              <a:prstGeom prst="rect">
                <a:avLst/>
              </a:prstGeom>
              <a:blipFill>
                <a:blip r:embed="rId77"/>
                <a:stretch>
                  <a:fillRect l="-1064"/>
                </a:stretch>
              </a:blipFill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Box 7"/>
              <p:cNvSpPr txBox="1">
                <a:spLocks noChangeArrowhead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3240000" y="2780928"/>
                <a:ext cx="5864602" cy="175394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 tIns="28800">
                <a:spAutoFit/>
              </a:bodyPr>
              <a:lstStyle/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000" b="1" dirty="0">
                    <a:latin typeface="宋体" panose="02010600030101010101" pitchFamily="2" charset="-122"/>
                    <a:sym typeface="+mn-ea"/>
                  </a:rPr>
                  <a:t>D1</a:t>
                </a:r>
                <a:r>
                  <a:rPr lang="zh-CN" altLang="en-US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Y</m:t>
                        </m:r>
                        <m: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1</m:t>
                        </m:r>
                      </m:e>
                    </m:acc>
                  </m:oMath>
                </a14:m>
                <a:r>
                  <a:rPr lang="en-US" altLang="zh-CN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Y0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X</m:t>
                        </m:r>
                      </m:e>
                    </m:acc>
                  </m:oMath>
                </a14:m>
                <a:r>
                  <a:rPr lang="zh-CN" altLang="en-US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，</a:t>
                </a:r>
                <a:endParaRPr lang="zh-CN" altLang="en-US" sz="2000" b="1" dirty="0">
                  <a:latin typeface="宋体" panose="02010600030101010101" pitchFamily="2" charset="-122"/>
                  <a:sym typeface="+mn-ea"/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000" b="1" dirty="0">
                    <a:latin typeface="宋体" panose="02010600030101010101" pitchFamily="2" charset="-122"/>
                    <a:sym typeface="+mn-ea"/>
                  </a:rPr>
                  <a:t>D0</a:t>
                </a:r>
                <a:r>
                  <a:rPr lang="zh-CN" altLang="en-US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Y</m:t>
                        </m:r>
                        <m: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1</m:t>
                        </m:r>
                      </m:e>
                    </m:acc>
                  </m:oMath>
                </a14:m>
                <a:r>
                  <a:rPr lang="en-US" altLang="zh-CN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Y0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X</m:t>
                        </m:r>
                      </m:e>
                    </m:acc>
                  </m:oMath>
                </a14:m>
                <a:r>
                  <a:rPr lang="en-US" altLang="zh-CN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Y</m:t>
                        </m:r>
                        <m: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1</m:t>
                        </m:r>
                      </m:e>
                    </m:acc>
                  </m:oMath>
                </a14:m>
                <a:r>
                  <a:rPr lang="en-US" altLang="zh-CN" sz="2000" b="1" baseline="-25000" dirty="0">
                    <a:solidFill>
                      <a:schemeClr val="tx2"/>
                    </a:solidFill>
                    <a:cs typeface="Times New Roman" panose="020206030504050203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Y</m:t>
                        </m:r>
                        <m: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0</m:t>
                        </m:r>
                      </m:e>
                    </m:acc>
                  </m:oMath>
                </a14:m>
                <a:r>
                  <a:rPr lang="en-US" altLang="zh-CN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Y</m:t>
                        </m:r>
                        <m: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1</m:t>
                        </m:r>
                      </m:e>
                    </m:acc>
                  </m:oMath>
                </a14:m>
                <a:r>
                  <a:rPr lang="en-US" altLang="zh-CN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Y0+Y1•Y0)X </a:t>
                </a:r>
                <a:r>
                  <a:rPr lang="zh-CN" altLang="en-US" sz="1600" b="1" dirty="0">
                    <a:latin typeface="宋体" panose="02010600030101010101" pitchFamily="2" charset="-122"/>
                    <a:sym typeface="+mn-ea"/>
                  </a:rPr>
                  <a:t>←</a:t>
                </a:r>
                <a:r>
                  <a:rPr lang="zh-CN" altLang="en-US" sz="16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乘积项</a:t>
                </a:r>
                <a:r>
                  <a:rPr lang="zh-CN" altLang="en-US" sz="1600" b="1" u="sng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可重复用</a:t>
                </a:r>
                <a:endParaRPr lang="en-US" altLang="zh-CN" sz="2000" b="1" u="sng" dirty="0">
                  <a:solidFill>
                    <a:schemeClr val="tx2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 </a:t>
                </a:r>
                <a:r>
                  <a:rPr lang="zh-CN" altLang="en-US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Y</m:t>
                        </m:r>
                        <m: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1</m:t>
                        </m:r>
                      </m:e>
                    </m:acc>
                  </m:oMath>
                </a14:m>
                <a:r>
                  <a:rPr lang="en-US" altLang="zh-CN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Y0+(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Y</m:t>
                        </m:r>
                        <m: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1</m:t>
                        </m:r>
                      </m:e>
                    </m:acc>
                  </m:oMath>
                </a14:m>
                <a:r>
                  <a:rPr lang="en-US" altLang="zh-CN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+Y1•Y0)X</a:t>
                </a:r>
                <a:r>
                  <a:rPr lang="zh-CN" altLang="en-US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Y</m:t>
                        </m:r>
                        <m: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1</m:t>
                        </m:r>
                      </m:e>
                    </m:acc>
                  </m:oMath>
                </a14:m>
                <a:r>
                  <a:rPr lang="en-US" altLang="zh-CN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Y0+(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Y</m:t>
                        </m:r>
                        <m: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1</m:t>
                        </m:r>
                      </m:e>
                    </m:acc>
                  </m:oMath>
                </a14:m>
                <a:r>
                  <a:rPr lang="en-US" altLang="zh-CN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+Y0)X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 </a:t>
                </a:r>
                <a:r>
                  <a:rPr lang="zh-CN" altLang="en-US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Y</m:t>
                        </m:r>
                        <m: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1</m:t>
                        </m:r>
                      </m:e>
                    </m:acc>
                  </m:oMath>
                </a14:m>
                <a:r>
                  <a:rPr lang="en-US" altLang="zh-CN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Y0+(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Y</m:t>
                        </m:r>
                        <m: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1</m:t>
                        </m:r>
                      </m:e>
                    </m:acc>
                  </m:oMath>
                </a14:m>
                <a:r>
                  <a:rPr lang="en-US" altLang="zh-CN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+Y0</a:t>
                </a:r>
                <a:r>
                  <a:rPr lang="en-US" altLang="zh-CN" sz="2000" b="1" dirty="0">
                    <a:solidFill>
                      <a:srgbClr val="0070C0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+Y1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Y</m:t>
                        </m:r>
                        <m:r>
                          <a:rPr lang="en-US" altLang="zh-CN" sz="200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0</m:t>
                        </m:r>
                      </m:e>
                    </m:acc>
                  </m:oMath>
                </a14:m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)X</a:t>
                </a:r>
                <a:r>
                  <a:rPr lang="en-US" altLang="zh-CN" sz="2000" b="1" dirty="0">
                    <a:solidFill>
                      <a:srgbClr val="0070C0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 </a:t>
                </a:r>
                <a:r>
                  <a:rPr lang="en-US" altLang="zh-CN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    </a:t>
                </a:r>
                <a:r>
                  <a:rPr lang="zh-CN" altLang="en-US" sz="1600" b="1" dirty="0">
                    <a:latin typeface="宋体" panose="02010600030101010101" pitchFamily="2" charset="-122"/>
                    <a:sym typeface="+mn-ea"/>
                  </a:rPr>
                  <a:t>←无关项</a:t>
                </a:r>
                <a:r>
                  <a:rPr lang="zh-CN" altLang="en-US" sz="1600" b="1" u="sng" dirty="0">
                    <a:latin typeface="宋体" panose="02010600030101010101" pitchFamily="2" charset="-122"/>
                    <a:sym typeface="+mn-ea"/>
                  </a:rPr>
                  <a:t>值可任意</a:t>
                </a:r>
                <a:endParaRPr lang="zh-CN" altLang="en-US" sz="1600" b="1" dirty="0">
                  <a:latin typeface="宋体" panose="02010600030101010101" pitchFamily="2" charset="-122"/>
                  <a:sym typeface="+mn-ea"/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 </a:t>
                </a:r>
                <a:r>
                  <a:rPr lang="zh-CN" altLang="en-US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b="1" i="1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Y</m:t>
                        </m:r>
                        <m: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1</m:t>
                        </m:r>
                      </m:e>
                    </m:acc>
                  </m:oMath>
                </a14:m>
                <a:r>
                  <a:rPr lang="en-US" altLang="zh-CN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Y0+(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b="1" i="1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Y</m:t>
                        </m:r>
                        <m:r>
                          <a:rPr lang="en-US" altLang="zh-CN" sz="2000" b="0" i="0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1</m:t>
                        </m:r>
                        <m:acc>
                          <m:accPr>
                            <m:chr m:val="̅"/>
                            <m:ctrlPr>
                              <a:rPr lang="en-US" altLang="zh-CN" sz="2000" b="1" i="1" dirty="0" smtClean="0">
                                <a:latin typeface="Cambria Math" panose="02040503050406030204" pitchFamily="18" charset="0"/>
                                <a:sym typeface="+mn-ea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dirty="0" smtClean="0">
                                <a:latin typeface="Cambria Math" panose="02040503050406030204" pitchFamily="18" charset="0"/>
                                <a:sym typeface="+mn-ea"/>
                              </a:rPr>
                              <m:t>Y</m:t>
                            </m:r>
                            <m:r>
                              <a:rPr lang="en-US" altLang="zh-CN" sz="2000" b="0" i="0" dirty="0" smtClean="0">
                                <a:latin typeface="Cambria Math" panose="02040503050406030204" pitchFamily="18" charset="0"/>
                                <a:sym typeface="+mn-ea"/>
                              </a:rPr>
                              <m:t>0</m:t>
                            </m:r>
                          </m:e>
                        </m:acc>
                      </m:e>
                    </m:acc>
                  </m:oMath>
                </a14:m>
                <a:r>
                  <a:rPr lang="en-US" altLang="zh-CN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</a:t>
                </a:r>
                <a:r>
                  <a:rPr lang="en-US" altLang="zh-CN" sz="2000" b="1" dirty="0">
                    <a:solidFill>
                      <a:srgbClr val="0070C0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Y1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Y</m:t>
                        </m:r>
                        <m:r>
                          <a:rPr lang="en-US" altLang="zh-CN" sz="200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0</m:t>
                        </m:r>
                      </m:e>
                    </m:acc>
                  </m:oMath>
                </a14:m>
                <a:r>
                  <a:rPr lang="en-US" altLang="zh-CN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)X</a:t>
                </a:r>
                <a:r>
                  <a:rPr lang="zh-CN" altLang="en-US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Y</m:t>
                        </m:r>
                        <m: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1</m:t>
                        </m:r>
                      </m:e>
                    </m:acc>
                  </m:oMath>
                </a14:m>
                <a:r>
                  <a:rPr lang="en-US" altLang="zh-CN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Y0+X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</a:t>
                </a:r>
                <a:endParaRPr lang="zh-CN" altLang="en-US" sz="2000" b="1" dirty="0">
                  <a:solidFill>
                    <a:schemeClr val="tx2"/>
                  </a:solidFill>
                  <a:latin typeface="宋体" panose="02010600030101010101" pitchFamily="2" charset="-122"/>
                  <a:cs typeface="Cambria Math" panose="02040503050406030204" pitchFamily="18" charset="0"/>
                  <a:sym typeface="+mn-ea"/>
                </a:endParaRPr>
              </a:p>
            </p:txBody>
          </p:sp>
        </mc:Choice>
        <mc:Fallback xmlns="">
          <p:sp>
            <p:nvSpPr>
              <p:cNvPr id="15" name="Text Box 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78"/>
                </p:custDataLst>
              </p:nvPr>
            </p:nvSpPr>
            <p:spPr bwMode="auto">
              <a:xfrm>
                <a:off x="3240000" y="2780928"/>
                <a:ext cx="5864602" cy="1753943"/>
              </a:xfrm>
              <a:prstGeom prst="rect">
                <a:avLst/>
              </a:prstGeom>
              <a:blipFill>
                <a:blip r:embed="rId79"/>
                <a:stretch>
                  <a:fillRect l="-1038" t="-1389" b="-3472"/>
                </a:stretch>
              </a:blipFill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Box 7"/>
              <p:cNvSpPr txBox="1">
                <a:spLocks noChangeArrowhead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3240000" y="2132856"/>
                <a:ext cx="3450193" cy="70859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000" b="1" dirty="0">
                    <a:latin typeface="宋体" panose="02010600030101010101" pitchFamily="2" charset="-122"/>
                    <a:sym typeface="+mn-ea"/>
                  </a:rPr>
                  <a:t> Z</a:t>
                </a:r>
                <a:r>
                  <a:rPr lang="zh-CN" altLang="en-US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Y1•Y0•X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 </a:t>
                </a:r>
                <a:r>
                  <a:rPr lang="zh-CN" altLang="en-US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Y1•Y0•X</a:t>
                </a:r>
                <a:r>
                  <a:rPr lang="en-US" altLang="zh-CN" sz="2000" b="1" dirty="0">
                    <a:solidFill>
                      <a:srgbClr val="0070C0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+Y1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Y</m:t>
                        </m:r>
                        <m:r>
                          <a:rPr lang="en-US" altLang="zh-CN" sz="200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0</m:t>
                        </m:r>
                      </m:e>
                    </m:acc>
                  </m:oMath>
                </a14:m>
                <a:r>
                  <a:rPr lang="en-US" altLang="zh-CN" sz="2000" b="1" dirty="0">
                    <a:solidFill>
                      <a:srgbClr val="0070C0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X</a:t>
                </a:r>
                <a:r>
                  <a:rPr lang="zh-CN" altLang="en-US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Y1•X</a:t>
                </a:r>
              </a:p>
            </p:txBody>
          </p:sp>
        </mc:Choice>
        <mc:Fallback xmlns="">
          <p:sp>
            <p:nvSpPr>
              <p:cNvPr id="16" name="Text Box 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80"/>
                </p:custDataLst>
              </p:nvPr>
            </p:nvSpPr>
            <p:spPr bwMode="auto">
              <a:xfrm>
                <a:off x="3240000" y="2132856"/>
                <a:ext cx="3450193" cy="708592"/>
              </a:xfrm>
              <a:prstGeom prst="rect">
                <a:avLst/>
              </a:prstGeom>
              <a:blipFill>
                <a:blip r:embed="rId81"/>
                <a:stretch>
                  <a:fillRect t="-5172" b="-12931"/>
                </a:stretch>
              </a:blipFill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3806" name="AutoShape 94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 rot="10800000">
            <a:off x="3995937" y="6524303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1" name="表格 20"/>
          <p:cNvGraphicFramePr>
            <a:graphicFrameLocks noGrp="1"/>
          </p:cNvGraphicFramePr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2085518307"/>
              </p:ext>
            </p:extLst>
          </p:nvPr>
        </p:nvGraphicFramePr>
        <p:xfrm>
          <a:off x="7236296" y="1700808"/>
          <a:ext cx="1573530" cy="142341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86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2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08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0020">
                <a:tc rowSpan="2"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Y1Y0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Y1</a:t>
                      </a:r>
                      <a:r>
                        <a:rPr lang="en-US" sz="1600" b="1" baseline="30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*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Y0</a:t>
                      </a:r>
                      <a:r>
                        <a:rPr lang="en-US" sz="1600" b="1" baseline="30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*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/Z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  <a:sym typeface="+mn-ea"/>
                      </a:endParaRP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2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X=0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mbria Math" panose="02040503050406030204" pitchFamily="18" charset="0"/>
                          <a:sym typeface="+mn-ea"/>
                        </a:rPr>
                        <a:t>X=1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2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00/0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2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01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/0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2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accent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11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00/0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02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*/*</a:t>
                      </a:r>
                    </a:p>
                  </a:txBody>
                  <a:tcPr marL="0" marR="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*/*</a:t>
                      </a:r>
                    </a:p>
                  </a:txBody>
                  <a:tcPr marL="0" marR="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5753833"/>
                  </a:ext>
                </a:extLst>
              </a:tr>
            </a:tbl>
          </a:graphicData>
        </a:graphic>
      </p:graphicFrame>
      <p:grpSp>
        <p:nvGrpSpPr>
          <p:cNvPr id="81" name="组合 80">
            <a:extLst>
              <a:ext uri="{FF2B5EF4-FFF2-40B4-BE49-F238E27FC236}">
                <a16:creationId xmlns:a16="http://schemas.microsoft.com/office/drawing/2014/main" id="{46C6480C-F14E-4AE7-837D-C123EC5A7F77}"/>
              </a:ext>
            </a:extLst>
          </p:cNvPr>
          <p:cNvGrpSpPr/>
          <p:nvPr/>
        </p:nvGrpSpPr>
        <p:grpSpPr>
          <a:xfrm>
            <a:off x="3600000" y="4896000"/>
            <a:ext cx="4463705" cy="1476000"/>
            <a:chOff x="3600000" y="4896000"/>
            <a:chExt cx="4463705" cy="1476000"/>
          </a:xfrm>
        </p:grpSpPr>
        <p:sp>
          <p:nvSpPr>
            <p:cNvPr id="82" name="Text Box 36">
              <a:extLst>
                <a:ext uri="{FF2B5EF4-FFF2-40B4-BE49-F238E27FC236}">
                  <a16:creationId xmlns:a16="http://schemas.microsoft.com/office/drawing/2014/main" id="{107A5B16-4D91-4059-BA0E-B7516D16A642}"/>
                </a:ext>
              </a:extLst>
            </p:cNvPr>
            <p:cNvSpPr txBox="1"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3923849" y="4932000"/>
              <a:ext cx="3888000" cy="1440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83" name="直接箭头连接符 82">
              <a:extLst>
                <a:ext uri="{FF2B5EF4-FFF2-40B4-BE49-F238E27FC236}">
                  <a16:creationId xmlns:a16="http://schemas.microsoft.com/office/drawing/2014/main" id="{3C8BA44E-3F7F-4427-876A-F7EE1117EE70}"/>
                </a:ext>
              </a:extLst>
            </p:cNvPr>
            <p:cNvCxnSpPr/>
            <p:nvPr>
              <p:custDataLst>
                <p:tags r:id="rId59"/>
              </p:custDataLst>
            </p:nvPr>
          </p:nvCxnSpPr>
          <p:spPr bwMode="auto">
            <a:xfrm flipV="1">
              <a:off x="3851460" y="5004000"/>
              <a:ext cx="3384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84" name="直接箭头连接符 83">
              <a:extLst>
                <a:ext uri="{FF2B5EF4-FFF2-40B4-BE49-F238E27FC236}">
                  <a16:creationId xmlns:a16="http://schemas.microsoft.com/office/drawing/2014/main" id="{176838CE-AB5F-4C58-BC42-29F94F2A28E0}"/>
                </a:ext>
              </a:extLst>
            </p:cNvPr>
            <p:cNvCxnSpPr/>
            <p:nvPr>
              <p:custDataLst>
                <p:tags r:id="rId60"/>
              </p:custDataLst>
            </p:nvPr>
          </p:nvCxnSpPr>
          <p:spPr bwMode="auto">
            <a:xfrm flipV="1">
              <a:off x="3851459" y="6192000"/>
              <a:ext cx="1872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85" name="Text Box 191">
              <a:extLst>
                <a:ext uri="{FF2B5EF4-FFF2-40B4-BE49-F238E27FC236}">
                  <a16:creationId xmlns:a16="http://schemas.microsoft.com/office/drawing/2014/main" id="{D0017AB4-B88A-4729-A3D4-79D60072BEAF}"/>
                </a:ext>
              </a:extLst>
            </p:cNvPr>
            <p:cNvSpPr txBox="1">
              <a:spLocks noChangeArrowheads="1"/>
            </p:cNvSpPr>
            <p:nvPr>
              <p:custDataLst>
                <p:tags r:id="rId61"/>
              </p:custDataLst>
            </p:nvPr>
          </p:nvSpPr>
          <p:spPr bwMode="auto">
            <a:xfrm>
              <a:off x="3707950" y="4896000"/>
              <a:ext cx="144145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X</a:t>
              </a:r>
              <a:endParaRPr lang="en-US" altLang="zh-CN" sz="1600" b="1" baseline="-250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86" name="Text Box 191">
              <a:extLst>
                <a:ext uri="{FF2B5EF4-FFF2-40B4-BE49-F238E27FC236}">
                  <a16:creationId xmlns:a16="http://schemas.microsoft.com/office/drawing/2014/main" id="{6EE70751-3890-4643-A199-6D827231FFA3}"/>
                </a:ext>
              </a:extLst>
            </p:cNvPr>
            <p:cNvSpPr txBox="1">
              <a:spLocks noChangeArrowheads="1"/>
            </p:cNvSpPr>
            <p:nvPr>
              <p:custDataLst>
                <p:tags r:id="rId62"/>
              </p:custDataLst>
            </p:nvPr>
          </p:nvSpPr>
          <p:spPr bwMode="auto">
            <a:xfrm>
              <a:off x="3600000" y="6084000"/>
              <a:ext cx="252095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CP</a:t>
              </a:r>
              <a:endParaRPr lang="en-US" altLang="zh-CN" sz="1600" b="1" baseline="-250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87" name="Text Box 191">
              <a:extLst>
                <a:ext uri="{FF2B5EF4-FFF2-40B4-BE49-F238E27FC236}">
                  <a16:creationId xmlns:a16="http://schemas.microsoft.com/office/drawing/2014/main" id="{4A6A1526-4C91-4A91-A4B5-E723CD07A38C}"/>
                </a:ext>
              </a:extLst>
            </p:cNvPr>
            <p:cNvSpPr txBox="1">
              <a:spLocks noChangeArrowheads="1"/>
            </p:cNvSpPr>
            <p:nvPr>
              <p:custDataLst>
                <p:tags r:id="rId63"/>
              </p:custDataLst>
            </p:nvPr>
          </p:nvSpPr>
          <p:spPr bwMode="auto">
            <a:xfrm>
              <a:off x="7884000" y="5148000"/>
              <a:ext cx="179705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Z</a:t>
              </a:r>
              <a:endParaRPr lang="en-US" altLang="zh-CN" sz="1600" b="1" baseline="-250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88" name="Text Box 36">
              <a:extLst>
                <a:ext uri="{FF2B5EF4-FFF2-40B4-BE49-F238E27FC236}">
                  <a16:creationId xmlns:a16="http://schemas.microsoft.com/office/drawing/2014/main" id="{1BCEC73A-0080-4E3E-AA59-B2853B732E12}"/>
                </a:ext>
              </a:extLst>
            </p:cNvPr>
            <p:cNvSpPr txBox="1">
              <a:spLocks noChangeArrowheads="1"/>
            </p:cNvSpPr>
            <p:nvPr>
              <p:custDataLst>
                <p:tags r:id="rId64"/>
              </p:custDataLst>
            </p:nvPr>
          </p:nvSpPr>
          <p:spPr bwMode="auto">
            <a:xfrm>
              <a:off x="7308000" y="5112000"/>
              <a:ext cx="432000" cy="540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accent2"/>
              </a:solidFill>
              <a:prstDash val="sysDash"/>
              <a:miter lim="800000"/>
            </a:ln>
            <a:effectLst/>
          </p:spPr>
          <p:txBody>
            <a:bodyPr wrap="square" lIns="0" tIns="0" rIns="0" bIns="0" anchor="b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u="none" dirty="0">
                  <a:latin typeface="宋体" panose="02010600030101010101" pitchFamily="2" charset="-122"/>
                </a:rPr>
                <a:t>输出</a:t>
              </a:r>
              <a:endParaRPr lang="en-US" altLang="zh-CN" sz="14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89" name="Text Box 36">
              <a:extLst>
                <a:ext uri="{FF2B5EF4-FFF2-40B4-BE49-F238E27FC236}">
                  <a16:creationId xmlns:a16="http://schemas.microsoft.com/office/drawing/2014/main" id="{F5DCDC2B-A0A2-4326-A5A3-47F978BB5ACA}"/>
                </a:ext>
              </a:extLst>
            </p:cNvPr>
            <p:cNvSpPr txBox="1">
              <a:spLocks noChangeArrowheads="1"/>
            </p:cNvSpPr>
            <p:nvPr>
              <p:custDataLst>
                <p:tags r:id="rId65"/>
              </p:custDataLst>
            </p:nvPr>
          </p:nvSpPr>
          <p:spPr bwMode="auto">
            <a:xfrm>
              <a:off x="3996000" y="5220000"/>
              <a:ext cx="1475740" cy="900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accent2"/>
              </a:solidFill>
              <a:prstDash val="sysDash"/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100" b="1" dirty="0">
                  <a:latin typeface="宋体" panose="02010600030101010101" pitchFamily="2" charset="-122"/>
                </a:rPr>
                <a:t>       </a:t>
              </a:r>
              <a:endParaRPr lang="en-US" altLang="zh-CN" sz="11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endParaRPr lang="en-US" altLang="zh-CN" sz="11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           </a:t>
              </a:r>
              <a:r>
                <a:rPr lang="zh-CN" altLang="en-US" sz="1400" b="1" dirty="0">
                  <a:latin typeface="宋体" panose="02010600030101010101" pitchFamily="2" charset="-122"/>
                </a:rPr>
                <a:t>激励</a:t>
              </a:r>
              <a:endParaRPr lang="en-US" altLang="zh-CN" sz="14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90" name="Text Box 36">
              <a:extLst>
                <a:ext uri="{FF2B5EF4-FFF2-40B4-BE49-F238E27FC236}">
                  <a16:creationId xmlns:a16="http://schemas.microsoft.com/office/drawing/2014/main" id="{C8D1BFB4-8E05-4F87-9513-621C5807733F}"/>
                </a:ext>
              </a:extLst>
            </p:cNvPr>
            <p:cNvSpPr txBox="1">
              <a:spLocks noChangeArrowheads="1"/>
            </p:cNvSpPr>
            <p:nvPr>
              <p:custDataLst>
                <p:tags r:id="rId66"/>
              </p:custDataLst>
            </p:nvPr>
          </p:nvSpPr>
          <p:spPr bwMode="auto">
            <a:xfrm>
              <a:off x="5724000" y="5336460"/>
              <a:ext cx="216000" cy="936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990099"/>
              </a:solidFill>
              <a:prstDash val="sysDash"/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91" name="Text Box 191">
              <a:extLst>
                <a:ext uri="{FF2B5EF4-FFF2-40B4-BE49-F238E27FC236}">
                  <a16:creationId xmlns:a16="http://schemas.microsoft.com/office/drawing/2014/main" id="{C2C6675A-8FC8-43C4-9789-43B05A1DB850}"/>
                </a:ext>
              </a:extLst>
            </p:cNvPr>
            <p:cNvSpPr txBox="1">
              <a:spLocks noChangeArrowheads="1"/>
            </p:cNvSpPr>
            <p:nvPr>
              <p:custDataLst>
                <p:tags r:id="rId67"/>
              </p:custDataLst>
            </p:nvPr>
          </p:nvSpPr>
          <p:spPr bwMode="auto">
            <a:xfrm>
              <a:off x="5472000" y="5184000"/>
              <a:ext cx="215900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D</a:t>
              </a:r>
              <a:r>
                <a:rPr lang="en-US" altLang="zh-CN" sz="1600" b="1" baseline="-25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cxnSp>
          <p:nvCxnSpPr>
            <p:cNvPr id="92" name="直接箭头连接符 91">
              <a:extLst>
                <a:ext uri="{FF2B5EF4-FFF2-40B4-BE49-F238E27FC236}">
                  <a16:creationId xmlns:a16="http://schemas.microsoft.com/office/drawing/2014/main" id="{13638AA5-8C92-4E41-97ED-5DE62EF4DB10}"/>
                </a:ext>
              </a:extLst>
            </p:cNvPr>
            <p:cNvCxnSpPr/>
            <p:nvPr>
              <p:custDataLst>
                <p:tags r:id="rId68"/>
              </p:custDataLst>
            </p:nvPr>
          </p:nvCxnSpPr>
          <p:spPr bwMode="auto">
            <a:xfrm flipV="1">
              <a:off x="5472000" y="5400000"/>
              <a:ext cx="252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93" name="Text Box 191">
              <a:extLst>
                <a:ext uri="{FF2B5EF4-FFF2-40B4-BE49-F238E27FC236}">
                  <a16:creationId xmlns:a16="http://schemas.microsoft.com/office/drawing/2014/main" id="{EBBE6715-6B33-42DA-8252-1AFE0EF95186}"/>
                </a:ext>
              </a:extLst>
            </p:cNvPr>
            <p:cNvSpPr txBox="1">
              <a:spLocks noChangeArrowheads="1"/>
            </p:cNvSpPr>
            <p:nvPr>
              <p:custDataLst>
                <p:tags r:id="rId69"/>
              </p:custDataLst>
            </p:nvPr>
          </p:nvSpPr>
          <p:spPr bwMode="auto">
            <a:xfrm>
              <a:off x="5472000" y="5724000"/>
              <a:ext cx="215900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D</a:t>
              </a:r>
              <a:r>
                <a:rPr lang="en-US" altLang="zh-CN" sz="1600" b="1" baseline="-25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  <p:cxnSp>
          <p:nvCxnSpPr>
            <p:cNvPr id="94" name="直接箭头连接符 93">
              <a:extLst>
                <a:ext uri="{FF2B5EF4-FFF2-40B4-BE49-F238E27FC236}">
                  <a16:creationId xmlns:a16="http://schemas.microsoft.com/office/drawing/2014/main" id="{D5D09FD6-9DDD-4A93-B309-8BD1B8748507}"/>
                </a:ext>
              </a:extLst>
            </p:cNvPr>
            <p:cNvCxnSpPr/>
            <p:nvPr>
              <p:custDataLst>
                <p:tags r:id="rId70"/>
              </p:custDataLst>
            </p:nvPr>
          </p:nvCxnSpPr>
          <p:spPr bwMode="auto">
            <a:xfrm flipV="1">
              <a:off x="5472000" y="5940000"/>
              <a:ext cx="252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95" name="直接箭头连接符 94">
              <a:extLst>
                <a:ext uri="{FF2B5EF4-FFF2-40B4-BE49-F238E27FC236}">
                  <a16:creationId xmlns:a16="http://schemas.microsoft.com/office/drawing/2014/main" id="{23598180-380C-4136-A83A-4C8585015FD9}"/>
                </a:ext>
              </a:extLst>
            </p:cNvPr>
            <p:cNvCxnSpPr/>
            <p:nvPr>
              <p:custDataLst>
                <p:tags r:id="rId71"/>
              </p:custDataLst>
            </p:nvPr>
          </p:nvCxnSpPr>
          <p:spPr bwMode="auto">
            <a:xfrm flipV="1">
              <a:off x="5940000" y="5940000"/>
              <a:ext cx="144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96" name="直接箭头连接符 95">
              <a:extLst>
                <a:ext uri="{FF2B5EF4-FFF2-40B4-BE49-F238E27FC236}">
                  <a16:creationId xmlns:a16="http://schemas.microsoft.com/office/drawing/2014/main" id="{EB239509-669A-4E36-8282-0091CCEF88D4}"/>
                </a:ext>
              </a:extLst>
            </p:cNvPr>
            <p:cNvCxnSpPr/>
            <p:nvPr>
              <p:custDataLst>
                <p:tags r:id="rId72"/>
              </p:custDataLst>
            </p:nvPr>
          </p:nvCxnSpPr>
          <p:spPr bwMode="auto">
            <a:xfrm flipV="1">
              <a:off x="5940000" y="5400000"/>
              <a:ext cx="144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97" name="Text Box 36">
              <a:extLst>
                <a:ext uri="{FF2B5EF4-FFF2-40B4-BE49-F238E27FC236}">
                  <a16:creationId xmlns:a16="http://schemas.microsoft.com/office/drawing/2014/main" id="{A7E419A3-E660-46C6-83D4-096E7DAABB54}"/>
                </a:ext>
              </a:extLst>
            </p:cNvPr>
            <p:cNvSpPr txBox="1">
              <a:spLocks noChangeArrowheads="1"/>
            </p:cNvSpPr>
            <p:nvPr>
              <p:custDataLst>
                <p:tags r:id="rId73"/>
              </p:custDataLst>
            </p:nvPr>
          </p:nvSpPr>
          <p:spPr bwMode="auto">
            <a:xfrm>
              <a:off x="6084000" y="5256000"/>
              <a:ext cx="648000" cy="1080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C00000"/>
              </a:solidFill>
              <a:prstDash val="sysDash"/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98" name="直接箭头连接符 97">
              <a:extLst>
                <a:ext uri="{FF2B5EF4-FFF2-40B4-BE49-F238E27FC236}">
                  <a16:creationId xmlns:a16="http://schemas.microsoft.com/office/drawing/2014/main" id="{2B6C5E6C-02F2-4544-ABF8-59C2ECDFAFC5}"/>
                </a:ext>
              </a:extLst>
            </p:cNvPr>
            <p:cNvCxnSpPr/>
            <p:nvPr>
              <p:custDataLst>
                <p:tags r:id="rId74"/>
              </p:custDataLst>
            </p:nvPr>
          </p:nvCxnSpPr>
          <p:spPr bwMode="auto">
            <a:xfrm flipV="1">
              <a:off x="7632000" y="5256000"/>
              <a:ext cx="252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</p:grp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6AC95D0D-31C7-48A6-8E90-CCDCDE780C9E}"/>
              </a:ext>
            </a:extLst>
          </p:cNvPr>
          <p:cNvGrpSpPr/>
          <p:nvPr/>
        </p:nvGrpSpPr>
        <p:grpSpPr>
          <a:xfrm>
            <a:off x="5688050" y="5148000"/>
            <a:ext cx="1511935" cy="1152525"/>
            <a:chOff x="5724" y="5272"/>
            <a:chExt cx="2381" cy="1815"/>
          </a:xfrm>
        </p:grpSpPr>
        <p:sp>
          <p:nvSpPr>
            <p:cNvPr id="100" name="Text Box 191">
              <a:extLst>
                <a:ext uri="{FF2B5EF4-FFF2-40B4-BE49-F238E27FC236}">
                  <a16:creationId xmlns:a16="http://schemas.microsoft.com/office/drawing/2014/main" id="{3B22A7C5-A669-43BA-92AB-EEDDF02A6465}"/>
                </a:ext>
              </a:extLst>
            </p:cNvPr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7427" y="6180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Y</a:t>
              </a:r>
              <a:r>
                <a:rPr lang="en-US" altLang="zh-CN" sz="1600" b="1" baseline="-25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  <p:cxnSp>
          <p:nvCxnSpPr>
            <p:cNvPr id="101" name="直接箭头连接符 100">
              <a:extLst>
                <a:ext uri="{FF2B5EF4-FFF2-40B4-BE49-F238E27FC236}">
                  <a16:creationId xmlns:a16="http://schemas.microsoft.com/office/drawing/2014/main" id="{5CF397E7-4643-4D90-A816-3E9873A759A9}"/>
                </a:ext>
              </a:extLst>
            </p:cNvPr>
            <p:cNvCxnSpPr/>
            <p:nvPr>
              <p:custDataLst>
                <p:tags r:id="rId38"/>
              </p:custDataLst>
            </p:nvPr>
          </p:nvCxnSpPr>
          <p:spPr bwMode="auto">
            <a:xfrm flipV="1">
              <a:off x="7414" y="6574"/>
              <a:ext cx="227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02" name="Text Box 191">
              <a:extLst>
                <a:ext uri="{FF2B5EF4-FFF2-40B4-BE49-F238E27FC236}">
                  <a16:creationId xmlns:a16="http://schemas.microsoft.com/office/drawing/2014/main" id="{4AE582D4-9C9A-41C7-A577-6C02AA47DA27}"/>
                </a:ext>
              </a:extLst>
            </p:cNvPr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7425" y="6574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Y</a:t>
              </a:r>
              <a:r>
                <a:rPr lang="en-US" altLang="zh-CN" sz="1600" b="1" baseline="-25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103" name="Text Box 191">
              <a:extLst>
                <a:ext uri="{FF2B5EF4-FFF2-40B4-BE49-F238E27FC236}">
                  <a16:creationId xmlns:a16="http://schemas.microsoft.com/office/drawing/2014/main" id="{012D92F9-FFB5-4D4A-9EAD-4E61E572F91D}"/>
                </a:ext>
              </a:extLst>
            </p:cNvPr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7427" y="5272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Y</a:t>
              </a:r>
              <a:r>
                <a:rPr lang="en-US" altLang="zh-CN" sz="1600" b="1" baseline="-25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cxnSp>
          <p:nvCxnSpPr>
            <p:cNvPr id="104" name="直接箭头连接符 103">
              <a:extLst>
                <a:ext uri="{FF2B5EF4-FFF2-40B4-BE49-F238E27FC236}">
                  <a16:creationId xmlns:a16="http://schemas.microsoft.com/office/drawing/2014/main" id="{4A85EC4A-9031-4CBA-A27E-150F9C48A3C0}"/>
                </a:ext>
              </a:extLst>
            </p:cNvPr>
            <p:cNvCxnSpPr/>
            <p:nvPr>
              <p:custDataLst>
                <p:tags r:id="rId41"/>
              </p:custDataLst>
            </p:nvPr>
          </p:nvCxnSpPr>
          <p:spPr bwMode="auto">
            <a:xfrm flipV="1">
              <a:off x="7414" y="5673"/>
              <a:ext cx="227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05" name="Text Box 191">
              <a:extLst>
                <a:ext uri="{FF2B5EF4-FFF2-40B4-BE49-F238E27FC236}">
                  <a16:creationId xmlns:a16="http://schemas.microsoft.com/office/drawing/2014/main" id="{749A53E6-E919-4575-88D5-F6F7A60C3F59}"/>
                </a:ext>
              </a:extLst>
            </p:cNvPr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7425" y="5673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Y</a:t>
              </a:r>
              <a:r>
                <a:rPr lang="en-US" altLang="zh-CN" sz="1600" b="1" baseline="-25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106" name="Text Box 36">
              <a:extLst>
                <a:ext uri="{FF2B5EF4-FFF2-40B4-BE49-F238E27FC236}">
                  <a16:creationId xmlns:a16="http://schemas.microsoft.com/office/drawing/2014/main" id="{34F0D0CA-4CA5-4EC0-AD79-D2B943652C98}"/>
                </a:ext>
              </a:extLst>
            </p:cNvPr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6463" y="5499"/>
              <a:ext cx="737" cy="737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wrap="square" lIns="17780" tIns="0" rIns="0" bIns="0" anchor="t" anchorCtr="0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D </a:t>
              </a:r>
              <a:r>
                <a:rPr lang="en-US" altLang="zh-CN" sz="1600" b="1" dirty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Q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1" dirty="0">
                  <a:solidFill>
                    <a:schemeClr val="tx1"/>
                  </a:solidFill>
                  <a:uFillTx/>
                  <a:latin typeface="宋体" panose="02010600030101010101" pitchFamily="2" charset="-122"/>
                  <a:sym typeface="+mn-ea"/>
                </a:rPr>
                <a:t> </a:t>
              </a:r>
              <a:r>
                <a:rPr lang="en-US" altLang="zh-CN" sz="1600" b="1" dirty="0">
                  <a:solidFill>
                    <a:schemeClr val="tx1"/>
                  </a:solidFill>
                  <a:uFillTx/>
                  <a:latin typeface="宋体" panose="02010600030101010101" pitchFamily="2" charset="-122"/>
                  <a:sym typeface="+mn-ea"/>
                </a:rPr>
                <a:t>C</a:t>
              </a:r>
              <a:r>
                <a:rPr lang="en-US" altLang="zh-CN" sz="1600" b="1" baseline="-25000" dirty="0">
                  <a:solidFill>
                    <a:schemeClr val="tx1"/>
                  </a:solidFill>
                  <a:uFillTx/>
                  <a:latin typeface="宋体" panose="02010600030101010101" pitchFamily="2" charset="-122"/>
                  <a:sym typeface="+mn-ea"/>
                </a:rPr>
                <a:t>  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Q</a:t>
              </a:r>
              <a:endParaRPr lang="en-US" altLang="zh-CN" sz="1600" b="1" u="none" dirty="0">
                <a:latin typeface="宋体" panose="02010600030101010101" pitchFamily="2" charset="-122"/>
                <a:sym typeface="+mn-ea"/>
              </a:endParaRPr>
            </a:p>
          </p:txBody>
        </p:sp>
        <p:cxnSp>
          <p:nvCxnSpPr>
            <p:cNvPr id="107" name="直接箭头连接符 106">
              <a:extLst>
                <a:ext uri="{FF2B5EF4-FFF2-40B4-BE49-F238E27FC236}">
                  <a16:creationId xmlns:a16="http://schemas.microsoft.com/office/drawing/2014/main" id="{EFA78B49-8E48-4B80-A7AB-A1601090030C}"/>
                </a:ext>
              </a:extLst>
            </p:cNvPr>
            <p:cNvCxnSpPr/>
            <p:nvPr>
              <p:custDataLst>
                <p:tags r:id="rId44"/>
              </p:custDataLst>
            </p:nvPr>
          </p:nvCxnSpPr>
          <p:spPr bwMode="auto">
            <a:xfrm flipV="1">
              <a:off x="6291" y="5669"/>
              <a:ext cx="17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8" name="直接箭头连接符 107">
              <a:extLst>
                <a:ext uri="{FF2B5EF4-FFF2-40B4-BE49-F238E27FC236}">
                  <a16:creationId xmlns:a16="http://schemas.microsoft.com/office/drawing/2014/main" id="{D8389CBC-B165-49D5-B7AA-E4729305B15D}"/>
                </a:ext>
              </a:extLst>
            </p:cNvPr>
            <p:cNvCxnSpPr/>
            <p:nvPr>
              <p:custDataLst>
                <p:tags r:id="rId45"/>
              </p:custDataLst>
            </p:nvPr>
          </p:nvCxnSpPr>
          <p:spPr bwMode="auto">
            <a:xfrm flipV="1">
              <a:off x="5951" y="6009"/>
              <a:ext cx="51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9" name="直接箭头连接符 108">
              <a:extLst>
                <a:ext uri="{FF2B5EF4-FFF2-40B4-BE49-F238E27FC236}">
                  <a16:creationId xmlns:a16="http://schemas.microsoft.com/office/drawing/2014/main" id="{230C2EF0-9385-43EF-8622-DB7D4E259F55}"/>
                </a:ext>
              </a:extLst>
            </p:cNvPr>
            <p:cNvCxnSpPr/>
            <p:nvPr>
              <p:custDataLst>
                <p:tags r:id="rId46"/>
              </p:custDataLst>
            </p:nvPr>
          </p:nvCxnSpPr>
          <p:spPr bwMode="auto">
            <a:xfrm flipV="1">
              <a:off x="7198" y="5669"/>
              <a:ext cx="90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0" name="直接箭头连接符 109">
              <a:extLst>
                <a:ext uri="{FF2B5EF4-FFF2-40B4-BE49-F238E27FC236}">
                  <a16:creationId xmlns:a16="http://schemas.microsoft.com/office/drawing/2014/main" id="{9B209BD2-B1B3-4FB0-BA51-63B2442C88D4}"/>
                </a:ext>
              </a:extLst>
            </p:cNvPr>
            <p:cNvCxnSpPr/>
            <p:nvPr>
              <p:custDataLst>
                <p:tags r:id="rId47"/>
              </p:custDataLst>
            </p:nvPr>
          </p:nvCxnSpPr>
          <p:spPr bwMode="auto">
            <a:xfrm flipV="1">
              <a:off x="7314" y="6066"/>
              <a:ext cx="51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11" name="等腰三角形 110">
              <a:extLst>
                <a:ext uri="{FF2B5EF4-FFF2-40B4-BE49-F238E27FC236}">
                  <a16:creationId xmlns:a16="http://schemas.microsoft.com/office/drawing/2014/main" id="{3F98B9AD-8F0B-43C3-9C15-DC8D31A196D2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6408" y="5953"/>
              <a:ext cx="227" cy="113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scene3d>
              <a:camera prst="orthographicFront">
                <a:rot lat="0" lon="0" rev="16200000"/>
              </a:camera>
              <a:lightRig rig="threePt" dir="t"/>
            </a:scene3d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3" name="椭圆 112">
              <a:extLst>
                <a:ext uri="{FF2B5EF4-FFF2-40B4-BE49-F238E27FC236}">
                  <a16:creationId xmlns:a16="http://schemas.microsoft.com/office/drawing/2014/main" id="{1D44C5A2-CF1E-4B62-8AFF-0464738A88BD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7201" y="6009"/>
              <a:ext cx="113" cy="113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4" name="Text Box 36">
              <a:extLst>
                <a:ext uri="{FF2B5EF4-FFF2-40B4-BE49-F238E27FC236}">
                  <a16:creationId xmlns:a16="http://schemas.microsoft.com/office/drawing/2014/main" id="{296629E5-6740-4EB5-8A6A-3F67ED356A9A}"/>
                </a:ext>
              </a:extLst>
            </p:cNvPr>
            <p:cNvSpPr txBox="1"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6463" y="6350"/>
              <a:ext cx="737" cy="737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wrap="square" lIns="17780" tIns="0" rIns="0" bIns="0" anchor="t" anchorCtr="0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D </a:t>
              </a:r>
              <a:r>
                <a:rPr lang="en-US" altLang="zh-CN" sz="1600" b="1" dirty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Q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1" dirty="0">
                  <a:solidFill>
                    <a:schemeClr val="tx1"/>
                  </a:solidFill>
                  <a:uFillTx/>
                  <a:latin typeface="宋体" panose="02010600030101010101" pitchFamily="2" charset="-122"/>
                  <a:sym typeface="+mn-ea"/>
                </a:rPr>
                <a:t> </a:t>
              </a:r>
              <a:r>
                <a:rPr lang="en-US" altLang="zh-CN" sz="1600" b="1" dirty="0">
                  <a:solidFill>
                    <a:schemeClr val="tx1"/>
                  </a:solidFill>
                  <a:uFillTx/>
                  <a:latin typeface="宋体" panose="02010600030101010101" pitchFamily="2" charset="-122"/>
                  <a:sym typeface="+mn-ea"/>
                </a:rPr>
                <a:t>C</a:t>
              </a:r>
              <a:r>
                <a:rPr lang="en-US" altLang="zh-CN" sz="1600" b="1" baseline="-25000" dirty="0">
                  <a:solidFill>
                    <a:schemeClr val="tx1"/>
                  </a:solidFill>
                  <a:uFillTx/>
                  <a:latin typeface="宋体" panose="02010600030101010101" pitchFamily="2" charset="-122"/>
                  <a:sym typeface="+mn-ea"/>
                </a:rPr>
                <a:t>  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Q</a:t>
              </a:r>
              <a:endParaRPr lang="en-US" altLang="zh-CN" sz="1600" b="1" u="none" dirty="0">
                <a:latin typeface="宋体" panose="02010600030101010101" pitchFamily="2" charset="-122"/>
                <a:sym typeface="+mn-ea"/>
              </a:endParaRPr>
            </a:p>
          </p:txBody>
        </p:sp>
        <p:cxnSp>
          <p:nvCxnSpPr>
            <p:cNvPr id="115" name="直接箭头连接符 114">
              <a:extLst>
                <a:ext uri="{FF2B5EF4-FFF2-40B4-BE49-F238E27FC236}">
                  <a16:creationId xmlns:a16="http://schemas.microsoft.com/office/drawing/2014/main" id="{9CA7162C-D0CC-4F8D-BF39-C9B5341ADDF9}"/>
                </a:ext>
              </a:extLst>
            </p:cNvPr>
            <p:cNvCxnSpPr/>
            <p:nvPr>
              <p:custDataLst>
                <p:tags r:id="rId51"/>
              </p:custDataLst>
            </p:nvPr>
          </p:nvCxnSpPr>
          <p:spPr bwMode="auto">
            <a:xfrm flipV="1">
              <a:off x="6291" y="6519"/>
              <a:ext cx="17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6" name="直接箭头连接符 115">
              <a:extLst>
                <a:ext uri="{FF2B5EF4-FFF2-40B4-BE49-F238E27FC236}">
                  <a16:creationId xmlns:a16="http://schemas.microsoft.com/office/drawing/2014/main" id="{62640374-1710-416A-B50A-52662DC68E60}"/>
                </a:ext>
              </a:extLst>
            </p:cNvPr>
            <p:cNvCxnSpPr/>
            <p:nvPr>
              <p:custDataLst>
                <p:tags r:id="rId52"/>
              </p:custDataLst>
            </p:nvPr>
          </p:nvCxnSpPr>
          <p:spPr bwMode="auto">
            <a:xfrm flipV="1">
              <a:off x="5724" y="6917"/>
              <a:ext cx="73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117" name="直接箭头连接符 116">
              <a:extLst>
                <a:ext uri="{FF2B5EF4-FFF2-40B4-BE49-F238E27FC236}">
                  <a16:creationId xmlns:a16="http://schemas.microsoft.com/office/drawing/2014/main" id="{B00CA96D-DB19-4A23-A3E5-8646B09AC315}"/>
                </a:ext>
              </a:extLst>
            </p:cNvPr>
            <p:cNvCxnSpPr/>
            <p:nvPr>
              <p:custDataLst>
                <p:tags r:id="rId53"/>
              </p:custDataLst>
            </p:nvPr>
          </p:nvCxnSpPr>
          <p:spPr bwMode="auto">
            <a:xfrm flipV="1">
              <a:off x="7201" y="6520"/>
              <a:ext cx="79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8" name="直接箭头连接符 117">
              <a:extLst>
                <a:ext uri="{FF2B5EF4-FFF2-40B4-BE49-F238E27FC236}">
                  <a16:creationId xmlns:a16="http://schemas.microsoft.com/office/drawing/2014/main" id="{58E45B86-C01F-435C-928A-EF23D54D8C69}"/>
                </a:ext>
              </a:extLst>
            </p:cNvPr>
            <p:cNvCxnSpPr/>
            <p:nvPr>
              <p:custDataLst>
                <p:tags r:id="rId54"/>
              </p:custDataLst>
            </p:nvPr>
          </p:nvCxnSpPr>
          <p:spPr bwMode="auto">
            <a:xfrm flipV="1">
              <a:off x="7314" y="6917"/>
              <a:ext cx="51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19" name="等腰三角形 118">
              <a:extLst>
                <a:ext uri="{FF2B5EF4-FFF2-40B4-BE49-F238E27FC236}">
                  <a16:creationId xmlns:a16="http://schemas.microsoft.com/office/drawing/2014/main" id="{C84A7FA2-1610-422F-91EB-7B693A640581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6408" y="6861"/>
              <a:ext cx="227" cy="113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scene3d>
              <a:camera prst="orthographicFront">
                <a:rot lat="0" lon="0" rev="16200000"/>
              </a:camera>
              <a:lightRig rig="threePt" dir="t"/>
            </a:scene3d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0" name="椭圆 119">
              <a:extLst>
                <a:ext uri="{FF2B5EF4-FFF2-40B4-BE49-F238E27FC236}">
                  <a16:creationId xmlns:a16="http://schemas.microsoft.com/office/drawing/2014/main" id="{BDE4B872-12F7-416B-9F9C-AB60479391EA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7201" y="6860"/>
              <a:ext cx="113" cy="113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21" name="直接箭头连接符 120">
              <a:extLst>
                <a:ext uri="{FF2B5EF4-FFF2-40B4-BE49-F238E27FC236}">
                  <a16:creationId xmlns:a16="http://schemas.microsoft.com/office/drawing/2014/main" id="{98EEC8AA-6196-4F85-A499-485E46F90E8C}"/>
                </a:ext>
              </a:extLst>
            </p:cNvPr>
            <p:cNvCxnSpPr/>
            <p:nvPr>
              <p:custDataLst>
                <p:tags r:id="rId57"/>
              </p:custDataLst>
            </p:nvPr>
          </p:nvCxnSpPr>
          <p:spPr bwMode="auto">
            <a:xfrm flipV="1">
              <a:off x="5951" y="6009"/>
              <a:ext cx="1" cy="90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</p:grpSp>
      <p:grpSp>
        <p:nvGrpSpPr>
          <p:cNvPr id="122" name="组合 121">
            <a:extLst>
              <a:ext uri="{FF2B5EF4-FFF2-40B4-BE49-F238E27FC236}">
                <a16:creationId xmlns:a16="http://schemas.microsoft.com/office/drawing/2014/main" id="{692FF281-8A20-4A67-807C-BE43AA79349F}"/>
              </a:ext>
            </a:extLst>
          </p:cNvPr>
          <p:cNvGrpSpPr/>
          <p:nvPr/>
        </p:nvGrpSpPr>
        <p:grpSpPr>
          <a:xfrm>
            <a:off x="7199755" y="5003805"/>
            <a:ext cx="432435" cy="432435"/>
            <a:chOff x="8107" y="4988"/>
            <a:chExt cx="681" cy="681"/>
          </a:xfrm>
        </p:grpSpPr>
        <p:cxnSp>
          <p:nvCxnSpPr>
            <p:cNvPr id="123" name="直接箭头连接符 122">
              <a:extLst>
                <a:ext uri="{FF2B5EF4-FFF2-40B4-BE49-F238E27FC236}">
                  <a16:creationId xmlns:a16="http://schemas.microsoft.com/office/drawing/2014/main" id="{473ECA13-1FF2-4C35-A786-1E8073FB9BB1}"/>
                </a:ext>
              </a:extLst>
            </p:cNvPr>
            <p:cNvCxnSpPr/>
            <p:nvPr>
              <p:custDataLst>
                <p:tags r:id="rId33"/>
              </p:custDataLst>
            </p:nvPr>
          </p:nvCxnSpPr>
          <p:spPr bwMode="auto">
            <a:xfrm flipH="1" flipV="1">
              <a:off x="8107" y="5611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4" name="直接箭头连接符 123">
              <a:extLst>
                <a:ext uri="{FF2B5EF4-FFF2-40B4-BE49-F238E27FC236}">
                  <a16:creationId xmlns:a16="http://schemas.microsoft.com/office/drawing/2014/main" id="{D4917D25-EB18-4033-ADEB-08D054466055}"/>
                </a:ext>
              </a:extLst>
            </p:cNvPr>
            <p:cNvCxnSpPr/>
            <p:nvPr>
              <p:custDataLst>
                <p:tags r:id="rId34"/>
              </p:custDataLst>
            </p:nvPr>
          </p:nvCxnSpPr>
          <p:spPr bwMode="auto">
            <a:xfrm>
              <a:off x="8164" y="4988"/>
              <a:ext cx="0" cy="34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25" name="Text Box 36">
              <a:extLst>
                <a:ext uri="{FF2B5EF4-FFF2-40B4-BE49-F238E27FC236}">
                  <a16:creationId xmlns:a16="http://schemas.microsoft.com/office/drawing/2014/main" id="{597DF365-5799-40EB-88B1-5F28B637BC30}"/>
                </a:ext>
              </a:extLst>
            </p:cNvPr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8448" y="5215"/>
              <a:ext cx="340" cy="45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 font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&amp;</a:t>
              </a:r>
            </a:p>
          </p:txBody>
        </p:sp>
        <p:cxnSp>
          <p:nvCxnSpPr>
            <p:cNvPr id="126" name="直接箭头连接符 125">
              <a:extLst>
                <a:ext uri="{FF2B5EF4-FFF2-40B4-BE49-F238E27FC236}">
                  <a16:creationId xmlns:a16="http://schemas.microsoft.com/office/drawing/2014/main" id="{C5FA35E0-7016-48CE-B50F-B5FE374CCB1B}"/>
                </a:ext>
              </a:extLst>
            </p:cNvPr>
            <p:cNvCxnSpPr/>
            <p:nvPr>
              <p:custDataLst>
                <p:tags r:id="rId36"/>
              </p:custDataLst>
            </p:nvPr>
          </p:nvCxnSpPr>
          <p:spPr bwMode="auto">
            <a:xfrm flipV="1">
              <a:off x="8164" y="5329"/>
              <a:ext cx="283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B03EB224-8CD6-421F-A9CB-7F62A00FAE26}"/>
              </a:ext>
            </a:extLst>
          </p:cNvPr>
          <p:cNvGrpSpPr/>
          <p:nvPr/>
        </p:nvGrpSpPr>
        <p:grpSpPr>
          <a:xfrm>
            <a:off x="4068390" y="5004195"/>
            <a:ext cx="3060065" cy="1080135"/>
            <a:chOff x="6397" y="7927"/>
            <a:chExt cx="4819" cy="1701"/>
          </a:xfrm>
        </p:grpSpPr>
        <p:cxnSp>
          <p:nvCxnSpPr>
            <p:cNvPr id="128" name="直接箭头连接符 127">
              <a:extLst>
                <a:ext uri="{FF2B5EF4-FFF2-40B4-BE49-F238E27FC236}">
                  <a16:creationId xmlns:a16="http://schemas.microsoft.com/office/drawing/2014/main" id="{CC691DC8-42E4-4262-94A4-871361534D7A}"/>
                </a:ext>
              </a:extLst>
            </p:cNvPr>
            <p:cNvCxnSpPr/>
            <p:nvPr>
              <p:custDataLst>
                <p:tags r:id="rId11"/>
              </p:custDataLst>
            </p:nvPr>
          </p:nvCxnSpPr>
          <p:spPr bwMode="auto">
            <a:xfrm flipV="1">
              <a:off x="7757" y="8550"/>
              <a:ext cx="85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9" name="直接箭头连接符 128">
              <a:extLst>
                <a:ext uri="{FF2B5EF4-FFF2-40B4-BE49-F238E27FC236}">
                  <a16:creationId xmlns:a16="http://schemas.microsoft.com/office/drawing/2014/main" id="{1AF556D7-1AF8-4F52-A7EB-A68C6305691C}"/>
                </a:ext>
              </a:extLst>
            </p:cNvPr>
            <p:cNvCxnSpPr/>
            <p:nvPr>
              <p:custDataLst>
                <p:tags r:id="rId12"/>
              </p:custDataLst>
            </p:nvPr>
          </p:nvCxnSpPr>
          <p:spPr bwMode="auto">
            <a:xfrm>
              <a:off x="11045" y="8154"/>
              <a:ext cx="0" cy="794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30" name="直接箭头连接符 129">
              <a:extLst>
                <a:ext uri="{FF2B5EF4-FFF2-40B4-BE49-F238E27FC236}">
                  <a16:creationId xmlns:a16="http://schemas.microsoft.com/office/drawing/2014/main" id="{AA1BBBAF-D765-4BD3-9D42-693B354BAF57}"/>
                </a:ext>
              </a:extLst>
            </p:cNvPr>
            <p:cNvCxnSpPr/>
            <p:nvPr>
              <p:custDataLst>
                <p:tags r:id="rId13"/>
              </p:custDataLst>
            </p:nvPr>
          </p:nvCxnSpPr>
          <p:spPr bwMode="auto">
            <a:xfrm>
              <a:off x="11215" y="8040"/>
              <a:ext cx="0" cy="1361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31" name="直接箭头连接符 130">
              <a:extLst>
                <a:ext uri="{FF2B5EF4-FFF2-40B4-BE49-F238E27FC236}">
                  <a16:creationId xmlns:a16="http://schemas.microsoft.com/office/drawing/2014/main" id="{9D4F74EE-599F-401C-90BA-7B5C6462DBA9}"/>
                </a:ext>
              </a:extLst>
            </p:cNvPr>
            <p:cNvCxnSpPr/>
            <p:nvPr>
              <p:custDataLst>
                <p:tags r:id="rId14"/>
              </p:custDataLst>
            </p:nvPr>
          </p:nvCxnSpPr>
          <p:spPr bwMode="auto">
            <a:xfrm>
              <a:off x="7134" y="8040"/>
              <a:ext cx="0" cy="1361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32" name="直接箭头连接符 131">
              <a:extLst>
                <a:ext uri="{FF2B5EF4-FFF2-40B4-BE49-F238E27FC236}">
                  <a16:creationId xmlns:a16="http://schemas.microsoft.com/office/drawing/2014/main" id="{FF5CDFDA-5F5E-4E47-A337-C971FCF548EE}"/>
                </a:ext>
              </a:extLst>
            </p:cNvPr>
            <p:cNvCxnSpPr/>
            <p:nvPr>
              <p:custDataLst>
                <p:tags r:id="rId15"/>
              </p:custDataLst>
            </p:nvPr>
          </p:nvCxnSpPr>
          <p:spPr bwMode="auto">
            <a:xfrm flipV="1">
              <a:off x="7134" y="8040"/>
              <a:ext cx="4082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33" name="直接箭头连接符 132">
              <a:extLst>
                <a:ext uri="{FF2B5EF4-FFF2-40B4-BE49-F238E27FC236}">
                  <a16:creationId xmlns:a16="http://schemas.microsoft.com/office/drawing/2014/main" id="{B741119C-C45B-4A35-8C0B-742F167A2282}"/>
                </a:ext>
              </a:extLst>
            </p:cNvPr>
            <p:cNvCxnSpPr/>
            <p:nvPr>
              <p:custDataLst>
                <p:tags r:id="rId16"/>
              </p:custDataLst>
            </p:nvPr>
          </p:nvCxnSpPr>
          <p:spPr bwMode="auto">
            <a:xfrm flipV="1">
              <a:off x="7303" y="8154"/>
              <a:ext cx="3742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34" name="Text Box 36">
              <a:extLst>
                <a:ext uri="{FF2B5EF4-FFF2-40B4-BE49-F238E27FC236}">
                  <a16:creationId xmlns:a16="http://schemas.microsoft.com/office/drawing/2014/main" id="{449144AC-0364-4B0E-B346-FA91622770A3}"/>
                </a:ext>
              </a:extLst>
            </p:cNvPr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7475" y="8323"/>
              <a:ext cx="340" cy="45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 font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&amp;</a:t>
              </a:r>
            </a:p>
          </p:txBody>
        </p:sp>
        <p:sp>
          <p:nvSpPr>
            <p:cNvPr id="135" name="Text Box 36">
              <a:extLst>
                <a:ext uri="{FF2B5EF4-FFF2-40B4-BE49-F238E27FC236}">
                  <a16:creationId xmlns:a16="http://schemas.microsoft.com/office/drawing/2014/main" id="{190B2ED9-E134-4D44-9B12-E16881EC174B}"/>
                </a:ext>
              </a:extLst>
            </p:cNvPr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8042" y="9174"/>
              <a:ext cx="454" cy="45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 fontAlgn="ctr">
                <a:lnSpc>
                  <a:spcPct val="90000"/>
                </a:lnSpc>
              </a:pPr>
              <a:r>
                <a:rPr lang="en-US" altLang="zh-CN" sz="1200" b="1" dirty="0">
                  <a:latin typeface="宋体" panose="02010600030101010101" pitchFamily="2" charset="-122"/>
                  <a:sym typeface="+mn-ea"/>
                </a:rPr>
                <a:t>≥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1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136" name="直接箭头连接符 135">
              <a:extLst>
                <a:ext uri="{FF2B5EF4-FFF2-40B4-BE49-F238E27FC236}">
                  <a16:creationId xmlns:a16="http://schemas.microsoft.com/office/drawing/2014/main" id="{E512C411-AAF0-44FE-B17D-6DE13502BE41}"/>
                </a:ext>
              </a:extLst>
            </p:cNvPr>
            <p:cNvCxnSpPr/>
            <p:nvPr>
              <p:custDataLst>
                <p:tags r:id="rId19"/>
              </p:custDataLst>
            </p:nvPr>
          </p:nvCxnSpPr>
          <p:spPr bwMode="auto">
            <a:xfrm flipV="1">
              <a:off x="6397" y="9571"/>
              <a:ext cx="164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37" name="直接箭头连接符 136">
              <a:extLst>
                <a:ext uri="{FF2B5EF4-FFF2-40B4-BE49-F238E27FC236}">
                  <a16:creationId xmlns:a16="http://schemas.microsoft.com/office/drawing/2014/main" id="{E19A66A0-F51E-431F-9D58-69100123EE65}"/>
                </a:ext>
              </a:extLst>
            </p:cNvPr>
            <p:cNvCxnSpPr/>
            <p:nvPr>
              <p:custDataLst>
                <p:tags r:id="rId20"/>
              </p:custDataLst>
            </p:nvPr>
          </p:nvCxnSpPr>
          <p:spPr bwMode="auto">
            <a:xfrm flipV="1">
              <a:off x="7305" y="8410"/>
              <a:ext cx="17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138" name="直接箭头连接符 137">
              <a:extLst>
                <a:ext uri="{FF2B5EF4-FFF2-40B4-BE49-F238E27FC236}">
                  <a16:creationId xmlns:a16="http://schemas.microsoft.com/office/drawing/2014/main" id="{90083C0B-4E6F-4F23-BD00-6A5C0DCC9261}"/>
                </a:ext>
              </a:extLst>
            </p:cNvPr>
            <p:cNvCxnSpPr/>
            <p:nvPr>
              <p:custDataLst>
                <p:tags r:id="rId21"/>
              </p:custDataLst>
            </p:nvPr>
          </p:nvCxnSpPr>
          <p:spPr bwMode="auto">
            <a:xfrm flipV="1">
              <a:off x="7021" y="8721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39" name="直接箭头连接符 138">
              <a:extLst>
                <a:ext uri="{FF2B5EF4-FFF2-40B4-BE49-F238E27FC236}">
                  <a16:creationId xmlns:a16="http://schemas.microsoft.com/office/drawing/2014/main" id="{AF731883-92F1-4896-8E33-FB5FDAEF2081}"/>
                </a:ext>
              </a:extLst>
            </p:cNvPr>
            <p:cNvCxnSpPr/>
            <p:nvPr>
              <p:custDataLst>
                <p:tags r:id="rId22"/>
              </p:custDataLst>
            </p:nvPr>
          </p:nvCxnSpPr>
          <p:spPr bwMode="auto">
            <a:xfrm flipV="1">
              <a:off x="7134" y="8551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140" name="直接箭头连接符 139">
              <a:extLst>
                <a:ext uri="{FF2B5EF4-FFF2-40B4-BE49-F238E27FC236}">
                  <a16:creationId xmlns:a16="http://schemas.microsoft.com/office/drawing/2014/main" id="{7F12A615-8253-4FA7-8EAE-543524E799B0}"/>
                </a:ext>
              </a:extLst>
            </p:cNvPr>
            <p:cNvCxnSpPr/>
            <p:nvPr>
              <p:custDataLst>
                <p:tags r:id="rId23"/>
              </p:custDataLst>
            </p:nvPr>
          </p:nvCxnSpPr>
          <p:spPr bwMode="auto">
            <a:xfrm flipV="1">
              <a:off x="7816" y="9287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1" name="直接箭头连接符 140">
              <a:extLst>
                <a:ext uri="{FF2B5EF4-FFF2-40B4-BE49-F238E27FC236}">
                  <a16:creationId xmlns:a16="http://schemas.microsoft.com/office/drawing/2014/main" id="{AC5D3183-5037-41E7-AD4C-045B4E478813}"/>
                </a:ext>
              </a:extLst>
            </p:cNvPr>
            <p:cNvCxnSpPr/>
            <p:nvPr>
              <p:custDataLst>
                <p:tags r:id="rId24"/>
              </p:custDataLst>
            </p:nvPr>
          </p:nvCxnSpPr>
          <p:spPr bwMode="auto">
            <a:xfrm>
              <a:off x="7306" y="8154"/>
              <a:ext cx="0" cy="102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2" name="直接箭头连接符 141">
              <a:extLst>
                <a:ext uri="{FF2B5EF4-FFF2-40B4-BE49-F238E27FC236}">
                  <a16:creationId xmlns:a16="http://schemas.microsoft.com/office/drawing/2014/main" id="{F36EF68F-D8ED-4B2B-B2EF-E204003DFCC9}"/>
                </a:ext>
              </a:extLst>
            </p:cNvPr>
            <p:cNvCxnSpPr/>
            <p:nvPr>
              <p:custDataLst>
                <p:tags r:id="rId25"/>
              </p:custDataLst>
            </p:nvPr>
          </p:nvCxnSpPr>
          <p:spPr bwMode="auto">
            <a:xfrm flipH="1">
              <a:off x="6397" y="7927"/>
              <a:ext cx="1" cy="1644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sp>
          <p:nvSpPr>
            <p:cNvPr id="143" name="Text Box 36">
              <a:extLst>
                <a:ext uri="{FF2B5EF4-FFF2-40B4-BE49-F238E27FC236}">
                  <a16:creationId xmlns:a16="http://schemas.microsoft.com/office/drawing/2014/main" id="{4A289858-36AE-4854-B6A3-8EC0E07328FE}"/>
                </a:ext>
              </a:extLst>
            </p:cNvPr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6567" y="8551"/>
              <a:ext cx="340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 font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144" name="椭圆 143">
              <a:extLst>
                <a:ext uri="{FF2B5EF4-FFF2-40B4-BE49-F238E27FC236}">
                  <a16:creationId xmlns:a16="http://schemas.microsoft.com/office/drawing/2014/main" id="{0193FD1D-18BF-46EC-A0B9-F6FF0A2CBC8D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6907" y="8664"/>
              <a:ext cx="113" cy="113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45" name="直接箭头连接符 144">
              <a:extLst>
                <a:ext uri="{FF2B5EF4-FFF2-40B4-BE49-F238E27FC236}">
                  <a16:creationId xmlns:a16="http://schemas.microsoft.com/office/drawing/2014/main" id="{5FB5E7AA-A2CC-4BB9-9983-E62D413502D7}"/>
                </a:ext>
              </a:extLst>
            </p:cNvPr>
            <p:cNvCxnSpPr/>
            <p:nvPr>
              <p:custDataLst>
                <p:tags r:id="rId28"/>
              </p:custDataLst>
            </p:nvPr>
          </p:nvCxnSpPr>
          <p:spPr bwMode="auto">
            <a:xfrm flipV="1">
              <a:off x="6397" y="8721"/>
              <a:ext cx="17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sp>
          <p:nvSpPr>
            <p:cNvPr id="146" name="Text Box 36">
              <a:extLst>
                <a:ext uri="{FF2B5EF4-FFF2-40B4-BE49-F238E27FC236}">
                  <a16:creationId xmlns:a16="http://schemas.microsoft.com/office/drawing/2014/main" id="{13B48CEA-B3B0-44F5-BFC7-CFBB754F95AD}"/>
                </a:ext>
              </a:extLst>
            </p:cNvPr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7475" y="9117"/>
              <a:ext cx="340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 font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&amp;</a:t>
              </a:r>
            </a:p>
          </p:txBody>
        </p:sp>
        <p:cxnSp>
          <p:nvCxnSpPr>
            <p:cNvPr id="147" name="直接箭头连接符 146">
              <a:extLst>
                <a:ext uri="{FF2B5EF4-FFF2-40B4-BE49-F238E27FC236}">
                  <a16:creationId xmlns:a16="http://schemas.microsoft.com/office/drawing/2014/main" id="{4C888F8C-AE9B-4683-BC7B-3AD50EC8D735}"/>
                </a:ext>
              </a:extLst>
            </p:cNvPr>
            <p:cNvCxnSpPr/>
            <p:nvPr>
              <p:custDataLst>
                <p:tags r:id="rId30"/>
              </p:custDataLst>
            </p:nvPr>
          </p:nvCxnSpPr>
          <p:spPr bwMode="auto">
            <a:xfrm flipV="1">
              <a:off x="7305" y="9174"/>
              <a:ext cx="17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148" name="直接箭头连接符 147">
              <a:extLst>
                <a:ext uri="{FF2B5EF4-FFF2-40B4-BE49-F238E27FC236}">
                  <a16:creationId xmlns:a16="http://schemas.microsoft.com/office/drawing/2014/main" id="{90991AAD-B70B-415D-BC11-D7B0432B3601}"/>
                </a:ext>
              </a:extLst>
            </p:cNvPr>
            <p:cNvCxnSpPr/>
            <p:nvPr>
              <p:custDataLst>
                <p:tags r:id="rId31"/>
              </p:custDataLst>
            </p:nvPr>
          </p:nvCxnSpPr>
          <p:spPr bwMode="auto">
            <a:xfrm flipV="1">
              <a:off x="7135" y="9401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149" name="直接箭头连接符 148">
              <a:extLst>
                <a:ext uri="{FF2B5EF4-FFF2-40B4-BE49-F238E27FC236}">
                  <a16:creationId xmlns:a16="http://schemas.microsoft.com/office/drawing/2014/main" id="{05FEDD20-6209-42D4-B951-92A812C1187E}"/>
                </a:ext>
              </a:extLst>
            </p:cNvPr>
            <p:cNvCxnSpPr/>
            <p:nvPr>
              <p:custDataLst>
                <p:tags r:id="rId32"/>
              </p:custDataLst>
            </p:nvPr>
          </p:nvCxnSpPr>
          <p:spPr bwMode="auto">
            <a:xfrm flipV="1">
              <a:off x="8494" y="9401"/>
              <a:ext cx="113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150" name="组合 149">
            <a:extLst>
              <a:ext uri="{FF2B5EF4-FFF2-40B4-BE49-F238E27FC236}">
                <a16:creationId xmlns:a16="http://schemas.microsoft.com/office/drawing/2014/main" id="{ACBDE48B-F97A-497D-8A55-7DB398290D7E}"/>
              </a:ext>
            </a:extLst>
          </p:cNvPr>
          <p:cNvGrpSpPr/>
          <p:nvPr/>
        </p:nvGrpSpPr>
        <p:grpSpPr>
          <a:xfrm>
            <a:off x="5724128" y="5399996"/>
            <a:ext cx="216000" cy="540317"/>
            <a:chOff x="4932" y="8549"/>
            <a:chExt cx="227" cy="851"/>
          </a:xfrm>
        </p:grpSpPr>
        <p:cxnSp>
          <p:nvCxnSpPr>
            <p:cNvPr id="151" name="直接箭头连接符 150">
              <a:extLst>
                <a:ext uri="{FF2B5EF4-FFF2-40B4-BE49-F238E27FC236}">
                  <a16:creationId xmlns:a16="http://schemas.microsoft.com/office/drawing/2014/main" id="{85B2CB86-86A8-4095-A9EF-AD3431B33494}"/>
                </a:ext>
              </a:extLst>
            </p:cNvPr>
            <p:cNvCxnSpPr/>
            <p:nvPr>
              <p:custDataLst>
                <p:tags r:id="rId9"/>
              </p:custDataLst>
            </p:nvPr>
          </p:nvCxnSpPr>
          <p:spPr bwMode="auto">
            <a:xfrm flipV="1">
              <a:off x="4932" y="9400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52" name="直接箭头连接符 151">
              <a:extLst>
                <a:ext uri="{FF2B5EF4-FFF2-40B4-BE49-F238E27FC236}">
                  <a16:creationId xmlns:a16="http://schemas.microsoft.com/office/drawing/2014/main" id="{B33AA780-B707-4490-B168-5AA096AAF8BD}"/>
                </a:ext>
              </a:extLst>
            </p:cNvPr>
            <p:cNvCxnSpPr/>
            <p:nvPr>
              <p:custDataLst>
                <p:tags r:id="rId10"/>
              </p:custDataLst>
            </p:nvPr>
          </p:nvCxnSpPr>
          <p:spPr bwMode="auto">
            <a:xfrm flipV="1">
              <a:off x="4932" y="8549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153" name="AutoShape 62">
            <a:hlinkClick r:id="rId82" action="ppaction://hlinksldjump"/>
            <a:extLst>
              <a:ext uri="{FF2B5EF4-FFF2-40B4-BE49-F238E27FC236}">
                <a16:creationId xmlns:a16="http://schemas.microsoft.com/office/drawing/2014/main" id="{F08938E7-DED7-4986-A7EA-54C5C11B3D7B}"/>
              </a:ext>
            </a:extLst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 rot="5400000">
            <a:off x="2988000" y="6534764"/>
            <a:ext cx="287337" cy="269886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  <a:scene3d>
            <a:camera prst="orthographicFront">
              <a:rot lat="0" lon="0" rev="10800000"/>
            </a:camera>
            <a:lightRig rig="threePt" dir="t"/>
          </a:scene3d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dirty="0">
                <a:solidFill>
                  <a:schemeClr val="bg2"/>
                </a:solidFill>
                <a:latin typeface="+mn-ea"/>
                <a:ea typeface="+mn-ea"/>
              </a:rPr>
              <a:t>10</a:t>
            </a:r>
            <a:endParaRPr lang="en-US" altLang="zh-CN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9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1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9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4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14</a:t>
            </a:fld>
            <a:endParaRPr lang="en-US" altLang="zh-CN"/>
          </a:p>
        </p:txBody>
      </p:sp>
      <p:sp>
        <p:nvSpPr>
          <p:cNvPr id="68" name="Text Box 7"/>
          <p:cNvSpPr txBox="1">
            <a:spLocks noChangeArrowheads="1"/>
          </p:cNvSpPr>
          <p:nvPr/>
        </p:nvSpPr>
        <p:spPr bwMode="auto">
          <a:xfrm>
            <a:off x="179070" y="332656"/>
            <a:ext cx="3512185" cy="57467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电路分析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7030A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>
                <a:solidFill>
                  <a:srgbClr val="7030A0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200" b="1" dirty="0">
                <a:solidFill>
                  <a:srgbClr val="7030A0"/>
                </a:solidFill>
                <a:latin typeface="宋体" panose="02010600030101010101" pitchFamily="2" charset="-122"/>
              </a:rPr>
              <a:t>未用状态分析：</a:t>
            </a:r>
            <a:endParaRPr lang="zh-CN" altLang="en-US" sz="20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分析方法：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示例：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</a:rPr>
              <a:t>设计结果：</a:t>
            </a:r>
            <a:endParaRPr lang="zh-CN" altLang="en-US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</a:rPr>
              <a:t>               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</a:rPr>
              <a:t>分析：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</a:rPr>
              <a:t>               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</a:rPr>
              <a:t>结论：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</a:rPr>
              <a:t>               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</a:rPr>
              <a:t>调整：</a:t>
            </a: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7030A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>
                <a:solidFill>
                  <a:srgbClr val="7030A0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200" b="1" dirty="0">
                <a:solidFill>
                  <a:srgbClr val="7030A0"/>
                </a:solidFill>
                <a:latin typeface="宋体" panose="02010600030101010101" pitchFamily="2" charset="-122"/>
              </a:rPr>
              <a:t>电路定时分析：</a:t>
            </a:r>
            <a:endParaRPr lang="zh-CN" altLang="en-US" sz="2200" b="1" dirty="0">
              <a:solidFill>
                <a:srgbClr val="7030A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43719" name="Text Box 7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626235" y="332656"/>
            <a:ext cx="7373620" cy="60047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包含</a:t>
            </a:r>
            <a:r>
              <a:rPr lang="zh-CN" sz="2200" b="1" u="sng" dirty="0">
                <a:latin typeface="宋体" panose="02010600030101010101" pitchFamily="2" charset="-122"/>
                <a:sym typeface="+mn-ea"/>
              </a:rPr>
              <a:t>未用状态</a:t>
            </a:r>
            <a:r>
              <a:rPr lang="zh-CN" sz="2200" b="1" dirty="0">
                <a:latin typeface="宋体" panose="02010600030101010101" pitchFamily="2" charset="-122"/>
                <a:sym typeface="+mn-ea"/>
              </a:rPr>
              <a:t>分析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&amp;</a:t>
            </a:r>
            <a:r>
              <a:rPr lang="zh-CN" sz="2200" b="1" u="sng" dirty="0">
                <a:latin typeface="宋体" panose="02010600030101010101" pitchFamily="2" charset="-122"/>
                <a:sym typeface="+mn-ea"/>
              </a:rPr>
              <a:t>电路定时</a:t>
            </a:r>
            <a:r>
              <a:rPr lang="zh-CN" sz="2200" b="1" dirty="0">
                <a:latin typeface="宋体" panose="02010600030101010101" pitchFamily="2" charset="-122"/>
                <a:sym typeface="+mn-ea"/>
              </a:rPr>
              <a:t>分析，</a:t>
            </a:r>
            <a:r>
              <a:rPr lang="zh-CN" sz="2200" b="1" u="sng" dirty="0">
                <a:latin typeface="宋体" panose="02010600030101010101" pitchFamily="2" charset="-122"/>
                <a:sym typeface="+mn-ea"/>
              </a:rPr>
              <a:t>需要时</a:t>
            </a:r>
            <a:r>
              <a:rPr lang="zh-CN" sz="2200" b="1" dirty="0">
                <a:latin typeface="宋体" panose="02010600030101010101" pitchFamily="2" charset="-122"/>
                <a:sym typeface="+mn-ea"/>
              </a:rPr>
              <a:t>调整电路</a:t>
            </a:r>
            <a:endParaRPr lang="en-US" altLang="zh-CN" sz="22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      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即电路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是否有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自启动能力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，不具有时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调整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电路</a:t>
            </a:r>
            <a:endParaRPr lang="en-US" altLang="zh-CN" sz="2200" b="1" dirty="0">
              <a:latin typeface="宋体" panose="02010600030101010101" pitchFamily="2" charset="-122"/>
              <a:sym typeface="+mn-ea"/>
            </a:endParaRPr>
          </a:p>
          <a:p>
            <a:pPr marL="1379855" indent="-137985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        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检查不同输入值时，</a:t>
            </a:r>
            <a:r>
              <a:rPr lang="zh-CN" altLang="en-US" sz="2000" b="1" u="sng" dirty="0">
                <a:latin typeface="宋体" panose="02010600030101010101" pitchFamily="2" charset="-122"/>
                <a:sym typeface="+mn-ea"/>
              </a:rPr>
              <a:t>次态及输出值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是否满足初态特征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 </a:t>
            </a:r>
            <a:endParaRPr lang="zh-CN" sz="20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              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工作态为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00/01/11(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未用态为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10)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，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             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特征方程为</a:t>
            </a:r>
            <a:endParaRPr lang="zh-CN" altLang="en-US" sz="2000" b="1" dirty="0">
              <a:solidFill>
                <a:schemeClr val="tx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未用态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10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在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X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时次态＝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00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Z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在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X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时次态＝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01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Z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          1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个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CP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后进入工作态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同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S0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的次态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，输出有错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(X=1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时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  <a:endParaRPr lang="zh-CN" sz="20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          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输出逻辑改为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Z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Y1•Y0•X     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u="sng" dirty="0">
                <a:latin typeface="宋体" panose="02010600030101010101" pitchFamily="2" charset="-122"/>
                <a:sym typeface="+mn-ea"/>
              </a:rPr>
              <a:t>不利用未用态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简化电路</a:t>
            </a:r>
            <a:endParaRPr lang="zh-CN" sz="20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      </a:t>
            </a:r>
            <a:r>
              <a:rPr lang="zh-CN" sz="2200" b="1" dirty="0">
                <a:latin typeface="宋体" panose="02010600030101010101" pitchFamily="2" charset="-122"/>
                <a:sym typeface="+mn-ea"/>
              </a:rPr>
              <a:t>时钟周期</a:t>
            </a:r>
            <a:r>
              <a:rPr lang="zh-CN" sz="22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是否满足</a:t>
            </a:r>
            <a:r>
              <a:rPr lang="zh-CN" sz="2200" b="1" dirty="0">
                <a:latin typeface="宋体" panose="02010600030101010101" pitchFamily="2" charset="-122"/>
                <a:sym typeface="+mn-ea"/>
              </a:rPr>
              <a:t>电路时延要求，需要时</a:t>
            </a:r>
            <a:r>
              <a:rPr lang="zh-CN" sz="22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调整</a:t>
            </a:r>
            <a:endParaRPr lang="en-US" altLang="zh-CN" sz="2200" b="1" u="sng" dirty="0">
              <a:solidFill>
                <a:srgbClr val="0070C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spc="-50" dirty="0">
                <a:latin typeface="宋体" panose="02010600030101010101" pitchFamily="2" charset="-122"/>
                <a:cs typeface="Cambria Math" panose="02040503050406030204" pitchFamily="18" charset="0"/>
                <a:sym typeface="+mn-ea"/>
              </a:rPr>
              <a:t>               (</a:t>
            </a:r>
            <a:r>
              <a:rPr lang="zh-CN" altLang="en-US" sz="1800" b="1" spc="-50" dirty="0">
                <a:latin typeface="宋体" panose="02010600030101010101" pitchFamily="2" charset="-122"/>
                <a:cs typeface="Cambria Math" panose="02040503050406030204" pitchFamily="18" charset="0"/>
                <a:sym typeface="+mn-ea"/>
              </a:rPr>
              <a:t>下页讨论</a:t>
            </a:r>
            <a:r>
              <a:rPr lang="en-US" altLang="zh-CN" sz="1800" b="1" spc="-50" dirty="0">
                <a:latin typeface="宋体" panose="02010600030101010101" pitchFamily="2" charset="-122"/>
                <a:cs typeface="Cambria Math" panose="02040503050406030204" pitchFamily="18" charset="0"/>
                <a:sym typeface="+mn-ea"/>
              </a:rPr>
              <a:t>)</a:t>
            </a:r>
          </a:p>
        </p:txBody>
      </p:sp>
      <p:graphicFrame>
        <p:nvGraphicFramePr>
          <p:cNvPr id="3" name="表格 2"/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983505501"/>
              </p:ext>
            </p:extLst>
          </p:nvPr>
        </p:nvGraphicFramePr>
        <p:xfrm>
          <a:off x="2117090" y="1340768"/>
          <a:ext cx="6099810" cy="1018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8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2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5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7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66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4635">
                <a:tc>
                  <a:txBody>
                    <a:bodyPr/>
                    <a:lstStyle/>
                    <a:p>
                      <a:pPr indent="0" fontAlgn="auto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电路</a:t>
                      </a: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</a:t>
                      </a:r>
                      <a:r>
                        <a:rPr lang="zh-CN" altLang="en-US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启动</a:t>
                      </a:r>
                    </a:p>
                  </a:txBody>
                  <a:tcPr marL="36195" marR="36195" marT="1079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>
                      <a:solidFill>
                        <a:schemeClr val="tx1"/>
                      </a:solidFill>
                      <a:prstDash val="solid"/>
                    </a:lnTlToB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现态</a:t>
                      </a:r>
                    </a:p>
                  </a:txBody>
                  <a:tcPr marL="36195" marR="36195" marT="1079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次态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(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输入任意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</a:t>
                      </a:r>
                    </a:p>
                  </a:txBody>
                  <a:tcPr marL="36195" marR="36195" marT="1079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输出</a:t>
                      </a:r>
                    </a:p>
                  </a:txBody>
                  <a:tcPr marL="36195" marR="36195" marT="1079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algn="l" fontAlgn="auto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注①：可在</a:t>
                      </a:r>
                      <a:r>
                        <a:rPr lang="zh-CN" altLang="en-US" sz="1600" b="1" u="sng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多个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时钟周期后进入</a:t>
                      </a:r>
                    </a:p>
                  </a:txBody>
                  <a:tcPr marL="71755" marR="17780" marT="1079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有预置</a:t>
                      </a:r>
                    </a:p>
                  </a:txBody>
                  <a:tcPr marL="36195" marR="36195" marT="1079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初态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S0</a:t>
                      </a:r>
                    </a:p>
                  </a:txBody>
                  <a:tcPr marL="36195" marR="36195" marT="1079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工作态</a:t>
                      </a:r>
                      <a:r>
                        <a:rPr lang="en-US" altLang="zh-CN" sz="1600" b="1" dirty="0" err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Sx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079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Z0</a:t>
                      </a:r>
                    </a:p>
                  </a:txBody>
                  <a:tcPr marL="36195" marR="36195" marT="1079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079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无预置</a:t>
                      </a:r>
                    </a:p>
                  </a:txBody>
                  <a:tcPr marL="36195" marR="36195" marT="1079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工作态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Sa</a:t>
                      </a:r>
                    </a:p>
                  </a:txBody>
                  <a:tcPr marL="36195" marR="36195" marT="1079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工作态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Sb</a:t>
                      </a:r>
                    </a:p>
                  </a:txBody>
                  <a:tcPr marL="36195" marR="36195" marT="1079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Za</a:t>
                      </a:r>
                    </a:p>
                  </a:txBody>
                  <a:tcPr marL="36195" marR="36195" marT="1079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079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63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0795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未用态</a:t>
                      </a:r>
                    </a:p>
                  </a:txBody>
                  <a:tcPr marL="36195" marR="36195" marT="1079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600" b="1">
                          <a:solidFill>
                            <a:srgbClr val="9900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未用态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或</a:t>
                      </a:r>
                      <a:r>
                        <a:rPr lang="zh-CN" altLang="en-US" sz="1600" b="1">
                          <a:solidFill>
                            <a:srgbClr val="FF33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工作态</a:t>
                      </a:r>
                      <a:r>
                        <a:rPr lang="en-US" altLang="zh-CN" sz="1600" b="1">
                          <a:solidFill>
                            <a:srgbClr val="FF33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Sx</a:t>
                      </a:r>
                      <a:r>
                        <a:rPr lang="en-US" altLang="zh-CN" sz="1600" b="1" baseline="30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①</a:t>
                      </a:r>
                      <a:endParaRPr lang="en-US" altLang="zh-CN" sz="1600" b="1">
                        <a:solidFill>
                          <a:srgbClr val="FF339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079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rgbClr val="9900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任意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或</a:t>
                      </a:r>
                      <a:r>
                        <a:rPr lang="en-US" altLang="zh-CN" sz="1600" b="1" dirty="0">
                          <a:solidFill>
                            <a:srgbClr val="FF33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Z0</a:t>
                      </a:r>
                    </a:p>
                  </a:txBody>
                  <a:tcPr marL="36195" marR="36195" marT="1079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079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6" name="组合 5"/>
          <p:cNvGrpSpPr/>
          <p:nvPr/>
        </p:nvGrpSpPr>
        <p:grpSpPr>
          <a:xfrm>
            <a:off x="3676015" y="2348880"/>
            <a:ext cx="935990" cy="396240"/>
            <a:chOff x="10109" y="3685"/>
            <a:chExt cx="1474" cy="624"/>
          </a:xfrm>
        </p:grpSpPr>
        <p:sp>
          <p:nvSpPr>
            <p:cNvPr id="7" name="Text Box 191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10109" y="3912"/>
              <a:ext cx="1474" cy="397"/>
            </a:xfrm>
            <a:prstGeom prst="rect">
              <a:avLst/>
            </a:prstGeom>
            <a:noFill/>
            <a:ln w="12700">
              <a:solidFill>
                <a:srgbClr val="990099"/>
              </a:solidFill>
              <a:prstDash val="sysDash"/>
              <a:miter lim="800000"/>
            </a:ln>
          </p:spPr>
          <p:txBody>
            <a:bodyPr lIns="0" tIns="10795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挂起现象</a:t>
              </a:r>
              <a:endParaRPr lang="zh-CN" altLang="en-US" sz="1600" b="1" baseline="-250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8" name="直接箭头连接符 7"/>
            <p:cNvCxnSpPr/>
            <p:nvPr>
              <p:custDataLst>
                <p:tags r:id="rId10"/>
              </p:custDataLst>
            </p:nvPr>
          </p:nvCxnSpPr>
          <p:spPr bwMode="auto">
            <a:xfrm>
              <a:off x="10222" y="3685"/>
              <a:ext cx="227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" name="直接箭头连接符 8"/>
            <p:cNvCxnSpPr/>
            <p:nvPr>
              <p:custDataLst>
                <p:tags r:id="rId11"/>
              </p:custDataLst>
            </p:nvPr>
          </p:nvCxnSpPr>
          <p:spPr bwMode="auto">
            <a:xfrm flipH="1">
              <a:off x="11243" y="3685"/>
              <a:ext cx="227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11" name="组合 10"/>
          <p:cNvGrpSpPr/>
          <p:nvPr/>
        </p:nvGrpSpPr>
        <p:grpSpPr>
          <a:xfrm>
            <a:off x="4036060" y="2348880"/>
            <a:ext cx="2807515" cy="396240"/>
            <a:chOff x="7938" y="3685"/>
            <a:chExt cx="4421" cy="624"/>
          </a:xfrm>
        </p:grpSpPr>
        <p:sp>
          <p:nvSpPr>
            <p:cNvPr id="867" name="Text Box 191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0545" y="3912"/>
              <a:ext cx="1814" cy="397"/>
            </a:xfrm>
            <a:prstGeom prst="rect">
              <a:avLst/>
            </a:prstGeom>
            <a:noFill/>
            <a:ln w="12700">
              <a:solidFill>
                <a:srgbClr val="FF3399"/>
              </a:solidFill>
              <a:prstDash val="sysDash"/>
              <a:miter lim="800000"/>
            </a:ln>
          </p:spPr>
          <p:txBody>
            <a:bodyPr lIns="0" tIns="10795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自启动能力</a:t>
              </a:r>
              <a:endParaRPr lang="zh-CN" altLang="en-US" sz="1600" b="1" baseline="-250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23" name="直接箭头连接符 22"/>
            <p:cNvCxnSpPr/>
            <p:nvPr>
              <p:custDataLst>
                <p:tags r:id="rId6"/>
              </p:custDataLst>
            </p:nvPr>
          </p:nvCxnSpPr>
          <p:spPr bwMode="auto">
            <a:xfrm>
              <a:off x="10489" y="3685"/>
              <a:ext cx="227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" name="直接箭头连接符 3"/>
            <p:cNvCxnSpPr/>
            <p:nvPr>
              <p:custDataLst>
                <p:tags r:id="rId7"/>
              </p:custDataLst>
            </p:nvPr>
          </p:nvCxnSpPr>
          <p:spPr bwMode="auto">
            <a:xfrm flipH="1">
              <a:off x="12132" y="3685"/>
              <a:ext cx="227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" name="直接箭头连接符 9"/>
            <p:cNvCxnSpPr/>
            <p:nvPr>
              <p:custDataLst>
                <p:tags r:id="rId8"/>
              </p:custDataLst>
            </p:nvPr>
          </p:nvCxnSpPr>
          <p:spPr bwMode="auto">
            <a:xfrm>
              <a:off x="7938" y="3685"/>
              <a:ext cx="2608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7"/>
              <p:cNvSpPr txBox="1">
                <a:spLocks noChangeArrowheads="1"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4711700" y="3552825"/>
                <a:ext cx="4283710" cy="90678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000" b="1" dirty="0">
                    <a:latin typeface="宋体" panose="02010600030101010101" pitchFamily="2" charset="-122"/>
                    <a:sym typeface="+mn-ea"/>
                  </a:rPr>
                  <a:t>Y1</a:t>
                </a:r>
                <a:r>
                  <a:rPr lang="en-US" altLang="zh-CN" sz="2000" b="1" baseline="30000" dirty="0">
                    <a:latin typeface="宋体" panose="02010600030101010101" pitchFamily="2" charset="-122"/>
                    <a:sym typeface="+mn-ea"/>
                  </a:rPr>
                  <a:t>*</a:t>
                </a:r>
                <a:r>
                  <a:rPr lang="zh-CN" altLang="en-US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Y</m:t>
                        </m:r>
                        <m: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1</m:t>
                        </m:r>
                      </m:e>
                    </m:acc>
                  </m:oMath>
                </a14:m>
                <a:r>
                  <a:rPr lang="en-US" altLang="zh-CN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Y0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X</m:t>
                        </m:r>
                      </m:e>
                    </m:acc>
                  </m:oMath>
                </a14:m>
                <a:r>
                  <a:rPr lang="zh-CN" altLang="en-US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，</a:t>
                </a:r>
                <a:r>
                  <a:rPr lang="en-US" altLang="zh-CN" sz="2000" b="1" dirty="0">
                    <a:latin typeface="宋体" panose="02010600030101010101" pitchFamily="2" charset="-122"/>
                    <a:sym typeface="+mn-ea"/>
                  </a:rPr>
                  <a:t>Y0</a:t>
                </a:r>
                <a:r>
                  <a:rPr lang="en-US" altLang="zh-CN" sz="2000" b="1" baseline="30000" dirty="0">
                    <a:latin typeface="宋体" panose="02010600030101010101" pitchFamily="2" charset="-122"/>
                    <a:sym typeface="+mn-ea"/>
                  </a:rPr>
                  <a:t>*</a:t>
                </a:r>
                <a:r>
                  <a:rPr lang="zh-CN" altLang="en-US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Y</m:t>
                        </m:r>
                        <m: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1</m:t>
                        </m:r>
                      </m:e>
                    </m:acc>
                  </m:oMath>
                </a14:m>
                <a:r>
                  <a:rPr lang="en-US" altLang="zh-CN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Y0+X</a:t>
                </a:r>
                <a:r>
                  <a:rPr lang="zh-CN" altLang="en-US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，</a:t>
                </a:r>
                <a:r>
                  <a:rPr lang="en-US" altLang="zh-CN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Z</a:t>
                </a:r>
                <a:r>
                  <a:rPr lang="zh-CN" altLang="en-US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Y1•X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200" b="1" u="sng" spc="-50" dirty="0">
                    <a:solidFill>
                      <a:srgbClr val="0070C0"/>
                    </a:solidFill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 </a:t>
                </a:r>
              </a:p>
            </p:txBody>
          </p:sp>
        </mc:Choice>
        <mc:Fallback xmlns="">
          <p:sp>
            <p:nvSpPr>
              <p:cNvPr id="5" name="Text Box 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4711700" y="3552825"/>
                <a:ext cx="4283710" cy="906780"/>
              </a:xfrm>
              <a:prstGeom prst="rect">
                <a:avLst/>
              </a:prstGeom>
              <a:blipFill rotWithShape="1">
                <a:blip r:embed="rId14"/>
                <a:stretch>
                  <a:fillRect t="-1961"/>
                </a:stretch>
              </a:blipFill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" name="AutoShape 452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 rot="5400000">
            <a:off x="3996630" y="6525890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3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437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437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2437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2437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2437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437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2437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6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2437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24371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24371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15</a:t>
            </a:fld>
            <a:endParaRPr lang="en-US" altLang="zh-CN"/>
          </a:p>
        </p:txBody>
      </p:sp>
      <p:sp>
        <p:nvSpPr>
          <p:cNvPr id="68" name="Text Box 7"/>
          <p:cNvSpPr txBox="1">
            <a:spLocks noChangeArrowheads="1"/>
          </p:cNvSpPr>
          <p:nvPr/>
        </p:nvSpPr>
        <p:spPr bwMode="auto">
          <a:xfrm>
            <a:off x="179070" y="323850"/>
            <a:ext cx="3512185" cy="550246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7030A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>
                <a:solidFill>
                  <a:srgbClr val="7030A0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200" b="1" dirty="0">
                <a:solidFill>
                  <a:srgbClr val="7030A0"/>
                </a:solidFill>
                <a:latin typeface="宋体" panose="02010600030101010101" pitchFamily="2" charset="-122"/>
              </a:rPr>
              <a:t>电路定时分析：</a:t>
            </a:r>
            <a:endParaRPr lang="zh-CN" altLang="en-US" sz="2000" b="1" dirty="0">
              <a:solidFill>
                <a:srgbClr val="7030A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电路时延：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150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时间容限：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约束关系：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分析方法：</a:t>
            </a:r>
            <a:endParaRPr lang="zh-CN" altLang="en-US" sz="20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43719" name="Text Box 7"/>
          <p:cNvSpPr txBox="1">
            <a:spLocks noChangeArrowheads="1"/>
          </p:cNvSpPr>
          <p:nvPr/>
        </p:nvSpPr>
        <p:spPr bwMode="auto">
          <a:xfrm>
            <a:off x="1626235" y="323850"/>
            <a:ext cx="7232650" cy="550246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      </a:t>
            </a:r>
            <a:r>
              <a:rPr lang="zh-CN" sz="2200" b="1" spc="-50" dirty="0">
                <a:latin typeface="宋体" panose="02010600030101010101" pitchFamily="2" charset="-122"/>
                <a:sym typeface="+mn-ea"/>
              </a:rPr>
              <a:t>时钟周期</a:t>
            </a:r>
            <a:r>
              <a:rPr lang="zh-CN" sz="2200" b="1" u="sng" spc="-50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是否满足</a:t>
            </a:r>
            <a:r>
              <a:rPr lang="zh-CN" sz="2200" b="1" spc="-50" dirty="0">
                <a:latin typeface="宋体" panose="02010600030101010101" pitchFamily="2" charset="-122"/>
                <a:sym typeface="+mn-ea"/>
              </a:rPr>
              <a:t>电路时延要求，需要时</a:t>
            </a:r>
            <a:r>
              <a:rPr lang="zh-CN" sz="2200" b="1" u="sng" spc="-50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调整</a:t>
            </a:r>
            <a:endParaRPr lang="en-US" altLang="zh-CN" sz="2200" b="1" dirty="0">
              <a:latin typeface="宋体" panose="02010600030101010101" pitchFamily="2" charset="-122"/>
              <a:sym typeface="+mn-ea"/>
            </a:endParaRPr>
          </a:p>
          <a:p>
            <a:pPr marL="1379855" indent="-137985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        </a:t>
            </a:r>
            <a:r>
              <a:rPr lang="zh-CN" sz="2000" b="1" dirty="0">
                <a:latin typeface="宋体" panose="02010600030101010101" pitchFamily="2" charset="-122"/>
                <a:sym typeface="+mn-ea"/>
              </a:rPr>
              <a:t>组合电路传输延迟</a:t>
            </a:r>
            <a:r>
              <a:rPr lang="en-US" altLang="zh-CN" sz="2000" b="1" dirty="0" err="1">
                <a:latin typeface="宋体" panose="02010600030101010101" pitchFamily="2" charset="-122"/>
                <a:sym typeface="+mn-ea"/>
              </a:rPr>
              <a:t>t</a:t>
            </a:r>
            <a:r>
              <a:rPr lang="en-US" altLang="zh-CN" sz="2000" b="1" baseline="-25000" dirty="0" err="1">
                <a:latin typeface="宋体" panose="02010600030101010101" pitchFamily="2" charset="-122"/>
                <a:sym typeface="+mn-ea"/>
              </a:rPr>
              <a:t>comb</a:t>
            </a:r>
            <a:r>
              <a:rPr lang="zh-CN" sz="2000" b="1" dirty="0">
                <a:latin typeface="宋体" panose="02010600030101010101" pitchFamily="2" charset="-122"/>
                <a:sym typeface="+mn-ea"/>
              </a:rPr>
              <a:t>＋触发器传输延迟</a:t>
            </a:r>
            <a:r>
              <a:rPr lang="en-US" altLang="zh-CN" sz="2000" b="1" dirty="0" err="1">
                <a:latin typeface="宋体" panose="02010600030101010101" pitchFamily="2" charset="-122"/>
                <a:sym typeface="+mn-ea"/>
              </a:rPr>
              <a:t>t</a:t>
            </a:r>
            <a:r>
              <a:rPr lang="en-US" altLang="zh-CN" sz="2000" b="1" baseline="-25000" dirty="0" err="1">
                <a:latin typeface="宋体" panose="02010600030101010101" pitchFamily="2" charset="-122"/>
                <a:sym typeface="+mn-ea"/>
              </a:rPr>
              <a:t>ffpd</a:t>
            </a:r>
            <a:endParaRPr lang="en-US" altLang="zh-CN" sz="2000" b="1" dirty="0">
              <a:latin typeface="宋体" panose="02010600030101010101" pitchFamily="2" charset="-122"/>
              <a:sym typeface="+mn-ea"/>
            </a:endParaRPr>
          </a:p>
          <a:p>
            <a:pPr marL="1379855" indent="-137985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latin typeface="宋体" panose="02010600030101010101" pitchFamily="2" charset="-122"/>
              <a:sym typeface="+mn-ea"/>
            </a:endParaRPr>
          </a:p>
          <a:p>
            <a:pPr marL="1379855" indent="-137985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latin typeface="宋体" panose="02010600030101010101" pitchFamily="2" charset="-122"/>
              <a:sym typeface="+mn-ea"/>
            </a:endParaRPr>
          </a:p>
          <a:p>
            <a:pPr marL="1379855" indent="-137985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latin typeface="宋体" panose="02010600030101010101" pitchFamily="2" charset="-122"/>
              <a:sym typeface="+mn-ea"/>
            </a:endParaRPr>
          </a:p>
          <a:p>
            <a:pPr marL="1379855" indent="-1379855">
              <a:lnSpc>
                <a:spcPct val="125000"/>
              </a:lnSpc>
              <a:spcBef>
                <a:spcPts val="150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        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指电路正常工作时，信号所允许的时间范围</a:t>
            </a:r>
            <a:endParaRPr lang="en-US" altLang="zh-CN" sz="20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2000" b="1" spc="-50" dirty="0">
                <a:solidFill>
                  <a:schemeClr val="tx1"/>
                </a:solidFill>
                <a:latin typeface="宋体" panose="02010600030101010101" pitchFamily="2" charset="-122"/>
                <a:cs typeface="Cambria Math" panose="02040503050406030204" pitchFamily="18" charset="0"/>
                <a:sym typeface="+mn-ea"/>
              </a:rPr>
              <a:t>                              </a:t>
            </a:r>
            <a:r>
              <a:rPr lang="zh-CN" altLang="en-US" sz="2000" b="1" spc="-50" dirty="0">
                <a:solidFill>
                  <a:schemeClr val="tx1"/>
                </a:solidFill>
                <a:latin typeface="宋体" panose="02010600030101010101" pitchFamily="2" charset="-122"/>
                <a:cs typeface="Cambria Math" panose="02040503050406030204" pitchFamily="18" charset="0"/>
                <a:sym typeface="+mn-ea"/>
              </a:rPr>
              <a:t>建立时间容限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spc="-50" dirty="0">
                <a:solidFill>
                  <a:schemeClr val="tx1"/>
                </a:solidFill>
                <a:latin typeface="宋体" panose="02010600030101010101" pitchFamily="2" charset="-122"/>
                <a:cs typeface="Cambria Math" panose="02040503050406030204" pitchFamily="18" charset="0"/>
                <a:sym typeface="+mn-ea"/>
              </a:rPr>
              <a:t>                                 t</a:t>
            </a:r>
            <a:r>
              <a:rPr lang="en-US" altLang="zh-CN" sz="2000" b="1" spc="-50" baseline="-25000" dirty="0">
                <a:solidFill>
                  <a:schemeClr val="tx1"/>
                </a:solidFill>
                <a:latin typeface="宋体" panose="02010600030101010101" pitchFamily="2" charset="-122"/>
                <a:cs typeface="Cambria Math" panose="02040503050406030204" pitchFamily="18" charset="0"/>
                <a:sym typeface="+mn-ea"/>
              </a:rPr>
              <a:t>clk</a:t>
            </a:r>
            <a:r>
              <a:rPr lang="en-US" altLang="zh-CN" sz="2000" b="1" spc="-50" dirty="0">
                <a:solidFill>
                  <a:schemeClr val="tx1"/>
                </a:solidFill>
                <a:latin typeface="宋体" panose="02010600030101010101" pitchFamily="2" charset="-122"/>
                <a:cs typeface="Cambria Math" panose="02040503050406030204" pitchFamily="18" charset="0"/>
                <a:sym typeface="+mn-ea"/>
              </a:rPr>
              <a:t>-(t</a:t>
            </a:r>
            <a:r>
              <a:rPr lang="en-US" altLang="zh-CN" sz="2000" b="1" spc="-50" baseline="-25000" dirty="0">
                <a:solidFill>
                  <a:schemeClr val="tx1"/>
                </a:solidFill>
                <a:latin typeface="宋体" panose="02010600030101010101" pitchFamily="2" charset="-122"/>
                <a:cs typeface="Cambria Math" panose="02040503050406030204" pitchFamily="18" charset="0"/>
                <a:sym typeface="+mn-ea"/>
              </a:rPr>
              <a:t>ffpd</a:t>
            </a:r>
            <a:r>
              <a:rPr lang="en-US" altLang="zh-CN" sz="2000" b="1" spc="-50" dirty="0">
                <a:solidFill>
                  <a:schemeClr val="tx1"/>
                </a:solidFill>
                <a:latin typeface="宋体" panose="02010600030101010101" pitchFamily="2" charset="-122"/>
                <a:cs typeface="Cambria Math" panose="02040503050406030204" pitchFamily="18" charset="0"/>
                <a:sym typeface="+mn-ea"/>
              </a:rPr>
              <a:t>+t</a:t>
            </a:r>
            <a:r>
              <a:rPr lang="en-US" altLang="zh-CN" sz="2000" b="1" spc="-50" baseline="-25000" dirty="0">
                <a:solidFill>
                  <a:schemeClr val="tx1"/>
                </a:solidFill>
                <a:latin typeface="宋体" panose="02010600030101010101" pitchFamily="2" charset="-122"/>
                <a:cs typeface="Cambria Math" panose="02040503050406030204" pitchFamily="18" charset="0"/>
                <a:sym typeface="+mn-ea"/>
              </a:rPr>
              <a:t>comb</a:t>
            </a:r>
            <a:r>
              <a:rPr lang="en-US" altLang="zh-CN" sz="2000" b="1" spc="-50" dirty="0">
                <a:solidFill>
                  <a:schemeClr val="tx1"/>
                </a:solidFill>
                <a:latin typeface="宋体" panose="02010600030101010101" pitchFamily="2" charset="-122"/>
                <a:cs typeface="Cambria Math" panose="02040503050406030204" pitchFamily="18" charset="0"/>
                <a:sym typeface="+mn-ea"/>
              </a:rPr>
              <a:t>)-t</a:t>
            </a:r>
            <a:r>
              <a:rPr lang="en-US" altLang="zh-CN" sz="2000" b="1" spc="-50" baseline="-25000" dirty="0">
                <a:solidFill>
                  <a:schemeClr val="tx1"/>
                </a:solidFill>
                <a:latin typeface="宋体" panose="02010600030101010101" pitchFamily="2" charset="-122"/>
                <a:cs typeface="Cambria Math" panose="02040503050406030204" pitchFamily="18" charset="0"/>
                <a:sym typeface="+mn-ea"/>
              </a:rPr>
              <a:t>setup</a:t>
            </a:r>
            <a:r>
              <a:rPr lang="zh-CN" altLang="en-US" sz="2000" b="1" spc="-50" dirty="0">
                <a:solidFill>
                  <a:schemeClr val="tx1"/>
                </a:solidFill>
                <a:latin typeface="宋体" panose="02010600030101010101" pitchFamily="2" charset="-122"/>
                <a:cs typeface="Cambria Math" panose="02040503050406030204" pitchFamily="18" charset="0"/>
                <a:sym typeface="+mn-ea"/>
              </a:rPr>
              <a:t>＞</a:t>
            </a:r>
            <a:r>
              <a:rPr lang="en-US" altLang="zh-CN" sz="2000" b="1" spc="-50" dirty="0">
                <a:solidFill>
                  <a:schemeClr val="tx1"/>
                </a:solidFill>
                <a:latin typeface="宋体" panose="02010600030101010101" pitchFamily="2" charset="-122"/>
                <a:cs typeface="Cambria Math" panose="02040503050406030204" pitchFamily="18" charset="0"/>
                <a:sym typeface="+mn-ea"/>
              </a:rPr>
              <a:t>0</a:t>
            </a:r>
          </a:p>
          <a:p>
            <a:pPr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2000" b="1" spc="-50" dirty="0">
                <a:latin typeface="宋体" panose="02010600030101010101" pitchFamily="2" charset="-122"/>
                <a:cs typeface="Cambria Math" panose="02040503050406030204" pitchFamily="18" charset="0"/>
                <a:sym typeface="+mn-ea"/>
              </a:rPr>
              <a:t>                              </a:t>
            </a:r>
            <a:r>
              <a:rPr lang="zh-CN" altLang="en-US" sz="2000" b="1" spc="-50" dirty="0">
                <a:latin typeface="宋体" panose="02010600030101010101" pitchFamily="2" charset="-122"/>
                <a:cs typeface="Cambria Math" panose="02040503050406030204" pitchFamily="18" charset="0"/>
                <a:sym typeface="+mn-ea"/>
              </a:rPr>
              <a:t>保持时间容限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spc="-50" dirty="0">
                <a:latin typeface="宋体" panose="02010600030101010101" pitchFamily="2" charset="-122"/>
                <a:cs typeface="Cambria Math" panose="02040503050406030204" pitchFamily="18" charset="0"/>
                <a:sym typeface="+mn-ea"/>
              </a:rPr>
              <a:t>                                 (t</a:t>
            </a:r>
            <a:r>
              <a:rPr lang="en-US" altLang="zh-CN" sz="2000" b="1" spc="-50" baseline="-25000" dirty="0">
                <a:latin typeface="宋体" panose="02010600030101010101" pitchFamily="2" charset="-122"/>
                <a:cs typeface="Cambria Math" panose="02040503050406030204" pitchFamily="18" charset="0"/>
                <a:sym typeface="+mn-ea"/>
              </a:rPr>
              <a:t>ffpd</a:t>
            </a:r>
            <a:r>
              <a:rPr lang="en-US" altLang="zh-CN" sz="2000" b="1" spc="-50" dirty="0">
                <a:latin typeface="宋体" panose="02010600030101010101" pitchFamily="2" charset="-122"/>
                <a:cs typeface="Cambria Math" panose="02040503050406030204" pitchFamily="18" charset="0"/>
                <a:sym typeface="+mn-ea"/>
              </a:rPr>
              <a:t>+t</a:t>
            </a:r>
            <a:r>
              <a:rPr lang="en-US" altLang="zh-CN" sz="2000" b="1" spc="-50" baseline="-25000" dirty="0">
                <a:latin typeface="宋体" panose="02010600030101010101" pitchFamily="2" charset="-122"/>
                <a:cs typeface="Cambria Math" panose="02040503050406030204" pitchFamily="18" charset="0"/>
                <a:sym typeface="+mn-ea"/>
              </a:rPr>
              <a:t>comb</a:t>
            </a:r>
            <a:r>
              <a:rPr lang="en-US" altLang="zh-CN" sz="2000" b="1" spc="-50" dirty="0">
                <a:latin typeface="宋体" panose="02010600030101010101" pitchFamily="2" charset="-122"/>
                <a:cs typeface="Cambria Math" panose="02040503050406030204" pitchFamily="18" charset="0"/>
                <a:sym typeface="+mn-ea"/>
              </a:rPr>
              <a:t>)-t</a:t>
            </a:r>
            <a:r>
              <a:rPr lang="en-US" altLang="zh-CN" sz="2000" b="1" spc="-50" baseline="-25000" dirty="0">
                <a:latin typeface="宋体" panose="02010600030101010101" pitchFamily="2" charset="-122"/>
                <a:cs typeface="Cambria Math" panose="02040503050406030204" pitchFamily="18" charset="0"/>
                <a:sym typeface="+mn-ea"/>
              </a:rPr>
              <a:t>hold</a:t>
            </a:r>
            <a:r>
              <a:rPr lang="zh-CN" altLang="en-US" sz="2000" b="1" spc="-50" dirty="0">
                <a:latin typeface="宋体" panose="02010600030101010101" pitchFamily="2" charset="-122"/>
                <a:cs typeface="Cambria Math" panose="02040503050406030204" pitchFamily="18" charset="0"/>
                <a:sym typeface="+mn-ea"/>
              </a:rPr>
              <a:t>＞</a:t>
            </a:r>
            <a:r>
              <a:rPr lang="en-US" altLang="zh-CN" sz="2000" b="1" spc="-50" dirty="0">
                <a:latin typeface="宋体" panose="02010600030101010101" pitchFamily="2" charset="-122"/>
                <a:cs typeface="Cambria Math" panose="02040503050406030204" pitchFamily="18" charset="0"/>
                <a:sym typeface="+mn-ea"/>
              </a:rPr>
              <a:t>0</a:t>
            </a:r>
            <a:endParaRPr lang="en-US" altLang="zh-CN" sz="2000" b="1" spc="-50" dirty="0">
              <a:solidFill>
                <a:schemeClr val="tx1"/>
              </a:solidFill>
              <a:latin typeface="宋体" panose="02010600030101010101" pitchFamily="2" charset="-122"/>
              <a:cs typeface="Cambria Math" panose="02040503050406030204" pitchFamily="18" charset="0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spc="-50" dirty="0">
              <a:solidFill>
                <a:schemeClr val="tx1"/>
              </a:solidFill>
              <a:latin typeface="宋体" panose="02010600030101010101" pitchFamily="2" charset="-122"/>
              <a:cs typeface="Cambria Math" panose="02040503050406030204" pitchFamily="18" charset="0"/>
              <a:sym typeface="+mn-ea"/>
            </a:endParaRPr>
          </a:p>
          <a:p>
            <a:pPr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</a:pPr>
            <a:r>
              <a:rPr lang="en-US" altLang="zh-CN" sz="2000" b="1" spc="-50" dirty="0">
                <a:solidFill>
                  <a:schemeClr val="tx1"/>
                </a:solidFill>
                <a:latin typeface="宋体" panose="02010600030101010101" pitchFamily="2" charset="-122"/>
                <a:cs typeface="Cambria Math" panose="02040503050406030204" pitchFamily="18" charset="0"/>
                <a:sym typeface="+mn-ea"/>
              </a:rPr>
              <a:t>        ①</a:t>
            </a:r>
            <a:r>
              <a:rPr lang="en-US" altLang="zh-CN" sz="2000" b="1" spc="-50" dirty="0">
                <a:latin typeface="宋体" panose="02010600030101010101" pitchFamily="2" charset="-122"/>
                <a:cs typeface="Cambria Math" panose="02040503050406030204" pitchFamily="18" charset="0"/>
                <a:sym typeface="+mn-ea"/>
              </a:rPr>
              <a:t>t</a:t>
            </a:r>
            <a:r>
              <a:rPr lang="en-US" altLang="zh-CN" sz="2000" b="1" spc="-50" baseline="-25000" dirty="0">
                <a:latin typeface="宋体" panose="02010600030101010101" pitchFamily="2" charset="-122"/>
                <a:cs typeface="Cambria Math" panose="02040503050406030204" pitchFamily="18" charset="0"/>
                <a:sym typeface="+mn-ea"/>
              </a:rPr>
              <a:t>clk</a:t>
            </a:r>
            <a:r>
              <a:rPr lang="zh-CN" altLang="en-US" sz="2000" b="1" spc="-50" dirty="0">
                <a:latin typeface="宋体" panose="02010600030101010101" pitchFamily="2" charset="-122"/>
                <a:cs typeface="Cambria Math" panose="02040503050406030204" pitchFamily="18" charset="0"/>
                <a:sym typeface="+mn-ea"/>
              </a:rPr>
              <a:t>＞</a:t>
            </a:r>
            <a:r>
              <a:rPr lang="en-US" altLang="zh-CN" sz="2000" b="1" spc="-50" dirty="0">
                <a:latin typeface="宋体" panose="02010600030101010101" pitchFamily="2" charset="-122"/>
                <a:cs typeface="Cambria Math" panose="02040503050406030204" pitchFamily="18" charset="0"/>
                <a:sym typeface="+mn-ea"/>
              </a:rPr>
              <a:t>(t</a:t>
            </a:r>
            <a:r>
              <a:rPr lang="en-US" altLang="zh-CN" sz="2000" b="1" spc="-50" baseline="-25000" dirty="0">
                <a:latin typeface="宋体" panose="02010600030101010101" pitchFamily="2" charset="-122"/>
                <a:cs typeface="Cambria Math" panose="02040503050406030204" pitchFamily="18" charset="0"/>
                <a:sym typeface="+mn-ea"/>
              </a:rPr>
              <a:t>ffpd</a:t>
            </a:r>
            <a:r>
              <a:rPr lang="en-US" altLang="zh-CN" sz="2000" b="1" spc="-50" dirty="0">
                <a:latin typeface="宋体" panose="02010600030101010101" pitchFamily="2" charset="-122"/>
                <a:cs typeface="Cambria Math" panose="02040503050406030204" pitchFamily="18" charset="0"/>
                <a:sym typeface="+mn-ea"/>
              </a:rPr>
              <a:t>+t</a:t>
            </a:r>
            <a:r>
              <a:rPr lang="en-US" altLang="zh-CN" sz="2000" b="1" spc="-50" baseline="-25000" dirty="0">
                <a:latin typeface="宋体" panose="02010600030101010101" pitchFamily="2" charset="-122"/>
                <a:cs typeface="Cambria Math" panose="02040503050406030204" pitchFamily="18" charset="0"/>
                <a:sym typeface="+mn-ea"/>
              </a:rPr>
              <a:t>comb</a:t>
            </a:r>
            <a:r>
              <a:rPr lang="en-US" altLang="zh-CN" sz="2000" b="1" spc="-50" dirty="0">
                <a:latin typeface="宋体" panose="02010600030101010101" pitchFamily="2" charset="-122"/>
                <a:cs typeface="Cambria Math" panose="02040503050406030204" pitchFamily="18" charset="0"/>
                <a:sym typeface="+mn-ea"/>
              </a:rPr>
              <a:t>)+t</a:t>
            </a:r>
            <a:r>
              <a:rPr lang="en-US" altLang="zh-CN" sz="2000" b="1" spc="-50" baseline="-25000" dirty="0">
                <a:latin typeface="宋体" panose="02010600030101010101" pitchFamily="2" charset="-122"/>
                <a:cs typeface="Cambria Math" panose="02040503050406030204" pitchFamily="18" charset="0"/>
                <a:sym typeface="+mn-ea"/>
              </a:rPr>
              <a:t>setup</a:t>
            </a:r>
            <a:r>
              <a:rPr lang="en-US" altLang="zh-CN" sz="2000" b="1" spc="-50" dirty="0">
                <a:latin typeface="宋体" panose="02010600030101010101" pitchFamily="2" charset="-122"/>
                <a:cs typeface="Cambria Math" panose="02040503050406030204" pitchFamily="18" charset="0"/>
                <a:sym typeface="+mn-ea"/>
              </a:rPr>
              <a:t> </a:t>
            </a:r>
            <a:r>
              <a:rPr lang="en-US" altLang="zh-CN" sz="2000" b="1" spc="-50" dirty="0">
                <a:solidFill>
                  <a:schemeClr val="tx1"/>
                </a:solidFill>
                <a:latin typeface="宋体" panose="02010600030101010101" pitchFamily="2" charset="-122"/>
                <a:cs typeface="Cambria Math" panose="02040503050406030204" pitchFamily="18" charset="0"/>
                <a:sym typeface="+mn-ea"/>
              </a:rPr>
              <a:t>②</a:t>
            </a:r>
            <a:r>
              <a:rPr lang="en-US" altLang="zh-CN" sz="2000" b="1" spc="-50" dirty="0">
                <a:latin typeface="宋体" panose="02010600030101010101" pitchFamily="2" charset="-122"/>
                <a:cs typeface="Cambria Math" panose="02040503050406030204" pitchFamily="18" charset="0"/>
                <a:sym typeface="+mn-ea"/>
              </a:rPr>
              <a:t>(t</a:t>
            </a:r>
            <a:r>
              <a:rPr lang="en-US" altLang="zh-CN" sz="2000" b="1" spc="-50" baseline="-25000" dirty="0">
                <a:latin typeface="宋体" panose="02010600030101010101" pitchFamily="2" charset="-122"/>
                <a:cs typeface="Cambria Math" panose="02040503050406030204" pitchFamily="18" charset="0"/>
                <a:sym typeface="+mn-ea"/>
              </a:rPr>
              <a:t>ffpd</a:t>
            </a:r>
            <a:r>
              <a:rPr lang="en-US" altLang="zh-CN" sz="2000" b="1" spc="-50" dirty="0">
                <a:latin typeface="宋体" panose="02010600030101010101" pitchFamily="2" charset="-122"/>
                <a:cs typeface="Cambria Math" panose="02040503050406030204" pitchFamily="18" charset="0"/>
                <a:sym typeface="+mn-ea"/>
              </a:rPr>
              <a:t>+t</a:t>
            </a:r>
            <a:r>
              <a:rPr lang="en-US" altLang="zh-CN" sz="2000" b="1" spc="-50" baseline="-25000" dirty="0">
                <a:latin typeface="宋体" panose="02010600030101010101" pitchFamily="2" charset="-122"/>
                <a:cs typeface="Cambria Math" panose="02040503050406030204" pitchFamily="18" charset="0"/>
                <a:sym typeface="+mn-ea"/>
              </a:rPr>
              <a:t>comb</a:t>
            </a:r>
            <a:r>
              <a:rPr lang="en-US" altLang="zh-CN" sz="2000" b="1" spc="-50" dirty="0">
                <a:latin typeface="宋体" panose="02010600030101010101" pitchFamily="2" charset="-122"/>
                <a:cs typeface="Cambria Math" panose="02040503050406030204" pitchFamily="18" charset="0"/>
                <a:sym typeface="+mn-ea"/>
              </a:rPr>
              <a:t>)</a:t>
            </a:r>
            <a:r>
              <a:rPr lang="zh-CN" altLang="en-US" sz="2000" b="1" spc="-50" dirty="0">
                <a:latin typeface="宋体" panose="02010600030101010101" pitchFamily="2" charset="-122"/>
                <a:cs typeface="Cambria Math" panose="02040503050406030204" pitchFamily="18" charset="0"/>
                <a:sym typeface="+mn-ea"/>
              </a:rPr>
              <a:t>＞</a:t>
            </a:r>
            <a:r>
              <a:rPr lang="en-US" altLang="zh-CN" sz="2000" b="1" spc="-50" dirty="0">
                <a:latin typeface="宋体" panose="02010600030101010101" pitchFamily="2" charset="-122"/>
                <a:cs typeface="Cambria Math" panose="02040503050406030204" pitchFamily="18" charset="0"/>
                <a:sym typeface="+mn-ea"/>
              </a:rPr>
              <a:t>t</a:t>
            </a:r>
            <a:r>
              <a:rPr lang="en-US" altLang="zh-CN" sz="2000" b="1" spc="-50" baseline="-25000" dirty="0">
                <a:latin typeface="宋体" panose="02010600030101010101" pitchFamily="2" charset="-122"/>
                <a:cs typeface="Cambria Math" panose="02040503050406030204" pitchFamily="18" charset="0"/>
                <a:sym typeface="+mn-ea"/>
              </a:rPr>
              <a:t>hold</a:t>
            </a:r>
            <a:endParaRPr lang="en-US" altLang="zh-CN" sz="2000" b="1" spc="-50" dirty="0">
              <a:solidFill>
                <a:schemeClr val="tx1"/>
              </a:solidFill>
              <a:latin typeface="宋体" panose="02010600030101010101" pitchFamily="2" charset="-122"/>
              <a:cs typeface="Cambria Math" panose="02040503050406030204" pitchFamily="18" charset="0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spc="-50" dirty="0">
                <a:solidFill>
                  <a:schemeClr val="tx1"/>
                </a:solidFill>
                <a:latin typeface="宋体" panose="02010600030101010101" pitchFamily="2" charset="-122"/>
                <a:cs typeface="Cambria Math" panose="02040503050406030204" pitchFamily="18" charset="0"/>
                <a:sym typeface="+mn-ea"/>
              </a:rPr>
              <a:t>        </a:t>
            </a:r>
            <a:r>
              <a:rPr lang="zh-CN" altLang="en-US" sz="2000" b="1" spc="-50" dirty="0">
                <a:solidFill>
                  <a:schemeClr val="tx1"/>
                </a:solidFill>
                <a:latin typeface="宋体" panose="02010600030101010101" pitchFamily="2" charset="-122"/>
                <a:cs typeface="Cambria Math" panose="02040503050406030204" pitchFamily="18" charset="0"/>
                <a:sym typeface="+mn-ea"/>
              </a:rPr>
              <a:t>检查</a:t>
            </a:r>
            <a:r>
              <a:rPr lang="zh-CN" altLang="en-US" sz="2000" b="1" u="sng" spc="-50" dirty="0">
                <a:solidFill>
                  <a:schemeClr val="tx1"/>
                </a:solidFill>
                <a:latin typeface="宋体" panose="02010600030101010101" pitchFamily="2" charset="-122"/>
                <a:cs typeface="Cambria Math" panose="02040503050406030204" pitchFamily="18" charset="0"/>
                <a:sym typeface="+mn-ea"/>
              </a:rPr>
              <a:t>时钟周期</a:t>
            </a:r>
            <a:r>
              <a:rPr lang="zh-CN" altLang="en-US" sz="2000" b="1" spc="-50" dirty="0">
                <a:solidFill>
                  <a:schemeClr val="tx1"/>
                </a:solidFill>
                <a:latin typeface="宋体" panose="02010600030101010101" pitchFamily="2" charset="-122"/>
                <a:cs typeface="Cambria Math" panose="02040503050406030204" pitchFamily="18" charset="0"/>
                <a:sym typeface="+mn-ea"/>
              </a:rPr>
              <a:t>、</a:t>
            </a:r>
            <a:r>
              <a:rPr lang="zh-CN" altLang="en-US" sz="2000" b="1" u="sng" spc="-50" dirty="0">
                <a:solidFill>
                  <a:schemeClr val="tx1"/>
                </a:solidFill>
                <a:latin typeface="宋体" panose="02010600030101010101" pitchFamily="2" charset="-122"/>
                <a:cs typeface="Cambria Math" panose="02040503050406030204" pitchFamily="18" charset="0"/>
                <a:sym typeface="+mn-ea"/>
              </a:rPr>
              <a:t>组合电路延迟</a:t>
            </a:r>
            <a:r>
              <a:rPr lang="zh-CN" altLang="en-US" sz="2000" b="1" spc="-50" dirty="0">
                <a:solidFill>
                  <a:schemeClr val="tx1"/>
                </a:solidFill>
                <a:latin typeface="宋体" panose="02010600030101010101" pitchFamily="2" charset="-122"/>
                <a:cs typeface="Cambria Math" panose="02040503050406030204" pitchFamily="18" charset="0"/>
                <a:sym typeface="+mn-ea"/>
              </a:rPr>
              <a:t>是否满足约束关系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2377715" y="1268760"/>
            <a:ext cx="4176510" cy="792000"/>
            <a:chOff x="4649" y="1871"/>
            <a:chExt cx="6577" cy="1247"/>
          </a:xfrm>
        </p:grpSpPr>
        <p:sp>
          <p:nvSpPr>
            <p:cNvPr id="731" name="Text Box 36"/>
            <p:cNvSpPr txBox="1">
              <a:spLocks noChangeArrowheads="1"/>
            </p:cNvSpPr>
            <p:nvPr>
              <p:custDataLst>
                <p:tags r:id="rId141"/>
              </p:custDataLst>
            </p:nvPr>
          </p:nvSpPr>
          <p:spPr bwMode="auto">
            <a:xfrm>
              <a:off x="5557" y="1871"/>
              <a:ext cx="4649" cy="1247"/>
            </a:xfrm>
            <a:prstGeom prst="rect">
              <a:avLst/>
            </a:prstGeom>
            <a:solidFill>
              <a:srgbClr val="FFCC99"/>
            </a:solidFill>
            <a:ln w="1905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732" name="Text Box 191"/>
            <p:cNvSpPr txBox="1">
              <a:spLocks noChangeArrowheads="1"/>
            </p:cNvSpPr>
            <p:nvPr>
              <p:custDataLst>
                <p:tags r:id="rId142"/>
              </p:custDataLst>
            </p:nvPr>
          </p:nvSpPr>
          <p:spPr bwMode="auto">
            <a:xfrm>
              <a:off x="4649" y="1985"/>
              <a:ext cx="79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输入</a:t>
              </a:r>
              <a:endParaRPr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33" name="Text Box 36"/>
            <p:cNvSpPr txBox="1">
              <a:spLocks noChangeArrowheads="1"/>
            </p:cNvSpPr>
            <p:nvPr>
              <p:custDataLst>
                <p:tags r:id="rId143"/>
              </p:custDataLst>
            </p:nvPr>
          </p:nvSpPr>
          <p:spPr bwMode="auto">
            <a:xfrm>
              <a:off x="8392" y="2325"/>
              <a:ext cx="1474" cy="45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存储电路</a:t>
              </a:r>
            </a:p>
          </p:txBody>
        </p:sp>
        <p:sp>
          <p:nvSpPr>
            <p:cNvPr id="734" name="Text Box 36"/>
            <p:cNvSpPr txBox="1">
              <a:spLocks noChangeArrowheads="1"/>
            </p:cNvSpPr>
            <p:nvPr>
              <p:custDataLst>
                <p:tags r:id="rId144"/>
              </p:custDataLst>
            </p:nvPr>
          </p:nvSpPr>
          <p:spPr bwMode="auto">
            <a:xfrm>
              <a:off x="6010" y="1985"/>
              <a:ext cx="1587" cy="79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10795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组合逻辑</a:t>
              </a:r>
            </a:p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电路</a:t>
              </a:r>
            </a:p>
          </p:txBody>
        </p:sp>
        <p:cxnSp>
          <p:nvCxnSpPr>
            <p:cNvPr id="736" name="直接箭头连接符 735"/>
            <p:cNvCxnSpPr/>
            <p:nvPr>
              <p:custDataLst>
                <p:tags r:id="rId145"/>
              </p:custDataLst>
            </p:nvPr>
          </p:nvCxnSpPr>
          <p:spPr bwMode="auto">
            <a:xfrm flipV="1">
              <a:off x="7598" y="2155"/>
              <a:ext cx="2835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37" name="直接箭头连接符 736"/>
            <p:cNvCxnSpPr/>
            <p:nvPr>
              <p:custDataLst>
                <p:tags r:id="rId146"/>
              </p:custDataLst>
            </p:nvPr>
          </p:nvCxnSpPr>
          <p:spPr bwMode="auto">
            <a:xfrm flipV="1">
              <a:off x="9866" y="2494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738" name="直接箭头连接符 737"/>
            <p:cNvCxnSpPr/>
            <p:nvPr>
              <p:custDataLst>
                <p:tags r:id="rId147"/>
              </p:custDataLst>
            </p:nvPr>
          </p:nvCxnSpPr>
          <p:spPr bwMode="auto">
            <a:xfrm flipH="1">
              <a:off x="5670" y="2494"/>
              <a:ext cx="0" cy="51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739" name="直接箭头连接符 738"/>
            <p:cNvCxnSpPr/>
            <p:nvPr>
              <p:custDataLst>
                <p:tags r:id="rId148"/>
              </p:custDataLst>
            </p:nvPr>
          </p:nvCxnSpPr>
          <p:spPr bwMode="auto">
            <a:xfrm flipH="1" flipV="1">
              <a:off x="5664" y="3005"/>
              <a:ext cx="4422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741" name="直接箭头连接符 740"/>
            <p:cNvCxnSpPr/>
            <p:nvPr>
              <p:custDataLst>
                <p:tags r:id="rId149"/>
              </p:custDataLst>
            </p:nvPr>
          </p:nvCxnSpPr>
          <p:spPr bwMode="auto">
            <a:xfrm flipV="1">
              <a:off x="7598" y="2494"/>
              <a:ext cx="79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42" name="直接箭头连接符 741"/>
            <p:cNvCxnSpPr/>
            <p:nvPr>
              <p:custDataLst>
                <p:tags r:id="rId150"/>
              </p:custDataLst>
            </p:nvPr>
          </p:nvCxnSpPr>
          <p:spPr bwMode="auto">
            <a:xfrm>
              <a:off x="10092" y="2494"/>
              <a:ext cx="0" cy="51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743" name="直接箭头连接符 742"/>
            <p:cNvCxnSpPr/>
            <p:nvPr>
              <p:custDataLst>
                <p:tags r:id="rId151"/>
              </p:custDataLst>
            </p:nvPr>
          </p:nvCxnSpPr>
          <p:spPr bwMode="auto">
            <a:xfrm flipV="1">
              <a:off x="5386" y="2155"/>
              <a:ext cx="62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744" name="Text Box 191"/>
            <p:cNvSpPr txBox="1">
              <a:spLocks noChangeArrowheads="1"/>
            </p:cNvSpPr>
            <p:nvPr>
              <p:custDataLst>
                <p:tags r:id="rId152"/>
              </p:custDataLst>
            </p:nvPr>
          </p:nvSpPr>
          <p:spPr bwMode="auto">
            <a:xfrm>
              <a:off x="10432" y="1985"/>
              <a:ext cx="79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输出</a:t>
              </a:r>
              <a:endParaRPr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3" name="直接箭头连接符 2"/>
            <p:cNvCxnSpPr/>
            <p:nvPr>
              <p:custDataLst>
                <p:tags r:id="rId153"/>
              </p:custDataLst>
            </p:nvPr>
          </p:nvCxnSpPr>
          <p:spPr bwMode="auto">
            <a:xfrm flipV="1">
              <a:off x="5670" y="2494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" name="直接箭头连接符 6"/>
            <p:cNvCxnSpPr/>
            <p:nvPr>
              <p:custDataLst>
                <p:tags r:id="rId154"/>
              </p:custDataLst>
            </p:nvPr>
          </p:nvCxnSpPr>
          <p:spPr bwMode="auto">
            <a:xfrm flipV="1">
              <a:off x="5386" y="2891"/>
              <a:ext cx="2665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8" name="直接箭头连接符 7"/>
            <p:cNvCxnSpPr/>
            <p:nvPr>
              <p:custDataLst>
                <p:tags r:id="rId155"/>
              </p:custDataLst>
            </p:nvPr>
          </p:nvCxnSpPr>
          <p:spPr bwMode="auto">
            <a:xfrm flipV="1">
              <a:off x="8050" y="2665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" name="直接箭头连接符 8"/>
            <p:cNvCxnSpPr/>
            <p:nvPr>
              <p:custDataLst>
                <p:tags r:id="rId156"/>
              </p:custDataLst>
            </p:nvPr>
          </p:nvCxnSpPr>
          <p:spPr bwMode="auto">
            <a:xfrm>
              <a:off x="8050" y="2665"/>
              <a:ext cx="0" cy="22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0" name="Text Box 191"/>
            <p:cNvSpPr txBox="1">
              <a:spLocks noChangeArrowheads="1"/>
            </p:cNvSpPr>
            <p:nvPr>
              <p:custDataLst>
                <p:tags r:id="rId157"/>
              </p:custDataLst>
            </p:nvPr>
          </p:nvSpPr>
          <p:spPr bwMode="auto">
            <a:xfrm>
              <a:off x="4649" y="2721"/>
              <a:ext cx="79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时钟</a:t>
              </a:r>
              <a:endParaRPr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5" name="AutoShape 338"/>
          <p:cNvSpPr/>
          <p:nvPr>
            <p:custDataLst>
              <p:tags r:id="rId1"/>
            </p:custDataLst>
          </p:nvPr>
        </p:nvSpPr>
        <p:spPr bwMode="auto">
          <a:xfrm>
            <a:off x="4968424" y="2133825"/>
            <a:ext cx="3204000" cy="252000"/>
          </a:xfrm>
          <a:prstGeom prst="borderCallout2">
            <a:avLst>
              <a:gd name="adj1" fmla="val 52160"/>
              <a:gd name="adj2" fmla="val -204"/>
              <a:gd name="adj3" fmla="val 52160"/>
              <a:gd name="adj4" fmla="val -6294"/>
              <a:gd name="adj5" fmla="val -179093"/>
              <a:gd name="adj6" fmla="val -10569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7780" rIns="18000" bIns="0" anchor="ctr" anchorCtr="0"/>
          <a:lstStyle/>
          <a:p>
            <a:pPr algn="ctr">
              <a:lnSpc>
                <a:spcPct val="90000"/>
              </a:lnSpc>
            </a:pP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建立时间为</a:t>
            </a:r>
            <a:r>
              <a:rPr lang="en-US" altLang="zh-CN" sz="1600" b="1" dirty="0" err="1">
                <a:latin typeface="宋体" panose="02010600030101010101" pitchFamily="2" charset="-122"/>
                <a:sym typeface="+mn-ea"/>
              </a:rPr>
              <a:t>t</a:t>
            </a:r>
            <a:r>
              <a:rPr lang="en-US" altLang="zh-CN" sz="1600" b="1" baseline="-25000" dirty="0" err="1">
                <a:latin typeface="宋体" panose="02010600030101010101" pitchFamily="2" charset="-122"/>
                <a:sym typeface="+mn-ea"/>
              </a:rPr>
              <a:t>setup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和保持时间为</a:t>
            </a:r>
            <a:r>
              <a:rPr lang="en-US" altLang="zh-CN" sz="1600" b="1" dirty="0" err="1">
                <a:latin typeface="宋体" panose="02010600030101010101" pitchFamily="2" charset="-122"/>
                <a:sym typeface="+mn-ea"/>
              </a:rPr>
              <a:t>t</a:t>
            </a:r>
            <a:r>
              <a:rPr lang="en-US" altLang="zh-CN" sz="1600" b="1" baseline="-25000" dirty="0" err="1">
                <a:latin typeface="宋体" panose="02010600030101010101" pitchFamily="2" charset="-122"/>
                <a:sym typeface="+mn-ea"/>
              </a:rPr>
              <a:t>hold</a:t>
            </a:r>
            <a:endParaRPr lang="en-US" altLang="zh-CN" sz="1600" b="1" u="none" baseline="-25000" dirty="0"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12" name="AutoShape 338"/>
          <p:cNvSpPr/>
          <p:nvPr>
            <p:custDataLst>
              <p:tags r:id="rId2"/>
            </p:custDataLst>
          </p:nvPr>
        </p:nvSpPr>
        <p:spPr bwMode="auto">
          <a:xfrm>
            <a:off x="3168980" y="2168845"/>
            <a:ext cx="1188000" cy="252000"/>
          </a:xfrm>
          <a:prstGeom prst="borderCallout2">
            <a:avLst>
              <a:gd name="adj1" fmla="val 53704"/>
              <a:gd name="adj2" fmla="val -273"/>
              <a:gd name="adj3" fmla="val 53644"/>
              <a:gd name="adj4" fmla="val -12710"/>
              <a:gd name="adj5" fmla="val -93708"/>
              <a:gd name="adj6" fmla="val -23011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7780" rIns="18000" bIns="0" anchor="ctr" anchorCtr="0"/>
          <a:lstStyle/>
          <a:p>
            <a:pPr algn="ctr">
              <a:lnSpc>
                <a:spcPct val="100000"/>
              </a:lnSpc>
            </a:pP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时钟周期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t</a:t>
            </a:r>
            <a:r>
              <a:rPr lang="en-US" altLang="zh-CN" sz="1600" b="1" baseline="-25000" dirty="0">
                <a:latin typeface="宋体" panose="02010600030101010101" pitchFamily="2" charset="-122"/>
                <a:sym typeface="+mn-ea"/>
              </a:rPr>
              <a:t>clk</a:t>
            </a:r>
            <a:endParaRPr lang="en-US" altLang="zh-CN" sz="1600" b="1" u="none" baseline="-25000" dirty="0">
              <a:latin typeface="宋体" panose="02010600030101010101" pitchFamily="2" charset="-122"/>
              <a:sym typeface="+mn-ea"/>
            </a:endParaRPr>
          </a:p>
        </p:txBody>
      </p:sp>
      <p:grpSp>
        <p:nvGrpSpPr>
          <p:cNvPr id="119" name="组合 118"/>
          <p:cNvGrpSpPr/>
          <p:nvPr/>
        </p:nvGrpSpPr>
        <p:grpSpPr>
          <a:xfrm>
            <a:off x="432172" y="2924944"/>
            <a:ext cx="4787900" cy="2015490"/>
            <a:chOff x="397" y="4932"/>
            <a:chExt cx="7540" cy="3174"/>
          </a:xfrm>
        </p:grpSpPr>
        <p:cxnSp>
          <p:nvCxnSpPr>
            <p:cNvPr id="186" name="直接连接符 185"/>
            <p:cNvCxnSpPr/>
            <p:nvPr>
              <p:custDataLst>
                <p:tags r:id="rId3"/>
              </p:custDataLst>
            </p:nvPr>
          </p:nvCxnSpPr>
          <p:spPr bwMode="auto">
            <a:xfrm flipH="1">
              <a:off x="3458" y="6122"/>
              <a:ext cx="0" cy="147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5" name="直接连接符 184"/>
            <p:cNvCxnSpPr/>
            <p:nvPr>
              <p:custDataLst>
                <p:tags r:id="rId4"/>
              </p:custDataLst>
            </p:nvPr>
          </p:nvCxnSpPr>
          <p:spPr bwMode="auto">
            <a:xfrm flipH="1">
              <a:off x="2778" y="4932"/>
              <a:ext cx="0" cy="266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26" name="Text Box 191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3005" y="5739"/>
              <a:ext cx="68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t</a:t>
              </a:r>
              <a:r>
                <a:rPr lang="en-US" sz="1600" b="1" baseline="-25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ffpd</a:t>
              </a:r>
              <a:endPara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" name="Text Box 191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737" y="5385"/>
              <a:ext cx="1701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触发器输出</a:t>
              </a:r>
            </a:p>
          </p:txBody>
        </p:sp>
        <p:cxnSp>
          <p:nvCxnSpPr>
            <p:cNvPr id="174" name="直接连接符 173"/>
            <p:cNvCxnSpPr/>
            <p:nvPr>
              <p:custDataLst>
                <p:tags r:id="rId7"/>
              </p:custDataLst>
            </p:nvPr>
          </p:nvCxnSpPr>
          <p:spPr bwMode="auto">
            <a:xfrm flipV="1">
              <a:off x="2496" y="5385"/>
              <a:ext cx="124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" name="直接连接符 12"/>
            <p:cNvCxnSpPr/>
            <p:nvPr>
              <p:custDataLst>
                <p:tags r:id="rId8"/>
              </p:custDataLst>
            </p:nvPr>
          </p:nvCxnSpPr>
          <p:spPr bwMode="auto">
            <a:xfrm flipV="1">
              <a:off x="2495" y="5725"/>
              <a:ext cx="124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7" name="直接连接符 166"/>
            <p:cNvCxnSpPr/>
            <p:nvPr>
              <p:custDataLst>
                <p:tags r:id="rId9"/>
              </p:custDataLst>
            </p:nvPr>
          </p:nvCxnSpPr>
          <p:spPr bwMode="auto">
            <a:xfrm>
              <a:off x="3742" y="5385"/>
              <a:ext cx="227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8" name="直接连接符 167"/>
            <p:cNvCxnSpPr/>
            <p:nvPr>
              <p:custDataLst>
                <p:tags r:id="rId10"/>
              </p:custDataLst>
            </p:nvPr>
          </p:nvCxnSpPr>
          <p:spPr bwMode="auto">
            <a:xfrm flipH="1">
              <a:off x="3742" y="5385"/>
              <a:ext cx="227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" name="直接连接符 13"/>
            <p:cNvCxnSpPr/>
            <p:nvPr>
              <p:custDataLst>
                <p:tags r:id="rId11"/>
              </p:custDataLst>
            </p:nvPr>
          </p:nvCxnSpPr>
          <p:spPr bwMode="auto">
            <a:xfrm flipV="1">
              <a:off x="3969" y="5385"/>
              <a:ext cx="3628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" name="直接连接符 14"/>
            <p:cNvCxnSpPr/>
            <p:nvPr>
              <p:custDataLst>
                <p:tags r:id="rId12"/>
              </p:custDataLst>
            </p:nvPr>
          </p:nvCxnSpPr>
          <p:spPr bwMode="auto">
            <a:xfrm flipV="1">
              <a:off x="3968" y="5725"/>
              <a:ext cx="3628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" name="直接连接符 15"/>
            <p:cNvCxnSpPr/>
            <p:nvPr>
              <p:custDataLst>
                <p:tags r:id="rId13"/>
              </p:custDataLst>
            </p:nvPr>
          </p:nvCxnSpPr>
          <p:spPr bwMode="auto">
            <a:xfrm flipV="1">
              <a:off x="2495" y="5272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" name="直接连接符 16"/>
            <p:cNvCxnSpPr/>
            <p:nvPr>
              <p:custDataLst>
                <p:tags r:id="rId14"/>
              </p:custDataLst>
            </p:nvPr>
          </p:nvCxnSpPr>
          <p:spPr bwMode="auto">
            <a:xfrm flipV="1">
              <a:off x="2892" y="4932"/>
              <a:ext cx="175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" name="直接连接符 17"/>
            <p:cNvCxnSpPr/>
            <p:nvPr>
              <p:custDataLst>
                <p:tags r:id="rId15"/>
              </p:custDataLst>
            </p:nvPr>
          </p:nvCxnSpPr>
          <p:spPr bwMode="auto">
            <a:xfrm flipH="1">
              <a:off x="2722" y="4932"/>
              <a:ext cx="17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" name="直接连接符 18"/>
            <p:cNvCxnSpPr/>
            <p:nvPr>
              <p:custDataLst>
                <p:tags r:id="rId16"/>
              </p:custDataLst>
            </p:nvPr>
          </p:nvCxnSpPr>
          <p:spPr bwMode="auto">
            <a:xfrm>
              <a:off x="4649" y="4932"/>
              <a:ext cx="17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0" name="Text Box 191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737" y="4932"/>
              <a:ext cx="1701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时钟信号</a:t>
              </a:r>
            </a:p>
          </p:txBody>
        </p:sp>
        <p:sp>
          <p:nvSpPr>
            <p:cNvPr id="21" name="Text Box 191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397" y="6122"/>
              <a:ext cx="2041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组合电路输出</a:t>
              </a:r>
            </a:p>
          </p:txBody>
        </p:sp>
        <p:cxnSp>
          <p:nvCxnSpPr>
            <p:cNvPr id="23" name="直接连接符 22"/>
            <p:cNvCxnSpPr/>
            <p:nvPr>
              <p:custDataLst>
                <p:tags r:id="rId19"/>
              </p:custDataLst>
            </p:nvPr>
          </p:nvCxnSpPr>
          <p:spPr bwMode="auto">
            <a:xfrm flipV="1">
              <a:off x="2496" y="6122"/>
              <a:ext cx="2381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" name="直接连接符 24"/>
            <p:cNvCxnSpPr/>
            <p:nvPr>
              <p:custDataLst>
                <p:tags r:id="rId20"/>
              </p:custDataLst>
            </p:nvPr>
          </p:nvCxnSpPr>
          <p:spPr bwMode="auto">
            <a:xfrm flipV="1">
              <a:off x="2495" y="6462"/>
              <a:ext cx="2381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7" name="直接连接符 176"/>
            <p:cNvCxnSpPr/>
            <p:nvPr>
              <p:custDataLst>
                <p:tags r:id="rId21"/>
              </p:custDataLst>
            </p:nvPr>
          </p:nvCxnSpPr>
          <p:spPr bwMode="auto">
            <a:xfrm flipV="1">
              <a:off x="2778" y="7313"/>
              <a:ext cx="68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triangle" w="sm" len="sm"/>
              <a:tailEnd type="triangle" w="sm" len="sm"/>
            </a:ln>
            <a:effectLst/>
          </p:spPr>
        </p:cxnSp>
        <p:sp>
          <p:nvSpPr>
            <p:cNvPr id="24" name="Text Box 191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737" y="6860"/>
              <a:ext cx="1701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触发器输入</a:t>
              </a:r>
            </a:p>
          </p:txBody>
        </p:sp>
        <p:cxnSp>
          <p:nvCxnSpPr>
            <p:cNvPr id="29" name="直接连接符 28"/>
            <p:cNvCxnSpPr/>
            <p:nvPr>
              <p:custDataLst>
                <p:tags r:id="rId23"/>
              </p:custDataLst>
            </p:nvPr>
          </p:nvCxnSpPr>
          <p:spPr bwMode="auto">
            <a:xfrm flipV="1">
              <a:off x="2496" y="6859"/>
              <a:ext cx="85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" name="直接连接符 29"/>
            <p:cNvCxnSpPr/>
            <p:nvPr>
              <p:custDataLst>
                <p:tags r:id="rId24"/>
              </p:custDataLst>
            </p:nvPr>
          </p:nvCxnSpPr>
          <p:spPr bwMode="auto">
            <a:xfrm>
              <a:off x="3345" y="6859"/>
              <a:ext cx="227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" name="直接连接符 30"/>
            <p:cNvCxnSpPr/>
            <p:nvPr>
              <p:custDataLst>
                <p:tags r:id="rId25"/>
              </p:custDataLst>
            </p:nvPr>
          </p:nvCxnSpPr>
          <p:spPr bwMode="auto">
            <a:xfrm flipH="1">
              <a:off x="3345" y="6859"/>
              <a:ext cx="227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" name="直接连接符 31"/>
            <p:cNvCxnSpPr/>
            <p:nvPr>
              <p:custDataLst>
                <p:tags r:id="rId26"/>
              </p:custDataLst>
            </p:nvPr>
          </p:nvCxnSpPr>
          <p:spPr bwMode="auto">
            <a:xfrm flipV="1">
              <a:off x="2495" y="7199"/>
              <a:ext cx="85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" name="直接连接符 32"/>
            <p:cNvCxnSpPr/>
            <p:nvPr>
              <p:custDataLst>
                <p:tags r:id="rId27"/>
              </p:custDataLst>
            </p:nvPr>
          </p:nvCxnSpPr>
          <p:spPr bwMode="auto">
            <a:xfrm flipV="1">
              <a:off x="3572" y="6859"/>
              <a:ext cx="21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4" name="直接连接符 33"/>
            <p:cNvCxnSpPr/>
            <p:nvPr>
              <p:custDataLst>
                <p:tags r:id="rId28"/>
              </p:custDataLst>
            </p:nvPr>
          </p:nvCxnSpPr>
          <p:spPr bwMode="auto">
            <a:xfrm flipV="1">
              <a:off x="3572" y="7199"/>
              <a:ext cx="21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5" name="Text Box 191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2778" y="7313"/>
              <a:ext cx="68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t</a:t>
              </a:r>
              <a:r>
                <a:rPr lang="en-US" sz="1600" b="1" baseline="-25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hold</a:t>
              </a:r>
              <a:endPara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37" name="直接连接符 36"/>
            <p:cNvCxnSpPr/>
            <p:nvPr>
              <p:custDataLst>
                <p:tags r:id="rId30"/>
              </p:custDataLst>
            </p:nvPr>
          </p:nvCxnSpPr>
          <p:spPr bwMode="auto">
            <a:xfrm flipH="1">
              <a:off x="3856" y="5362"/>
              <a:ext cx="0" cy="141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9" name="直接连接符 38"/>
            <p:cNvCxnSpPr/>
            <p:nvPr>
              <p:custDataLst>
                <p:tags r:id="rId31"/>
              </p:custDataLst>
            </p:nvPr>
          </p:nvCxnSpPr>
          <p:spPr bwMode="auto">
            <a:xfrm flipV="1">
              <a:off x="3629" y="5895"/>
              <a:ext cx="227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sm" len="sm"/>
            </a:ln>
            <a:effectLst/>
          </p:spPr>
        </p:cxnSp>
        <p:cxnSp>
          <p:nvCxnSpPr>
            <p:cNvPr id="40" name="直接连接符 39"/>
            <p:cNvCxnSpPr/>
            <p:nvPr>
              <p:custDataLst>
                <p:tags r:id="rId32"/>
              </p:custDataLst>
            </p:nvPr>
          </p:nvCxnSpPr>
          <p:spPr bwMode="auto">
            <a:xfrm flipH="1">
              <a:off x="2778" y="5895"/>
              <a:ext cx="227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sm" len="sm"/>
            </a:ln>
            <a:effectLst/>
          </p:spPr>
        </p:cxnSp>
        <p:sp>
          <p:nvSpPr>
            <p:cNvPr id="42" name="Text Box 191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4109" y="6462"/>
              <a:ext cx="68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t</a:t>
              </a:r>
              <a:r>
                <a:rPr lang="en-US" sz="1600" b="1" baseline="-25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comb</a:t>
              </a:r>
              <a:endPara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43" name="直接连接符 42"/>
            <p:cNvCxnSpPr/>
            <p:nvPr>
              <p:custDataLst>
                <p:tags r:id="rId34"/>
              </p:custDataLst>
            </p:nvPr>
          </p:nvCxnSpPr>
          <p:spPr bwMode="auto">
            <a:xfrm flipV="1">
              <a:off x="4763" y="6632"/>
              <a:ext cx="227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sm" len="sm"/>
            </a:ln>
            <a:effectLst/>
          </p:spPr>
        </p:cxnSp>
        <p:cxnSp>
          <p:nvCxnSpPr>
            <p:cNvPr id="44" name="直接连接符 43"/>
            <p:cNvCxnSpPr/>
            <p:nvPr>
              <p:custDataLst>
                <p:tags r:id="rId35"/>
              </p:custDataLst>
            </p:nvPr>
          </p:nvCxnSpPr>
          <p:spPr bwMode="auto">
            <a:xfrm flipH="1">
              <a:off x="3856" y="6632"/>
              <a:ext cx="227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sm" len="sm"/>
            </a:ln>
            <a:effectLst/>
          </p:spPr>
        </p:cxnSp>
        <p:cxnSp>
          <p:nvCxnSpPr>
            <p:cNvPr id="46" name="直接连接符 45"/>
            <p:cNvCxnSpPr/>
            <p:nvPr>
              <p:custDataLst>
                <p:tags r:id="rId36"/>
              </p:custDataLst>
            </p:nvPr>
          </p:nvCxnSpPr>
          <p:spPr bwMode="auto">
            <a:xfrm flipH="1">
              <a:off x="4989" y="6122"/>
              <a:ext cx="0" cy="147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9" name="直接连接符 48"/>
            <p:cNvCxnSpPr/>
            <p:nvPr>
              <p:custDataLst>
                <p:tags r:id="rId37"/>
              </p:custDataLst>
            </p:nvPr>
          </p:nvCxnSpPr>
          <p:spPr bwMode="auto">
            <a:xfrm>
              <a:off x="4876" y="6122"/>
              <a:ext cx="227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0" name="直接连接符 49"/>
            <p:cNvCxnSpPr/>
            <p:nvPr>
              <p:custDataLst>
                <p:tags r:id="rId38"/>
              </p:custDataLst>
            </p:nvPr>
          </p:nvCxnSpPr>
          <p:spPr bwMode="auto">
            <a:xfrm flipH="1">
              <a:off x="4876" y="6122"/>
              <a:ext cx="227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1" name="直接连接符 50"/>
            <p:cNvCxnSpPr/>
            <p:nvPr>
              <p:custDataLst>
                <p:tags r:id="rId39"/>
              </p:custDataLst>
            </p:nvPr>
          </p:nvCxnSpPr>
          <p:spPr bwMode="auto">
            <a:xfrm>
              <a:off x="5726" y="6859"/>
              <a:ext cx="227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2" name="直接连接符 51"/>
            <p:cNvCxnSpPr/>
            <p:nvPr>
              <p:custDataLst>
                <p:tags r:id="rId40"/>
              </p:custDataLst>
            </p:nvPr>
          </p:nvCxnSpPr>
          <p:spPr bwMode="auto">
            <a:xfrm flipH="1">
              <a:off x="5726" y="6859"/>
              <a:ext cx="227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3" name="直接连接符 52"/>
            <p:cNvCxnSpPr/>
            <p:nvPr>
              <p:custDataLst>
                <p:tags r:id="rId41"/>
              </p:custDataLst>
            </p:nvPr>
          </p:nvCxnSpPr>
          <p:spPr bwMode="auto">
            <a:xfrm flipV="1">
              <a:off x="5954" y="6859"/>
              <a:ext cx="124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4" name="直接连接符 53"/>
            <p:cNvCxnSpPr/>
            <p:nvPr>
              <p:custDataLst>
                <p:tags r:id="rId42"/>
              </p:custDataLst>
            </p:nvPr>
          </p:nvCxnSpPr>
          <p:spPr bwMode="auto">
            <a:xfrm flipV="1">
              <a:off x="5952" y="7199"/>
              <a:ext cx="124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5" name="直接连接符 54"/>
            <p:cNvCxnSpPr/>
            <p:nvPr>
              <p:custDataLst>
                <p:tags r:id="rId43"/>
              </p:custDataLst>
            </p:nvPr>
          </p:nvCxnSpPr>
          <p:spPr bwMode="auto">
            <a:xfrm flipV="1">
              <a:off x="5103" y="6122"/>
              <a:ext cx="2835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6" name="直接连接符 55"/>
            <p:cNvCxnSpPr/>
            <p:nvPr>
              <p:custDataLst>
                <p:tags r:id="rId44"/>
              </p:custDataLst>
            </p:nvPr>
          </p:nvCxnSpPr>
          <p:spPr bwMode="auto">
            <a:xfrm flipV="1">
              <a:off x="5103" y="6462"/>
              <a:ext cx="2835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7" name="直接连接符 56"/>
            <p:cNvCxnSpPr/>
            <p:nvPr>
              <p:custDataLst>
                <p:tags r:id="rId45"/>
              </p:custDataLst>
            </p:nvPr>
          </p:nvCxnSpPr>
          <p:spPr bwMode="auto">
            <a:xfrm flipH="1">
              <a:off x="5840" y="6122"/>
              <a:ext cx="0" cy="147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8" name="Text Box 191"/>
            <p:cNvSpPr txBox="1"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5840" y="7313"/>
              <a:ext cx="79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t</a:t>
              </a:r>
              <a:r>
                <a:rPr lang="en-US" sz="1600" b="1" baseline="-25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setup</a:t>
              </a:r>
              <a:endPara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60" name="直接连接符 59"/>
            <p:cNvCxnSpPr/>
            <p:nvPr>
              <p:custDataLst>
                <p:tags r:id="rId47"/>
              </p:custDataLst>
            </p:nvPr>
          </p:nvCxnSpPr>
          <p:spPr bwMode="auto">
            <a:xfrm flipV="1">
              <a:off x="5840" y="7313"/>
              <a:ext cx="794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triangle" w="sm" len="sm"/>
              <a:tailEnd type="triangle" w="sm" len="sm"/>
            </a:ln>
            <a:effectLst/>
          </p:spPr>
        </p:cxnSp>
        <p:cxnSp>
          <p:nvCxnSpPr>
            <p:cNvPr id="61" name="直接连接符 60"/>
            <p:cNvCxnSpPr/>
            <p:nvPr>
              <p:custDataLst>
                <p:tags r:id="rId48"/>
              </p:custDataLst>
            </p:nvPr>
          </p:nvCxnSpPr>
          <p:spPr bwMode="auto">
            <a:xfrm flipH="1">
              <a:off x="6634" y="4932"/>
              <a:ext cx="0" cy="266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2" name="直接连接符 61"/>
            <p:cNvCxnSpPr/>
            <p:nvPr>
              <p:custDataLst>
                <p:tags r:id="rId49"/>
              </p:custDataLst>
            </p:nvPr>
          </p:nvCxnSpPr>
          <p:spPr bwMode="auto">
            <a:xfrm flipV="1">
              <a:off x="6634" y="7313"/>
              <a:ext cx="68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triangle" w="sm" len="sm"/>
              <a:tailEnd type="triangle" w="sm" len="sm"/>
            </a:ln>
            <a:effectLst/>
          </p:spPr>
        </p:cxnSp>
        <p:sp>
          <p:nvSpPr>
            <p:cNvPr id="63" name="Text Box 191"/>
            <p:cNvSpPr txBox="1"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6634" y="7313"/>
              <a:ext cx="68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t</a:t>
              </a:r>
              <a:r>
                <a:rPr lang="en-US" sz="1600" b="1" baseline="-25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hold</a:t>
              </a:r>
              <a:endPara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64" name="直接连接符 63"/>
            <p:cNvCxnSpPr/>
            <p:nvPr>
              <p:custDataLst>
                <p:tags r:id="rId51"/>
              </p:custDataLst>
            </p:nvPr>
          </p:nvCxnSpPr>
          <p:spPr bwMode="auto">
            <a:xfrm flipH="1">
              <a:off x="7314" y="6122"/>
              <a:ext cx="0" cy="147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5" name="直接连接符 64"/>
            <p:cNvCxnSpPr/>
            <p:nvPr>
              <p:custDataLst>
                <p:tags r:id="rId52"/>
              </p:custDataLst>
            </p:nvPr>
          </p:nvCxnSpPr>
          <p:spPr bwMode="auto">
            <a:xfrm>
              <a:off x="7200" y="6859"/>
              <a:ext cx="227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6" name="直接连接符 65"/>
            <p:cNvCxnSpPr/>
            <p:nvPr>
              <p:custDataLst>
                <p:tags r:id="rId53"/>
              </p:custDataLst>
            </p:nvPr>
          </p:nvCxnSpPr>
          <p:spPr bwMode="auto">
            <a:xfrm flipH="1">
              <a:off x="7200" y="6859"/>
              <a:ext cx="227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7" name="直接连接符 66"/>
            <p:cNvCxnSpPr/>
            <p:nvPr>
              <p:custDataLst>
                <p:tags r:id="rId54"/>
              </p:custDataLst>
            </p:nvPr>
          </p:nvCxnSpPr>
          <p:spPr bwMode="auto">
            <a:xfrm flipV="1">
              <a:off x="7427" y="6859"/>
              <a:ext cx="51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直接连接符 25"/>
            <p:cNvCxnSpPr/>
            <p:nvPr>
              <p:custDataLst>
                <p:tags r:id="rId55"/>
              </p:custDataLst>
            </p:nvPr>
          </p:nvCxnSpPr>
          <p:spPr bwMode="auto">
            <a:xfrm flipV="1">
              <a:off x="7427" y="7199"/>
              <a:ext cx="51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9" name="直接连接符 68"/>
            <p:cNvCxnSpPr/>
            <p:nvPr>
              <p:custDataLst>
                <p:tags r:id="rId56"/>
              </p:custDataLst>
            </p:nvPr>
          </p:nvCxnSpPr>
          <p:spPr bwMode="auto">
            <a:xfrm flipV="1">
              <a:off x="6747" y="4932"/>
              <a:ext cx="1191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0" name="直接连接符 69"/>
            <p:cNvCxnSpPr/>
            <p:nvPr>
              <p:custDataLst>
                <p:tags r:id="rId57"/>
              </p:custDataLst>
            </p:nvPr>
          </p:nvCxnSpPr>
          <p:spPr bwMode="auto">
            <a:xfrm flipH="1">
              <a:off x="6577" y="4932"/>
              <a:ext cx="17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1" name="直接连接符 70"/>
            <p:cNvCxnSpPr/>
            <p:nvPr>
              <p:custDataLst>
                <p:tags r:id="rId58"/>
              </p:custDataLst>
            </p:nvPr>
          </p:nvCxnSpPr>
          <p:spPr bwMode="auto">
            <a:xfrm flipV="1">
              <a:off x="4819" y="5272"/>
              <a:ext cx="175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2" name="直接连接符 71"/>
            <p:cNvCxnSpPr/>
            <p:nvPr>
              <p:custDataLst>
                <p:tags r:id="rId59"/>
              </p:custDataLst>
            </p:nvPr>
          </p:nvCxnSpPr>
          <p:spPr bwMode="auto">
            <a:xfrm>
              <a:off x="7597" y="5385"/>
              <a:ext cx="227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3" name="直接连接符 72"/>
            <p:cNvCxnSpPr/>
            <p:nvPr>
              <p:custDataLst>
                <p:tags r:id="rId60"/>
              </p:custDataLst>
            </p:nvPr>
          </p:nvCxnSpPr>
          <p:spPr bwMode="auto">
            <a:xfrm flipH="1">
              <a:off x="7597" y="5385"/>
              <a:ext cx="227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4" name="直接连接符 73"/>
            <p:cNvCxnSpPr/>
            <p:nvPr>
              <p:custDataLst>
                <p:tags r:id="rId61"/>
              </p:custDataLst>
            </p:nvPr>
          </p:nvCxnSpPr>
          <p:spPr bwMode="auto">
            <a:xfrm flipH="1">
              <a:off x="7711" y="5385"/>
              <a:ext cx="0" cy="141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5" name="直接连接符 74"/>
            <p:cNvCxnSpPr/>
            <p:nvPr>
              <p:custDataLst>
                <p:tags r:id="rId62"/>
              </p:custDataLst>
            </p:nvPr>
          </p:nvCxnSpPr>
          <p:spPr bwMode="auto">
            <a:xfrm flipV="1">
              <a:off x="7824" y="5378"/>
              <a:ext cx="113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6" name="直接连接符 75"/>
            <p:cNvCxnSpPr/>
            <p:nvPr>
              <p:custDataLst>
                <p:tags r:id="rId63"/>
              </p:custDataLst>
            </p:nvPr>
          </p:nvCxnSpPr>
          <p:spPr bwMode="auto">
            <a:xfrm flipV="1">
              <a:off x="7824" y="5718"/>
              <a:ext cx="113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2" name="直接连接符 81"/>
            <p:cNvCxnSpPr/>
            <p:nvPr>
              <p:custDataLst>
                <p:tags r:id="rId64"/>
              </p:custDataLst>
            </p:nvPr>
          </p:nvCxnSpPr>
          <p:spPr bwMode="auto">
            <a:xfrm flipV="1">
              <a:off x="3459" y="7426"/>
              <a:ext cx="1531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triangle" w="sm" len="sm"/>
              <a:tailEnd type="triangle" w="sm" len="sm"/>
            </a:ln>
            <a:effectLst/>
          </p:spPr>
        </p:cxnSp>
        <p:cxnSp>
          <p:nvCxnSpPr>
            <p:cNvPr id="83" name="直接连接符 82"/>
            <p:cNvCxnSpPr/>
            <p:nvPr>
              <p:custDataLst>
                <p:tags r:id="rId65"/>
              </p:custDataLst>
            </p:nvPr>
          </p:nvCxnSpPr>
          <p:spPr bwMode="auto">
            <a:xfrm flipV="1">
              <a:off x="4989" y="7426"/>
              <a:ext cx="85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0070C0"/>
              </a:solidFill>
              <a:prstDash val="solid"/>
              <a:round/>
              <a:headEnd type="triangle" w="sm" len="sm"/>
              <a:tailEnd type="triangle" w="sm" len="sm"/>
            </a:ln>
            <a:effectLst/>
          </p:spPr>
        </p:cxnSp>
        <p:cxnSp>
          <p:nvCxnSpPr>
            <p:cNvPr id="84" name="直接连接符 83"/>
            <p:cNvCxnSpPr/>
            <p:nvPr>
              <p:custDataLst>
                <p:tags r:id="rId66"/>
              </p:custDataLst>
            </p:nvPr>
          </p:nvCxnSpPr>
          <p:spPr bwMode="auto">
            <a:xfrm>
              <a:off x="3515" y="5385"/>
              <a:ext cx="227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5" name="直接连接符 84"/>
            <p:cNvCxnSpPr/>
            <p:nvPr>
              <p:custDataLst>
                <p:tags r:id="rId67"/>
              </p:custDataLst>
            </p:nvPr>
          </p:nvCxnSpPr>
          <p:spPr bwMode="auto">
            <a:xfrm flipH="1">
              <a:off x="3515" y="5385"/>
              <a:ext cx="227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6" name="直接连接符 85"/>
            <p:cNvCxnSpPr/>
            <p:nvPr>
              <p:custDataLst>
                <p:tags r:id="rId68"/>
              </p:custDataLst>
            </p:nvPr>
          </p:nvCxnSpPr>
          <p:spPr bwMode="auto">
            <a:xfrm>
              <a:off x="3289" y="5385"/>
              <a:ext cx="227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7" name="直接连接符 86"/>
            <p:cNvCxnSpPr/>
            <p:nvPr>
              <p:custDataLst>
                <p:tags r:id="rId69"/>
              </p:custDataLst>
            </p:nvPr>
          </p:nvCxnSpPr>
          <p:spPr bwMode="auto">
            <a:xfrm flipH="1">
              <a:off x="3289" y="5385"/>
              <a:ext cx="227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0" name="直接连接符 89"/>
            <p:cNvCxnSpPr/>
            <p:nvPr>
              <p:custDataLst>
                <p:tags r:id="rId70"/>
              </p:custDataLst>
            </p:nvPr>
          </p:nvCxnSpPr>
          <p:spPr bwMode="auto">
            <a:xfrm>
              <a:off x="3061" y="5385"/>
              <a:ext cx="227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1" name="直接连接符 90"/>
            <p:cNvCxnSpPr/>
            <p:nvPr>
              <p:custDataLst>
                <p:tags r:id="rId71"/>
              </p:custDataLst>
            </p:nvPr>
          </p:nvCxnSpPr>
          <p:spPr bwMode="auto">
            <a:xfrm flipH="1">
              <a:off x="3061" y="5385"/>
              <a:ext cx="227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2" name="直接连接符 91"/>
            <p:cNvCxnSpPr/>
            <p:nvPr>
              <p:custDataLst>
                <p:tags r:id="rId72"/>
              </p:custDataLst>
            </p:nvPr>
          </p:nvCxnSpPr>
          <p:spPr bwMode="auto">
            <a:xfrm>
              <a:off x="2835" y="5385"/>
              <a:ext cx="227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3" name="直接连接符 92"/>
            <p:cNvCxnSpPr/>
            <p:nvPr>
              <p:custDataLst>
                <p:tags r:id="rId73"/>
              </p:custDataLst>
            </p:nvPr>
          </p:nvCxnSpPr>
          <p:spPr bwMode="auto">
            <a:xfrm flipH="1">
              <a:off x="2835" y="5385"/>
              <a:ext cx="227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6" name="直接连接符 95"/>
            <p:cNvCxnSpPr/>
            <p:nvPr>
              <p:custDataLst>
                <p:tags r:id="rId74"/>
              </p:custDataLst>
            </p:nvPr>
          </p:nvCxnSpPr>
          <p:spPr bwMode="auto">
            <a:xfrm>
              <a:off x="4648" y="6122"/>
              <a:ext cx="227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7" name="直接连接符 96"/>
            <p:cNvCxnSpPr/>
            <p:nvPr>
              <p:custDataLst>
                <p:tags r:id="rId75"/>
              </p:custDataLst>
            </p:nvPr>
          </p:nvCxnSpPr>
          <p:spPr bwMode="auto">
            <a:xfrm flipH="1">
              <a:off x="4648" y="6122"/>
              <a:ext cx="227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8" name="直接连接符 97"/>
            <p:cNvCxnSpPr/>
            <p:nvPr>
              <p:custDataLst>
                <p:tags r:id="rId76"/>
              </p:custDataLst>
            </p:nvPr>
          </p:nvCxnSpPr>
          <p:spPr bwMode="auto">
            <a:xfrm>
              <a:off x="4422" y="6122"/>
              <a:ext cx="227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9" name="直接连接符 98"/>
            <p:cNvCxnSpPr/>
            <p:nvPr>
              <p:custDataLst>
                <p:tags r:id="rId77"/>
              </p:custDataLst>
            </p:nvPr>
          </p:nvCxnSpPr>
          <p:spPr bwMode="auto">
            <a:xfrm flipH="1">
              <a:off x="4422" y="6122"/>
              <a:ext cx="227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0" name="直接连接符 99"/>
            <p:cNvCxnSpPr/>
            <p:nvPr>
              <p:custDataLst>
                <p:tags r:id="rId78"/>
              </p:custDataLst>
            </p:nvPr>
          </p:nvCxnSpPr>
          <p:spPr bwMode="auto">
            <a:xfrm>
              <a:off x="4194" y="6122"/>
              <a:ext cx="227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1" name="直接连接符 100"/>
            <p:cNvCxnSpPr/>
            <p:nvPr>
              <p:custDataLst>
                <p:tags r:id="rId79"/>
              </p:custDataLst>
            </p:nvPr>
          </p:nvCxnSpPr>
          <p:spPr bwMode="auto">
            <a:xfrm flipH="1">
              <a:off x="4194" y="6122"/>
              <a:ext cx="227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2" name="直接连接符 101"/>
            <p:cNvCxnSpPr/>
            <p:nvPr>
              <p:custDataLst>
                <p:tags r:id="rId80"/>
              </p:custDataLst>
            </p:nvPr>
          </p:nvCxnSpPr>
          <p:spPr bwMode="auto">
            <a:xfrm>
              <a:off x="3968" y="6122"/>
              <a:ext cx="227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3" name="直接连接符 102"/>
            <p:cNvCxnSpPr/>
            <p:nvPr>
              <p:custDataLst>
                <p:tags r:id="rId81"/>
              </p:custDataLst>
            </p:nvPr>
          </p:nvCxnSpPr>
          <p:spPr bwMode="auto">
            <a:xfrm flipH="1">
              <a:off x="3968" y="6122"/>
              <a:ext cx="227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" name="直接连接符 26"/>
            <p:cNvCxnSpPr/>
            <p:nvPr>
              <p:custDataLst>
                <p:tags r:id="rId82"/>
              </p:custDataLst>
            </p:nvPr>
          </p:nvCxnSpPr>
          <p:spPr bwMode="auto">
            <a:xfrm>
              <a:off x="3742" y="6127"/>
              <a:ext cx="227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" name="直接连接符 27"/>
            <p:cNvCxnSpPr/>
            <p:nvPr>
              <p:custDataLst>
                <p:tags r:id="rId83"/>
              </p:custDataLst>
            </p:nvPr>
          </p:nvCxnSpPr>
          <p:spPr bwMode="auto">
            <a:xfrm flipH="1">
              <a:off x="3742" y="6127"/>
              <a:ext cx="227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6" name="直接连接符 35"/>
            <p:cNvCxnSpPr/>
            <p:nvPr>
              <p:custDataLst>
                <p:tags r:id="rId84"/>
              </p:custDataLst>
            </p:nvPr>
          </p:nvCxnSpPr>
          <p:spPr bwMode="auto">
            <a:xfrm>
              <a:off x="3516" y="6127"/>
              <a:ext cx="227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8" name="直接连接符 37"/>
            <p:cNvCxnSpPr/>
            <p:nvPr>
              <p:custDataLst>
                <p:tags r:id="rId85"/>
              </p:custDataLst>
            </p:nvPr>
          </p:nvCxnSpPr>
          <p:spPr bwMode="auto">
            <a:xfrm flipH="1">
              <a:off x="3516" y="6127"/>
              <a:ext cx="227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1" name="直接连接符 40"/>
            <p:cNvCxnSpPr/>
            <p:nvPr>
              <p:custDataLst>
                <p:tags r:id="rId86"/>
              </p:custDataLst>
            </p:nvPr>
          </p:nvCxnSpPr>
          <p:spPr bwMode="auto">
            <a:xfrm>
              <a:off x="3288" y="6127"/>
              <a:ext cx="227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" name="直接连接符 44"/>
            <p:cNvCxnSpPr/>
            <p:nvPr>
              <p:custDataLst>
                <p:tags r:id="rId87"/>
              </p:custDataLst>
            </p:nvPr>
          </p:nvCxnSpPr>
          <p:spPr bwMode="auto">
            <a:xfrm flipH="1">
              <a:off x="3288" y="6127"/>
              <a:ext cx="227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7" name="直接连接符 46"/>
            <p:cNvCxnSpPr/>
            <p:nvPr>
              <p:custDataLst>
                <p:tags r:id="rId88"/>
              </p:custDataLst>
            </p:nvPr>
          </p:nvCxnSpPr>
          <p:spPr bwMode="auto">
            <a:xfrm>
              <a:off x="3062" y="6127"/>
              <a:ext cx="227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8" name="直接连接符 47"/>
            <p:cNvCxnSpPr/>
            <p:nvPr>
              <p:custDataLst>
                <p:tags r:id="rId89"/>
              </p:custDataLst>
            </p:nvPr>
          </p:nvCxnSpPr>
          <p:spPr bwMode="auto">
            <a:xfrm flipH="1">
              <a:off x="3062" y="6127"/>
              <a:ext cx="227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9" name="直接连接符 58"/>
            <p:cNvCxnSpPr/>
            <p:nvPr>
              <p:custDataLst>
                <p:tags r:id="rId90"/>
              </p:custDataLst>
            </p:nvPr>
          </p:nvCxnSpPr>
          <p:spPr bwMode="auto">
            <a:xfrm>
              <a:off x="2835" y="6122"/>
              <a:ext cx="227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7" name="直接连接符 76"/>
            <p:cNvCxnSpPr/>
            <p:nvPr>
              <p:custDataLst>
                <p:tags r:id="rId91"/>
              </p:custDataLst>
            </p:nvPr>
          </p:nvCxnSpPr>
          <p:spPr bwMode="auto">
            <a:xfrm flipH="1">
              <a:off x="2835" y="6122"/>
              <a:ext cx="227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8" name="直接连接符 77"/>
            <p:cNvCxnSpPr/>
            <p:nvPr>
              <p:custDataLst>
                <p:tags r:id="rId92"/>
              </p:custDataLst>
            </p:nvPr>
          </p:nvCxnSpPr>
          <p:spPr bwMode="auto">
            <a:xfrm>
              <a:off x="4309" y="6859"/>
              <a:ext cx="227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9" name="直接连接符 78"/>
            <p:cNvCxnSpPr/>
            <p:nvPr>
              <p:custDataLst>
                <p:tags r:id="rId93"/>
              </p:custDataLst>
            </p:nvPr>
          </p:nvCxnSpPr>
          <p:spPr bwMode="auto">
            <a:xfrm flipH="1">
              <a:off x="4309" y="6859"/>
              <a:ext cx="227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0" name="直接连接符 79"/>
            <p:cNvCxnSpPr/>
            <p:nvPr>
              <p:custDataLst>
                <p:tags r:id="rId94"/>
              </p:custDataLst>
            </p:nvPr>
          </p:nvCxnSpPr>
          <p:spPr bwMode="auto">
            <a:xfrm>
              <a:off x="4083" y="6859"/>
              <a:ext cx="227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1" name="直接连接符 80"/>
            <p:cNvCxnSpPr/>
            <p:nvPr>
              <p:custDataLst>
                <p:tags r:id="rId95"/>
              </p:custDataLst>
            </p:nvPr>
          </p:nvCxnSpPr>
          <p:spPr bwMode="auto">
            <a:xfrm flipH="1">
              <a:off x="4083" y="6859"/>
              <a:ext cx="227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8" name="直接连接符 87"/>
            <p:cNvCxnSpPr/>
            <p:nvPr>
              <p:custDataLst>
                <p:tags r:id="rId96"/>
              </p:custDataLst>
            </p:nvPr>
          </p:nvCxnSpPr>
          <p:spPr bwMode="auto">
            <a:xfrm>
              <a:off x="3855" y="6859"/>
              <a:ext cx="227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9" name="直接连接符 88"/>
            <p:cNvCxnSpPr/>
            <p:nvPr>
              <p:custDataLst>
                <p:tags r:id="rId97"/>
              </p:custDataLst>
            </p:nvPr>
          </p:nvCxnSpPr>
          <p:spPr bwMode="auto">
            <a:xfrm flipH="1">
              <a:off x="3855" y="6859"/>
              <a:ext cx="227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4" name="直接连接符 93"/>
            <p:cNvCxnSpPr/>
            <p:nvPr>
              <p:custDataLst>
                <p:tags r:id="rId98"/>
              </p:custDataLst>
            </p:nvPr>
          </p:nvCxnSpPr>
          <p:spPr bwMode="auto">
            <a:xfrm>
              <a:off x="3629" y="6859"/>
              <a:ext cx="227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4" name="直接连接符 103"/>
            <p:cNvCxnSpPr/>
            <p:nvPr>
              <p:custDataLst>
                <p:tags r:id="rId99"/>
              </p:custDataLst>
            </p:nvPr>
          </p:nvCxnSpPr>
          <p:spPr bwMode="auto">
            <a:xfrm flipH="1">
              <a:off x="3629" y="6859"/>
              <a:ext cx="227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0" name="直接连接符 109"/>
            <p:cNvCxnSpPr/>
            <p:nvPr>
              <p:custDataLst>
                <p:tags r:id="rId100"/>
              </p:custDataLst>
            </p:nvPr>
          </p:nvCxnSpPr>
          <p:spPr bwMode="auto">
            <a:xfrm>
              <a:off x="4760" y="6859"/>
              <a:ext cx="227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1" name="直接连接符 110"/>
            <p:cNvCxnSpPr/>
            <p:nvPr>
              <p:custDataLst>
                <p:tags r:id="rId101"/>
              </p:custDataLst>
            </p:nvPr>
          </p:nvCxnSpPr>
          <p:spPr bwMode="auto">
            <a:xfrm flipH="1">
              <a:off x="4760" y="6859"/>
              <a:ext cx="227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2" name="直接连接符 111"/>
            <p:cNvCxnSpPr/>
            <p:nvPr>
              <p:custDataLst>
                <p:tags r:id="rId102"/>
              </p:custDataLst>
            </p:nvPr>
          </p:nvCxnSpPr>
          <p:spPr bwMode="auto">
            <a:xfrm>
              <a:off x="4534" y="6859"/>
              <a:ext cx="227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3" name="直接连接符 112"/>
            <p:cNvCxnSpPr/>
            <p:nvPr>
              <p:custDataLst>
                <p:tags r:id="rId103"/>
              </p:custDataLst>
            </p:nvPr>
          </p:nvCxnSpPr>
          <p:spPr bwMode="auto">
            <a:xfrm flipH="1">
              <a:off x="4534" y="6859"/>
              <a:ext cx="227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6" name="直接连接符 105"/>
            <p:cNvCxnSpPr/>
            <p:nvPr>
              <p:custDataLst>
                <p:tags r:id="rId104"/>
              </p:custDataLst>
            </p:nvPr>
          </p:nvCxnSpPr>
          <p:spPr bwMode="auto">
            <a:xfrm>
              <a:off x="5214" y="6859"/>
              <a:ext cx="227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7" name="直接连接符 106"/>
            <p:cNvCxnSpPr/>
            <p:nvPr>
              <p:custDataLst>
                <p:tags r:id="rId105"/>
              </p:custDataLst>
            </p:nvPr>
          </p:nvCxnSpPr>
          <p:spPr bwMode="auto">
            <a:xfrm flipH="1">
              <a:off x="5214" y="6859"/>
              <a:ext cx="227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8" name="直接连接符 107"/>
            <p:cNvCxnSpPr/>
            <p:nvPr>
              <p:custDataLst>
                <p:tags r:id="rId106"/>
              </p:custDataLst>
            </p:nvPr>
          </p:nvCxnSpPr>
          <p:spPr bwMode="auto">
            <a:xfrm>
              <a:off x="4988" y="6859"/>
              <a:ext cx="227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9" name="直接连接符 108"/>
            <p:cNvCxnSpPr/>
            <p:nvPr>
              <p:custDataLst>
                <p:tags r:id="rId107"/>
              </p:custDataLst>
            </p:nvPr>
          </p:nvCxnSpPr>
          <p:spPr bwMode="auto">
            <a:xfrm flipH="1">
              <a:off x="4988" y="6859"/>
              <a:ext cx="227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4" name="直接连接符 113"/>
            <p:cNvCxnSpPr/>
            <p:nvPr>
              <p:custDataLst>
                <p:tags r:id="rId108"/>
              </p:custDataLst>
            </p:nvPr>
          </p:nvCxnSpPr>
          <p:spPr bwMode="auto">
            <a:xfrm>
              <a:off x="5442" y="6859"/>
              <a:ext cx="227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5" name="直接连接符 114"/>
            <p:cNvCxnSpPr/>
            <p:nvPr>
              <p:custDataLst>
                <p:tags r:id="rId109"/>
              </p:custDataLst>
            </p:nvPr>
          </p:nvCxnSpPr>
          <p:spPr bwMode="auto">
            <a:xfrm flipH="1">
              <a:off x="5442" y="6859"/>
              <a:ext cx="227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0" name="直接连接符 119"/>
            <p:cNvCxnSpPr/>
            <p:nvPr>
              <p:custDataLst>
                <p:tags r:id="rId110"/>
              </p:custDataLst>
            </p:nvPr>
          </p:nvCxnSpPr>
          <p:spPr bwMode="auto">
            <a:xfrm>
              <a:off x="7653" y="6859"/>
              <a:ext cx="227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1" name="直接连接符 120"/>
            <p:cNvCxnSpPr/>
            <p:nvPr>
              <p:custDataLst>
                <p:tags r:id="rId111"/>
              </p:custDataLst>
            </p:nvPr>
          </p:nvCxnSpPr>
          <p:spPr bwMode="auto">
            <a:xfrm flipH="1">
              <a:off x="7653" y="6859"/>
              <a:ext cx="227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2" name="直接连接符 121"/>
            <p:cNvCxnSpPr/>
            <p:nvPr>
              <p:custDataLst>
                <p:tags r:id="rId112"/>
              </p:custDataLst>
            </p:nvPr>
          </p:nvCxnSpPr>
          <p:spPr bwMode="auto">
            <a:xfrm>
              <a:off x="7427" y="6859"/>
              <a:ext cx="227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3" name="直接连接符 122"/>
            <p:cNvCxnSpPr/>
            <p:nvPr>
              <p:custDataLst>
                <p:tags r:id="rId113"/>
              </p:custDataLst>
            </p:nvPr>
          </p:nvCxnSpPr>
          <p:spPr bwMode="auto">
            <a:xfrm flipH="1">
              <a:off x="7427" y="6859"/>
              <a:ext cx="227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8" name="直接连接符 127"/>
            <p:cNvCxnSpPr/>
            <p:nvPr>
              <p:custDataLst>
                <p:tags r:id="rId114"/>
              </p:custDataLst>
            </p:nvPr>
          </p:nvCxnSpPr>
          <p:spPr bwMode="auto">
            <a:xfrm>
              <a:off x="7370" y="5385"/>
              <a:ext cx="227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9" name="直接连接符 128"/>
            <p:cNvCxnSpPr/>
            <p:nvPr>
              <p:custDataLst>
                <p:tags r:id="rId115"/>
              </p:custDataLst>
            </p:nvPr>
          </p:nvCxnSpPr>
          <p:spPr bwMode="auto">
            <a:xfrm flipH="1">
              <a:off x="7370" y="5385"/>
              <a:ext cx="227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0" name="直接连接符 129"/>
            <p:cNvCxnSpPr/>
            <p:nvPr>
              <p:custDataLst>
                <p:tags r:id="rId116"/>
              </p:custDataLst>
            </p:nvPr>
          </p:nvCxnSpPr>
          <p:spPr bwMode="auto">
            <a:xfrm>
              <a:off x="7144" y="5385"/>
              <a:ext cx="227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1" name="直接连接符 130"/>
            <p:cNvCxnSpPr/>
            <p:nvPr>
              <p:custDataLst>
                <p:tags r:id="rId117"/>
              </p:custDataLst>
            </p:nvPr>
          </p:nvCxnSpPr>
          <p:spPr bwMode="auto">
            <a:xfrm flipH="1">
              <a:off x="7144" y="5385"/>
              <a:ext cx="227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2" name="直接连接符 131"/>
            <p:cNvCxnSpPr/>
            <p:nvPr>
              <p:custDataLst>
                <p:tags r:id="rId118"/>
              </p:custDataLst>
            </p:nvPr>
          </p:nvCxnSpPr>
          <p:spPr bwMode="auto">
            <a:xfrm>
              <a:off x="6916" y="5385"/>
              <a:ext cx="227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3" name="直接连接符 132"/>
            <p:cNvCxnSpPr/>
            <p:nvPr>
              <p:custDataLst>
                <p:tags r:id="rId119"/>
              </p:custDataLst>
            </p:nvPr>
          </p:nvCxnSpPr>
          <p:spPr bwMode="auto">
            <a:xfrm flipH="1">
              <a:off x="6916" y="5385"/>
              <a:ext cx="227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7" name="直接连接符 206"/>
            <p:cNvCxnSpPr/>
            <p:nvPr>
              <p:custDataLst>
                <p:tags r:id="rId120"/>
              </p:custDataLst>
            </p:nvPr>
          </p:nvCxnSpPr>
          <p:spPr bwMode="auto">
            <a:xfrm>
              <a:off x="6690" y="5385"/>
              <a:ext cx="227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4" name="直接连接符 213"/>
            <p:cNvCxnSpPr/>
            <p:nvPr>
              <p:custDataLst>
                <p:tags r:id="rId121"/>
              </p:custDataLst>
            </p:nvPr>
          </p:nvCxnSpPr>
          <p:spPr bwMode="auto">
            <a:xfrm flipH="1">
              <a:off x="6690" y="5385"/>
              <a:ext cx="227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7" name="直接连接符 216"/>
            <p:cNvCxnSpPr/>
            <p:nvPr>
              <p:custDataLst>
                <p:tags r:id="rId122"/>
              </p:custDataLst>
            </p:nvPr>
          </p:nvCxnSpPr>
          <p:spPr bwMode="auto">
            <a:xfrm>
              <a:off x="7370" y="6122"/>
              <a:ext cx="227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8" name="直接连接符 217"/>
            <p:cNvCxnSpPr/>
            <p:nvPr>
              <p:custDataLst>
                <p:tags r:id="rId123"/>
              </p:custDataLst>
            </p:nvPr>
          </p:nvCxnSpPr>
          <p:spPr bwMode="auto">
            <a:xfrm flipH="1">
              <a:off x="7370" y="6122"/>
              <a:ext cx="227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9" name="直接连接符 218"/>
            <p:cNvCxnSpPr/>
            <p:nvPr>
              <p:custDataLst>
                <p:tags r:id="rId124"/>
              </p:custDataLst>
            </p:nvPr>
          </p:nvCxnSpPr>
          <p:spPr bwMode="auto">
            <a:xfrm>
              <a:off x="7144" y="6122"/>
              <a:ext cx="227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0" name="直接连接符 219"/>
            <p:cNvCxnSpPr/>
            <p:nvPr>
              <p:custDataLst>
                <p:tags r:id="rId125"/>
              </p:custDataLst>
            </p:nvPr>
          </p:nvCxnSpPr>
          <p:spPr bwMode="auto">
            <a:xfrm flipH="1">
              <a:off x="7144" y="6122"/>
              <a:ext cx="227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1" name="直接连接符 220"/>
            <p:cNvCxnSpPr/>
            <p:nvPr>
              <p:custDataLst>
                <p:tags r:id="rId126"/>
              </p:custDataLst>
            </p:nvPr>
          </p:nvCxnSpPr>
          <p:spPr bwMode="auto">
            <a:xfrm>
              <a:off x="6916" y="6122"/>
              <a:ext cx="227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2" name="直接连接符 221"/>
            <p:cNvCxnSpPr/>
            <p:nvPr>
              <p:custDataLst>
                <p:tags r:id="rId127"/>
              </p:custDataLst>
            </p:nvPr>
          </p:nvCxnSpPr>
          <p:spPr bwMode="auto">
            <a:xfrm flipH="1">
              <a:off x="6916" y="6122"/>
              <a:ext cx="227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3" name="直接连接符 222"/>
            <p:cNvCxnSpPr/>
            <p:nvPr>
              <p:custDataLst>
                <p:tags r:id="rId128"/>
              </p:custDataLst>
            </p:nvPr>
          </p:nvCxnSpPr>
          <p:spPr bwMode="auto">
            <a:xfrm>
              <a:off x="6690" y="6122"/>
              <a:ext cx="227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4" name="直接连接符 223"/>
            <p:cNvCxnSpPr/>
            <p:nvPr>
              <p:custDataLst>
                <p:tags r:id="rId129"/>
              </p:custDataLst>
            </p:nvPr>
          </p:nvCxnSpPr>
          <p:spPr bwMode="auto">
            <a:xfrm flipH="1">
              <a:off x="6690" y="6122"/>
              <a:ext cx="227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4" name="直接连接符 233"/>
            <p:cNvCxnSpPr/>
            <p:nvPr>
              <p:custDataLst>
                <p:tags r:id="rId130"/>
              </p:custDataLst>
            </p:nvPr>
          </p:nvCxnSpPr>
          <p:spPr bwMode="auto">
            <a:xfrm>
              <a:off x="7597" y="6122"/>
              <a:ext cx="227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5" name="直接连接符 234"/>
            <p:cNvCxnSpPr/>
            <p:nvPr>
              <p:custDataLst>
                <p:tags r:id="rId131"/>
              </p:custDataLst>
            </p:nvPr>
          </p:nvCxnSpPr>
          <p:spPr bwMode="auto">
            <a:xfrm flipH="1">
              <a:off x="7597" y="6122"/>
              <a:ext cx="227" cy="3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36" name="Text Box 191"/>
            <p:cNvSpPr txBox="1">
              <a:spLocks noChangeArrowheads="1"/>
            </p:cNvSpPr>
            <p:nvPr>
              <p:custDataLst>
                <p:tags r:id="rId132"/>
              </p:custDataLst>
            </p:nvPr>
          </p:nvSpPr>
          <p:spPr bwMode="auto">
            <a:xfrm>
              <a:off x="2834" y="7766"/>
              <a:ext cx="2041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保持时间容限</a:t>
              </a:r>
            </a:p>
          </p:txBody>
        </p:sp>
        <p:sp>
          <p:nvSpPr>
            <p:cNvPr id="237" name="Text Box 191"/>
            <p:cNvSpPr txBox="1">
              <a:spLocks noChangeArrowheads="1"/>
            </p:cNvSpPr>
            <p:nvPr>
              <p:custDataLst>
                <p:tags r:id="rId133"/>
              </p:custDataLst>
            </p:nvPr>
          </p:nvSpPr>
          <p:spPr bwMode="auto">
            <a:xfrm>
              <a:off x="5046" y="7766"/>
              <a:ext cx="2041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0070C0"/>
                  </a:solidFill>
                  <a:latin typeface="宋体" panose="02010600030101010101" pitchFamily="2" charset="-122"/>
                </a:rPr>
                <a:t>建立时间容限</a:t>
              </a:r>
            </a:p>
          </p:txBody>
        </p:sp>
        <p:cxnSp>
          <p:nvCxnSpPr>
            <p:cNvPr id="238" name="直接连接符 237"/>
            <p:cNvCxnSpPr/>
            <p:nvPr>
              <p:custDataLst>
                <p:tags r:id="rId134"/>
              </p:custDataLst>
            </p:nvPr>
          </p:nvCxnSpPr>
          <p:spPr bwMode="auto">
            <a:xfrm flipH="1" flipV="1">
              <a:off x="4025" y="7426"/>
              <a:ext cx="0" cy="283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triangle" w="sm" len="sm"/>
            </a:ln>
            <a:effectLst/>
          </p:spPr>
        </p:cxnSp>
        <p:cxnSp>
          <p:nvCxnSpPr>
            <p:cNvPr id="239" name="直接连接符 238"/>
            <p:cNvCxnSpPr/>
            <p:nvPr>
              <p:custDataLst>
                <p:tags r:id="rId135"/>
              </p:custDataLst>
            </p:nvPr>
          </p:nvCxnSpPr>
          <p:spPr bwMode="auto">
            <a:xfrm flipH="1" flipV="1">
              <a:off x="5386" y="7426"/>
              <a:ext cx="0" cy="283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70C0"/>
              </a:solidFill>
              <a:prstDash val="solid"/>
              <a:round/>
              <a:headEnd type="none" w="sm" len="sm"/>
              <a:tailEnd type="triangle" w="sm" len="sm"/>
            </a:ln>
            <a:effectLst/>
          </p:spPr>
        </p:cxnSp>
        <p:sp>
          <p:nvSpPr>
            <p:cNvPr id="95" name="Text Box 191"/>
            <p:cNvSpPr txBox="1">
              <a:spLocks noChangeArrowheads="1"/>
            </p:cNvSpPr>
            <p:nvPr>
              <p:custDataLst>
                <p:tags r:id="rId136"/>
              </p:custDataLst>
            </p:nvPr>
          </p:nvSpPr>
          <p:spPr bwMode="auto">
            <a:xfrm>
              <a:off x="4535" y="5386"/>
              <a:ext cx="68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14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稳定</a:t>
              </a:r>
            </a:p>
          </p:txBody>
        </p:sp>
        <p:sp>
          <p:nvSpPr>
            <p:cNvPr id="105" name="Text Box 191"/>
            <p:cNvSpPr txBox="1">
              <a:spLocks noChangeArrowheads="1"/>
            </p:cNvSpPr>
            <p:nvPr>
              <p:custDataLst>
                <p:tags r:id="rId137"/>
              </p:custDataLst>
            </p:nvPr>
          </p:nvSpPr>
          <p:spPr bwMode="auto">
            <a:xfrm>
              <a:off x="5443" y="6123"/>
              <a:ext cx="68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14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稳定</a:t>
              </a:r>
              <a:endParaRPr 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16" name="Text Box 191"/>
            <p:cNvSpPr txBox="1">
              <a:spLocks noChangeArrowheads="1"/>
            </p:cNvSpPr>
            <p:nvPr>
              <p:custDataLst>
                <p:tags r:id="rId138"/>
              </p:custDataLst>
            </p:nvPr>
          </p:nvSpPr>
          <p:spPr bwMode="auto">
            <a:xfrm>
              <a:off x="2778" y="6860"/>
              <a:ext cx="62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14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不变</a:t>
              </a:r>
            </a:p>
          </p:txBody>
        </p:sp>
        <p:sp>
          <p:nvSpPr>
            <p:cNvPr id="117" name="Text Box 191"/>
            <p:cNvSpPr txBox="1">
              <a:spLocks noChangeArrowheads="1"/>
            </p:cNvSpPr>
            <p:nvPr>
              <p:custDataLst>
                <p:tags r:id="rId139"/>
              </p:custDataLst>
            </p:nvPr>
          </p:nvSpPr>
          <p:spPr bwMode="auto">
            <a:xfrm>
              <a:off x="6009" y="6860"/>
              <a:ext cx="62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14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不变</a:t>
              </a:r>
            </a:p>
          </p:txBody>
        </p:sp>
        <p:sp>
          <p:nvSpPr>
            <p:cNvPr id="118" name="Text Box 191"/>
            <p:cNvSpPr txBox="1">
              <a:spLocks noChangeArrowheads="1"/>
            </p:cNvSpPr>
            <p:nvPr>
              <p:custDataLst>
                <p:tags r:id="rId140"/>
              </p:custDataLst>
            </p:nvPr>
          </p:nvSpPr>
          <p:spPr bwMode="auto">
            <a:xfrm>
              <a:off x="6633" y="6860"/>
              <a:ext cx="62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14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不变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37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437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437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437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437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437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437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437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12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16</a:t>
            </a:fld>
            <a:endParaRPr lang="en-US" altLang="zh-CN"/>
          </a:p>
        </p:txBody>
      </p:sp>
      <p:sp>
        <p:nvSpPr>
          <p:cNvPr id="182" name="Text Box 7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070" y="323850"/>
            <a:ext cx="8736330" cy="1222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同步时序逻辑设计示例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1150620" indent="-115062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例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设计自动售水机的逻辑电路。投币口每次只能投一枚五角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一元硬币。投入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1.5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元时给出一杯水；投入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元时给出水并找回五角硬币</a:t>
            </a: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68" name="Text Box 7"/>
          <p:cNvSpPr txBox="1">
            <a:spLocks noChangeArrowheads="1"/>
          </p:cNvSpPr>
          <p:nvPr/>
        </p:nvSpPr>
        <p:spPr bwMode="auto">
          <a:xfrm>
            <a:off x="648000" y="1476000"/>
            <a:ext cx="2164080" cy="41846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zh-CN" altLang="en-US" sz="2000" b="1" dirty="0">
                <a:solidFill>
                  <a:srgbClr val="7030A0"/>
                </a:solidFill>
                <a:latin typeface="宋体" panose="02010600030101010101" pitchFamily="2" charset="-122"/>
              </a:rPr>
              <a:t>需求分析</a:t>
            </a:r>
            <a:r>
              <a:rPr lang="en-US" altLang="zh-CN" sz="2000" b="1" dirty="0">
                <a:solidFill>
                  <a:srgbClr val="7030A0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000" b="1" dirty="0">
              <a:solidFill>
                <a:srgbClr val="7030A0"/>
              </a:solidFill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zh-CN" altLang="en-US" sz="1600" b="1" dirty="0">
              <a:solidFill>
                <a:srgbClr val="7030A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zh-CN" altLang="en-US" sz="2000" b="1" dirty="0">
              <a:solidFill>
                <a:srgbClr val="7030A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zh-CN" altLang="en-US" sz="2000" b="1" dirty="0">
              <a:solidFill>
                <a:srgbClr val="7030A0"/>
              </a:solidFill>
              <a:latin typeface="宋体" panose="02010600030101010101" pitchFamily="2" charset="-122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7030A0"/>
                </a:solidFill>
                <a:latin typeface="宋体" panose="02010600030101010101" pitchFamily="2" charset="-122"/>
              </a:rPr>
              <a:t>状态图</a:t>
            </a:r>
            <a:r>
              <a:rPr lang="en-US" altLang="zh-CN" sz="2000" b="1" dirty="0">
                <a:solidFill>
                  <a:srgbClr val="7030A0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2000" b="1" dirty="0">
                <a:solidFill>
                  <a:srgbClr val="7030A0"/>
                </a:solidFill>
                <a:latin typeface="宋体" panose="02010600030101010101" pitchFamily="2" charset="-122"/>
              </a:rPr>
              <a:t>表设计</a:t>
            </a:r>
            <a:r>
              <a:rPr lang="en-US" altLang="zh-CN" sz="2000" b="1" dirty="0">
                <a:solidFill>
                  <a:srgbClr val="7030A0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000" b="1" dirty="0">
              <a:solidFill>
                <a:srgbClr val="7030A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zh-CN" altLang="en-US" sz="2000" b="1" dirty="0">
              <a:solidFill>
                <a:srgbClr val="7030A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zh-CN" altLang="en-US" sz="2000" b="1" dirty="0">
              <a:solidFill>
                <a:srgbClr val="7030A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zh-CN" altLang="en-US" sz="2000" b="1" dirty="0">
              <a:solidFill>
                <a:srgbClr val="7030A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zh-CN" altLang="en-US" sz="2000" b="1" dirty="0">
              <a:solidFill>
                <a:srgbClr val="7030A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zh-CN" altLang="en-US" sz="2000" b="1" dirty="0">
                <a:solidFill>
                  <a:srgbClr val="7030A0"/>
                </a:solidFill>
                <a:latin typeface="宋体" panose="02010600030101010101" pitchFamily="2" charset="-122"/>
              </a:rPr>
              <a:t>状态化简</a:t>
            </a:r>
            <a:r>
              <a:rPr lang="en-US" altLang="zh-CN" sz="2000" b="1" dirty="0">
                <a:solidFill>
                  <a:srgbClr val="7030A0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000" b="1" dirty="0">
              <a:solidFill>
                <a:srgbClr val="7030A0"/>
              </a:solidFill>
              <a:latin typeface="宋体" panose="02010600030101010101" pitchFamily="2" charset="-122"/>
            </a:endParaRPr>
          </a:p>
          <a:p>
            <a:pPr marL="0" indent="0" eaLnBrk="1" latinLnBrk="0" hangingPunct="1">
              <a:lnSpc>
                <a:spcPct val="125000"/>
              </a:lnSpc>
              <a:spcAft>
                <a:spcPts val="0"/>
              </a:spcAft>
            </a:pPr>
            <a:r>
              <a:rPr lang="zh-CN" altLang="en-US" sz="2000" b="1" dirty="0">
                <a:solidFill>
                  <a:srgbClr val="7030A0"/>
                </a:solidFill>
                <a:latin typeface="宋体" panose="02010600030101010101" pitchFamily="2" charset="-122"/>
                <a:sym typeface="+mn-ea"/>
              </a:rPr>
              <a:t>状态编码</a:t>
            </a:r>
            <a:r>
              <a:rPr lang="en-US" altLang="zh-CN" sz="2000" b="1" dirty="0">
                <a:solidFill>
                  <a:srgbClr val="7030A0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000" b="1" dirty="0">
              <a:solidFill>
                <a:srgbClr val="7030A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3" name="Text Box 7"/>
          <p:cNvSpPr txBox="1">
            <a:spLocks noChangeArrowheads="1"/>
          </p:cNvSpPr>
          <p:nvPr/>
        </p:nvSpPr>
        <p:spPr bwMode="auto">
          <a:xfrm>
            <a:off x="1956435" y="1475740"/>
            <a:ext cx="7008495" cy="45694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</a:rPr>
              <a:t>AB</a:t>
            </a:r>
            <a:r>
              <a:rPr lang="zh-CN" sz="2000" b="1" dirty="0">
                <a:solidFill>
                  <a:schemeClr val="tx1"/>
                </a:solidFill>
                <a:latin typeface="宋体" panose="02010600030101010101" pitchFamily="2" charset="-122"/>
              </a:rPr>
              <a:t>为投币信号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</a:rPr>
              <a:t>Y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</a:rPr>
              <a:t>为给水信号，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</a:rPr>
              <a:t>Z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</a:rPr>
              <a:t>为找钱信号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(0/1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表示不找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找五角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(00/01/10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表示未投入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投五角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投一元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假设初态为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S0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无余钱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余钱＝五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角、一元时为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S1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S2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状态图及状态表为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无等价状态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指次态及输出完全相同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，无需化简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依准则①有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S1-S2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相邻，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依准则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②和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③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有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S0-S1-S2</a:t>
            </a:r>
            <a:r>
              <a:rPr 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均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相邻，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故编码方案为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00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01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10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2447290" y="2205355"/>
            <a:ext cx="2698750" cy="539750"/>
            <a:chOff x="3402" y="7767"/>
            <a:chExt cx="4250" cy="850"/>
          </a:xfrm>
        </p:grpSpPr>
        <p:sp>
          <p:nvSpPr>
            <p:cNvPr id="155" name="Text Box 191"/>
            <p:cNvSpPr txBox="1">
              <a:spLocks noChangeArrowheads="1"/>
            </p:cNvSpPr>
            <p:nvPr>
              <p:custDataLst>
                <p:tags r:id="rId107"/>
              </p:custDataLst>
            </p:nvPr>
          </p:nvSpPr>
          <p:spPr bwMode="auto">
            <a:xfrm>
              <a:off x="4536" y="7882"/>
              <a:ext cx="45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AB</a:t>
              </a:r>
            </a:p>
          </p:txBody>
        </p:sp>
        <p:sp>
          <p:nvSpPr>
            <p:cNvPr id="156" name="Text Box 36"/>
            <p:cNvSpPr txBox="1">
              <a:spLocks noChangeArrowheads="1"/>
            </p:cNvSpPr>
            <p:nvPr>
              <p:custDataLst>
                <p:tags r:id="rId108"/>
              </p:custDataLst>
            </p:nvPr>
          </p:nvSpPr>
          <p:spPr bwMode="auto">
            <a:xfrm>
              <a:off x="5442" y="7880"/>
              <a:ext cx="1474" cy="737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1600" b="1" u="none" dirty="0">
                  <a:latin typeface="宋体" panose="02010600030101010101" pitchFamily="2" charset="-122"/>
                </a:rPr>
                <a:t>售水机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1600" b="1" u="none" dirty="0">
                  <a:latin typeface="宋体" panose="02010600030101010101" pitchFamily="2" charset="-122"/>
                </a:rPr>
                <a:t>逻辑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电路</a:t>
              </a:r>
            </a:p>
          </p:txBody>
        </p:sp>
        <p:cxnSp>
          <p:nvCxnSpPr>
            <p:cNvPr id="157" name="直接箭头连接符 156"/>
            <p:cNvCxnSpPr/>
            <p:nvPr>
              <p:custDataLst>
                <p:tags r:id="rId109"/>
              </p:custDataLst>
            </p:nvPr>
          </p:nvCxnSpPr>
          <p:spPr bwMode="auto">
            <a:xfrm flipV="1">
              <a:off x="4989" y="8052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9" name="直接箭头连接符 158"/>
            <p:cNvCxnSpPr/>
            <p:nvPr>
              <p:custDataLst>
                <p:tags r:id="rId110"/>
              </p:custDataLst>
            </p:nvPr>
          </p:nvCxnSpPr>
          <p:spPr bwMode="auto">
            <a:xfrm>
              <a:off x="5102" y="8447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61" name="Text Box 191"/>
            <p:cNvSpPr txBox="1">
              <a:spLocks noChangeArrowheads="1"/>
            </p:cNvSpPr>
            <p:nvPr>
              <p:custDataLst>
                <p:tags r:id="rId111"/>
              </p:custDataLst>
            </p:nvPr>
          </p:nvSpPr>
          <p:spPr bwMode="auto">
            <a:xfrm>
              <a:off x="3402" y="8277"/>
              <a:ext cx="175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采样脉冲</a:t>
              </a: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CP</a:t>
              </a:r>
            </a:p>
          </p:txBody>
        </p:sp>
        <p:cxnSp>
          <p:nvCxnSpPr>
            <p:cNvPr id="162" name="直接箭头连接符 161"/>
            <p:cNvCxnSpPr/>
            <p:nvPr>
              <p:custDataLst>
                <p:tags r:id="rId112"/>
              </p:custDataLst>
            </p:nvPr>
          </p:nvCxnSpPr>
          <p:spPr bwMode="auto">
            <a:xfrm>
              <a:off x="5045" y="7965"/>
              <a:ext cx="170" cy="17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63" name="Text Box 191"/>
            <p:cNvSpPr txBox="1">
              <a:spLocks noChangeArrowheads="1"/>
            </p:cNvSpPr>
            <p:nvPr>
              <p:custDataLst>
                <p:tags r:id="rId113"/>
              </p:custDataLst>
            </p:nvPr>
          </p:nvSpPr>
          <p:spPr bwMode="auto">
            <a:xfrm>
              <a:off x="5045" y="7767"/>
              <a:ext cx="227" cy="28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2</a:t>
              </a:r>
            </a:p>
          </p:txBody>
        </p:sp>
        <p:cxnSp>
          <p:nvCxnSpPr>
            <p:cNvPr id="158" name="直接箭头连接符 157"/>
            <p:cNvCxnSpPr/>
            <p:nvPr>
              <p:custDataLst>
                <p:tags r:id="rId114"/>
              </p:custDataLst>
            </p:nvPr>
          </p:nvCxnSpPr>
          <p:spPr bwMode="auto">
            <a:xfrm flipV="1">
              <a:off x="6916" y="8109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60" name="Text Box 191"/>
            <p:cNvSpPr txBox="1">
              <a:spLocks noChangeArrowheads="1"/>
            </p:cNvSpPr>
            <p:nvPr>
              <p:custDataLst>
                <p:tags r:id="rId115"/>
              </p:custDataLst>
            </p:nvPr>
          </p:nvSpPr>
          <p:spPr bwMode="auto">
            <a:xfrm>
              <a:off x="7370" y="7939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Y</a:t>
              </a:r>
            </a:p>
          </p:txBody>
        </p:sp>
        <p:cxnSp>
          <p:nvCxnSpPr>
            <p:cNvPr id="164" name="直接箭头连接符 163"/>
            <p:cNvCxnSpPr/>
            <p:nvPr>
              <p:custDataLst>
                <p:tags r:id="rId116"/>
              </p:custDataLst>
            </p:nvPr>
          </p:nvCxnSpPr>
          <p:spPr bwMode="auto">
            <a:xfrm>
              <a:off x="6973" y="8023"/>
              <a:ext cx="170" cy="17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65" name="Text Box 191"/>
            <p:cNvSpPr txBox="1">
              <a:spLocks noChangeArrowheads="1"/>
            </p:cNvSpPr>
            <p:nvPr>
              <p:custDataLst>
                <p:tags r:id="rId117"/>
              </p:custDataLst>
            </p:nvPr>
          </p:nvSpPr>
          <p:spPr bwMode="auto">
            <a:xfrm>
              <a:off x="6973" y="7824"/>
              <a:ext cx="227" cy="28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cxnSp>
          <p:nvCxnSpPr>
            <p:cNvPr id="6" name="直接箭头连接符 5"/>
            <p:cNvCxnSpPr/>
            <p:nvPr>
              <p:custDataLst>
                <p:tags r:id="rId118"/>
              </p:custDataLst>
            </p:nvPr>
          </p:nvCxnSpPr>
          <p:spPr bwMode="auto">
            <a:xfrm flipV="1">
              <a:off x="6917" y="8448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8" name="Text Box 191"/>
            <p:cNvSpPr txBox="1">
              <a:spLocks noChangeArrowheads="1"/>
            </p:cNvSpPr>
            <p:nvPr>
              <p:custDataLst>
                <p:tags r:id="rId119"/>
              </p:custDataLst>
            </p:nvPr>
          </p:nvSpPr>
          <p:spPr bwMode="auto">
            <a:xfrm>
              <a:off x="7370" y="8277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Z</a:t>
              </a:r>
            </a:p>
          </p:txBody>
        </p:sp>
        <p:cxnSp>
          <p:nvCxnSpPr>
            <p:cNvPr id="9" name="直接箭头连接符 8"/>
            <p:cNvCxnSpPr/>
            <p:nvPr>
              <p:custDataLst>
                <p:tags r:id="rId120"/>
              </p:custDataLst>
            </p:nvPr>
          </p:nvCxnSpPr>
          <p:spPr bwMode="auto">
            <a:xfrm>
              <a:off x="6973" y="8363"/>
              <a:ext cx="170" cy="17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0" name="Text Box 191"/>
            <p:cNvSpPr txBox="1">
              <a:spLocks noChangeArrowheads="1"/>
            </p:cNvSpPr>
            <p:nvPr>
              <p:custDataLst>
                <p:tags r:id="rId121"/>
              </p:custDataLst>
            </p:nvPr>
          </p:nvSpPr>
          <p:spPr bwMode="auto">
            <a:xfrm>
              <a:off x="6973" y="8164"/>
              <a:ext cx="227" cy="28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</p:grpSp>
      <p:grpSp>
        <p:nvGrpSpPr>
          <p:cNvPr id="77" name="组合 76"/>
          <p:cNvGrpSpPr/>
          <p:nvPr/>
        </p:nvGrpSpPr>
        <p:grpSpPr>
          <a:xfrm>
            <a:off x="5760000" y="1953895"/>
            <a:ext cx="2988310" cy="935990"/>
            <a:chOff x="7143" y="7597"/>
            <a:chExt cx="4706" cy="1474"/>
          </a:xfrm>
        </p:grpSpPr>
        <p:sp>
          <p:nvSpPr>
            <p:cNvPr id="172" name="Text Box 191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7143" y="7597"/>
              <a:ext cx="397" cy="28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CP</a:t>
              </a:r>
            </a:p>
          </p:txBody>
        </p:sp>
        <p:sp>
          <p:nvSpPr>
            <p:cNvPr id="25" name="Text Box 191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7143" y="7994"/>
              <a:ext cx="397" cy="28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AB</a:t>
              </a:r>
            </a:p>
          </p:txBody>
        </p:sp>
        <p:cxnSp>
          <p:nvCxnSpPr>
            <p:cNvPr id="212" name="直接连接符 211"/>
            <p:cNvCxnSpPr/>
            <p:nvPr>
              <p:custDataLst>
                <p:tags r:id="rId27"/>
              </p:custDataLst>
            </p:nvPr>
          </p:nvCxnSpPr>
          <p:spPr bwMode="auto">
            <a:xfrm flipV="1">
              <a:off x="7540" y="7881"/>
              <a:ext cx="113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79" name="组合 78"/>
            <p:cNvGrpSpPr/>
            <p:nvPr/>
          </p:nvGrpSpPr>
          <p:grpSpPr>
            <a:xfrm>
              <a:off x="7654" y="7597"/>
              <a:ext cx="4194" cy="284"/>
              <a:chOff x="3402" y="7143"/>
              <a:chExt cx="4194" cy="284"/>
            </a:xfrm>
          </p:grpSpPr>
          <p:cxnSp>
            <p:nvCxnSpPr>
              <p:cNvPr id="203" name="直接连接符 202"/>
              <p:cNvCxnSpPr/>
              <p:nvPr>
                <p:custDataLst>
                  <p:tags r:id="rId69"/>
                </p:custDataLst>
              </p:nvPr>
            </p:nvCxnSpPr>
            <p:spPr bwMode="auto">
              <a:xfrm flipV="1">
                <a:off x="3402" y="7143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09" name="直接连接符 208"/>
              <p:cNvCxnSpPr/>
              <p:nvPr>
                <p:custDataLst>
                  <p:tags r:id="rId70"/>
                </p:custDataLst>
              </p:nvPr>
            </p:nvCxnSpPr>
            <p:spPr bwMode="auto">
              <a:xfrm flipH="1">
                <a:off x="3402" y="7143"/>
                <a:ext cx="0" cy="283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11" name="直接连接符 210"/>
              <p:cNvCxnSpPr/>
              <p:nvPr>
                <p:custDataLst>
                  <p:tags r:id="rId71"/>
                </p:custDataLst>
              </p:nvPr>
            </p:nvCxnSpPr>
            <p:spPr bwMode="auto">
              <a:xfrm>
                <a:off x="3629" y="7143"/>
                <a:ext cx="0" cy="283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7" name="直接连接符 26"/>
              <p:cNvCxnSpPr/>
              <p:nvPr>
                <p:custDataLst>
                  <p:tags r:id="rId72"/>
                </p:custDataLst>
              </p:nvPr>
            </p:nvCxnSpPr>
            <p:spPr bwMode="auto">
              <a:xfrm flipV="1">
                <a:off x="3629" y="7427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0" name="直接连接符 29"/>
              <p:cNvCxnSpPr/>
              <p:nvPr>
                <p:custDataLst>
                  <p:tags r:id="rId73"/>
                </p:custDataLst>
              </p:nvPr>
            </p:nvCxnSpPr>
            <p:spPr bwMode="auto">
              <a:xfrm flipV="1">
                <a:off x="3855" y="7143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1" name="直接连接符 30"/>
              <p:cNvCxnSpPr/>
              <p:nvPr>
                <p:custDataLst>
                  <p:tags r:id="rId74"/>
                </p:custDataLst>
              </p:nvPr>
            </p:nvCxnSpPr>
            <p:spPr bwMode="auto">
              <a:xfrm flipH="1">
                <a:off x="3855" y="7143"/>
                <a:ext cx="0" cy="283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2" name="直接连接符 31"/>
              <p:cNvCxnSpPr/>
              <p:nvPr>
                <p:custDataLst>
                  <p:tags r:id="rId75"/>
                </p:custDataLst>
              </p:nvPr>
            </p:nvCxnSpPr>
            <p:spPr bwMode="auto">
              <a:xfrm>
                <a:off x="4082" y="7143"/>
                <a:ext cx="0" cy="283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3" name="直接连接符 32"/>
              <p:cNvCxnSpPr/>
              <p:nvPr>
                <p:custDataLst>
                  <p:tags r:id="rId76"/>
                </p:custDataLst>
              </p:nvPr>
            </p:nvCxnSpPr>
            <p:spPr bwMode="auto">
              <a:xfrm flipV="1">
                <a:off x="4082" y="7427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6" name="直接连接符 35"/>
              <p:cNvCxnSpPr/>
              <p:nvPr>
                <p:custDataLst>
                  <p:tags r:id="rId77"/>
                </p:custDataLst>
              </p:nvPr>
            </p:nvCxnSpPr>
            <p:spPr bwMode="auto">
              <a:xfrm flipV="1">
                <a:off x="4309" y="7143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7" name="直接连接符 36"/>
              <p:cNvCxnSpPr/>
              <p:nvPr>
                <p:custDataLst>
                  <p:tags r:id="rId78"/>
                </p:custDataLst>
              </p:nvPr>
            </p:nvCxnSpPr>
            <p:spPr bwMode="auto">
              <a:xfrm flipH="1">
                <a:off x="4309" y="7143"/>
                <a:ext cx="0" cy="283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8" name="直接连接符 37"/>
              <p:cNvCxnSpPr/>
              <p:nvPr>
                <p:custDataLst>
                  <p:tags r:id="rId79"/>
                </p:custDataLst>
              </p:nvPr>
            </p:nvCxnSpPr>
            <p:spPr bwMode="auto">
              <a:xfrm>
                <a:off x="4536" y="7143"/>
                <a:ext cx="0" cy="283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9" name="直接连接符 38"/>
              <p:cNvCxnSpPr/>
              <p:nvPr>
                <p:custDataLst>
                  <p:tags r:id="rId80"/>
                </p:custDataLst>
              </p:nvPr>
            </p:nvCxnSpPr>
            <p:spPr bwMode="auto">
              <a:xfrm flipV="1">
                <a:off x="4536" y="7427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0" name="直接连接符 39"/>
              <p:cNvCxnSpPr/>
              <p:nvPr>
                <p:custDataLst>
                  <p:tags r:id="rId81"/>
                </p:custDataLst>
              </p:nvPr>
            </p:nvCxnSpPr>
            <p:spPr bwMode="auto">
              <a:xfrm flipV="1">
                <a:off x="4762" y="7143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1" name="直接连接符 40"/>
              <p:cNvCxnSpPr/>
              <p:nvPr>
                <p:custDataLst>
                  <p:tags r:id="rId82"/>
                </p:custDataLst>
              </p:nvPr>
            </p:nvCxnSpPr>
            <p:spPr bwMode="auto">
              <a:xfrm flipH="1">
                <a:off x="4762" y="7143"/>
                <a:ext cx="0" cy="283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2" name="直接连接符 41"/>
              <p:cNvCxnSpPr/>
              <p:nvPr>
                <p:custDataLst>
                  <p:tags r:id="rId83"/>
                </p:custDataLst>
              </p:nvPr>
            </p:nvCxnSpPr>
            <p:spPr bwMode="auto">
              <a:xfrm>
                <a:off x="4989" y="7143"/>
                <a:ext cx="0" cy="283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3" name="直接连接符 42"/>
              <p:cNvCxnSpPr/>
              <p:nvPr>
                <p:custDataLst>
                  <p:tags r:id="rId84"/>
                </p:custDataLst>
              </p:nvPr>
            </p:nvCxnSpPr>
            <p:spPr bwMode="auto">
              <a:xfrm flipV="1">
                <a:off x="4989" y="7427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6" name="直接连接符 45"/>
              <p:cNvCxnSpPr/>
              <p:nvPr>
                <p:custDataLst>
                  <p:tags r:id="rId85"/>
                </p:custDataLst>
              </p:nvPr>
            </p:nvCxnSpPr>
            <p:spPr bwMode="auto">
              <a:xfrm flipV="1">
                <a:off x="5216" y="7143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7" name="直接连接符 46"/>
              <p:cNvCxnSpPr/>
              <p:nvPr>
                <p:custDataLst>
                  <p:tags r:id="rId86"/>
                </p:custDataLst>
              </p:nvPr>
            </p:nvCxnSpPr>
            <p:spPr bwMode="auto">
              <a:xfrm flipH="1">
                <a:off x="5216" y="7143"/>
                <a:ext cx="0" cy="283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8" name="直接连接符 47"/>
              <p:cNvCxnSpPr/>
              <p:nvPr>
                <p:custDataLst>
                  <p:tags r:id="rId87"/>
                </p:custDataLst>
              </p:nvPr>
            </p:nvCxnSpPr>
            <p:spPr bwMode="auto">
              <a:xfrm>
                <a:off x="5443" y="7143"/>
                <a:ext cx="0" cy="283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9" name="直接连接符 48"/>
              <p:cNvCxnSpPr/>
              <p:nvPr>
                <p:custDataLst>
                  <p:tags r:id="rId88"/>
                </p:custDataLst>
              </p:nvPr>
            </p:nvCxnSpPr>
            <p:spPr bwMode="auto">
              <a:xfrm flipV="1">
                <a:off x="5443" y="7427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0" name="直接连接符 49"/>
              <p:cNvCxnSpPr/>
              <p:nvPr>
                <p:custDataLst>
                  <p:tags r:id="rId89"/>
                </p:custDataLst>
              </p:nvPr>
            </p:nvCxnSpPr>
            <p:spPr bwMode="auto">
              <a:xfrm flipV="1">
                <a:off x="5669" y="7143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1" name="直接连接符 50"/>
              <p:cNvCxnSpPr/>
              <p:nvPr>
                <p:custDataLst>
                  <p:tags r:id="rId90"/>
                </p:custDataLst>
              </p:nvPr>
            </p:nvCxnSpPr>
            <p:spPr bwMode="auto">
              <a:xfrm flipH="1">
                <a:off x="5669" y="7143"/>
                <a:ext cx="0" cy="283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2" name="直接连接符 51"/>
              <p:cNvCxnSpPr/>
              <p:nvPr>
                <p:custDataLst>
                  <p:tags r:id="rId91"/>
                </p:custDataLst>
              </p:nvPr>
            </p:nvCxnSpPr>
            <p:spPr bwMode="auto">
              <a:xfrm>
                <a:off x="5896" y="7143"/>
                <a:ext cx="0" cy="283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3" name="直接连接符 52"/>
              <p:cNvCxnSpPr/>
              <p:nvPr>
                <p:custDataLst>
                  <p:tags r:id="rId92"/>
                </p:custDataLst>
              </p:nvPr>
            </p:nvCxnSpPr>
            <p:spPr bwMode="auto">
              <a:xfrm flipV="1">
                <a:off x="5896" y="7427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4" name="直接连接符 53"/>
              <p:cNvCxnSpPr/>
              <p:nvPr>
                <p:custDataLst>
                  <p:tags r:id="rId93"/>
                </p:custDataLst>
              </p:nvPr>
            </p:nvCxnSpPr>
            <p:spPr bwMode="auto">
              <a:xfrm flipV="1">
                <a:off x="6123" y="7143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5" name="直接连接符 54"/>
              <p:cNvCxnSpPr/>
              <p:nvPr>
                <p:custDataLst>
                  <p:tags r:id="rId94"/>
                </p:custDataLst>
              </p:nvPr>
            </p:nvCxnSpPr>
            <p:spPr bwMode="auto">
              <a:xfrm flipH="1">
                <a:off x="6123" y="7143"/>
                <a:ext cx="0" cy="283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6" name="直接连接符 55"/>
              <p:cNvCxnSpPr/>
              <p:nvPr>
                <p:custDataLst>
                  <p:tags r:id="rId95"/>
                </p:custDataLst>
              </p:nvPr>
            </p:nvCxnSpPr>
            <p:spPr bwMode="auto">
              <a:xfrm>
                <a:off x="6350" y="7143"/>
                <a:ext cx="0" cy="283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7" name="直接连接符 56"/>
              <p:cNvCxnSpPr/>
              <p:nvPr>
                <p:custDataLst>
                  <p:tags r:id="rId96"/>
                </p:custDataLst>
              </p:nvPr>
            </p:nvCxnSpPr>
            <p:spPr bwMode="auto">
              <a:xfrm flipV="1">
                <a:off x="6350" y="7427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8" name="直接连接符 57"/>
              <p:cNvCxnSpPr/>
              <p:nvPr>
                <p:custDataLst>
                  <p:tags r:id="rId97"/>
                </p:custDataLst>
              </p:nvPr>
            </p:nvCxnSpPr>
            <p:spPr bwMode="auto">
              <a:xfrm flipV="1">
                <a:off x="6576" y="7143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9" name="直接连接符 58"/>
              <p:cNvCxnSpPr/>
              <p:nvPr>
                <p:custDataLst>
                  <p:tags r:id="rId98"/>
                </p:custDataLst>
              </p:nvPr>
            </p:nvCxnSpPr>
            <p:spPr bwMode="auto">
              <a:xfrm flipH="1">
                <a:off x="6576" y="7143"/>
                <a:ext cx="0" cy="283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0" name="直接连接符 59"/>
              <p:cNvCxnSpPr/>
              <p:nvPr>
                <p:custDataLst>
                  <p:tags r:id="rId99"/>
                </p:custDataLst>
              </p:nvPr>
            </p:nvCxnSpPr>
            <p:spPr bwMode="auto">
              <a:xfrm>
                <a:off x="6803" y="7143"/>
                <a:ext cx="0" cy="283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1" name="直接连接符 60"/>
              <p:cNvCxnSpPr/>
              <p:nvPr>
                <p:custDataLst>
                  <p:tags r:id="rId100"/>
                </p:custDataLst>
              </p:nvPr>
            </p:nvCxnSpPr>
            <p:spPr bwMode="auto">
              <a:xfrm flipV="1">
                <a:off x="6803" y="7427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3" name="直接连接符 62"/>
              <p:cNvCxnSpPr/>
              <p:nvPr>
                <p:custDataLst>
                  <p:tags r:id="rId101"/>
                </p:custDataLst>
              </p:nvPr>
            </p:nvCxnSpPr>
            <p:spPr bwMode="auto">
              <a:xfrm flipV="1">
                <a:off x="7030" y="7143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4" name="直接连接符 63"/>
              <p:cNvCxnSpPr/>
              <p:nvPr>
                <p:custDataLst>
                  <p:tags r:id="rId102"/>
                </p:custDataLst>
              </p:nvPr>
            </p:nvCxnSpPr>
            <p:spPr bwMode="auto">
              <a:xfrm flipH="1">
                <a:off x="7030" y="7143"/>
                <a:ext cx="0" cy="283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5" name="直接连接符 64"/>
              <p:cNvCxnSpPr/>
              <p:nvPr>
                <p:custDataLst>
                  <p:tags r:id="rId103"/>
                </p:custDataLst>
              </p:nvPr>
            </p:nvCxnSpPr>
            <p:spPr bwMode="auto">
              <a:xfrm>
                <a:off x="7257" y="7143"/>
                <a:ext cx="0" cy="283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6" name="直接连接符 65"/>
              <p:cNvCxnSpPr/>
              <p:nvPr>
                <p:custDataLst>
                  <p:tags r:id="rId104"/>
                </p:custDataLst>
              </p:nvPr>
            </p:nvCxnSpPr>
            <p:spPr bwMode="auto">
              <a:xfrm flipV="1">
                <a:off x="7257" y="7427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" name="直接连接符 3"/>
              <p:cNvCxnSpPr/>
              <p:nvPr>
                <p:custDataLst>
                  <p:tags r:id="rId105"/>
                </p:custDataLst>
              </p:nvPr>
            </p:nvCxnSpPr>
            <p:spPr bwMode="auto">
              <a:xfrm flipH="1">
                <a:off x="7483" y="7143"/>
                <a:ext cx="0" cy="283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0" name="直接连接符 69"/>
              <p:cNvCxnSpPr/>
              <p:nvPr>
                <p:custDataLst>
                  <p:tags r:id="rId106"/>
                </p:custDataLst>
              </p:nvPr>
            </p:nvCxnSpPr>
            <p:spPr bwMode="auto">
              <a:xfrm flipV="1">
                <a:off x="7483" y="7143"/>
                <a:ext cx="113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cxnSp>
          <p:nvCxnSpPr>
            <p:cNvPr id="82" name="直接连接符 81"/>
            <p:cNvCxnSpPr/>
            <p:nvPr>
              <p:custDataLst>
                <p:tags r:id="rId28"/>
              </p:custDataLst>
            </p:nvPr>
          </p:nvCxnSpPr>
          <p:spPr bwMode="auto">
            <a:xfrm flipV="1">
              <a:off x="7540" y="7994"/>
              <a:ext cx="4309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71" name="Text Box 191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7710" y="7994"/>
              <a:ext cx="340" cy="28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01</a:t>
              </a:r>
            </a:p>
          </p:txBody>
        </p:sp>
        <p:sp>
          <p:nvSpPr>
            <p:cNvPr id="103" name="Text Box 191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8164" y="7994"/>
              <a:ext cx="340" cy="28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10</a:t>
              </a:r>
            </a:p>
          </p:txBody>
        </p:sp>
        <p:sp>
          <p:nvSpPr>
            <p:cNvPr id="104" name="Text Box 191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8617" y="7994"/>
              <a:ext cx="340" cy="28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10</a:t>
              </a:r>
            </a:p>
          </p:txBody>
        </p:sp>
        <p:sp>
          <p:nvSpPr>
            <p:cNvPr id="105" name="Text Box 191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9071" y="7994"/>
              <a:ext cx="340" cy="28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solidFill>
                    <a:srgbClr val="0070C0"/>
                  </a:solidFill>
                  <a:latin typeface="宋体" panose="02010600030101010101" pitchFamily="2" charset="-122"/>
                </a:rPr>
                <a:t>00</a:t>
              </a:r>
            </a:p>
          </p:txBody>
        </p:sp>
        <p:sp>
          <p:nvSpPr>
            <p:cNvPr id="108" name="Text Box 191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9524" y="7994"/>
              <a:ext cx="340" cy="28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10</a:t>
              </a:r>
            </a:p>
          </p:txBody>
        </p:sp>
        <p:sp>
          <p:nvSpPr>
            <p:cNvPr id="109" name="Text Box 191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9978" y="7994"/>
              <a:ext cx="340" cy="28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01</a:t>
              </a:r>
            </a:p>
          </p:txBody>
        </p:sp>
        <p:sp>
          <p:nvSpPr>
            <p:cNvPr id="110" name="Text Box 191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10431" y="7994"/>
              <a:ext cx="340" cy="28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01</a:t>
              </a:r>
            </a:p>
          </p:txBody>
        </p:sp>
        <p:sp>
          <p:nvSpPr>
            <p:cNvPr id="111" name="Text Box 191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10885" y="7994"/>
              <a:ext cx="340" cy="28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solidFill>
                    <a:srgbClr val="0070C0"/>
                  </a:solidFill>
                  <a:latin typeface="宋体" panose="02010600030101010101" pitchFamily="2" charset="-122"/>
                </a:rPr>
                <a:t>00</a:t>
              </a:r>
            </a:p>
          </p:txBody>
        </p:sp>
        <p:sp>
          <p:nvSpPr>
            <p:cNvPr id="114" name="Text Box 191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11339" y="7994"/>
              <a:ext cx="340" cy="28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01</a:t>
              </a:r>
            </a:p>
          </p:txBody>
        </p:sp>
        <p:grpSp>
          <p:nvGrpSpPr>
            <p:cNvPr id="131" name="组合 130"/>
            <p:cNvGrpSpPr/>
            <p:nvPr/>
          </p:nvGrpSpPr>
          <p:grpSpPr>
            <a:xfrm>
              <a:off x="7654" y="7881"/>
              <a:ext cx="4079" cy="808"/>
              <a:chOff x="3402" y="7427"/>
              <a:chExt cx="4079" cy="808"/>
            </a:xfrm>
          </p:grpSpPr>
          <p:cxnSp>
            <p:nvCxnSpPr>
              <p:cNvPr id="167" name="直接连接符 166"/>
              <p:cNvCxnSpPr/>
              <p:nvPr>
                <p:custDataLst>
                  <p:tags r:id="rId59"/>
                </p:custDataLst>
              </p:nvPr>
            </p:nvCxnSpPr>
            <p:spPr bwMode="auto">
              <a:xfrm flipH="1">
                <a:off x="3853" y="7441"/>
                <a:ext cx="0" cy="794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00000"/>
                </a:solidFill>
                <a:prstDash val="sysDot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17" name="直接连接符 116"/>
              <p:cNvCxnSpPr/>
              <p:nvPr>
                <p:custDataLst>
                  <p:tags r:id="rId60"/>
                </p:custDataLst>
              </p:nvPr>
            </p:nvCxnSpPr>
            <p:spPr bwMode="auto">
              <a:xfrm flipH="1">
                <a:off x="3402" y="7427"/>
                <a:ext cx="0" cy="794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00000"/>
                </a:solidFill>
                <a:prstDash val="sysDot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18" name="直接连接符 117"/>
              <p:cNvCxnSpPr/>
              <p:nvPr>
                <p:custDataLst>
                  <p:tags r:id="rId61"/>
                </p:custDataLst>
              </p:nvPr>
            </p:nvCxnSpPr>
            <p:spPr bwMode="auto">
              <a:xfrm flipH="1">
                <a:off x="4762" y="7427"/>
                <a:ext cx="0" cy="794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00000"/>
                </a:solidFill>
                <a:prstDash val="sysDot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19" name="直接连接符 118"/>
              <p:cNvCxnSpPr/>
              <p:nvPr>
                <p:custDataLst>
                  <p:tags r:id="rId62"/>
                </p:custDataLst>
              </p:nvPr>
            </p:nvCxnSpPr>
            <p:spPr bwMode="auto">
              <a:xfrm flipH="1">
                <a:off x="4309" y="7427"/>
                <a:ext cx="0" cy="794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00000"/>
                </a:solidFill>
                <a:prstDash val="sysDot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2" name="直接连接符 121"/>
              <p:cNvCxnSpPr/>
              <p:nvPr>
                <p:custDataLst>
                  <p:tags r:id="rId63"/>
                </p:custDataLst>
              </p:nvPr>
            </p:nvCxnSpPr>
            <p:spPr bwMode="auto">
              <a:xfrm flipH="1">
                <a:off x="5667" y="7441"/>
                <a:ext cx="0" cy="794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00000"/>
                </a:solidFill>
                <a:prstDash val="sysDot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3" name="直接连接符 122"/>
              <p:cNvCxnSpPr/>
              <p:nvPr>
                <p:custDataLst>
                  <p:tags r:id="rId64"/>
                </p:custDataLst>
              </p:nvPr>
            </p:nvCxnSpPr>
            <p:spPr bwMode="auto">
              <a:xfrm flipH="1">
                <a:off x="5216" y="7427"/>
                <a:ext cx="0" cy="794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00000"/>
                </a:solidFill>
                <a:prstDash val="sysDot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4" name="直接连接符 123"/>
              <p:cNvCxnSpPr/>
              <p:nvPr>
                <p:custDataLst>
                  <p:tags r:id="rId65"/>
                </p:custDataLst>
              </p:nvPr>
            </p:nvCxnSpPr>
            <p:spPr bwMode="auto">
              <a:xfrm flipH="1">
                <a:off x="6576" y="7427"/>
                <a:ext cx="0" cy="794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00000"/>
                </a:solidFill>
                <a:prstDash val="sysDot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5" name="直接连接符 124"/>
              <p:cNvCxnSpPr/>
              <p:nvPr>
                <p:custDataLst>
                  <p:tags r:id="rId66"/>
                </p:custDataLst>
              </p:nvPr>
            </p:nvCxnSpPr>
            <p:spPr bwMode="auto">
              <a:xfrm flipH="1">
                <a:off x="6123" y="7427"/>
                <a:ext cx="0" cy="794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00000"/>
                </a:solidFill>
                <a:prstDash val="sysDot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7" name="直接连接符 126"/>
              <p:cNvCxnSpPr/>
              <p:nvPr>
                <p:custDataLst>
                  <p:tags r:id="rId67"/>
                </p:custDataLst>
              </p:nvPr>
            </p:nvCxnSpPr>
            <p:spPr bwMode="auto">
              <a:xfrm flipH="1">
                <a:off x="7481" y="7441"/>
                <a:ext cx="0" cy="794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00000"/>
                </a:solidFill>
                <a:prstDash val="sysDot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8" name="直接连接符 127"/>
              <p:cNvCxnSpPr/>
              <p:nvPr>
                <p:custDataLst>
                  <p:tags r:id="rId68"/>
                </p:custDataLst>
              </p:nvPr>
            </p:nvCxnSpPr>
            <p:spPr bwMode="auto">
              <a:xfrm flipH="1">
                <a:off x="7030" y="7427"/>
                <a:ext cx="0" cy="794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00000"/>
                </a:solidFill>
                <a:prstDash val="sysDot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80" name="Text Box 191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7257" y="8391"/>
              <a:ext cx="227" cy="28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Y</a:t>
              </a:r>
            </a:p>
          </p:txBody>
        </p:sp>
        <p:cxnSp>
          <p:nvCxnSpPr>
            <p:cNvPr id="94" name="直接连接符 93"/>
            <p:cNvCxnSpPr/>
            <p:nvPr>
              <p:custDataLst>
                <p:tags r:id="rId39"/>
              </p:custDataLst>
            </p:nvPr>
          </p:nvCxnSpPr>
          <p:spPr bwMode="auto">
            <a:xfrm flipV="1">
              <a:off x="7597" y="8674"/>
              <a:ext cx="51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5" name="直接连接符 94"/>
            <p:cNvCxnSpPr/>
            <p:nvPr>
              <p:custDataLst>
                <p:tags r:id="rId40"/>
              </p:custDataLst>
            </p:nvPr>
          </p:nvCxnSpPr>
          <p:spPr bwMode="auto">
            <a:xfrm flipV="1">
              <a:off x="8107" y="8391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6" name="直接连接符 95"/>
            <p:cNvCxnSpPr/>
            <p:nvPr>
              <p:custDataLst>
                <p:tags r:id="rId41"/>
              </p:custDataLst>
            </p:nvPr>
          </p:nvCxnSpPr>
          <p:spPr bwMode="auto">
            <a:xfrm flipH="1">
              <a:off x="8107" y="8391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7" name="直接连接符 96"/>
            <p:cNvCxnSpPr/>
            <p:nvPr>
              <p:custDataLst>
                <p:tags r:id="rId42"/>
              </p:custDataLst>
            </p:nvPr>
          </p:nvCxnSpPr>
          <p:spPr bwMode="auto">
            <a:xfrm flipH="1">
              <a:off x="8560" y="8391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8" name="直接连接符 97"/>
            <p:cNvCxnSpPr/>
            <p:nvPr>
              <p:custDataLst>
                <p:tags r:id="rId43"/>
              </p:custDataLst>
            </p:nvPr>
          </p:nvCxnSpPr>
          <p:spPr bwMode="auto">
            <a:xfrm flipV="1">
              <a:off x="8560" y="8674"/>
              <a:ext cx="90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9" name="直接连接符 98"/>
            <p:cNvCxnSpPr/>
            <p:nvPr>
              <p:custDataLst>
                <p:tags r:id="rId44"/>
              </p:custDataLst>
            </p:nvPr>
          </p:nvCxnSpPr>
          <p:spPr bwMode="auto">
            <a:xfrm flipV="1">
              <a:off x="11282" y="8391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0" name="直接连接符 99"/>
            <p:cNvCxnSpPr/>
            <p:nvPr>
              <p:custDataLst>
                <p:tags r:id="rId45"/>
              </p:custDataLst>
            </p:nvPr>
          </p:nvCxnSpPr>
          <p:spPr bwMode="auto">
            <a:xfrm flipH="1">
              <a:off x="11282" y="8391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1" name="直接连接符 100"/>
            <p:cNvCxnSpPr/>
            <p:nvPr>
              <p:custDataLst>
                <p:tags r:id="rId46"/>
              </p:custDataLst>
            </p:nvPr>
          </p:nvCxnSpPr>
          <p:spPr bwMode="auto">
            <a:xfrm flipH="1">
              <a:off x="11735" y="8391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2" name="直接连接符 101"/>
            <p:cNvCxnSpPr/>
            <p:nvPr>
              <p:custDataLst>
                <p:tags r:id="rId47"/>
              </p:custDataLst>
            </p:nvPr>
          </p:nvCxnSpPr>
          <p:spPr bwMode="auto">
            <a:xfrm flipV="1">
              <a:off x="11735" y="8674"/>
              <a:ext cx="113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7" name="Text Box 191"/>
            <p:cNvSpPr txBox="1">
              <a:spLocks noChangeArrowheads="1"/>
            </p:cNvSpPr>
            <p:nvPr>
              <p:custDataLst>
                <p:tags r:id="rId48"/>
              </p:custDataLst>
            </p:nvPr>
          </p:nvSpPr>
          <p:spPr bwMode="auto">
            <a:xfrm>
              <a:off x="7257" y="8788"/>
              <a:ext cx="227" cy="28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Z</a:t>
              </a:r>
            </a:p>
          </p:txBody>
        </p:sp>
        <p:cxnSp>
          <p:nvCxnSpPr>
            <p:cNvPr id="20" name="直接连接符 19"/>
            <p:cNvCxnSpPr/>
            <p:nvPr>
              <p:custDataLst>
                <p:tags r:id="rId49"/>
              </p:custDataLst>
            </p:nvPr>
          </p:nvCxnSpPr>
          <p:spPr bwMode="auto">
            <a:xfrm flipV="1">
              <a:off x="7597" y="9071"/>
              <a:ext cx="1871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" name="直接连接符 20"/>
            <p:cNvCxnSpPr/>
            <p:nvPr>
              <p:custDataLst>
                <p:tags r:id="rId50"/>
              </p:custDataLst>
            </p:nvPr>
          </p:nvCxnSpPr>
          <p:spPr bwMode="auto">
            <a:xfrm flipV="1">
              <a:off x="9468" y="8788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" name="直接连接符 21"/>
            <p:cNvCxnSpPr/>
            <p:nvPr>
              <p:custDataLst>
                <p:tags r:id="rId51"/>
              </p:custDataLst>
            </p:nvPr>
          </p:nvCxnSpPr>
          <p:spPr bwMode="auto">
            <a:xfrm flipH="1">
              <a:off x="9468" y="8788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" name="直接连接符 22"/>
            <p:cNvCxnSpPr/>
            <p:nvPr>
              <p:custDataLst>
                <p:tags r:id="rId52"/>
              </p:custDataLst>
            </p:nvPr>
          </p:nvCxnSpPr>
          <p:spPr bwMode="auto">
            <a:xfrm flipH="1">
              <a:off x="9921" y="8788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" name="直接连接符 23"/>
            <p:cNvCxnSpPr/>
            <p:nvPr>
              <p:custDataLst>
                <p:tags r:id="rId53"/>
              </p:custDataLst>
            </p:nvPr>
          </p:nvCxnSpPr>
          <p:spPr bwMode="auto">
            <a:xfrm flipV="1">
              <a:off x="9921" y="9071"/>
              <a:ext cx="1928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2" name="直接连接符 71"/>
            <p:cNvCxnSpPr/>
            <p:nvPr>
              <p:custDataLst>
                <p:tags r:id="rId54"/>
              </p:custDataLst>
            </p:nvPr>
          </p:nvCxnSpPr>
          <p:spPr bwMode="auto">
            <a:xfrm flipV="1">
              <a:off x="9469" y="8391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3" name="直接连接符 72"/>
            <p:cNvCxnSpPr/>
            <p:nvPr>
              <p:custDataLst>
                <p:tags r:id="rId55"/>
              </p:custDataLst>
            </p:nvPr>
          </p:nvCxnSpPr>
          <p:spPr bwMode="auto">
            <a:xfrm flipH="1">
              <a:off x="9469" y="8391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4" name="直接连接符 73"/>
            <p:cNvCxnSpPr/>
            <p:nvPr>
              <p:custDataLst>
                <p:tags r:id="rId56"/>
              </p:custDataLst>
            </p:nvPr>
          </p:nvCxnSpPr>
          <p:spPr bwMode="auto">
            <a:xfrm flipH="1">
              <a:off x="9921" y="8391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5" name="直接连接符 74"/>
            <p:cNvCxnSpPr/>
            <p:nvPr>
              <p:custDataLst>
                <p:tags r:id="rId57"/>
              </p:custDataLst>
            </p:nvPr>
          </p:nvCxnSpPr>
          <p:spPr bwMode="auto">
            <a:xfrm flipV="1">
              <a:off x="7540" y="8277"/>
              <a:ext cx="4309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6" name="直接连接符 75"/>
            <p:cNvCxnSpPr/>
            <p:nvPr>
              <p:custDataLst>
                <p:tags r:id="rId58"/>
              </p:custDataLst>
            </p:nvPr>
          </p:nvCxnSpPr>
          <p:spPr bwMode="auto">
            <a:xfrm flipV="1">
              <a:off x="9921" y="8674"/>
              <a:ext cx="1361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51" name="组合 150"/>
          <p:cNvGrpSpPr/>
          <p:nvPr/>
        </p:nvGrpSpPr>
        <p:grpSpPr>
          <a:xfrm>
            <a:off x="1655808" y="3708490"/>
            <a:ext cx="3204567" cy="1008925"/>
            <a:chOff x="4478" y="6066"/>
            <a:chExt cx="5047" cy="1589"/>
          </a:xfrm>
        </p:grpSpPr>
        <p:sp>
          <p:nvSpPr>
            <p:cNvPr id="198" name="椭圆 197"/>
            <p:cNvSpPr/>
            <p:nvPr>
              <p:custDataLst>
                <p:tags r:id="rId4"/>
              </p:custDataLst>
            </p:nvPr>
          </p:nvSpPr>
          <p:spPr>
            <a:xfrm>
              <a:off x="5782" y="6236"/>
              <a:ext cx="510" cy="454"/>
            </a:xfrm>
            <a:prstGeom prst="ellipse">
              <a:avLst/>
            </a:prstGeom>
            <a:solidFill>
              <a:srgbClr val="CCFFFF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0" tIns="0" rIns="0" bIns="0" numCol="1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</a:rPr>
                <a:t>S0</a:t>
              </a:r>
            </a:p>
          </p:txBody>
        </p:sp>
        <p:cxnSp>
          <p:nvCxnSpPr>
            <p:cNvPr id="199" name="直接箭头连接符 198"/>
            <p:cNvCxnSpPr/>
            <p:nvPr>
              <p:custDataLst>
                <p:tags r:id="rId5"/>
              </p:custDataLst>
            </p:nvPr>
          </p:nvCxnSpPr>
          <p:spPr bwMode="auto">
            <a:xfrm>
              <a:off x="6293" y="6406"/>
              <a:ext cx="1474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00" name="任意多边形 199"/>
            <p:cNvSpPr/>
            <p:nvPr>
              <p:custDataLst>
                <p:tags r:id="rId6"/>
              </p:custDataLst>
            </p:nvPr>
          </p:nvSpPr>
          <p:spPr>
            <a:xfrm>
              <a:off x="5442" y="6236"/>
              <a:ext cx="397" cy="397"/>
            </a:xfrm>
            <a:custGeom>
              <a:avLst/>
              <a:gdLst>
                <a:gd name="connisteX0" fmla="*/ 291130 w 291130"/>
                <a:gd name="connsiteY0" fmla="*/ 76506 h 279796"/>
                <a:gd name="connisteX1" fmla="*/ 147620 w 291130"/>
                <a:gd name="connsiteY1" fmla="*/ 306 h 279796"/>
                <a:gd name="connisteX2" fmla="*/ 20620 w 291130"/>
                <a:gd name="connsiteY2" fmla="*/ 59361 h 279796"/>
                <a:gd name="connisteX3" fmla="*/ 16175 w 291130"/>
                <a:gd name="connsiteY3" fmla="*/ 203506 h 279796"/>
                <a:gd name="connisteX4" fmla="*/ 134920 w 291130"/>
                <a:gd name="connsiteY4" fmla="*/ 279706 h 279796"/>
                <a:gd name="connisteX5" fmla="*/ 261920 w 291130"/>
                <a:gd name="connsiteY5" fmla="*/ 216206 h 279796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</a:cxnLst>
              <a:rect l="l" t="t" r="r" b="b"/>
              <a:pathLst>
                <a:path w="291131" h="279797">
                  <a:moveTo>
                    <a:pt x="291131" y="76507"/>
                  </a:moveTo>
                  <a:cubicBezTo>
                    <a:pt x="265096" y="59997"/>
                    <a:pt x="201596" y="3482"/>
                    <a:pt x="147621" y="307"/>
                  </a:cubicBezTo>
                  <a:cubicBezTo>
                    <a:pt x="93646" y="-2868"/>
                    <a:pt x="46656" y="18722"/>
                    <a:pt x="20621" y="59362"/>
                  </a:cubicBezTo>
                  <a:cubicBezTo>
                    <a:pt x="-5414" y="100002"/>
                    <a:pt x="-6684" y="159692"/>
                    <a:pt x="16176" y="203507"/>
                  </a:cubicBezTo>
                  <a:cubicBezTo>
                    <a:pt x="39036" y="247322"/>
                    <a:pt x="86026" y="277167"/>
                    <a:pt x="134921" y="279707"/>
                  </a:cubicBezTo>
                  <a:cubicBezTo>
                    <a:pt x="183816" y="282247"/>
                    <a:pt x="239061" y="230177"/>
                    <a:pt x="261921" y="216207"/>
                  </a:cubicBezTo>
                </a:path>
              </a:pathLst>
            </a:cu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1" name="Text Box 191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6463" y="6066"/>
              <a:ext cx="96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01/00</a:t>
              </a:r>
            </a:p>
          </p:txBody>
        </p:sp>
        <p:sp>
          <p:nvSpPr>
            <p:cNvPr id="204" name="Text Box 191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4478" y="6293"/>
              <a:ext cx="96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00/00</a:t>
              </a:r>
            </a:p>
          </p:txBody>
        </p:sp>
        <p:cxnSp>
          <p:nvCxnSpPr>
            <p:cNvPr id="107" name="直接箭头连接符 106"/>
            <p:cNvCxnSpPr/>
            <p:nvPr>
              <p:custDataLst>
                <p:tags r:id="rId9"/>
              </p:custDataLst>
            </p:nvPr>
          </p:nvCxnSpPr>
          <p:spPr bwMode="auto">
            <a:xfrm flipH="1" flipV="1">
              <a:off x="6293" y="6520"/>
              <a:ext cx="1474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2" name="直接箭头连接符 111"/>
            <p:cNvCxnSpPr/>
            <p:nvPr>
              <p:custDataLst>
                <p:tags r:id="rId10"/>
              </p:custDataLst>
            </p:nvPr>
          </p:nvCxnSpPr>
          <p:spPr bwMode="auto">
            <a:xfrm flipH="1" flipV="1">
              <a:off x="6010" y="6690"/>
              <a:ext cx="0" cy="794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3" name="直接箭头连接符 112"/>
            <p:cNvCxnSpPr/>
            <p:nvPr>
              <p:custDataLst>
                <p:tags r:id="rId11"/>
              </p:custDataLst>
            </p:nvPr>
          </p:nvCxnSpPr>
          <p:spPr bwMode="auto">
            <a:xfrm flipH="1">
              <a:off x="7994" y="6690"/>
              <a:ext cx="0" cy="51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26" name="Text Box 191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7994" y="6746"/>
              <a:ext cx="96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01/00</a:t>
              </a:r>
            </a:p>
          </p:txBody>
        </p:sp>
        <p:sp>
          <p:nvSpPr>
            <p:cNvPr id="202" name="椭圆 201"/>
            <p:cNvSpPr/>
            <p:nvPr>
              <p:custDataLst>
                <p:tags r:id="rId13"/>
              </p:custDataLst>
            </p:nvPr>
          </p:nvSpPr>
          <p:spPr>
            <a:xfrm>
              <a:off x="7767" y="6236"/>
              <a:ext cx="510" cy="454"/>
            </a:xfrm>
            <a:prstGeom prst="ellipse">
              <a:avLst/>
            </a:prstGeom>
            <a:solidFill>
              <a:srgbClr val="CCECFF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0" tIns="0" rIns="0" bIns="0" numCol="1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</a:rPr>
                <a:t>S1</a:t>
              </a:r>
            </a:p>
          </p:txBody>
        </p:sp>
        <p:sp>
          <p:nvSpPr>
            <p:cNvPr id="120" name="任意多边形 119"/>
            <p:cNvSpPr/>
            <p:nvPr>
              <p:custDataLst>
                <p:tags r:id="rId14"/>
              </p:custDataLst>
            </p:nvPr>
          </p:nvSpPr>
          <p:spPr>
            <a:xfrm>
              <a:off x="8220" y="6236"/>
              <a:ext cx="397" cy="397"/>
            </a:xfrm>
            <a:custGeom>
              <a:avLst/>
              <a:gdLst>
                <a:gd name="connisteX0" fmla="*/ 291130 w 291130"/>
                <a:gd name="connsiteY0" fmla="*/ 76506 h 279796"/>
                <a:gd name="connisteX1" fmla="*/ 147620 w 291130"/>
                <a:gd name="connsiteY1" fmla="*/ 306 h 279796"/>
                <a:gd name="connisteX2" fmla="*/ 20620 w 291130"/>
                <a:gd name="connsiteY2" fmla="*/ 59361 h 279796"/>
                <a:gd name="connisteX3" fmla="*/ 16175 w 291130"/>
                <a:gd name="connsiteY3" fmla="*/ 203506 h 279796"/>
                <a:gd name="connisteX4" fmla="*/ 134920 w 291130"/>
                <a:gd name="connsiteY4" fmla="*/ 279706 h 279796"/>
                <a:gd name="connisteX5" fmla="*/ 261920 w 291130"/>
                <a:gd name="connsiteY5" fmla="*/ 216206 h 279796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</a:cxnLst>
              <a:rect l="l" t="t" r="r" b="b"/>
              <a:pathLst>
                <a:path w="291131" h="279797">
                  <a:moveTo>
                    <a:pt x="291131" y="76507"/>
                  </a:moveTo>
                  <a:cubicBezTo>
                    <a:pt x="265096" y="59997"/>
                    <a:pt x="201596" y="3482"/>
                    <a:pt x="147621" y="307"/>
                  </a:cubicBezTo>
                  <a:cubicBezTo>
                    <a:pt x="93646" y="-2868"/>
                    <a:pt x="46656" y="18722"/>
                    <a:pt x="20621" y="59362"/>
                  </a:cubicBezTo>
                  <a:cubicBezTo>
                    <a:pt x="-5414" y="100002"/>
                    <a:pt x="-6684" y="159692"/>
                    <a:pt x="16176" y="203507"/>
                  </a:cubicBezTo>
                  <a:cubicBezTo>
                    <a:pt x="39036" y="247322"/>
                    <a:pt x="86026" y="277167"/>
                    <a:pt x="134921" y="279707"/>
                  </a:cubicBezTo>
                  <a:cubicBezTo>
                    <a:pt x="183816" y="282247"/>
                    <a:pt x="239061" y="230177"/>
                    <a:pt x="261921" y="216207"/>
                  </a:cubicBezTo>
                </a:path>
              </a:pathLst>
            </a:cu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scene3d>
              <a:camera prst="orthographicFront">
                <a:rot lat="0" lon="10800000" rev="0"/>
              </a:camera>
              <a:lightRig rig="threePt" dir="t"/>
            </a:scene3d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0" name="Text Box 191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8561" y="6293"/>
              <a:ext cx="96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00/00</a:t>
              </a:r>
            </a:p>
          </p:txBody>
        </p:sp>
        <p:sp>
          <p:nvSpPr>
            <p:cNvPr id="132" name="Text Box 191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6463" y="6520"/>
              <a:ext cx="96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10/10</a:t>
              </a:r>
            </a:p>
          </p:txBody>
        </p:sp>
        <p:sp>
          <p:nvSpPr>
            <p:cNvPr id="133" name="Text Box 191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4706" y="6860"/>
              <a:ext cx="1191" cy="68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01/10</a:t>
              </a: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或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1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0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/11</a:t>
              </a:r>
            </a:p>
          </p:txBody>
        </p:sp>
        <p:sp>
          <p:nvSpPr>
            <p:cNvPr id="78" name="椭圆 77"/>
            <p:cNvSpPr/>
            <p:nvPr>
              <p:custDataLst>
                <p:tags r:id="rId18"/>
              </p:custDataLst>
            </p:nvPr>
          </p:nvSpPr>
          <p:spPr>
            <a:xfrm>
              <a:off x="7767" y="7201"/>
              <a:ext cx="510" cy="454"/>
            </a:xfrm>
            <a:prstGeom prst="ellipse">
              <a:avLst/>
            </a:prstGeom>
            <a:solidFill>
              <a:srgbClr val="CCECFF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0" tIns="0" rIns="0" bIns="0" numCol="1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</a:rPr>
                <a:t>S2</a:t>
              </a:r>
            </a:p>
          </p:txBody>
        </p:sp>
        <p:cxnSp>
          <p:nvCxnSpPr>
            <p:cNvPr id="106" name="直接箭头连接符 105"/>
            <p:cNvCxnSpPr/>
            <p:nvPr>
              <p:custDataLst>
                <p:tags r:id="rId19"/>
              </p:custDataLst>
            </p:nvPr>
          </p:nvCxnSpPr>
          <p:spPr bwMode="auto">
            <a:xfrm>
              <a:off x="6123" y="7371"/>
              <a:ext cx="1644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21" name="任意多边形 120"/>
            <p:cNvSpPr/>
            <p:nvPr>
              <p:custDataLst>
                <p:tags r:id="rId20"/>
              </p:custDataLst>
            </p:nvPr>
          </p:nvSpPr>
          <p:spPr>
            <a:xfrm>
              <a:off x="8220" y="7201"/>
              <a:ext cx="397" cy="397"/>
            </a:xfrm>
            <a:custGeom>
              <a:avLst/>
              <a:gdLst>
                <a:gd name="connisteX0" fmla="*/ 291130 w 291130"/>
                <a:gd name="connsiteY0" fmla="*/ 76506 h 279796"/>
                <a:gd name="connisteX1" fmla="*/ 147620 w 291130"/>
                <a:gd name="connsiteY1" fmla="*/ 306 h 279796"/>
                <a:gd name="connisteX2" fmla="*/ 20620 w 291130"/>
                <a:gd name="connsiteY2" fmla="*/ 59361 h 279796"/>
                <a:gd name="connisteX3" fmla="*/ 16175 w 291130"/>
                <a:gd name="connsiteY3" fmla="*/ 203506 h 279796"/>
                <a:gd name="connisteX4" fmla="*/ 134920 w 291130"/>
                <a:gd name="connsiteY4" fmla="*/ 279706 h 279796"/>
                <a:gd name="connisteX5" fmla="*/ 261920 w 291130"/>
                <a:gd name="connsiteY5" fmla="*/ 216206 h 279796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</a:cxnLst>
              <a:rect l="l" t="t" r="r" b="b"/>
              <a:pathLst>
                <a:path w="291131" h="279797">
                  <a:moveTo>
                    <a:pt x="291131" y="76507"/>
                  </a:moveTo>
                  <a:cubicBezTo>
                    <a:pt x="265096" y="59997"/>
                    <a:pt x="201596" y="3482"/>
                    <a:pt x="147621" y="307"/>
                  </a:cubicBezTo>
                  <a:cubicBezTo>
                    <a:pt x="93646" y="-2868"/>
                    <a:pt x="46656" y="18722"/>
                    <a:pt x="20621" y="59362"/>
                  </a:cubicBezTo>
                  <a:cubicBezTo>
                    <a:pt x="-5414" y="100002"/>
                    <a:pt x="-6684" y="159692"/>
                    <a:pt x="16176" y="203507"/>
                  </a:cubicBezTo>
                  <a:cubicBezTo>
                    <a:pt x="39036" y="247322"/>
                    <a:pt x="86026" y="277167"/>
                    <a:pt x="134921" y="279707"/>
                  </a:cubicBezTo>
                  <a:cubicBezTo>
                    <a:pt x="183816" y="282247"/>
                    <a:pt x="239061" y="230177"/>
                    <a:pt x="261921" y="216207"/>
                  </a:cubicBezTo>
                </a:path>
              </a:pathLst>
            </a:cu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scene3d>
              <a:camera prst="orthographicFront">
                <a:rot lat="0" lon="10800000" rev="0"/>
              </a:camera>
              <a:lightRig rig="threePt" dir="t"/>
            </a:scene3d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9" name="Text Box 191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8561" y="7257"/>
              <a:ext cx="96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00/00</a:t>
              </a:r>
            </a:p>
          </p:txBody>
        </p:sp>
        <p:sp>
          <p:nvSpPr>
            <p:cNvPr id="135" name="Text Box 191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6548" y="7030"/>
              <a:ext cx="96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1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0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/00</a:t>
              </a:r>
            </a:p>
          </p:txBody>
        </p:sp>
        <p:cxnSp>
          <p:nvCxnSpPr>
            <p:cNvPr id="139" name="直接箭头连接符 138"/>
            <p:cNvCxnSpPr/>
            <p:nvPr>
              <p:custDataLst>
                <p:tags r:id="rId23"/>
              </p:custDataLst>
            </p:nvPr>
          </p:nvCxnSpPr>
          <p:spPr bwMode="auto">
            <a:xfrm flipH="1" flipV="1">
              <a:off x="6010" y="7484"/>
              <a:ext cx="1757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9" name="直接箭头连接符 148"/>
            <p:cNvCxnSpPr/>
            <p:nvPr>
              <p:custDataLst>
                <p:tags r:id="rId24"/>
              </p:custDataLst>
            </p:nvPr>
          </p:nvCxnSpPr>
          <p:spPr bwMode="auto">
            <a:xfrm>
              <a:off x="6122" y="6690"/>
              <a:ext cx="0" cy="68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aphicFrame>
        <p:nvGraphicFramePr>
          <p:cNvPr id="153" name="表格 152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5288280" y="3525475"/>
          <a:ext cx="3188335" cy="11861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41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4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42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6855">
                <a:tc rowSpan="2"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现态</a:t>
                      </a:r>
                    </a:p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 gridSpan="4"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次态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</a:t>
                      </a:r>
                      <a:r>
                        <a:rPr lang="en-US" sz="1600" b="1" baseline="30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*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输出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Y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Z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  <a:sym typeface="+mn-ea"/>
                      </a:endParaRP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85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AB=00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mbria Math" panose="02040503050406030204" pitchFamily="18" charset="0"/>
                          <a:sym typeface="+mn-ea"/>
                        </a:rPr>
                        <a:t>AB=01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mbria Math" panose="02040503050406030204" pitchFamily="18" charset="0"/>
                          <a:sym typeface="+mn-ea"/>
                        </a:rPr>
                        <a:t>AB=11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mbria Math" panose="02040503050406030204" pitchFamily="18" charset="0"/>
                          <a:sym typeface="+mn-ea"/>
                        </a:rPr>
                        <a:t>AB=10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85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S0/00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S1/00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**/**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S2/00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85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S1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S1/00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S2/00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**/**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S0/10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85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S2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S2/00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S0/10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**/**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S0/11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3806" name="AutoShape 94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 rot="10800000">
            <a:off x="3995937" y="6524303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7">
            <a:extLst>
              <a:ext uri="{FF2B5EF4-FFF2-40B4-BE49-F238E27FC236}">
                <a16:creationId xmlns:a16="http://schemas.microsoft.com/office/drawing/2014/main" id="{B4DAE097-E203-45E6-8080-7B3C7961DE83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47700" y="396240"/>
            <a:ext cx="5215968" cy="537422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0" indent="0" eaLnBrk="1" latinLnBrk="0" hangingPunct="1">
              <a:lnSpc>
                <a:spcPct val="125000"/>
              </a:lnSpc>
              <a:spcAft>
                <a:spcPts val="0"/>
              </a:spcAft>
            </a:pPr>
            <a:r>
              <a:rPr lang="zh-CN" altLang="en-US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电路设计</a:t>
            </a:r>
            <a:r>
              <a:rPr lang="en-US" altLang="zh-CN" sz="2000" b="1" dirty="0">
                <a:solidFill>
                  <a:srgbClr val="7030A0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 marL="0" indent="0" eaLnBrk="1" latinLnBrk="0" hangingPunct="1">
              <a:lnSpc>
                <a:spcPct val="125000"/>
              </a:lnSpc>
              <a:spcAft>
                <a:spcPts val="0"/>
              </a:spcAft>
            </a:pPr>
            <a:r>
              <a:rPr lang="en-US" altLang="zh-CN" sz="2000" b="1" dirty="0">
                <a:solidFill>
                  <a:srgbClr val="7030A0"/>
                </a:solidFill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000" b="1" u="sng" dirty="0">
                <a:latin typeface="宋体" panose="02010600030101010101" pitchFamily="2" charset="-122"/>
                <a:sym typeface="+mn-ea"/>
              </a:rPr>
              <a:t>记忆元件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采用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2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个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D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触发器、用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CP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同步控制</a:t>
            </a:r>
            <a:endParaRPr lang="en-US" altLang="zh-CN" sz="2000" b="1" dirty="0">
              <a:solidFill>
                <a:srgbClr val="7030A0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000" b="1" u="sng" dirty="0">
                <a:latin typeface="宋体" panose="02010600030101010101" pitchFamily="2" charset="-122"/>
                <a:sym typeface="+mn-ea"/>
              </a:rPr>
              <a:t>状态转移表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为</a:t>
            </a:r>
            <a:endParaRPr lang="en-US" altLang="zh-CN" sz="2000" b="1" dirty="0"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0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输出函数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为</a:t>
            </a: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spcAft>
                <a:spcPts val="0"/>
              </a:spcAft>
            </a:pP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spcAft>
                <a:spcPts val="0"/>
              </a:spcAft>
            </a:pP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0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激励函数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为</a:t>
            </a: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20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状态函数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为</a:t>
            </a:r>
          </a:p>
          <a:p>
            <a:pPr marL="0" indent="0" eaLnBrk="1" latinLnBrk="0" hangingPunct="1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Cambria Math" panose="02040503050406030204" pitchFamily="18" charset="0"/>
                <a:sym typeface="+mn-ea"/>
              </a:rPr>
              <a:t>  </a:t>
            </a:r>
            <a:r>
              <a:rPr lang="zh-CN" altLang="en-US" sz="2000" b="1" u="sng" dirty="0">
                <a:solidFill>
                  <a:srgbClr val="0070C0"/>
                </a:solidFill>
                <a:latin typeface="宋体" panose="02010600030101010101" pitchFamily="2" charset="-122"/>
                <a:cs typeface="Cambria Math" panose="02040503050406030204" pitchFamily="18" charset="0"/>
                <a:sym typeface="+mn-ea"/>
              </a:rPr>
              <a:t>逻辑电路图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Cambria Math" panose="02040503050406030204" pitchFamily="18" charset="0"/>
                <a:sym typeface="+mn-ea"/>
              </a:rPr>
              <a:t>为</a:t>
            </a: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Aft>
                <a:spcPts val="0"/>
              </a:spcAft>
            </a:pPr>
            <a:endParaRPr lang="zh-CN" altLang="en-US" sz="2000" b="1" dirty="0">
              <a:solidFill>
                <a:srgbClr val="7030A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Aft>
                <a:spcPts val="0"/>
              </a:spcAft>
            </a:pPr>
            <a:endParaRPr lang="zh-CN" altLang="en-US" sz="2000" b="1" dirty="0">
              <a:solidFill>
                <a:srgbClr val="7030A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Aft>
                <a:spcPts val="0"/>
              </a:spcAft>
            </a:pPr>
            <a:endParaRPr lang="zh-CN" altLang="en-US" sz="1600" b="1" dirty="0">
              <a:solidFill>
                <a:srgbClr val="7030A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Aft>
                <a:spcPts val="0"/>
              </a:spcAft>
            </a:pPr>
            <a:endParaRPr lang="zh-CN" altLang="en-US" sz="1600" b="1" dirty="0">
              <a:solidFill>
                <a:srgbClr val="7030A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电路分析</a:t>
            </a:r>
            <a:r>
              <a:rPr lang="en-US" altLang="zh-CN" sz="2000" b="1" dirty="0">
                <a:solidFill>
                  <a:srgbClr val="7030A0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000" b="1" dirty="0">
              <a:solidFill>
                <a:srgbClr val="7030A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196" name="组合 195">
            <a:extLst>
              <a:ext uri="{FF2B5EF4-FFF2-40B4-BE49-F238E27FC236}">
                <a16:creationId xmlns:a16="http://schemas.microsoft.com/office/drawing/2014/main" id="{E844B5DA-61C3-4F6E-87D8-3BA4DCDF9A9B}"/>
              </a:ext>
            </a:extLst>
          </p:cNvPr>
          <p:cNvGrpSpPr/>
          <p:nvPr/>
        </p:nvGrpSpPr>
        <p:grpSpPr>
          <a:xfrm>
            <a:off x="2551430" y="3527805"/>
            <a:ext cx="5975985" cy="1764030"/>
            <a:chOff x="2551430" y="3527805"/>
            <a:chExt cx="5975985" cy="1764030"/>
          </a:xfrm>
        </p:grpSpPr>
        <p:sp>
          <p:nvSpPr>
            <p:cNvPr id="197" name="Text Box 36">
              <a:extLst>
                <a:ext uri="{FF2B5EF4-FFF2-40B4-BE49-F238E27FC236}">
                  <a16:creationId xmlns:a16="http://schemas.microsoft.com/office/drawing/2014/main" id="{E45D09B5-6DA9-4632-A859-EDAEFB637F79}"/>
                </a:ext>
              </a:extLst>
            </p:cNvPr>
            <p:cNvSpPr txBox="1">
              <a:spLocks noChangeArrowheads="1"/>
            </p:cNvSpPr>
            <p:nvPr>
              <p:custDataLst>
                <p:tags r:id="rId122"/>
              </p:custDataLst>
            </p:nvPr>
          </p:nvSpPr>
          <p:spPr bwMode="auto">
            <a:xfrm>
              <a:off x="2879725" y="3527805"/>
              <a:ext cx="5400040" cy="176403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98" name="Text Box 191">
              <a:extLst>
                <a:ext uri="{FF2B5EF4-FFF2-40B4-BE49-F238E27FC236}">
                  <a16:creationId xmlns:a16="http://schemas.microsoft.com/office/drawing/2014/main" id="{2970763E-FFB1-4363-8BD6-FDF36E758E2E}"/>
                </a:ext>
              </a:extLst>
            </p:cNvPr>
            <p:cNvSpPr txBox="1">
              <a:spLocks noChangeArrowheads="1"/>
            </p:cNvSpPr>
            <p:nvPr>
              <p:custDataLst>
                <p:tags r:id="rId123"/>
              </p:custDataLst>
            </p:nvPr>
          </p:nvSpPr>
          <p:spPr bwMode="auto">
            <a:xfrm>
              <a:off x="2659380" y="3924045"/>
              <a:ext cx="144145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A</a:t>
              </a:r>
              <a:endParaRPr lang="en-US" altLang="zh-CN" sz="1600" b="1" baseline="-250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99" name="Text Box 191">
              <a:extLst>
                <a:ext uri="{FF2B5EF4-FFF2-40B4-BE49-F238E27FC236}">
                  <a16:creationId xmlns:a16="http://schemas.microsoft.com/office/drawing/2014/main" id="{19DB72A9-1ED7-408D-9C93-EE600CE2DF2A}"/>
                </a:ext>
              </a:extLst>
            </p:cNvPr>
            <p:cNvSpPr txBox="1">
              <a:spLocks noChangeArrowheads="1"/>
            </p:cNvSpPr>
            <p:nvPr>
              <p:custDataLst>
                <p:tags r:id="rId124"/>
              </p:custDataLst>
            </p:nvPr>
          </p:nvSpPr>
          <p:spPr bwMode="auto">
            <a:xfrm>
              <a:off x="2551430" y="4896230"/>
              <a:ext cx="252095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CP</a:t>
              </a:r>
              <a:endParaRPr lang="en-US" altLang="zh-CN" sz="1600" b="1" baseline="-250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00" name="Text Box 191">
              <a:extLst>
                <a:ext uri="{FF2B5EF4-FFF2-40B4-BE49-F238E27FC236}">
                  <a16:creationId xmlns:a16="http://schemas.microsoft.com/office/drawing/2014/main" id="{C919F429-6F54-4043-801A-DFA44EA4EED2}"/>
                </a:ext>
              </a:extLst>
            </p:cNvPr>
            <p:cNvSpPr txBox="1">
              <a:spLocks noChangeArrowheads="1"/>
            </p:cNvSpPr>
            <p:nvPr>
              <p:custDataLst>
                <p:tags r:id="rId125"/>
              </p:custDataLst>
            </p:nvPr>
          </p:nvSpPr>
          <p:spPr bwMode="auto">
            <a:xfrm>
              <a:off x="8347710" y="4136135"/>
              <a:ext cx="179705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Y</a:t>
              </a:r>
              <a:endParaRPr lang="en-US" altLang="zh-CN" sz="1600" b="1" baseline="-250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201" name="直接箭头连接符 200">
              <a:extLst>
                <a:ext uri="{FF2B5EF4-FFF2-40B4-BE49-F238E27FC236}">
                  <a16:creationId xmlns:a16="http://schemas.microsoft.com/office/drawing/2014/main" id="{681A6F16-C7B8-448D-BB56-A86F5B5DF07F}"/>
                </a:ext>
              </a:extLst>
            </p:cNvPr>
            <p:cNvCxnSpPr/>
            <p:nvPr>
              <p:custDataLst>
                <p:tags r:id="rId126"/>
              </p:custDataLst>
            </p:nvPr>
          </p:nvCxnSpPr>
          <p:spPr bwMode="auto">
            <a:xfrm flipV="1">
              <a:off x="2803525" y="4031995"/>
              <a:ext cx="50419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02" name="直接箭头连接符 201">
              <a:extLst>
                <a:ext uri="{FF2B5EF4-FFF2-40B4-BE49-F238E27FC236}">
                  <a16:creationId xmlns:a16="http://schemas.microsoft.com/office/drawing/2014/main" id="{A3CCA737-91D6-4825-8DEC-1BFF67730707}"/>
                </a:ext>
              </a:extLst>
            </p:cNvPr>
            <p:cNvCxnSpPr/>
            <p:nvPr>
              <p:custDataLst>
                <p:tags r:id="rId127"/>
              </p:custDataLst>
            </p:nvPr>
          </p:nvCxnSpPr>
          <p:spPr bwMode="auto">
            <a:xfrm flipV="1">
              <a:off x="2803525" y="4355845"/>
              <a:ext cx="3962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03" name="直接箭头连接符 202">
              <a:extLst>
                <a:ext uri="{FF2B5EF4-FFF2-40B4-BE49-F238E27FC236}">
                  <a16:creationId xmlns:a16="http://schemas.microsoft.com/office/drawing/2014/main" id="{DDC2667F-19D2-4DBB-892F-4007EA1B8CF9}"/>
                </a:ext>
              </a:extLst>
            </p:cNvPr>
            <p:cNvCxnSpPr/>
            <p:nvPr>
              <p:custDataLst>
                <p:tags r:id="rId128"/>
              </p:custDataLst>
            </p:nvPr>
          </p:nvCxnSpPr>
          <p:spPr bwMode="auto">
            <a:xfrm flipV="1">
              <a:off x="2803525" y="5004180"/>
              <a:ext cx="179705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04" name="Text Box 191">
              <a:extLst>
                <a:ext uri="{FF2B5EF4-FFF2-40B4-BE49-F238E27FC236}">
                  <a16:creationId xmlns:a16="http://schemas.microsoft.com/office/drawing/2014/main" id="{E4D808E4-7D65-480B-A1DD-F504CB4F7618}"/>
                </a:ext>
              </a:extLst>
            </p:cNvPr>
            <p:cNvSpPr txBox="1">
              <a:spLocks noChangeArrowheads="1"/>
            </p:cNvSpPr>
            <p:nvPr>
              <p:custDataLst>
                <p:tags r:id="rId129"/>
              </p:custDataLst>
            </p:nvPr>
          </p:nvSpPr>
          <p:spPr bwMode="auto">
            <a:xfrm>
              <a:off x="8347710" y="3887850"/>
              <a:ext cx="179705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Z</a:t>
              </a:r>
              <a:endParaRPr lang="en-US" altLang="zh-CN" sz="1600" b="1" baseline="-250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05" name="Text Box 191">
              <a:extLst>
                <a:ext uri="{FF2B5EF4-FFF2-40B4-BE49-F238E27FC236}">
                  <a16:creationId xmlns:a16="http://schemas.microsoft.com/office/drawing/2014/main" id="{670E8762-5672-4AB5-A809-69EB6F8CC760}"/>
                </a:ext>
              </a:extLst>
            </p:cNvPr>
            <p:cNvSpPr txBox="1">
              <a:spLocks noChangeArrowheads="1"/>
            </p:cNvSpPr>
            <p:nvPr>
              <p:custDataLst>
                <p:tags r:id="rId130"/>
              </p:custDataLst>
            </p:nvPr>
          </p:nvSpPr>
          <p:spPr bwMode="auto">
            <a:xfrm>
              <a:off x="2659380" y="4247895"/>
              <a:ext cx="144145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B</a:t>
              </a:r>
              <a:endParaRPr lang="en-US" altLang="zh-CN" sz="1600" b="1" baseline="-250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207" name="直接箭头连接符 206">
              <a:extLst>
                <a:ext uri="{FF2B5EF4-FFF2-40B4-BE49-F238E27FC236}">
                  <a16:creationId xmlns:a16="http://schemas.microsoft.com/office/drawing/2014/main" id="{417ADE90-88C5-4B27-A318-D9CF3CFF4363}"/>
                </a:ext>
              </a:extLst>
            </p:cNvPr>
            <p:cNvCxnSpPr/>
            <p:nvPr>
              <p:custDataLst>
                <p:tags r:id="rId131"/>
              </p:custDataLst>
            </p:nvPr>
          </p:nvCxnSpPr>
          <p:spPr bwMode="auto">
            <a:xfrm>
              <a:off x="2983865" y="5256275"/>
              <a:ext cx="2447925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08" name="直接箭头连接符 207">
              <a:extLst>
                <a:ext uri="{FF2B5EF4-FFF2-40B4-BE49-F238E27FC236}">
                  <a16:creationId xmlns:a16="http://schemas.microsoft.com/office/drawing/2014/main" id="{C64CB5F1-9E49-473E-A1BE-505FF2A694F1}"/>
                </a:ext>
              </a:extLst>
            </p:cNvPr>
            <p:cNvCxnSpPr/>
            <p:nvPr>
              <p:custDataLst>
                <p:tags r:id="rId132"/>
              </p:custDataLst>
            </p:nvPr>
          </p:nvCxnSpPr>
          <p:spPr bwMode="auto">
            <a:xfrm>
              <a:off x="2983865" y="5004180"/>
              <a:ext cx="0" cy="252095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09" name="Text Box 36">
              <a:extLst>
                <a:ext uri="{FF2B5EF4-FFF2-40B4-BE49-F238E27FC236}">
                  <a16:creationId xmlns:a16="http://schemas.microsoft.com/office/drawing/2014/main" id="{D2CC54C3-1DA2-48EB-8BD9-7F014AFDC42E}"/>
                </a:ext>
              </a:extLst>
            </p:cNvPr>
            <p:cNvSpPr txBox="1">
              <a:spLocks noChangeArrowheads="1"/>
            </p:cNvSpPr>
            <p:nvPr>
              <p:custDataLst>
                <p:tags r:id="rId133"/>
              </p:custDataLst>
            </p:nvPr>
          </p:nvSpPr>
          <p:spPr bwMode="auto">
            <a:xfrm>
              <a:off x="5652000" y="3887755"/>
              <a:ext cx="648000" cy="115189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C00000"/>
              </a:solidFill>
              <a:prstDash val="sysDash"/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10" name="Text Box 36">
              <a:extLst>
                <a:ext uri="{FF2B5EF4-FFF2-40B4-BE49-F238E27FC236}">
                  <a16:creationId xmlns:a16="http://schemas.microsoft.com/office/drawing/2014/main" id="{A46BFAC4-E2B3-4D41-B502-5878F2DE8AB7}"/>
                </a:ext>
              </a:extLst>
            </p:cNvPr>
            <p:cNvSpPr txBox="1">
              <a:spLocks noChangeArrowheads="1"/>
            </p:cNvSpPr>
            <p:nvPr>
              <p:custDataLst>
                <p:tags r:id="rId134"/>
              </p:custDataLst>
            </p:nvPr>
          </p:nvSpPr>
          <p:spPr bwMode="auto">
            <a:xfrm>
              <a:off x="3131560" y="3708000"/>
              <a:ext cx="2051685" cy="14757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accent2"/>
              </a:solidFill>
              <a:prstDash val="sysDash"/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11" name="Text Box 36">
              <a:extLst>
                <a:ext uri="{FF2B5EF4-FFF2-40B4-BE49-F238E27FC236}">
                  <a16:creationId xmlns:a16="http://schemas.microsoft.com/office/drawing/2014/main" id="{1594738B-A602-49EB-B3B8-734B9313849C}"/>
                </a:ext>
              </a:extLst>
            </p:cNvPr>
            <p:cNvSpPr txBox="1">
              <a:spLocks noChangeArrowheads="1"/>
            </p:cNvSpPr>
            <p:nvPr>
              <p:custDataLst>
                <p:tags r:id="rId135"/>
              </p:custDataLst>
            </p:nvPr>
          </p:nvSpPr>
          <p:spPr bwMode="auto">
            <a:xfrm>
              <a:off x="7018540" y="3780340"/>
              <a:ext cx="1188085" cy="97218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accent2"/>
              </a:solidFill>
              <a:prstDash val="sysDash"/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12" name="Text Box 36">
              <a:extLst>
                <a:ext uri="{FF2B5EF4-FFF2-40B4-BE49-F238E27FC236}">
                  <a16:creationId xmlns:a16="http://schemas.microsoft.com/office/drawing/2014/main" id="{24DCBCC8-8F68-4DE6-9DB8-7C359806EA40}"/>
                </a:ext>
              </a:extLst>
            </p:cNvPr>
            <p:cNvSpPr txBox="1">
              <a:spLocks noChangeArrowheads="1"/>
            </p:cNvSpPr>
            <p:nvPr>
              <p:custDataLst>
                <p:tags r:id="rId136"/>
              </p:custDataLst>
            </p:nvPr>
          </p:nvSpPr>
          <p:spPr bwMode="auto">
            <a:xfrm>
              <a:off x="5400064" y="3960000"/>
              <a:ext cx="144000" cy="972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990099"/>
              </a:solidFill>
              <a:prstDash val="sysDash"/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13" name="Text Box 191">
              <a:extLst>
                <a:ext uri="{FF2B5EF4-FFF2-40B4-BE49-F238E27FC236}">
                  <a16:creationId xmlns:a16="http://schemas.microsoft.com/office/drawing/2014/main" id="{3B442BBF-86CF-4F24-BDA5-7D0A0D61397C}"/>
                </a:ext>
              </a:extLst>
            </p:cNvPr>
            <p:cNvSpPr txBox="1">
              <a:spLocks noChangeArrowheads="1"/>
            </p:cNvSpPr>
            <p:nvPr>
              <p:custDataLst>
                <p:tags r:id="rId137"/>
              </p:custDataLst>
            </p:nvPr>
          </p:nvSpPr>
          <p:spPr bwMode="auto">
            <a:xfrm>
              <a:off x="5184000" y="3816000"/>
              <a:ext cx="215900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D</a:t>
              </a:r>
              <a:r>
                <a:rPr lang="en-US" altLang="zh-CN" sz="1600" b="1" baseline="-25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cxnSp>
          <p:nvCxnSpPr>
            <p:cNvPr id="214" name="直接箭头连接符 213">
              <a:extLst>
                <a:ext uri="{FF2B5EF4-FFF2-40B4-BE49-F238E27FC236}">
                  <a16:creationId xmlns:a16="http://schemas.microsoft.com/office/drawing/2014/main" id="{55D2109F-B7DF-4803-B898-2F97B29043DF}"/>
                </a:ext>
              </a:extLst>
            </p:cNvPr>
            <p:cNvCxnSpPr/>
            <p:nvPr>
              <p:custDataLst>
                <p:tags r:id="rId138"/>
              </p:custDataLst>
            </p:nvPr>
          </p:nvCxnSpPr>
          <p:spPr bwMode="auto">
            <a:xfrm flipV="1">
              <a:off x="5184000" y="4032000"/>
              <a:ext cx="216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15" name="Text Box 191">
              <a:extLst>
                <a:ext uri="{FF2B5EF4-FFF2-40B4-BE49-F238E27FC236}">
                  <a16:creationId xmlns:a16="http://schemas.microsoft.com/office/drawing/2014/main" id="{93DF0FFF-DCD4-4C5C-9114-8AAC6DF22332}"/>
                </a:ext>
              </a:extLst>
            </p:cNvPr>
            <p:cNvSpPr txBox="1">
              <a:spLocks noChangeArrowheads="1"/>
            </p:cNvSpPr>
            <p:nvPr>
              <p:custDataLst>
                <p:tags r:id="rId139"/>
              </p:custDataLst>
            </p:nvPr>
          </p:nvSpPr>
          <p:spPr bwMode="auto">
            <a:xfrm>
              <a:off x="5184000" y="4392000"/>
              <a:ext cx="215900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D</a:t>
              </a:r>
              <a:r>
                <a:rPr lang="en-US" altLang="zh-CN" sz="1600" b="1" baseline="-25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  <p:cxnSp>
          <p:nvCxnSpPr>
            <p:cNvPr id="216" name="直接箭头连接符 215">
              <a:extLst>
                <a:ext uri="{FF2B5EF4-FFF2-40B4-BE49-F238E27FC236}">
                  <a16:creationId xmlns:a16="http://schemas.microsoft.com/office/drawing/2014/main" id="{1472A29F-7F33-40BE-A76D-E6DC55BA800D}"/>
                </a:ext>
              </a:extLst>
            </p:cNvPr>
            <p:cNvCxnSpPr/>
            <p:nvPr>
              <p:custDataLst>
                <p:tags r:id="rId140"/>
              </p:custDataLst>
            </p:nvPr>
          </p:nvCxnSpPr>
          <p:spPr bwMode="auto">
            <a:xfrm flipV="1">
              <a:off x="5184000" y="4608000"/>
              <a:ext cx="216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17" name="直接箭头连接符 216">
              <a:extLst>
                <a:ext uri="{FF2B5EF4-FFF2-40B4-BE49-F238E27FC236}">
                  <a16:creationId xmlns:a16="http://schemas.microsoft.com/office/drawing/2014/main" id="{9C6F5A94-8B18-4FF5-9617-4E6F8DD09C91}"/>
                </a:ext>
              </a:extLst>
            </p:cNvPr>
            <p:cNvCxnSpPr/>
            <p:nvPr>
              <p:custDataLst>
                <p:tags r:id="rId141"/>
              </p:custDataLst>
            </p:nvPr>
          </p:nvCxnSpPr>
          <p:spPr bwMode="auto">
            <a:xfrm flipH="1" flipV="1">
              <a:off x="8131810" y="3995800"/>
              <a:ext cx="2159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18" name="直接箭头连接符 217">
              <a:extLst>
                <a:ext uri="{FF2B5EF4-FFF2-40B4-BE49-F238E27FC236}">
                  <a16:creationId xmlns:a16="http://schemas.microsoft.com/office/drawing/2014/main" id="{1597452C-6F36-4D4B-A36A-6E8FB92BB972}"/>
                </a:ext>
              </a:extLst>
            </p:cNvPr>
            <p:cNvCxnSpPr/>
            <p:nvPr>
              <p:custDataLst>
                <p:tags r:id="rId142"/>
              </p:custDataLst>
            </p:nvPr>
          </p:nvCxnSpPr>
          <p:spPr bwMode="auto">
            <a:xfrm flipH="1" flipV="1">
              <a:off x="8131810" y="4248530"/>
              <a:ext cx="2159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19" name="直接箭头连接符 218">
              <a:extLst>
                <a:ext uri="{FF2B5EF4-FFF2-40B4-BE49-F238E27FC236}">
                  <a16:creationId xmlns:a16="http://schemas.microsoft.com/office/drawing/2014/main" id="{BBB2A78C-F542-467F-B0F5-512CD0AA0352}"/>
                </a:ext>
              </a:extLst>
            </p:cNvPr>
            <p:cNvCxnSpPr/>
            <p:nvPr>
              <p:custDataLst>
                <p:tags r:id="rId143"/>
              </p:custDataLst>
            </p:nvPr>
          </p:nvCxnSpPr>
          <p:spPr bwMode="auto">
            <a:xfrm flipV="1">
              <a:off x="5544000" y="4032000"/>
              <a:ext cx="108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20" name="直接箭头连接符 219">
              <a:extLst>
                <a:ext uri="{FF2B5EF4-FFF2-40B4-BE49-F238E27FC236}">
                  <a16:creationId xmlns:a16="http://schemas.microsoft.com/office/drawing/2014/main" id="{D46254AA-7B93-4EBC-BCF1-52BAD684A4C6}"/>
                </a:ext>
              </a:extLst>
            </p:cNvPr>
            <p:cNvCxnSpPr/>
            <p:nvPr>
              <p:custDataLst>
                <p:tags r:id="rId144"/>
              </p:custDataLst>
            </p:nvPr>
          </p:nvCxnSpPr>
          <p:spPr bwMode="auto">
            <a:xfrm flipV="1">
              <a:off x="5544000" y="4608000"/>
              <a:ext cx="108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06" name="直接箭头连接符 205">
              <a:extLst>
                <a:ext uri="{FF2B5EF4-FFF2-40B4-BE49-F238E27FC236}">
                  <a16:creationId xmlns:a16="http://schemas.microsoft.com/office/drawing/2014/main" id="{E7B895A0-75BF-4C08-BB18-7A564817B22B}"/>
                </a:ext>
              </a:extLst>
            </p:cNvPr>
            <p:cNvCxnSpPr/>
            <p:nvPr>
              <p:custDataLst>
                <p:tags r:id="rId145"/>
              </p:custDataLst>
            </p:nvPr>
          </p:nvCxnSpPr>
          <p:spPr bwMode="auto">
            <a:xfrm>
              <a:off x="5431790" y="4860035"/>
              <a:ext cx="0" cy="39624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E14A272-F40F-40A8-8109-3FDC60CCB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17</a:t>
            </a:fld>
            <a:endParaRPr lang="en-US" altLang="zh-CN"/>
          </a:p>
        </p:txBody>
      </p:sp>
      <p:sp>
        <p:nvSpPr>
          <p:cNvPr id="4" name="Text Box 7">
            <a:extLst>
              <a:ext uri="{FF2B5EF4-FFF2-40B4-BE49-F238E27FC236}">
                <a16:creationId xmlns:a16="http://schemas.microsoft.com/office/drawing/2014/main" id="{9AC4119E-8BA8-46D2-8A81-9922EEBF0D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3940" y="1929026"/>
            <a:ext cx="2770880" cy="70788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Z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Q1•A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endParaRPr lang="en-US" altLang="zh-CN" sz="2000" b="1" dirty="0">
              <a:solidFill>
                <a:schemeClr val="tx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spcAft>
                <a:spcPts val="0"/>
              </a:spcAft>
            </a:pP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</a:rPr>
              <a:t>Y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Q1•B+Q1•A+Q0•A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3A635C25-9478-4EFA-8FC6-21478EDD3973}"/>
              </a:ext>
            </a:extLst>
          </p:cNvPr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434590732"/>
              </p:ext>
            </p:extLst>
          </p:nvPr>
        </p:nvGraphicFramePr>
        <p:xfrm>
          <a:off x="2638425" y="1268760"/>
          <a:ext cx="2924810" cy="94894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85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8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19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21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16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685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Q1Q0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AB=00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mbria Math" panose="02040503050406030204" pitchFamily="18" charset="0"/>
                          <a:sym typeface="+mn-ea"/>
                        </a:rPr>
                        <a:t>AB=01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mbria Math" panose="02040503050406030204" pitchFamily="18" charset="0"/>
                          <a:sym typeface="+mn-ea"/>
                        </a:rPr>
                        <a:t>AB=11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mbria Math" panose="02040503050406030204" pitchFamily="18" charset="0"/>
                          <a:sym typeface="+mn-ea"/>
                        </a:rPr>
                        <a:t>AB=10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85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00/00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/00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**/**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0/00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85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01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/00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0/00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**/**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00/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50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0/00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00/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**/**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00/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highlight>
                            <a:srgbClr val="FF00FF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1CCF552-BC2C-43AD-A7DA-992847BD8680}"/>
              </a:ext>
            </a:extLst>
          </p:cNvPr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114268504"/>
              </p:ext>
            </p:extLst>
          </p:nvPr>
        </p:nvGraphicFramePr>
        <p:xfrm>
          <a:off x="5756468" y="565785"/>
          <a:ext cx="1502410" cy="942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4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81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54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5905">
                <a:tc>
                  <a:txBody>
                    <a:bodyPr/>
                    <a:lstStyle/>
                    <a:p>
                      <a:pPr indent="0" algn="r" fontAlgn="auto">
                        <a:lnSpc>
                          <a:spcPct val="70000"/>
                        </a:lnSpc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AB</a:t>
                      </a:r>
                    </a:p>
                    <a:p>
                      <a:pPr indent="0" algn="l" fontAlgn="auto">
                        <a:lnSpc>
                          <a:spcPct val="50000"/>
                        </a:lnSpc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</a:t>
                      </a:r>
                      <a:r>
                        <a:rPr lang="en-US" altLang="zh-CN" sz="1400" baseline="-25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</a:t>
                      </a:r>
                      <a:r>
                        <a:rPr lang="en-US" altLang="zh-CN" sz="1400" baseline="-25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>
                      <a:solidFill>
                        <a:schemeClr val="tx1"/>
                      </a:solidFill>
                      <a:prstDash val="soli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</a:t>
                      </a:r>
                    </a:p>
                  </a:txBody>
                  <a:tcPr marL="36195" marR="36195" marT="10795" marB="10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</a:t>
                      </a:r>
                    </a:p>
                  </a:txBody>
                  <a:tcPr marL="36195" marR="36195" marT="10795" marB="10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</a:p>
                  </a:txBody>
                  <a:tcPr marL="36195" marR="36195" marT="10795" marB="10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marL="36195" marR="36195" marT="10795" marB="10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018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Y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endParaRPr lang="en-US" altLang="zh-CN" sz="14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endParaRPr lang="en-US" altLang="zh-CN" sz="14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018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endParaRPr lang="en-US" altLang="zh-CN" sz="14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endParaRPr lang="en-US" altLang="zh-CN" sz="14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018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018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endParaRPr lang="en-US" altLang="zh-CN" sz="14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83CD2277-C22B-48E6-B1F9-03AA6CE69C34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645774464"/>
              </p:ext>
            </p:extLst>
          </p:nvPr>
        </p:nvGraphicFramePr>
        <p:xfrm>
          <a:off x="7453823" y="549275"/>
          <a:ext cx="1510665" cy="942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4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81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54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5905">
                <a:tc>
                  <a:txBody>
                    <a:bodyPr/>
                    <a:lstStyle/>
                    <a:p>
                      <a:pPr indent="0" algn="r" fontAlgn="auto">
                        <a:lnSpc>
                          <a:spcPct val="70000"/>
                        </a:lnSpc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AB</a:t>
                      </a:r>
                    </a:p>
                    <a:p>
                      <a:pPr indent="0" algn="l" fontAlgn="auto">
                        <a:lnSpc>
                          <a:spcPct val="50000"/>
                        </a:lnSpc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</a:t>
                      </a:r>
                      <a:r>
                        <a:rPr lang="en-US" altLang="zh-CN" sz="1400" baseline="-25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</a:t>
                      </a:r>
                      <a:r>
                        <a:rPr lang="en-US" altLang="zh-CN" sz="1400" baseline="-25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>
                      <a:solidFill>
                        <a:schemeClr val="tx1"/>
                      </a:solidFill>
                      <a:prstDash val="soli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</a:t>
                      </a:r>
                    </a:p>
                  </a:txBody>
                  <a:tcPr marL="36195" marR="36195" marT="10795" marB="10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</a:t>
                      </a:r>
                    </a:p>
                  </a:txBody>
                  <a:tcPr marL="36195" marR="36195" marT="10795" marB="10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</a:p>
                  </a:txBody>
                  <a:tcPr marL="36195" marR="36195" marT="10795" marB="10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marL="36195" marR="36195" marT="10795" marB="10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018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Z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endParaRPr lang="en-US" altLang="zh-CN" sz="14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endParaRPr lang="en-US" altLang="zh-CN" sz="14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018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endParaRPr lang="en-US" altLang="zh-CN" sz="14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endParaRPr lang="en-US" altLang="zh-CN" sz="14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endParaRPr lang="en-US" altLang="zh-CN" sz="14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018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018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endParaRPr lang="en-US" altLang="zh-CN" sz="14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endParaRPr lang="en-US" altLang="zh-CN" sz="14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E6856755-0936-437C-A9CE-9F1CF481AD6E}"/>
              </a:ext>
            </a:extLst>
          </p:cNvPr>
          <p:cNvGraphicFramePr/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478704766"/>
              </p:ext>
            </p:extLst>
          </p:nvPr>
        </p:nvGraphicFramePr>
        <p:xfrm>
          <a:off x="5734243" y="1553845"/>
          <a:ext cx="1508125" cy="942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4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81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54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5905">
                <a:tc>
                  <a:txBody>
                    <a:bodyPr/>
                    <a:lstStyle/>
                    <a:p>
                      <a:pPr indent="0" algn="r" fontAlgn="auto">
                        <a:lnSpc>
                          <a:spcPct val="70000"/>
                        </a:lnSpc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AB</a:t>
                      </a:r>
                    </a:p>
                    <a:p>
                      <a:pPr indent="0" algn="l" fontAlgn="auto">
                        <a:lnSpc>
                          <a:spcPct val="50000"/>
                        </a:lnSpc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</a:t>
                      </a:r>
                      <a:r>
                        <a:rPr lang="en-US" altLang="zh-CN" sz="1400" baseline="-25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</a:t>
                      </a:r>
                      <a:r>
                        <a:rPr lang="en-US" altLang="zh-CN" sz="1400" baseline="-25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>
                      <a:solidFill>
                        <a:schemeClr val="tx1"/>
                      </a:solidFill>
                      <a:prstDash val="soli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</a:t>
                      </a:r>
                    </a:p>
                  </a:txBody>
                  <a:tcPr marL="36195" marR="36195" marT="10795" marB="10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</a:t>
                      </a:r>
                    </a:p>
                  </a:txBody>
                  <a:tcPr marL="36195" marR="36195" marT="10795" marB="10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</a:p>
                  </a:txBody>
                  <a:tcPr marL="36195" marR="36195" marT="10795" marB="10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marL="36195" marR="36195" marT="10795" marB="10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018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Q1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endParaRPr lang="en-US" altLang="zh-CN" sz="14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018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endParaRPr lang="en-US" altLang="zh-CN" sz="14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endParaRPr lang="en-US" altLang="zh-CN" sz="14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018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018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endParaRPr lang="en-US" altLang="zh-CN" sz="14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endParaRPr lang="en-US" altLang="zh-CN" sz="14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F8BAEFE3-F311-4FE8-A12E-54D8885A267F}"/>
              </a:ext>
            </a:extLst>
          </p:cNvPr>
          <p:cNvGraphicFramePr/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381496724"/>
              </p:ext>
            </p:extLst>
          </p:nvPr>
        </p:nvGraphicFramePr>
        <p:xfrm>
          <a:off x="7440488" y="1537335"/>
          <a:ext cx="1507490" cy="942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4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81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54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5905">
                <a:tc>
                  <a:txBody>
                    <a:bodyPr/>
                    <a:lstStyle/>
                    <a:p>
                      <a:pPr indent="0" algn="r" fontAlgn="auto">
                        <a:lnSpc>
                          <a:spcPct val="70000"/>
                        </a:lnSpc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AB</a:t>
                      </a:r>
                    </a:p>
                    <a:p>
                      <a:pPr indent="0" algn="l" fontAlgn="auto">
                        <a:lnSpc>
                          <a:spcPct val="50000"/>
                        </a:lnSpc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</a:t>
                      </a:r>
                      <a:r>
                        <a:rPr lang="en-US" altLang="zh-CN" sz="1400" baseline="-25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</a:t>
                      </a:r>
                      <a:r>
                        <a:rPr lang="en-US" altLang="zh-CN" sz="1400" baseline="-25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>
                      <a:solidFill>
                        <a:schemeClr val="tx1"/>
                      </a:solidFill>
                      <a:prstDash val="soli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</a:t>
                      </a:r>
                    </a:p>
                  </a:txBody>
                  <a:tcPr marL="36195" marR="36195" marT="10795" marB="10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</a:t>
                      </a:r>
                    </a:p>
                  </a:txBody>
                  <a:tcPr marL="36195" marR="36195" marT="10795" marB="10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</a:p>
                  </a:txBody>
                  <a:tcPr marL="36195" marR="36195" marT="10795" marB="10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marL="36195" marR="36195" marT="10795" marB="10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018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endParaRPr lang="en-US" altLang="zh-CN" sz="14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018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endParaRPr lang="en-US" altLang="zh-CN" sz="14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endParaRPr lang="en-US" altLang="zh-CN" sz="14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018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018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endParaRPr lang="en-US" altLang="zh-CN" sz="14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endParaRPr lang="en-US" altLang="zh-CN" sz="14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endParaRPr lang="en-US" altLang="zh-CN" sz="14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0" name="组合 9">
            <a:extLst>
              <a:ext uri="{FF2B5EF4-FFF2-40B4-BE49-F238E27FC236}">
                <a16:creationId xmlns:a16="http://schemas.microsoft.com/office/drawing/2014/main" id="{90E02275-49EC-4527-BA8A-BF9A079CFBB0}"/>
              </a:ext>
            </a:extLst>
          </p:cNvPr>
          <p:cNvGrpSpPr/>
          <p:nvPr/>
        </p:nvGrpSpPr>
        <p:grpSpPr>
          <a:xfrm>
            <a:off x="6470208" y="1007745"/>
            <a:ext cx="767715" cy="477520"/>
            <a:chOff x="10091" y="1587"/>
            <a:chExt cx="1209" cy="752"/>
          </a:xfrm>
        </p:grpSpPr>
        <p:sp>
          <p:nvSpPr>
            <p:cNvPr id="11" name="圆角矩形 8">
              <a:extLst>
                <a:ext uri="{FF2B5EF4-FFF2-40B4-BE49-F238E27FC236}">
                  <a16:creationId xmlns:a16="http://schemas.microsoft.com/office/drawing/2014/main" id="{C7E8A117-F3C0-4AC4-9601-3E187C2456C2}"/>
                </a:ext>
              </a:extLst>
            </p:cNvPr>
            <p:cNvSpPr/>
            <p:nvPr/>
          </p:nvSpPr>
          <p:spPr>
            <a:xfrm>
              <a:off x="10506" y="1885"/>
              <a:ext cx="794" cy="454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" name="圆角矩形 9">
              <a:extLst>
                <a:ext uri="{FF2B5EF4-FFF2-40B4-BE49-F238E27FC236}">
                  <a16:creationId xmlns:a16="http://schemas.microsoft.com/office/drawing/2014/main" id="{2224CABA-3EC6-4FB8-970C-C45E2A970A44}"/>
                </a:ext>
              </a:extLst>
            </p:cNvPr>
            <p:cNvSpPr/>
            <p:nvPr>
              <p:custDataLst>
                <p:tags r:id="rId120"/>
              </p:custDataLst>
            </p:nvPr>
          </p:nvSpPr>
          <p:spPr>
            <a:xfrm>
              <a:off x="10488" y="1587"/>
              <a:ext cx="794" cy="454"/>
            </a:xfrm>
            <a:prstGeom prst="roundRect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" name="圆角矩形 10">
              <a:extLst>
                <a:ext uri="{FF2B5EF4-FFF2-40B4-BE49-F238E27FC236}">
                  <a16:creationId xmlns:a16="http://schemas.microsoft.com/office/drawing/2014/main" id="{515B8AF1-9E27-4D3B-8112-8BBFF3389339}"/>
                </a:ext>
              </a:extLst>
            </p:cNvPr>
            <p:cNvSpPr/>
            <p:nvPr>
              <p:custDataLst>
                <p:tags r:id="rId121"/>
              </p:custDataLst>
            </p:nvPr>
          </p:nvSpPr>
          <p:spPr>
            <a:xfrm>
              <a:off x="10091" y="1871"/>
              <a:ext cx="794" cy="454"/>
            </a:xfrm>
            <a:prstGeom prst="roundRect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4" name="圆角矩形 11">
            <a:extLst>
              <a:ext uri="{FF2B5EF4-FFF2-40B4-BE49-F238E27FC236}">
                <a16:creationId xmlns:a16="http://schemas.microsoft.com/office/drawing/2014/main" id="{DD38A135-FFB5-4A34-AB5B-C0C6886C5E6B}"/>
              </a:ext>
            </a:extLst>
          </p:cNvPr>
          <p:cNvSpPr/>
          <p:nvPr/>
        </p:nvSpPr>
        <p:spPr>
          <a:xfrm>
            <a:off x="8463053" y="1171490"/>
            <a:ext cx="468000" cy="288000"/>
          </a:xfrm>
          <a:prstGeom prst="roundRect">
            <a:avLst/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1C9E25C-18DD-43BB-8C9B-2D2FFAFB620B}"/>
              </a:ext>
            </a:extLst>
          </p:cNvPr>
          <p:cNvGrpSpPr/>
          <p:nvPr/>
        </p:nvGrpSpPr>
        <p:grpSpPr>
          <a:xfrm>
            <a:off x="6182553" y="1800225"/>
            <a:ext cx="1043940" cy="683895"/>
            <a:chOff x="9638" y="2835"/>
            <a:chExt cx="1644" cy="1077"/>
          </a:xfrm>
        </p:grpSpPr>
        <p:sp>
          <p:nvSpPr>
            <p:cNvPr id="16" name="圆角矩形 12">
              <a:extLst>
                <a:ext uri="{FF2B5EF4-FFF2-40B4-BE49-F238E27FC236}">
                  <a16:creationId xmlns:a16="http://schemas.microsoft.com/office/drawing/2014/main" id="{E73F8CBF-57CF-47AF-BA42-A805A4854A59}"/>
                </a:ext>
              </a:extLst>
            </p:cNvPr>
            <p:cNvSpPr/>
            <p:nvPr>
              <p:custDataLst>
                <p:tags r:id="rId117"/>
              </p:custDataLst>
            </p:nvPr>
          </p:nvSpPr>
          <p:spPr>
            <a:xfrm>
              <a:off x="10039" y="3175"/>
              <a:ext cx="737" cy="454"/>
            </a:xfrm>
            <a:prstGeom prst="roundRect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" name="圆角矩形 13">
              <a:extLst>
                <a:ext uri="{FF2B5EF4-FFF2-40B4-BE49-F238E27FC236}">
                  <a16:creationId xmlns:a16="http://schemas.microsoft.com/office/drawing/2014/main" id="{3FDD884B-4F21-4601-A114-C124087C7FE9}"/>
                </a:ext>
              </a:extLst>
            </p:cNvPr>
            <p:cNvSpPr/>
            <p:nvPr>
              <p:custDataLst>
                <p:tags r:id="rId118"/>
              </p:custDataLst>
            </p:nvPr>
          </p:nvSpPr>
          <p:spPr>
            <a:xfrm>
              <a:off x="10488" y="2835"/>
              <a:ext cx="794" cy="227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" name="圆角矩形 14">
              <a:extLst>
                <a:ext uri="{FF2B5EF4-FFF2-40B4-BE49-F238E27FC236}">
                  <a16:creationId xmlns:a16="http://schemas.microsoft.com/office/drawing/2014/main" id="{27A0C1A0-0B0F-4A06-95BB-BEAB887CED41}"/>
                </a:ext>
              </a:extLst>
            </p:cNvPr>
            <p:cNvSpPr/>
            <p:nvPr>
              <p:custDataLst>
                <p:tags r:id="rId119"/>
              </p:custDataLst>
            </p:nvPr>
          </p:nvSpPr>
          <p:spPr>
            <a:xfrm>
              <a:off x="9638" y="3402"/>
              <a:ext cx="340" cy="510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8B4BA876-9F5F-4CE4-8A40-3A2FB33255C2}"/>
              </a:ext>
            </a:extLst>
          </p:cNvPr>
          <p:cNvGrpSpPr/>
          <p:nvPr/>
        </p:nvGrpSpPr>
        <p:grpSpPr>
          <a:xfrm>
            <a:off x="7888163" y="1800225"/>
            <a:ext cx="756920" cy="503555"/>
            <a:chOff x="10090" y="2748"/>
            <a:chExt cx="1192" cy="793"/>
          </a:xfrm>
        </p:grpSpPr>
        <p:sp>
          <p:nvSpPr>
            <p:cNvPr id="20" name="圆角矩形 19">
              <a:extLst>
                <a:ext uri="{FF2B5EF4-FFF2-40B4-BE49-F238E27FC236}">
                  <a16:creationId xmlns:a16="http://schemas.microsoft.com/office/drawing/2014/main" id="{C660451A-54AD-45B2-B2FC-F1D3F2E39078}"/>
                </a:ext>
              </a:extLst>
            </p:cNvPr>
            <p:cNvSpPr/>
            <p:nvPr>
              <p:custDataLst>
                <p:tags r:id="rId115"/>
              </p:custDataLst>
            </p:nvPr>
          </p:nvSpPr>
          <p:spPr>
            <a:xfrm>
              <a:off x="10488" y="2748"/>
              <a:ext cx="794" cy="227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1" name="圆角矩形 20">
              <a:extLst>
                <a:ext uri="{FF2B5EF4-FFF2-40B4-BE49-F238E27FC236}">
                  <a16:creationId xmlns:a16="http://schemas.microsoft.com/office/drawing/2014/main" id="{067C5ABB-B7FE-497A-8347-DD84B7D5578A}"/>
                </a:ext>
              </a:extLst>
            </p:cNvPr>
            <p:cNvSpPr/>
            <p:nvPr>
              <p:custDataLst>
                <p:tags r:id="rId116"/>
              </p:custDataLst>
            </p:nvPr>
          </p:nvSpPr>
          <p:spPr>
            <a:xfrm>
              <a:off x="10090" y="3031"/>
              <a:ext cx="340" cy="510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9C9C2D1C-B212-4B09-AF11-0A900B6B7397}"/>
              </a:ext>
            </a:extLst>
          </p:cNvPr>
          <p:cNvGrpSpPr/>
          <p:nvPr/>
        </p:nvGrpSpPr>
        <p:grpSpPr>
          <a:xfrm>
            <a:off x="2952000" y="3563805"/>
            <a:ext cx="5255895" cy="1583690"/>
            <a:chOff x="2608" y="6633"/>
            <a:chExt cx="8277" cy="2494"/>
          </a:xfrm>
        </p:grpSpPr>
        <p:cxnSp>
          <p:nvCxnSpPr>
            <p:cNvPr id="63" name="直接箭头连接符 62">
              <a:extLst>
                <a:ext uri="{FF2B5EF4-FFF2-40B4-BE49-F238E27FC236}">
                  <a16:creationId xmlns:a16="http://schemas.microsoft.com/office/drawing/2014/main" id="{277DFE20-2255-4835-BE51-764D4C51C7F5}"/>
                </a:ext>
              </a:extLst>
            </p:cNvPr>
            <p:cNvCxnSpPr/>
            <p:nvPr>
              <p:custDataLst>
                <p:tags r:id="rId84"/>
              </p:custDataLst>
            </p:nvPr>
          </p:nvCxnSpPr>
          <p:spPr bwMode="auto">
            <a:xfrm>
              <a:off x="8277" y="8277"/>
              <a:ext cx="0" cy="73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4" name="直接箭头连接符 63">
              <a:extLst>
                <a:ext uri="{FF2B5EF4-FFF2-40B4-BE49-F238E27FC236}">
                  <a16:creationId xmlns:a16="http://schemas.microsoft.com/office/drawing/2014/main" id="{4A60AE07-93EF-4299-85AA-368DEBED9637}"/>
                </a:ext>
              </a:extLst>
            </p:cNvPr>
            <p:cNvCxnSpPr/>
            <p:nvPr>
              <p:custDataLst>
                <p:tags r:id="rId85"/>
              </p:custDataLst>
            </p:nvPr>
          </p:nvCxnSpPr>
          <p:spPr bwMode="auto">
            <a:xfrm>
              <a:off x="8447" y="7370"/>
              <a:ext cx="0" cy="175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5" name="直接箭头连接符 64">
              <a:extLst>
                <a:ext uri="{FF2B5EF4-FFF2-40B4-BE49-F238E27FC236}">
                  <a16:creationId xmlns:a16="http://schemas.microsoft.com/office/drawing/2014/main" id="{67258C24-0878-4739-90DB-5B0B0DADC36D}"/>
                </a:ext>
              </a:extLst>
            </p:cNvPr>
            <p:cNvCxnSpPr/>
            <p:nvPr>
              <p:custDataLst>
                <p:tags r:id="rId86"/>
              </p:custDataLst>
            </p:nvPr>
          </p:nvCxnSpPr>
          <p:spPr bwMode="auto">
            <a:xfrm>
              <a:off x="2608" y="6633"/>
              <a:ext cx="6293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6" name="直接箭头连接符 65">
              <a:extLst>
                <a:ext uri="{FF2B5EF4-FFF2-40B4-BE49-F238E27FC236}">
                  <a16:creationId xmlns:a16="http://schemas.microsoft.com/office/drawing/2014/main" id="{DDA34FAB-527C-423E-8A56-8A36031E484C}"/>
                </a:ext>
              </a:extLst>
            </p:cNvPr>
            <p:cNvCxnSpPr/>
            <p:nvPr>
              <p:custDataLst>
                <p:tags r:id="rId87"/>
              </p:custDataLst>
            </p:nvPr>
          </p:nvCxnSpPr>
          <p:spPr bwMode="auto">
            <a:xfrm>
              <a:off x="2778" y="6747"/>
              <a:ext cx="5953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7" name="直接箭头连接符 66">
              <a:extLst>
                <a:ext uri="{FF2B5EF4-FFF2-40B4-BE49-F238E27FC236}">
                  <a16:creationId xmlns:a16="http://schemas.microsoft.com/office/drawing/2014/main" id="{20CFF343-4EDF-4AE9-A0B7-59EC4F15C104}"/>
                </a:ext>
              </a:extLst>
            </p:cNvPr>
            <p:cNvCxnSpPr/>
            <p:nvPr>
              <p:custDataLst>
                <p:tags r:id="rId88"/>
              </p:custDataLst>
            </p:nvPr>
          </p:nvCxnSpPr>
          <p:spPr bwMode="auto">
            <a:xfrm>
              <a:off x="8447" y="8731"/>
              <a:ext cx="68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68" name="直接箭头连接符 67">
              <a:extLst>
                <a:ext uri="{FF2B5EF4-FFF2-40B4-BE49-F238E27FC236}">
                  <a16:creationId xmlns:a16="http://schemas.microsoft.com/office/drawing/2014/main" id="{6CE37E35-FD49-4C33-8358-A8BA3D4B5993}"/>
                </a:ext>
              </a:extLst>
            </p:cNvPr>
            <p:cNvCxnSpPr/>
            <p:nvPr>
              <p:custDataLst>
                <p:tags r:id="rId89"/>
              </p:custDataLst>
            </p:nvPr>
          </p:nvCxnSpPr>
          <p:spPr bwMode="auto">
            <a:xfrm>
              <a:off x="8277" y="8901"/>
              <a:ext cx="102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69" name="直接箭头连接符 68">
              <a:extLst>
                <a:ext uri="{FF2B5EF4-FFF2-40B4-BE49-F238E27FC236}">
                  <a16:creationId xmlns:a16="http://schemas.microsoft.com/office/drawing/2014/main" id="{EADBE566-3281-48BA-B2E2-D54CF630DDA3}"/>
                </a:ext>
              </a:extLst>
            </p:cNvPr>
            <p:cNvCxnSpPr/>
            <p:nvPr>
              <p:custDataLst>
                <p:tags r:id="rId90"/>
              </p:custDataLst>
            </p:nvPr>
          </p:nvCxnSpPr>
          <p:spPr bwMode="auto">
            <a:xfrm flipH="1" flipV="1">
              <a:off x="2608" y="6633"/>
              <a:ext cx="0" cy="73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70" name="直接箭头连接符 69">
              <a:extLst>
                <a:ext uri="{FF2B5EF4-FFF2-40B4-BE49-F238E27FC236}">
                  <a16:creationId xmlns:a16="http://schemas.microsoft.com/office/drawing/2014/main" id="{EE3FE170-951C-4E54-9C36-279D9E550AD2}"/>
                </a:ext>
              </a:extLst>
            </p:cNvPr>
            <p:cNvCxnSpPr/>
            <p:nvPr>
              <p:custDataLst>
                <p:tags r:id="rId91"/>
              </p:custDataLst>
            </p:nvPr>
          </p:nvCxnSpPr>
          <p:spPr bwMode="auto">
            <a:xfrm>
              <a:off x="8731" y="6747"/>
              <a:ext cx="0" cy="124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71" name="直接箭头连接符 70">
              <a:extLst>
                <a:ext uri="{FF2B5EF4-FFF2-40B4-BE49-F238E27FC236}">
                  <a16:creationId xmlns:a16="http://schemas.microsoft.com/office/drawing/2014/main" id="{58C2EAA7-7599-4D65-A710-C51F6D0975C1}"/>
                </a:ext>
              </a:extLst>
            </p:cNvPr>
            <p:cNvCxnSpPr/>
            <p:nvPr>
              <p:custDataLst>
                <p:tags r:id="rId92"/>
              </p:custDataLst>
            </p:nvPr>
          </p:nvCxnSpPr>
          <p:spPr bwMode="auto">
            <a:xfrm>
              <a:off x="8901" y="6633"/>
              <a:ext cx="0" cy="102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72" name="直接箭头连接符 71">
              <a:extLst>
                <a:ext uri="{FF2B5EF4-FFF2-40B4-BE49-F238E27FC236}">
                  <a16:creationId xmlns:a16="http://schemas.microsoft.com/office/drawing/2014/main" id="{114705CD-93E1-4968-B987-E9CAF4B477BC}"/>
                </a:ext>
              </a:extLst>
            </p:cNvPr>
            <p:cNvCxnSpPr/>
            <p:nvPr>
              <p:custDataLst>
                <p:tags r:id="rId93"/>
              </p:custDataLst>
            </p:nvPr>
          </p:nvCxnSpPr>
          <p:spPr bwMode="auto">
            <a:xfrm flipH="1" flipV="1">
              <a:off x="2778" y="6747"/>
              <a:ext cx="0" cy="1134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sp>
          <p:nvSpPr>
            <p:cNvPr id="74" name="Text Box 36">
              <a:extLst>
                <a:ext uri="{FF2B5EF4-FFF2-40B4-BE49-F238E27FC236}">
                  <a16:creationId xmlns:a16="http://schemas.microsoft.com/office/drawing/2014/main" id="{6E0575EF-29A4-46FE-9E35-0781EDCFEF16}"/>
                </a:ext>
              </a:extLst>
            </p:cNvPr>
            <p:cNvSpPr txBox="1">
              <a:spLocks noChangeArrowheads="1"/>
            </p:cNvSpPr>
            <p:nvPr>
              <p:custDataLst>
                <p:tags r:id="rId94"/>
              </p:custDataLst>
            </p:nvPr>
          </p:nvSpPr>
          <p:spPr bwMode="auto">
            <a:xfrm>
              <a:off x="10316" y="7428"/>
              <a:ext cx="454" cy="56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 fontAlgn="ctr">
                <a:lnSpc>
                  <a:spcPct val="90000"/>
                </a:lnSpc>
              </a:pPr>
              <a:r>
                <a:rPr lang="en-US" altLang="zh-CN" sz="1200" b="1" dirty="0">
                  <a:latin typeface="宋体" panose="02010600030101010101" pitchFamily="2" charset="-122"/>
                  <a:sym typeface="+mn-ea"/>
                </a:rPr>
                <a:t>≥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1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75" name="直接箭头连接符 74">
              <a:extLst>
                <a:ext uri="{FF2B5EF4-FFF2-40B4-BE49-F238E27FC236}">
                  <a16:creationId xmlns:a16="http://schemas.microsoft.com/office/drawing/2014/main" id="{2D34C96E-DDB5-4D90-B74A-8BE117EA2636}"/>
                </a:ext>
              </a:extLst>
            </p:cNvPr>
            <p:cNvCxnSpPr/>
            <p:nvPr>
              <p:custDataLst>
                <p:tags r:id="rId95"/>
              </p:custDataLst>
            </p:nvPr>
          </p:nvCxnSpPr>
          <p:spPr bwMode="auto">
            <a:xfrm flipH="1" flipV="1">
              <a:off x="9865" y="7314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76" name="Text Box 36">
              <a:extLst>
                <a:ext uri="{FF2B5EF4-FFF2-40B4-BE49-F238E27FC236}">
                  <a16:creationId xmlns:a16="http://schemas.microsoft.com/office/drawing/2014/main" id="{9C06C680-3474-4F32-8427-F92B47747772}"/>
                </a:ext>
              </a:extLst>
            </p:cNvPr>
            <p:cNvSpPr txBox="1">
              <a:spLocks noChangeArrowheads="1"/>
            </p:cNvSpPr>
            <p:nvPr>
              <p:custDataLst>
                <p:tags r:id="rId96"/>
              </p:custDataLst>
            </p:nvPr>
          </p:nvSpPr>
          <p:spPr bwMode="auto">
            <a:xfrm>
              <a:off x="9522" y="7144"/>
              <a:ext cx="340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 font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&amp;</a:t>
              </a:r>
            </a:p>
          </p:txBody>
        </p:sp>
        <p:cxnSp>
          <p:nvCxnSpPr>
            <p:cNvPr id="77" name="直接箭头连接符 76">
              <a:extLst>
                <a:ext uri="{FF2B5EF4-FFF2-40B4-BE49-F238E27FC236}">
                  <a16:creationId xmlns:a16="http://schemas.microsoft.com/office/drawing/2014/main" id="{6E47A6AB-5EF8-4D10-839B-5345D989F9E2}"/>
                </a:ext>
              </a:extLst>
            </p:cNvPr>
            <p:cNvCxnSpPr/>
            <p:nvPr>
              <p:custDataLst>
                <p:tags r:id="rId97"/>
              </p:custDataLst>
            </p:nvPr>
          </p:nvCxnSpPr>
          <p:spPr bwMode="auto">
            <a:xfrm>
              <a:off x="10089" y="7314"/>
              <a:ext cx="0" cy="22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78" name="直接箭头连接符 77">
              <a:extLst>
                <a:ext uri="{FF2B5EF4-FFF2-40B4-BE49-F238E27FC236}">
                  <a16:creationId xmlns:a16="http://schemas.microsoft.com/office/drawing/2014/main" id="{E6FA2ABA-4CC0-4A5A-A0C9-627349B2EAF4}"/>
                </a:ext>
              </a:extLst>
            </p:cNvPr>
            <p:cNvCxnSpPr/>
            <p:nvPr>
              <p:custDataLst>
                <p:tags r:id="rId98"/>
              </p:custDataLst>
            </p:nvPr>
          </p:nvCxnSpPr>
          <p:spPr bwMode="auto">
            <a:xfrm flipH="1" flipV="1">
              <a:off x="9862" y="7711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79" name="直接箭头连接符 78">
              <a:extLst>
                <a:ext uri="{FF2B5EF4-FFF2-40B4-BE49-F238E27FC236}">
                  <a16:creationId xmlns:a16="http://schemas.microsoft.com/office/drawing/2014/main" id="{28DA0C0E-81C4-4905-92A1-C23E122B3386}"/>
                </a:ext>
              </a:extLst>
            </p:cNvPr>
            <p:cNvCxnSpPr/>
            <p:nvPr>
              <p:custDataLst>
                <p:tags r:id="rId99"/>
              </p:custDataLst>
            </p:nvPr>
          </p:nvCxnSpPr>
          <p:spPr bwMode="auto">
            <a:xfrm flipH="1" flipV="1">
              <a:off x="10089" y="7541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80" name="直接箭头连接符 79">
              <a:extLst>
                <a:ext uri="{FF2B5EF4-FFF2-40B4-BE49-F238E27FC236}">
                  <a16:creationId xmlns:a16="http://schemas.microsoft.com/office/drawing/2014/main" id="{55FA2263-44B0-45DE-B71D-66181E23A816}"/>
                </a:ext>
              </a:extLst>
            </p:cNvPr>
            <p:cNvCxnSpPr/>
            <p:nvPr>
              <p:custDataLst>
                <p:tags r:id="rId100"/>
              </p:custDataLst>
            </p:nvPr>
          </p:nvCxnSpPr>
          <p:spPr bwMode="auto">
            <a:xfrm flipH="1" flipV="1">
              <a:off x="10089" y="7881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81" name="Text Box 36">
              <a:extLst>
                <a:ext uri="{FF2B5EF4-FFF2-40B4-BE49-F238E27FC236}">
                  <a16:creationId xmlns:a16="http://schemas.microsoft.com/office/drawing/2014/main" id="{AA9C141C-F039-4239-B011-44BE6924FA51}"/>
                </a:ext>
              </a:extLst>
            </p:cNvPr>
            <p:cNvSpPr txBox="1">
              <a:spLocks noChangeArrowheads="1"/>
            </p:cNvSpPr>
            <p:nvPr>
              <p:custDataLst>
                <p:tags r:id="rId101"/>
              </p:custDataLst>
            </p:nvPr>
          </p:nvSpPr>
          <p:spPr bwMode="auto">
            <a:xfrm>
              <a:off x="9522" y="7541"/>
              <a:ext cx="340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 font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&amp;</a:t>
              </a:r>
            </a:p>
          </p:txBody>
        </p:sp>
        <p:sp>
          <p:nvSpPr>
            <p:cNvPr id="82" name="Text Box 36">
              <a:extLst>
                <a:ext uri="{FF2B5EF4-FFF2-40B4-BE49-F238E27FC236}">
                  <a16:creationId xmlns:a16="http://schemas.microsoft.com/office/drawing/2014/main" id="{7B1086F5-4287-4228-94FD-6F78AFAD17C0}"/>
                </a:ext>
              </a:extLst>
            </p:cNvPr>
            <p:cNvSpPr txBox="1">
              <a:spLocks noChangeArrowheads="1"/>
            </p:cNvSpPr>
            <p:nvPr>
              <p:custDataLst>
                <p:tags r:id="rId102"/>
              </p:custDataLst>
            </p:nvPr>
          </p:nvSpPr>
          <p:spPr bwMode="auto">
            <a:xfrm>
              <a:off x="9522" y="7937"/>
              <a:ext cx="340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 font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&amp;</a:t>
              </a:r>
            </a:p>
          </p:txBody>
        </p:sp>
        <p:cxnSp>
          <p:nvCxnSpPr>
            <p:cNvPr id="83" name="直接箭头连接符 82">
              <a:extLst>
                <a:ext uri="{FF2B5EF4-FFF2-40B4-BE49-F238E27FC236}">
                  <a16:creationId xmlns:a16="http://schemas.microsoft.com/office/drawing/2014/main" id="{C1001D0E-C8F7-4E64-ADB8-6AACCF51BD2B}"/>
                </a:ext>
              </a:extLst>
            </p:cNvPr>
            <p:cNvCxnSpPr/>
            <p:nvPr>
              <p:custDataLst>
                <p:tags r:id="rId103"/>
              </p:custDataLst>
            </p:nvPr>
          </p:nvCxnSpPr>
          <p:spPr bwMode="auto">
            <a:xfrm flipH="1" flipV="1">
              <a:off x="9862" y="8107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84" name="直接箭头连接符 83">
              <a:extLst>
                <a:ext uri="{FF2B5EF4-FFF2-40B4-BE49-F238E27FC236}">
                  <a16:creationId xmlns:a16="http://schemas.microsoft.com/office/drawing/2014/main" id="{97759750-2E72-4675-815C-F95AE993630E}"/>
                </a:ext>
              </a:extLst>
            </p:cNvPr>
            <p:cNvCxnSpPr/>
            <p:nvPr>
              <p:custDataLst>
                <p:tags r:id="rId104"/>
              </p:custDataLst>
            </p:nvPr>
          </p:nvCxnSpPr>
          <p:spPr bwMode="auto">
            <a:xfrm>
              <a:off x="10089" y="7881"/>
              <a:ext cx="0" cy="22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85" name="直接箭头连接符 84">
              <a:extLst>
                <a:ext uri="{FF2B5EF4-FFF2-40B4-BE49-F238E27FC236}">
                  <a16:creationId xmlns:a16="http://schemas.microsoft.com/office/drawing/2014/main" id="{62C9E763-2145-4C20-9BEA-778D49C7488F}"/>
                </a:ext>
              </a:extLst>
            </p:cNvPr>
            <p:cNvCxnSpPr>
              <a:endCxn id="76" idx="1"/>
            </p:cNvCxnSpPr>
            <p:nvPr>
              <p:custDataLst>
                <p:tags r:id="rId105"/>
              </p:custDataLst>
            </p:nvPr>
          </p:nvCxnSpPr>
          <p:spPr bwMode="auto">
            <a:xfrm>
              <a:off x="8901" y="7200"/>
              <a:ext cx="62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86" name="直接箭头连接符 85">
              <a:extLst>
                <a:ext uri="{FF2B5EF4-FFF2-40B4-BE49-F238E27FC236}">
                  <a16:creationId xmlns:a16="http://schemas.microsoft.com/office/drawing/2014/main" id="{6E54D9DC-03CC-4973-BC63-2F09442ECC14}"/>
                </a:ext>
              </a:extLst>
            </p:cNvPr>
            <p:cNvCxnSpPr/>
            <p:nvPr>
              <p:custDataLst>
                <p:tags r:id="rId106"/>
              </p:custDataLst>
            </p:nvPr>
          </p:nvCxnSpPr>
          <p:spPr bwMode="auto">
            <a:xfrm flipH="1" flipV="1">
              <a:off x="9128" y="7427"/>
              <a:ext cx="39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87" name="直接箭头连接符 86">
              <a:extLst>
                <a:ext uri="{FF2B5EF4-FFF2-40B4-BE49-F238E27FC236}">
                  <a16:creationId xmlns:a16="http://schemas.microsoft.com/office/drawing/2014/main" id="{3E3AC750-A216-4725-A20E-94DB72EECE2E}"/>
                </a:ext>
              </a:extLst>
            </p:cNvPr>
            <p:cNvCxnSpPr/>
            <p:nvPr>
              <p:custDataLst>
                <p:tags r:id="rId107"/>
              </p:custDataLst>
            </p:nvPr>
          </p:nvCxnSpPr>
          <p:spPr bwMode="auto">
            <a:xfrm flipH="1" flipV="1">
              <a:off x="8901" y="7655"/>
              <a:ext cx="62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88" name="直接箭头连接符 87">
              <a:extLst>
                <a:ext uri="{FF2B5EF4-FFF2-40B4-BE49-F238E27FC236}">
                  <a16:creationId xmlns:a16="http://schemas.microsoft.com/office/drawing/2014/main" id="{1EDD67FA-5F84-4A23-8122-5323ED4D8FBF}"/>
                </a:ext>
              </a:extLst>
            </p:cNvPr>
            <p:cNvCxnSpPr/>
            <p:nvPr>
              <p:custDataLst>
                <p:tags r:id="rId108"/>
              </p:custDataLst>
            </p:nvPr>
          </p:nvCxnSpPr>
          <p:spPr bwMode="auto">
            <a:xfrm flipH="1" flipV="1">
              <a:off x="9298" y="7825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89" name="直接箭头连接符 88">
              <a:extLst>
                <a:ext uri="{FF2B5EF4-FFF2-40B4-BE49-F238E27FC236}">
                  <a16:creationId xmlns:a16="http://schemas.microsoft.com/office/drawing/2014/main" id="{FFE7244E-9A91-4BE1-9622-82E752945D7E}"/>
                </a:ext>
              </a:extLst>
            </p:cNvPr>
            <p:cNvCxnSpPr/>
            <p:nvPr>
              <p:custDataLst>
                <p:tags r:id="rId109"/>
              </p:custDataLst>
            </p:nvPr>
          </p:nvCxnSpPr>
          <p:spPr bwMode="auto">
            <a:xfrm flipH="1" flipV="1">
              <a:off x="8731" y="7994"/>
              <a:ext cx="79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90" name="直接箭头连接符 89">
              <a:extLst>
                <a:ext uri="{FF2B5EF4-FFF2-40B4-BE49-F238E27FC236}">
                  <a16:creationId xmlns:a16="http://schemas.microsoft.com/office/drawing/2014/main" id="{BB947D83-F406-4AD6-B2A7-B38F26AD57B1}"/>
                </a:ext>
              </a:extLst>
            </p:cNvPr>
            <p:cNvCxnSpPr/>
            <p:nvPr>
              <p:custDataLst>
                <p:tags r:id="rId110"/>
              </p:custDataLst>
            </p:nvPr>
          </p:nvCxnSpPr>
          <p:spPr bwMode="auto">
            <a:xfrm>
              <a:off x="9128" y="8221"/>
              <a:ext cx="39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91" name="直接箭头连接符 90">
              <a:extLst>
                <a:ext uri="{FF2B5EF4-FFF2-40B4-BE49-F238E27FC236}">
                  <a16:creationId xmlns:a16="http://schemas.microsoft.com/office/drawing/2014/main" id="{CB590DF9-2B99-4963-8E7F-44D9CD407F46}"/>
                </a:ext>
              </a:extLst>
            </p:cNvPr>
            <p:cNvCxnSpPr/>
            <p:nvPr>
              <p:custDataLst>
                <p:tags r:id="rId111"/>
              </p:custDataLst>
            </p:nvPr>
          </p:nvCxnSpPr>
          <p:spPr bwMode="auto">
            <a:xfrm>
              <a:off x="9128" y="7427"/>
              <a:ext cx="0" cy="1304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92" name="直接箭头连接符 91">
              <a:extLst>
                <a:ext uri="{FF2B5EF4-FFF2-40B4-BE49-F238E27FC236}">
                  <a16:creationId xmlns:a16="http://schemas.microsoft.com/office/drawing/2014/main" id="{5817814C-B9C2-4AEA-AE92-C9E6BA72E108}"/>
                </a:ext>
              </a:extLst>
            </p:cNvPr>
            <p:cNvCxnSpPr/>
            <p:nvPr>
              <p:custDataLst>
                <p:tags r:id="rId112"/>
              </p:custDataLst>
            </p:nvPr>
          </p:nvCxnSpPr>
          <p:spPr bwMode="auto">
            <a:xfrm>
              <a:off x="9298" y="7824"/>
              <a:ext cx="0" cy="107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93" name="直接箭头连接符 92">
              <a:extLst>
                <a:ext uri="{FF2B5EF4-FFF2-40B4-BE49-F238E27FC236}">
                  <a16:creationId xmlns:a16="http://schemas.microsoft.com/office/drawing/2014/main" id="{F7FFD605-DEB8-42B9-8A55-DBD0AF9D315F}"/>
                </a:ext>
              </a:extLst>
            </p:cNvPr>
            <p:cNvCxnSpPr/>
            <p:nvPr>
              <p:custDataLst>
                <p:tags r:id="rId113"/>
              </p:custDataLst>
            </p:nvPr>
          </p:nvCxnSpPr>
          <p:spPr bwMode="auto">
            <a:xfrm flipH="1" flipV="1">
              <a:off x="10091" y="7313"/>
              <a:ext cx="79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94" name="直接箭头连接符 93">
              <a:extLst>
                <a:ext uri="{FF2B5EF4-FFF2-40B4-BE49-F238E27FC236}">
                  <a16:creationId xmlns:a16="http://schemas.microsoft.com/office/drawing/2014/main" id="{7F8D7F27-57A1-4127-B2CC-A3AD51E82B1A}"/>
                </a:ext>
              </a:extLst>
            </p:cNvPr>
            <p:cNvCxnSpPr/>
            <p:nvPr>
              <p:custDataLst>
                <p:tags r:id="rId114"/>
              </p:custDataLst>
            </p:nvPr>
          </p:nvCxnSpPr>
          <p:spPr bwMode="auto">
            <a:xfrm flipH="1" flipV="1">
              <a:off x="10772" y="7710"/>
              <a:ext cx="113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95" name="组合 94">
            <a:extLst>
              <a:ext uri="{FF2B5EF4-FFF2-40B4-BE49-F238E27FC236}">
                <a16:creationId xmlns:a16="http://schemas.microsoft.com/office/drawing/2014/main" id="{A26EC79C-48AA-4FD5-AA71-A1D901A0178C}"/>
              </a:ext>
            </a:extLst>
          </p:cNvPr>
          <p:cNvGrpSpPr/>
          <p:nvPr/>
        </p:nvGrpSpPr>
        <p:grpSpPr>
          <a:xfrm>
            <a:off x="3096000" y="3744195"/>
            <a:ext cx="3564255" cy="1405255"/>
            <a:chOff x="2835" y="6917"/>
            <a:chExt cx="5613" cy="2213"/>
          </a:xfrm>
        </p:grpSpPr>
        <p:cxnSp>
          <p:nvCxnSpPr>
            <p:cNvPr id="97" name="直接箭头连接符 96">
              <a:extLst>
                <a:ext uri="{FF2B5EF4-FFF2-40B4-BE49-F238E27FC236}">
                  <a16:creationId xmlns:a16="http://schemas.microsoft.com/office/drawing/2014/main" id="{ECADFACB-6F95-45F7-AE76-C515F601A1D2}"/>
                </a:ext>
              </a:extLst>
            </p:cNvPr>
            <p:cNvCxnSpPr/>
            <p:nvPr>
              <p:custDataLst>
                <p:tags r:id="rId34"/>
              </p:custDataLst>
            </p:nvPr>
          </p:nvCxnSpPr>
          <p:spPr bwMode="auto">
            <a:xfrm>
              <a:off x="3005" y="6975"/>
              <a:ext cx="0" cy="158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98" name="Text Box 36">
              <a:extLst>
                <a:ext uri="{FF2B5EF4-FFF2-40B4-BE49-F238E27FC236}">
                  <a16:creationId xmlns:a16="http://schemas.microsoft.com/office/drawing/2014/main" id="{7EFCC6D0-97BE-4487-99A8-9C7A479DCF4B}"/>
                </a:ext>
              </a:extLst>
            </p:cNvPr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5554" y="7201"/>
              <a:ext cx="454" cy="56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 fontAlgn="ctr">
                <a:lnSpc>
                  <a:spcPct val="90000"/>
                </a:lnSpc>
              </a:pPr>
              <a:r>
                <a:rPr lang="en-US" altLang="zh-CN" sz="1200" b="1" dirty="0">
                  <a:latin typeface="宋体" panose="02010600030101010101" pitchFamily="2" charset="-122"/>
                  <a:sym typeface="+mn-ea"/>
                </a:rPr>
                <a:t>≥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1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99" name="直接箭头连接符 98">
              <a:extLst>
                <a:ext uri="{FF2B5EF4-FFF2-40B4-BE49-F238E27FC236}">
                  <a16:creationId xmlns:a16="http://schemas.microsoft.com/office/drawing/2014/main" id="{9B0ED60B-DD6A-4E07-A726-74D2ECAFD8CA}"/>
                </a:ext>
              </a:extLst>
            </p:cNvPr>
            <p:cNvCxnSpPr/>
            <p:nvPr>
              <p:custDataLst>
                <p:tags r:id="rId36"/>
              </p:custDataLst>
            </p:nvPr>
          </p:nvCxnSpPr>
          <p:spPr bwMode="auto">
            <a:xfrm flipH="1" flipV="1">
              <a:off x="5100" y="7087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00" name="Text Box 36">
              <a:extLst>
                <a:ext uri="{FF2B5EF4-FFF2-40B4-BE49-F238E27FC236}">
                  <a16:creationId xmlns:a16="http://schemas.microsoft.com/office/drawing/2014/main" id="{70F4267E-5E45-414B-BE4E-A2F75034FDCD}"/>
                </a:ext>
              </a:extLst>
            </p:cNvPr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4760" y="6917"/>
              <a:ext cx="340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 font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&amp;</a:t>
              </a:r>
            </a:p>
          </p:txBody>
        </p:sp>
        <p:cxnSp>
          <p:nvCxnSpPr>
            <p:cNvPr id="101" name="直接箭头连接符 100">
              <a:extLst>
                <a:ext uri="{FF2B5EF4-FFF2-40B4-BE49-F238E27FC236}">
                  <a16:creationId xmlns:a16="http://schemas.microsoft.com/office/drawing/2014/main" id="{CF981282-0310-4C8F-B3BC-6DF440B5CD7F}"/>
                </a:ext>
              </a:extLst>
            </p:cNvPr>
            <p:cNvCxnSpPr/>
            <p:nvPr>
              <p:custDataLst>
                <p:tags r:id="rId38"/>
              </p:custDataLst>
            </p:nvPr>
          </p:nvCxnSpPr>
          <p:spPr bwMode="auto">
            <a:xfrm>
              <a:off x="5327" y="7087"/>
              <a:ext cx="0" cy="22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102" name="直接箭头连接符 101">
              <a:extLst>
                <a:ext uri="{FF2B5EF4-FFF2-40B4-BE49-F238E27FC236}">
                  <a16:creationId xmlns:a16="http://schemas.microsoft.com/office/drawing/2014/main" id="{2B06040C-EDA5-4090-868E-08B5D6912CA0}"/>
                </a:ext>
              </a:extLst>
            </p:cNvPr>
            <p:cNvCxnSpPr/>
            <p:nvPr>
              <p:custDataLst>
                <p:tags r:id="rId39"/>
              </p:custDataLst>
            </p:nvPr>
          </p:nvCxnSpPr>
          <p:spPr bwMode="auto">
            <a:xfrm flipH="1" flipV="1">
              <a:off x="5100" y="7484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3" name="直接箭头连接符 102">
              <a:extLst>
                <a:ext uri="{FF2B5EF4-FFF2-40B4-BE49-F238E27FC236}">
                  <a16:creationId xmlns:a16="http://schemas.microsoft.com/office/drawing/2014/main" id="{1CE2A4A9-65B6-42E9-B01E-121962FE4ED9}"/>
                </a:ext>
              </a:extLst>
            </p:cNvPr>
            <p:cNvCxnSpPr/>
            <p:nvPr>
              <p:custDataLst>
                <p:tags r:id="rId40"/>
              </p:custDataLst>
            </p:nvPr>
          </p:nvCxnSpPr>
          <p:spPr bwMode="auto">
            <a:xfrm flipH="1" flipV="1">
              <a:off x="5327" y="7314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4" name="直接箭头连接符 103">
              <a:extLst>
                <a:ext uri="{FF2B5EF4-FFF2-40B4-BE49-F238E27FC236}">
                  <a16:creationId xmlns:a16="http://schemas.microsoft.com/office/drawing/2014/main" id="{DA25ED4C-328B-4AED-85F1-382095D97E7F}"/>
                </a:ext>
              </a:extLst>
            </p:cNvPr>
            <p:cNvCxnSpPr/>
            <p:nvPr>
              <p:custDataLst>
                <p:tags r:id="rId41"/>
              </p:custDataLst>
            </p:nvPr>
          </p:nvCxnSpPr>
          <p:spPr bwMode="auto">
            <a:xfrm flipH="1" flipV="1">
              <a:off x="5327" y="7654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05" name="Text Box 36">
              <a:extLst>
                <a:ext uri="{FF2B5EF4-FFF2-40B4-BE49-F238E27FC236}">
                  <a16:creationId xmlns:a16="http://schemas.microsoft.com/office/drawing/2014/main" id="{562FB517-EBA5-45FE-94D8-0ADFAA796CC3}"/>
                </a:ext>
              </a:extLst>
            </p:cNvPr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4760" y="7314"/>
              <a:ext cx="340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 font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&amp;</a:t>
              </a:r>
            </a:p>
          </p:txBody>
        </p:sp>
        <p:sp>
          <p:nvSpPr>
            <p:cNvPr id="106" name="Text Box 36">
              <a:extLst>
                <a:ext uri="{FF2B5EF4-FFF2-40B4-BE49-F238E27FC236}">
                  <a16:creationId xmlns:a16="http://schemas.microsoft.com/office/drawing/2014/main" id="{A3961760-6A55-4F16-BCBC-6241286E1AF8}"/>
                </a:ext>
              </a:extLst>
            </p:cNvPr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4760" y="7711"/>
              <a:ext cx="340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 font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&amp;</a:t>
              </a:r>
            </a:p>
          </p:txBody>
        </p:sp>
        <p:cxnSp>
          <p:nvCxnSpPr>
            <p:cNvPr id="107" name="直接箭头连接符 106">
              <a:extLst>
                <a:ext uri="{FF2B5EF4-FFF2-40B4-BE49-F238E27FC236}">
                  <a16:creationId xmlns:a16="http://schemas.microsoft.com/office/drawing/2014/main" id="{1887E86E-517C-40A2-B567-C5906A7CAEEE}"/>
                </a:ext>
              </a:extLst>
            </p:cNvPr>
            <p:cNvCxnSpPr/>
            <p:nvPr>
              <p:custDataLst>
                <p:tags r:id="rId44"/>
              </p:custDataLst>
            </p:nvPr>
          </p:nvCxnSpPr>
          <p:spPr bwMode="auto">
            <a:xfrm flipH="1" flipV="1">
              <a:off x="5100" y="7881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8" name="直接箭头连接符 107">
              <a:extLst>
                <a:ext uri="{FF2B5EF4-FFF2-40B4-BE49-F238E27FC236}">
                  <a16:creationId xmlns:a16="http://schemas.microsoft.com/office/drawing/2014/main" id="{3731F0E6-A514-46B1-9113-BFE60BBD6071}"/>
                </a:ext>
              </a:extLst>
            </p:cNvPr>
            <p:cNvCxnSpPr/>
            <p:nvPr>
              <p:custDataLst>
                <p:tags r:id="rId45"/>
              </p:custDataLst>
            </p:nvPr>
          </p:nvCxnSpPr>
          <p:spPr bwMode="auto">
            <a:xfrm>
              <a:off x="5327" y="7654"/>
              <a:ext cx="0" cy="22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9" name="直接箭头连接符 108">
              <a:extLst>
                <a:ext uri="{FF2B5EF4-FFF2-40B4-BE49-F238E27FC236}">
                  <a16:creationId xmlns:a16="http://schemas.microsoft.com/office/drawing/2014/main" id="{5A64783E-30B3-4557-8E61-6605E2D0ACF5}"/>
                </a:ext>
              </a:extLst>
            </p:cNvPr>
            <p:cNvCxnSpPr/>
            <p:nvPr>
              <p:custDataLst>
                <p:tags r:id="rId46"/>
              </p:custDataLst>
            </p:nvPr>
          </p:nvCxnSpPr>
          <p:spPr bwMode="auto">
            <a:xfrm flipH="1" flipV="1">
              <a:off x="6007" y="7370"/>
              <a:ext cx="113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0" name="直接箭头连接符 109">
              <a:extLst>
                <a:ext uri="{FF2B5EF4-FFF2-40B4-BE49-F238E27FC236}">
                  <a16:creationId xmlns:a16="http://schemas.microsoft.com/office/drawing/2014/main" id="{1DAA7855-BA4A-40FB-A1FC-6C8714AA9537}"/>
                </a:ext>
              </a:extLst>
            </p:cNvPr>
            <p:cNvCxnSpPr>
              <a:endCxn id="100" idx="1"/>
            </p:cNvCxnSpPr>
            <p:nvPr>
              <p:custDataLst>
                <p:tags r:id="rId47"/>
              </p:custDataLst>
            </p:nvPr>
          </p:nvCxnSpPr>
          <p:spPr bwMode="auto">
            <a:xfrm>
              <a:off x="3005" y="6974"/>
              <a:ext cx="175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111" name="直接箭头连接符 110">
              <a:extLst>
                <a:ext uri="{FF2B5EF4-FFF2-40B4-BE49-F238E27FC236}">
                  <a16:creationId xmlns:a16="http://schemas.microsoft.com/office/drawing/2014/main" id="{105D832E-2FA5-447B-9337-8EF58310F9C9}"/>
                </a:ext>
              </a:extLst>
            </p:cNvPr>
            <p:cNvCxnSpPr/>
            <p:nvPr>
              <p:custDataLst>
                <p:tags r:id="rId48"/>
              </p:custDataLst>
            </p:nvPr>
          </p:nvCxnSpPr>
          <p:spPr bwMode="auto">
            <a:xfrm flipH="1" flipV="1">
              <a:off x="4536" y="7200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2" name="直接箭头连接符 111">
              <a:extLst>
                <a:ext uri="{FF2B5EF4-FFF2-40B4-BE49-F238E27FC236}">
                  <a16:creationId xmlns:a16="http://schemas.microsoft.com/office/drawing/2014/main" id="{C1CA2A04-0DD3-4F82-A923-A1757EA50D2A}"/>
                </a:ext>
              </a:extLst>
            </p:cNvPr>
            <p:cNvCxnSpPr/>
            <p:nvPr>
              <p:custDataLst>
                <p:tags r:id="rId49"/>
              </p:custDataLst>
            </p:nvPr>
          </p:nvCxnSpPr>
          <p:spPr bwMode="auto">
            <a:xfrm>
              <a:off x="3175" y="7371"/>
              <a:ext cx="158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113" name="直接箭头连接符 112">
              <a:extLst>
                <a:ext uri="{FF2B5EF4-FFF2-40B4-BE49-F238E27FC236}">
                  <a16:creationId xmlns:a16="http://schemas.microsoft.com/office/drawing/2014/main" id="{14E3807E-EC44-47C2-A2F2-117B79C095EE}"/>
                </a:ext>
              </a:extLst>
            </p:cNvPr>
            <p:cNvCxnSpPr/>
            <p:nvPr>
              <p:custDataLst>
                <p:tags r:id="rId50"/>
              </p:custDataLst>
            </p:nvPr>
          </p:nvCxnSpPr>
          <p:spPr bwMode="auto">
            <a:xfrm flipH="1" flipV="1">
              <a:off x="4195" y="7598"/>
              <a:ext cx="56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4" name="直接箭头连接符 113">
              <a:extLst>
                <a:ext uri="{FF2B5EF4-FFF2-40B4-BE49-F238E27FC236}">
                  <a16:creationId xmlns:a16="http://schemas.microsoft.com/office/drawing/2014/main" id="{0B14D757-56D5-4D8A-957E-D2FAC9979413}"/>
                </a:ext>
              </a:extLst>
            </p:cNvPr>
            <p:cNvCxnSpPr/>
            <p:nvPr>
              <p:custDataLst>
                <p:tags r:id="rId51"/>
              </p:custDataLst>
            </p:nvPr>
          </p:nvCxnSpPr>
          <p:spPr bwMode="auto">
            <a:xfrm flipH="1" flipV="1">
              <a:off x="3912" y="7767"/>
              <a:ext cx="85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5" name="直接箭头连接符 114">
              <a:extLst>
                <a:ext uri="{FF2B5EF4-FFF2-40B4-BE49-F238E27FC236}">
                  <a16:creationId xmlns:a16="http://schemas.microsoft.com/office/drawing/2014/main" id="{B0C52AAC-CD4B-42AA-A9EF-B97424576C0C}"/>
                </a:ext>
              </a:extLst>
            </p:cNvPr>
            <p:cNvCxnSpPr/>
            <p:nvPr>
              <p:custDataLst>
                <p:tags r:id="rId52"/>
              </p:custDataLst>
            </p:nvPr>
          </p:nvCxnSpPr>
          <p:spPr bwMode="auto">
            <a:xfrm>
              <a:off x="4363" y="7994"/>
              <a:ext cx="39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sp>
          <p:nvSpPr>
            <p:cNvPr id="116" name="Text Box 36">
              <a:extLst>
                <a:ext uri="{FF2B5EF4-FFF2-40B4-BE49-F238E27FC236}">
                  <a16:creationId xmlns:a16="http://schemas.microsoft.com/office/drawing/2014/main" id="{1204D6D0-11B6-4CF2-806D-D69FCE2840A6}"/>
                </a:ext>
              </a:extLst>
            </p:cNvPr>
            <p:cNvSpPr txBox="1"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3289" y="7599"/>
              <a:ext cx="454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 fontAlgn="ctr">
                <a:lnSpc>
                  <a:spcPct val="90000"/>
                </a:lnSpc>
              </a:pPr>
              <a:r>
                <a:rPr lang="en-US" altLang="zh-CN" sz="1200" b="1" u="none" dirty="0">
                  <a:latin typeface="宋体" panose="02010600030101010101" pitchFamily="2" charset="-122"/>
                </a:rPr>
                <a:t>≥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1</a:t>
              </a:r>
            </a:p>
          </p:txBody>
        </p:sp>
        <p:cxnSp>
          <p:nvCxnSpPr>
            <p:cNvPr id="117" name="直接箭头连接符 116">
              <a:extLst>
                <a:ext uri="{FF2B5EF4-FFF2-40B4-BE49-F238E27FC236}">
                  <a16:creationId xmlns:a16="http://schemas.microsoft.com/office/drawing/2014/main" id="{6CCF812F-610F-44DD-8513-3A87D662B235}"/>
                </a:ext>
              </a:extLst>
            </p:cNvPr>
            <p:cNvCxnSpPr/>
            <p:nvPr>
              <p:custDataLst>
                <p:tags r:id="rId54"/>
              </p:custDataLst>
            </p:nvPr>
          </p:nvCxnSpPr>
          <p:spPr bwMode="auto">
            <a:xfrm flipH="1" flipV="1">
              <a:off x="3118" y="7655"/>
              <a:ext cx="17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8" name="直接箭头连接符 117">
              <a:extLst>
                <a:ext uri="{FF2B5EF4-FFF2-40B4-BE49-F238E27FC236}">
                  <a16:creationId xmlns:a16="http://schemas.microsoft.com/office/drawing/2014/main" id="{3E1F2223-CB1C-4E5B-B816-9785E0036FBE}"/>
                </a:ext>
              </a:extLst>
            </p:cNvPr>
            <p:cNvCxnSpPr/>
            <p:nvPr>
              <p:custDataLst>
                <p:tags r:id="rId55"/>
              </p:custDataLst>
            </p:nvPr>
          </p:nvCxnSpPr>
          <p:spPr bwMode="auto">
            <a:xfrm>
              <a:off x="3004" y="7882"/>
              <a:ext cx="283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119" name="直接箭头连接符 118">
              <a:extLst>
                <a:ext uri="{FF2B5EF4-FFF2-40B4-BE49-F238E27FC236}">
                  <a16:creationId xmlns:a16="http://schemas.microsoft.com/office/drawing/2014/main" id="{3CE684F5-E091-4003-A2C7-79A0DCB4E448}"/>
                </a:ext>
              </a:extLst>
            </p:cNvPr>
            <p:cNvCxnSpPr/>
            <p:nvPr>
              <p:custDataLst>
                <p:tags r:id="rId56"/>
              </p:custDataLst>
            </p:nvPr>
          </p:nvCxnSpPr>
          <p:spPr bwMode="auto">
            <a:xfrm flipH="1" flipV="1">
              <a:off x="3742" y="7768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0" name="直接箭头连接符 119">
              <a:extLst>
                <a:ext uri="{FF2B5EF4-FFF2-40B4-BE49-F238E27FC236}">
                  <a16:creationId xmlns:a16="http://schemas.microsoft.com/office/drawing/2014/main" id="{F7C5AE3C-101C-47E4-865A-4CC24105F93D}"/>
                </a:ext>
              </a:extLst>
            </p:cNvPr>
            <p:cNvCxnSpPr/>
            <p:nvPr>
              <p:custDataLst>
                <p:tags r:id="rId57"/>
              </p:custDataLst>
            </p:nvPr>
          </p:nvCxnSpPr>
          <p:spPr bwMode="auto">
            <a:xfrm flipV="1">
              <a:off x="4365" y="7995"/>
              <a:ext cx="0" cy="1134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121" name="直接箭头连接符 120">
              <a:extLst>
                <a:ext uri="{FF2B5EF4-FFF2-40B4-BE49-F238E27FC236}">
                  <a16:creationId xmlns:a16="http://schemas.microsoft.com/office/drawing/2014/main" id="{8B5C0A5F-1AC7-4F58-9646-536CB44FDD42}"/>
                </a:ext>
              </a:extLst>
            </p:cNvPr>
            <p:cNvCxnSpPr/>
            <p:nvPr>
              <p:custDataLst>
                <p:tags r:id="rId58"/>
              </p:custDataLst>
            </p:nvPr>
          </p:nvCxnSpPr>
          <p:spPr bwMode="auto">
            <a:xfrm flipV="1">
              <a:off x="4195" y="7598"/>
              <a:ext cx="0" cy="1191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122" name="直接箭头连接符 121">
              <a:extLst>
                <a:ext uri="{FF2B5EF4-FFF2-40B4-BE49-F238E27FC236}">
                  <a16:creationId xmlns:a16="http://schemas.microsoft.com/office/drawing/2014/main" id="{235055D5-A4DA-47CE-952D-D482686E92D7}"/>
                </a:ext>
              </a:extLst>
            </p:cNvPr>
            <p:cNvCxnSpPr/>
            <p:nvPr>
              <p:custDataLst>
                <p:tags r:id="rId59"/>
              </p:custDataLst>
            </p:nvPr>
          </p:nvCxnSpPr>
          <p:spPr bwMode="auto">
            <a:xfrm>
              <a:off x="3118" y="8903"/>
              <a:ext cx="0" cy="113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sp>
          <p:nvSpPr>
            <p:cNvPr id="123" name="Text Box 36">
              <a:extLst>
                <a:ext uri="{FF2B5EF4-FFF2-40B4-BE49-F238E27FC236}">
                  <a16:creationId xmlns:a16="http://schemas.microsoft.com/office/drawing/2014/main" id="{177C6195-240D-4CE2-A9FC-13F316CA7CA6}"/>
                </a:ext>
              </a:extLst>
            </p:cNvPr>
            <p:cNvSpPr txBox="1">
              <a:spLocks noChangeArrowheads="1"/>
            </p:cNvSpPr>
            <p:nvPr>
              <p:custDataLst>
                <p:tags r:id="rId60"/>
              </p:custDataLst>
            </p:nvPr>
          </p:nvSpPr>
          <p:spPr bwMode="auto">
            <a:xfrm>
              <a:off x="3289" y="8619"/>
              <a:ext cx="454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 fontAlgn="ctr">
                <a:lnSpc>
                  <a:spcPct val="90000"/>
                </a:lnSpc>
              </a:pPr>
              <a:r>
                <a:rPr lang="en-US" altLang="zh-CN" sz="1200" b="1" dirty="0">
                  <a:latin typeface="宋体" panose="02010600030101010101" pitchFamily="2" charset="-122"/>
                  <a:sym typeface="+mn-ea"/>
                </a:rPr>
                <a:t>≥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1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124" name="直接箭头连接符 123">
              <a:extLst>
                <a:ext uri="{FF2B5EF4-FFF2-40B4-BE49-F238E27FC236}">
                  <a16:creationId xmlns:a16="http://schemas.microsoft.com/office/drawing/2014/main" id="{A06FFC1B-3A07-49E4-B518-2EB169F0A1CA}"/>
                </a:ext>
              </a:extLst>
            </p:cNvPr>
            <p:cNvCxnSpPr/>
            <p:nvPr>
              <p:custDataLst>
                <p:tags r:id="rId61"/>
              </p:custDataLst>
            </p:nvPr>
          </p:nvCxnSpPr>
          <p:spPr bwMode="auto">
            <a:xfrm flipH="1" flipV="1">
              <a:off x="3005" y="8676"/>
              <a:ext cx="283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5" name="直接箭头连接符 124">
              <a:extLst>
                <a:ext uri="{FF2B5EF4-FFF2-40B4-BE49-F238E27FC236}">
                  <a16:creationId xmlns:a16="http://schemas.microsoft.com/office/drawing/2014/main" id="{911CF80B-FD63-463E-9056-9114A0C53E17}"/>
                </a:ext>
              </a:extLst>
            </p:cNvPr>
            <p:cNvCxnSpPr/>
            <p:nvPr>
              <p:custDataLst>
                <p:tags r:id="rId62"/>
              </p:custDataLst>
            </p:nvPr>
          </p:nvCxnSpPr>
          <p:spPr bwMode="auto">
            <a:xfrm flipH="1" flipV="1">
              <a:off x="3118" y="8903"/>
              <a:ext cx="17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6" name="直接箭头连接符 125">
              <a:extLst>
                <a:ext uri="{FF2B5EF4-FFF2-40B4-BE49-F238E27FC236}">
                  <a16:creationId xmlns:a16="http://schemas.microsoft.com/office/drawing/2014/main" id="{D568CB07-28CB-4777-9F1B-B048D95AC696}"/>
                </a:ext>
              </a:extLst>
            </p:cNvPr>
            <p:cNvCxnSpPr/>
            <p:nvPr>
              <p:custDataLst>
                <p:tags r:id="rId63"/>
              </p:custDataLst>
            </p:nvPr>
          </p:nvCxnSpPr>
          <p:spPr bwMode="auto">
            <a:xfrm flipH="1" flipV="1">
              <a:off x="3742" y="8789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27" name="Text Box 36">
              <a:extLst>
                <a:ext uri="{FF2B5EF4-FFF2-40B4-BE49-F238E27FC236}">
                  <a16:creationId xmlns:a16="http://schemas.microsoft.com/office/drawing/2014/main" id="{67C29783-DF4B-49CF-BC3D-6969A9FE2C89}"/>
                </a:ext>
              </a:extLst>
            </p:cNvPr>
            <p:cNvSpPr txBox="1">
              <a:spLocks noChangeArrowheads="1"/>
            </p:cNvSpPr>
            <p:nvPr>
              <p:custDataLst>
                <p:tags r:id="rId64"/>
              </p:custDataLst>
            </p:nvPr>
          </p:nvSpPr>
          <p:spPr bwMode="auto">
            <a:xfrm>
              <a:off x="5554" y="8164"/>
              <a:ext cx="454" cy="62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 fontAlgn="ctr">
                <a:lnSpc>
                  <a:spcPct val="90000"/>
                </a:lnSpc>
              </a:pPr>
              <a:r>
                <a:rPr lang="en-US" altLang="zh-CN" sz="1200" b="1" dirty="0">
                  <a:latin typeface="宋体" panose="02010600030101010101" pitchFamily="2" charset="-122"/>
                  <a:sym typeface="+mn-ea"/>
                </a:rPr>
                <a:t>≥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1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128" name="直接箭头连接符 127">
              <a:extLst>
                <a:ext uri="{FF2B5EF4-FFF2-40B4-BE49-F238E27FC236}">
                  <a16:creationId xmlns:a16="http://schemas.microsoft.com/office/drawing/2014/main" id="{3EC0659A-2E6B-47B4-92A3-742EEB4A2914}"/>
                </a:ext>
              </a:extLst>
            </p:cNvPr>
            <p:cNvCxnSpPr/>
            <p:nvPr>
              <p:custDataLst>
                <p:tags r:id="rId65"/>
              </p:custDataLst>
            </p:nvPr>
          </p:nvCxnSpPr>
          <p:spPr bwMode="auto">
            <a:xfrm flipH="1" flipV="1">
              <a:off x="5100" y="8279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29" name="Text Box 36">
              <a:extLst>
                <a:ext uri="{FF2B5EF4-FFF2-40B4-BE49-F238E27FC236}">
                  <a16:creationId xmlns:a16="http://schemas.microsoft.com/office/drawing/2014/main" id="{BA342999-DB0E-43AC-A967-7990B1CB999F}"/>
                </a:ext>
              </a:extLst>
            </p:cNvPr>
            <p:cNvSpPr txBox="1">
              <a:spLocks noChangeArrowheads="1"/>
            </p:cNvSpPr>
            <p:nvPr>
              <p:custDataLst>
                <p:tags r:id="rId66"/>
              </p:custDataLst>
            </p:nvPr>
          </p:nvSpPr>
          <p:spPr bwMode="auto">
            <a:xfrm>
              <a:off x="4760" y="8109"/>
              <a:ext cx="340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 font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&amp;</a:t>
              </a:r>
            </a:p>
          </p:txBody>
        </p:sp>
        <p:cxnSp>
          <p:nvCxnSpPr>
            <p:cNvPr id="130" name="直接箭头连接符 129">
              <a:extLst>
                <a:ext uri="{FF2B5EF4-FFF2-40B4-BE49-F238E27FC236}">
                  <a16:creationId xmlns:a16="http://schemas.microsoft.com/office/drawing/2014/main" id="{AF565793-CD9B-4D21-B183-B997ACEC137D}"/>
                </a:ext>
              </a:extLst>
            </p:cNvPr>
            <p:cNvCxnSpPr/>
            <p:nvPr>
              <p:custDataLst>
                <p:tags r:id="rId67"/>
              </p:custDataLst>
            </p:nvPr>
          </p:nvCxnSpPr>
          <p:spPr bwMode="auto">
            <a:xfrm flipH="1" flipV="1">
              <a:off x="5100" y="8676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31" name="Text Box 36">
              <a:extLst>
                <a:ext uri="{FF2B5EF4-FFF2-40B4-BE49-F238E27FC236}">
                  <a16:creationId xmlns:a16="http://schemas.microsoft.com/office/drawing/2014/main" id="{DD4B5116-9E3F-433E-AA82-DA56220A73B2}"/>
                </a:ext>
              </a:extLst>
            </p:cNvPr>
            <p:cNvSpPr txBox="1">
              <a:spLocks noChangeArrowheads="1"/>
            </p:cNvSpPr>
            <p:nvPr>
              <p:custDataLst>
                <p:tags r:id="rId68"/>
              </p:custDataLst>
            </p:nvPr>
          </p:nvSpPr>
          <p:spPr bwMode="auto">
            <a:xfrm>
              <a:off x="4760" y="8506"/>
              <a:ext cx="340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 font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&amp;</a:t>
              </a:r>
            </a:p>
          </p:txBody>
        </p:sp>
        <p:cxnSp>
          <p:nvCxnSpPr>
            <p:cNvPr id="132" name="直接箭头连接符 131">
              <a:extLst>
                <a:ext uri="{FF2B5EF4-FFF2-40B4-BE49-F238E27FC236}">
                  <a16:creationId xmlns:a16="http://schemas.microsoft.com/office/drawing/2014/main" id="{3C9548AC-FDDB-4258-BE73-ADE648C7CEB6}"/>
                </a:ext>
              </a:extLst>
            </p:cNvPr>
            <p:cNvCxnSpPr>
              <a:endCxn id="129" idx="1"/>
            </p:cNvCxnSpPr>
            <p:nvPr>
              <p:custDataLst>
                <p:tags r:id="rId69"/>
              </p:custDataLst>
            </p:nvPr>
          </p:nvCxnSpPr>
          <p:spPr bwMode="auto">
            <a:xfrm>
              <a:off x="3969" y="8166"/>
              <a:ext cx="79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133" name="直接箭头连接符 132">
              <a:extLst>
                <a:ext uri="{FF2B5EF4-FFF2-40B4-BE49-F238E27FC236}">
                  <a16:creationId xmlns:a16="http://schemas.microsoft.com/office/drawing/2014/main" id="{4D6C82E4-74D0-42C4-986C-D6226B76AA68}"/>
                </a:ext>
              </a:extLst>
            </p:cNvPr>
            <p:cNvCxnSpPr/>
            <p:nvPr>
              <p:custDataLst>
                <p:tags r:id="rId70"/>
              </p:custDataLst>
            </p:nvPr>
          </p:nvCxnSpPr>
          <p:spPr bwMode="auto">
            <a:xfrm>
              <a:off x="4536" y="8392"/>
              <a:ext cx="226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134" name="直接箭头连接符 133">
              <a:extLst>
                <a:ext uri="{FF2B5EF4-FFF2-40B4-BE49-F238E27FC236}">
                  <a16:creationId xmlns:a16="http://schemas.microsoft.com/office/drawing/2014/main" id="{605C9AC5-BD5B-42F5-9A87-51432EA027A6}"/>
                </a:ext>
              </a:extLst>
            </p:cNvPr>
            <p:cNvCxnSpPr/>
            <p:nvPr>
              <p:custDataLst>
                <p:tags r:id="rId71"/>
              </p:custDataLst>
            </p:nvPr>
          </p:nvCxnSpPr>
          <p:spPr bwMode="auto">
            <a:xfrm flipH="1" flipV="1">
              <a:off x="3005" y="8563"/>
              <a:ext cx="175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35" name="直接箭头连接符 134">
              <a:extLst>
                <a:ext uri="{FF2B5EF4-FFF2-40B4-BE49-F238E27FC236}">
                  <a16:creationId xmlns:a16="http://schemas.microsoft.com/office/drawing/2014/main" id="{A876B0C2-503E-4A43-9C30-C44084D31E3B}"/>
                </a:ext>
              </a:extLst>
            </p:cNvPr>
            <p:cNvCxnSpPr/>
            <p:nvPr>
              <p:custDataLst>
                <p:tags r:id="rId72"/>
              </p:custDataLst>
            </p:nvPr>
          </p:nvCxnSpPr>
          <p:spPr bwMode="auto">
            <a:xfrm flipH="1" flipV="1">
              <a:off x="4082" y="8790"/>
              <a:ext cx="68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36" name="直接箭头连接符 135">
              <a:extLst>
                <a:ext uri="{FF2B5EF4-FFF2-40B4-BE49-F238E27FC236}">
                  <a16:creationId xmlns:a16="http://schemas.microsoft.com/office/drawing/2014/main" id="{F63D4183-EF15-48B7-90BC-421BE223A547}"/>
                </a:ext>
              </a:extLst>
            </p:cNvPr>
            <p:cNvCxnSpPr/>
            <p:nvPr>
              <p:custDataLst>
                <p:tags r:id="rId73"/>
              </p:custDataLst>
            </p:nvPr>
          </p:nvCxnSpPr>
          <p:spPr bwMode="auto">
            <a:xfrm>
              <a:off x="3005" y="8676"/>
              <a:ext cx="0" cy="454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137" name="直接箭头连接符 136">
              <a:extLst>
                <a:ext uri="{FF2B5EF4-FFF2-40B4-BE49-F238E27FC236}">
                  <a16:creationId xmlns:a16="http://schemas.microsoft.com/office/drawing/2014/main" id="{02B05E84-00BB-46B7-AAA9-163159932FA2}"/>
                </a:ext>
              </a:extLst>
            </p:cNvPr>
            <p:cNvCxnSpPr/>
            <p:nvPr>
              <p:custDataLst>
                <p:tags r:id="rId74"/>
              </p:custDataLst>
            </p:nvPr>
          </p:nvCxnSpPr>
          <p:spPr bwMode="auto">
            <a:xfrm flipH="1">
              <a:off x="3969" y="7769"/>
              <a:ext cx="0" cy="39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138" name="直接箭头连接符 137">
              <a:extLst>
                <a:ext uri="{FF2B5EF4-FFF2-40B4-BE49-F238E27FC236}">
                  <a16:creationId xmlns:a16="http://schemas.microsoft.com/office/drawing/2014/main" id="{A9563C2B-8517-4173-A4A9-0101CFF062DC}"/>
                </a:ext>
              </a:extLst>
            </p:cNvPr>
            <p:cNvCxnSpPr/>
            <p:nvPr>
              <p:custDataLst>
                <p:tags r:id="rId75"/>
              </p:custDataLst>
            </p:nvPr>
          </p:nvCxnSpPr>
          <p:spPr bwMode="auto">
            <a:xfrm flipV="1">
              <a:off x="4535" y="7202"/>
              <a:ext cx="0" cy="1814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139" name="直接箭头连接符 138">
              <a:extLst>
                <a:ext uri="{FF2B5EF4-FFF2-40B4-BE49-F238E27FC236}">
                  <a16:creationId xmlns:a16="http://schemas.microsoft.com/office/drawing/2014/main" id="{24D3A1F8-DC8B-49E2-B0CD-0D4C78BA3F61}"/>
                </a:ext>
              </a:extLst>
            </p:cNvPr>
            <p:cNvCxnSpPr/>
            <p:nvPr>
              <p:custDataLst>
                <p:tags r:id="rId76"/>
              </p:custDataLst>
            </p:nvPr>
          </p:nvCxnSpPr>
          <p:spPr bwMode="auto">
            <a:xfrm>
              <a:off x="3118" y="7372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140" name="直接箭头连接符 139">
              <a:extLst>
                <a:ext uri="{FF2B5EF4-FFF2-40B4-BE49-F238E27FC236}">
                  <a16:creationId xmlns:a16="http://schemas.microsoft.com/office/drawing/2014/main" id="{6E0A7583-775E-4390-8B1E-FF0E4ECDC785}"/>
                </a:ext>
              </a:extLst>
            </p:cNvPr>
            <p:cNvCxnSpPr/>
            <p:nvPr>
              <p:custDataLst>
                <p:tags r:id="rId77"/>
              </p:custDataLst>
            </p:nvPr>
          </p:nvCxnSpPr>
          <p:spPr bwMode="auto">
            <a:xfrm flipH="1" flipV="1">
              <a:off x="6009" y="8277"/>
              <a:ext cx="113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1" name="直接箭头连接符 140">
              <a:extLst>
                <a:ext uri="{FF2B5EF4-FFF2-40B4-BE49-F238E27FC236}">
                  <a16:creationId xmlns:a16="http://schemas.microsoft.com/office/drawing/2014/main" id="{64DBE5F7-8EC2-4FA0-890E-0A0D89194619}"/>
                </a:ext>
              </a:extLst>
            </p:cNvPr>
            <p:cNvCxnSpPr/>
            <p:nvPr>
              <p:custDataLst>
                <p:tags r:id="rId78"/>
              </p:custDataLst>
            </p:nvPr>
          </p:nvCxnSpPr>
          <p:spPr bwMode="auto">
            <a:xfrm flipH="1" flipV="1">
              <a:off x="2835" y="7882"/>
              <a:ext cx="17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2" name="直接箭头连接符 141">
              <a:extLst>
                <a:ext uri="{FF2B5EF4-FFF2-40B4-BE49-F238E27FC236}">
                  <a16:creationId xmlns:a16="http://schemas.microsoft.com/office/drawing/2014/main" id="{D0E4159F-4BDB-443C-9271-D8B255B7CE89}"/>
                </a:ext>
              </a:extLst>
            </p:cNvPr>
            <p:cNvCxnSpPr/>
            <p:nvPr>
              <p:custDataLst>
                <p:tags r:id="rId79"/>
              </p:custDataLst>
            </p:nvPr>
          </p:nvCxnSpPr>
          <p:spPr bwMode="auto">
            <a:xfrm flipH="1" flipV="1">
              <a:off x="2835" y="7372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3" name="直接箭头连接符 142">
              <a:extLst>
                <a:ext uri="{FF2B5EF4-FFF2-40B4-BE49-F238E27FC236}">
                  <a16:creationId xmlns:a16="http://schemas.microsoft.com/office/drawing/2014/main" id="{1AE2A72B-3A67-477C-AB89-2B1F9F5AAF36}"/>
                </a:ext>
              </a:extLst>
            </p:cNvPr>
            <p:cNvCxnSpPr/>
            <p:nvPr>
              <p:custDataLst>
                <p:tags r:id="rId80"/>
              </p:custDataLst>
            </p:nvPr>
          </p:nvCxnSpPr>
          <p:spPr bwMode="auto">
            <a:xfrm>
              <a:off x="3118" y="9014"/>
              <a:ext cx="5159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4" name="直接箭头连接符 143">
              <a:extLst>
                <a:ext uri="{FF2B5EF4-FFF2-40B4-BE49-F238E27FC236}">
                  <a16:creationId xmlns:a16="http://schemas.microsoft.com/office/drawing/2014/main" id="{1805AB6E-7088-4147-A7DA-CA1DA9CD8672}"/>
                </a:ext>
              </a:extLst>
            </p:cNvPr>
            <p:cNvCxnSpPr/>
            <p:nvPr>
              <p:custDataLst>
                <p:tags r:id="rId81"/>
              </p:custDataLst>
            </p:nvPr>
          </p:nvCxnSpPr>
          <p:spPr bwMode="auto">
            <a:xfrm>
              <a:off x="3005" y="9128"/>
              <a:ext cx="5443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45" name="椭圆 144">
              <a:extLst>
                <a:ext uri="{FF2B5EF4-FFF2-40B4-BE49-F238E27FC236}">
                  <a16:creationId xmlns:a16="http://schemas.microsoft.com/office/drawing/2014/main" id="{82F1F51A-A755-4050-8C59-249CF6CDABCB}"/>
                </a:ext>
              </a:extLst>
            </p:cNvPr>
            <p:cNvSpPr/>
            <p:nvPr>
              <p:custDataLst>
                <p:tags r:id="rId82"/>
              </p:custDataLst>
            </p:nvPr>
          </p:nvSpPr>
          <p:spPr>
            <a:xfrm>
              <a:off x="3742" y="7712"/>
              <a:ext cx="113" cy="113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6" name="椭圆 145">
              <a:extLst>
                <a:ext uri="{FF2B5EF4-FFF2-40B4-BE49-F238E27FC236}">
                  <a16:creationId xmlns:a16="http://schemas.microsoft.com/office/drawing/2014/main" id="{7D12AADC-1A00-4794-87F0-FEED6245F9B3}"/>
                </a:ext>
              </a:extLst>
            </p:cNvPr>
            <p:cNvSpPr/>
            <p:nvPr>
              <p:custDataLst>
                <p:tags r:id="rId83"/>
              </p:custDataLst>
            </p:nvPr>
          </p:nvSpPr>
          <p:spPr>
            <a:xfrm>
              <a:off x="3742" y="8733"/>
              <a:ext cx="113" cy="113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47" name="Text Box 7">
            <a:extLst>
              <a:ext uri="{FF2B5EF4-FFF2-40B4-BE49-F238E27FC236}">
                <a16:creationId xmlns:a16="http://schemas.microsoft.com/office/drawing/2014/main" id="{A16A2BC6-1711-447E-968B-343D3149D6FD}"/>
              </a:ext>
            </a:extLst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978025" y="5301208"/>
            <a:ext cx="6480175" cy="1129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∵未用态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(11)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在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AB=00/01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时次态＝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11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YZ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00/10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在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AB=10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时次态＝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00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YZ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11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；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∴</a:t>
            </a:r>
            <a:r>
              <a:rPr lang="zh-CN" altLang="en-US" sz="20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无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自启动能力，</a:t>
            </a:r>
            <a:r>
              <a:rPr lang="zh-CN" altLang="en-US" sz="20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需调整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逻辑</a:t>
            </a:r>
            <a:r>
              <a:rPr lang="en-US" altLang="zh-CN" sz="16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卡诺图的</a:t>
            </a:r>
            <a:r>
              <a:rPr lang="en-US" altLang="zh-CN" sz="16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d</a:t>
            </a:r>
            <a:r>
              <a:rPr lang="zh-CN" altLang="en-US" sz="16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全为</a:t>
            </a:r>
            <a:r>
              <a:rPr lang="en-US" altLang="zh-CN" sz="16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r>
              <a:rPr lang="zh-CN" altLang="en-US" sz="16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，略</a:t>
            </a:r>
            <a:r>
              <a:rPr lang="en-US" altLang="zh-CN" sz="16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2000" b="1" spc="-50" dirty="0">
              <a:solidFill>
                <a:schemeClr val="tx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Text Box 7">
                <a:extLst>
                  <a:ext uri="{FF2B5EF4-FFF2-40B4-BE49-F238E27FC236}">
                    <a16:creationId xmlns:a16="http://schemas.microsoft.com/office/drawing/2014/main" id="{CAE25497-48D4-445D-BDFE-CC4FF9E1CCB4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2339752" y="2996952"/>
                <a:ext cx="6446417" cy="8290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 tIns="46800">
                <a:spAutoFit/>
              </a:bodyPr>
              <a:lstStyle/>
              <a:p>
                <a:pPr>
                  <a:lnSpc>
                    <a:spcPct val="125000"/>
                  </a:lnSpc>
                  <a:spcAft>
                    <a:spcPts val="0"/>
                  </a:spcAft>
                </a:pPr>
                <a:r>
                  <a:rPr lang="en-US" altLang="zh-CN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Q1</a:t>
                </a:r>
                <a:r>
                  <a:rPr lang="en-US" altLang="zh-CN" sz="2000" b="1" baseline="30000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*</a:t>
                </a:r>
                <a:r>
                  <a:rPr lang="zh-CN" altLang="en-US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D1</a:t>
                </a:r>
                <a:r>
                  <a:rPr lang="zh-CN" altLang="en-US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Q0•B+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Q</m:t>
                        </m:r>
                        <m: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1</m:t>
                        </m:r>
                      </m:e>
                    </m:acc>
                  </m:oMath>
                </a14:m>
                <a:r>
                  <a:rPr lang="en-US" altLang="zh-CN" sz="2000" b="1" baseline="-25000" dirty="0">
                    <a:solidFill>
                      <a:schemeClr val="tx2"/>
                    </a:solidFill>
                    <a:cs typeface="Times New Roman" panose="020206030504050203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Q</m:t>
                        </m:r>
                        <m: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0</m:t>
                        </m:r>
                      </m:e>
                    </m:acc>
                  </m:oMath>
                </a14:m>
                <a:r>
                  <a:rPr lang="en-US" altLang="zh-CN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A+Q1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altLang="zh-CN" sz="2000" b="1" baseline="-25000" dirty="0">
                    <a:solidFill>
                      <a:schemeClr val="tx2"/>
                    </a:solidFill>
                    <a:cs typeface="Times New Roman" panose="020206030504050203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B</m:t>
                        </m:r>
                      </m:e>
                    </m:acc>
                  </m:oMath>
                </a14:m>
                <a:r>
                  <a:rPr lang="zh-CN" altLang="en-US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，</a:t>
                </a:r>
                <a:r>
                  <a:rPr lang="en-US" altLang="zh-CN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Q0</a:t>
                </a:r>
                <a:r>
                  <a:rPr lang="en-US" altLang="zh-CN" sz="2000" b="1" baseline="30000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*</a:t>
                </a:r>
                <a:r>
                  <a:rPr lang="zh-CN" altLang="en-US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D0</a:t>
                </a:r>
                <a:r>
                  <a:rPr lang="zh-CN" altLang="en-US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Q0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altLang="zh-CN" sz="2000" b="1" spc="-50" baseline="-25000" dirty="0">
                    <a:solidFill>
                      <a:schemeClr val="tx1"/>
                    </a:solidFill>
                    <a:cs typeface="Times New Roman" panose="020206030504050203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B</m:t>
                        </m:r>
                      </m:e>
                    </m:acc>
                  </m:oMath>
                </a14:m>
                <a:r>
                  <a:rPr lang="en-US" altLang="zh-CN" sz="2000" b="1" spc="-50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Q</m:t>
                        </m:r>
                        <m: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1</m:t>
                        </m:r>
                      </m:e>
                    </m:acc>
                  </m:oMath>
                </a14:m>
                <a:r>
                  <a:rPr lang="en-US" altLang="zh-CN" sz="2000" b="1" spc="-50" baseline="-25000" dirty="0">
                    <a:cs typeface="Times New Roman" panose="020206030504050203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Q</m:t>
                        </m:r>
                        <m: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0</m:t>
                        </m:r>
                      </m:e>
                    </m:acc>
                  </m:oMath>
                </a14:m>
                <a:r>
                  <a:rPr lang="en-US" altLang="zh-CN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B</a:t>
                </a:r>
              </a:p>
              <a:p>
                <a:pPr>
                  <a:lnSpc>
                    <a:spcPct val="125000"/>
                  </a:lnSpc>
                  <a:spcAft>
                    <a:spcPts val="0"/>
                  </a:spcAft>
                </a:pPr>
                <a:r>
                  <a:rPr lang="en-US" altLang="zh-CN" sz="2000" b="1" spc="-50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</a:t>
                </a:r>
              </a:p>
            </p:txBody>
          </p:sp>
        </mc:Choice>
        <mc:Fallback xmlns="">
          <p:sp>
            <p:nvSpPr>
              <p:cNvPr id="148" name="Text Box 7">
                <a:extLst>
                  <a:ext uri="{FF2B5EF4-FFF2-40B4-BE49-F238E27FC236}">
                    <a16:creationId xmlns:a16="http://schemas.microsoft.com/office/drawing/2014/main" id="{CAE25497-48D4-445D-BDFE-CC4FF9E1CC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47"/>
                </p:custDataLst>
              </p:nvPr>
            </p:nvSpPr>
            <p:spPr bwMode="auto">
              <a:xfrm>
                <a:off x="2339752" y="2996952"/>
                <a:ext cx="6446417" cy="829040"/>
              </a:xfrm>
              <a:prstGeom prst="rect">
                <a:avLst/>
              </a:prstGeom>
              <a:blipFill>
                <a:blip r:embed="rId148"/>
                <a:stretch>
                  <a:fillRect l="-1041" t="-1471"/>
                </a:stretch>
              </a:blipFill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Text Box 7">
                <a:extLst>
                  <a:ext uri="{FF2B5EF4-FFF2-40B4-BE49-F238E27FC236}">
                    <a16:creationId xmlns:a16="http://schemas.microsoft.com/office/drawing/2014/main" id="{9941A3F0-2268-44FD-B043-52CACEACF4FA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2339752" y="2564904"/>
                <a:ext cx="6046440" cy="80204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 tIns="64800">
                <a:spAutoFit/>
              </a:bodyPr>
              <a:lstStyle/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D1</a:t>
                </a:r>
                <a:r>
                  <a:rPr lang="zh-CN" altLang="en-US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Q0•B+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Q</m:t>
                        </m:r>
                        <m: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1</m:t>
                        </m:r>
                      </m:e>
                    </m:acc>
                  </m:oMath>
                </a14:m>
                <a:r>
                  <a:rPr lang="en-US" altLang="zh-CN" sz="2000" b="1" baseline="-25000" dirty="0">
                    <a:solidFill>
                      <a:schemeClr val="tx2"/>
                    </a:solidFill>
                    <a:cs typeface="Times New Roman" panose="020206030504050203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Q</m:t>
                        </m:r>
                        <m: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0</m:t>
                        </m:r>
                      </m:e>
                    </m:acc>
                  </m:oMath>
                </a14:m>
                <a:r>
                  <a:rPr lang="en-US" altLang="zh-CN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A+Q1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altLang="zh-CN" sz="2000" b="1" baseline="-25000" dirty="0">
                    <a:solidFill>
                      <a:schemeClr val="tx2"/>
                    </a:solidFill>
                    <a:cs typeface="Times New Roman" panose="020206030504050203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B</m:t>
                        </m:r>
                      </m:e>
                    </m:acc>
                  </m:oMath>
                </a14:m>
                <a:r>
                  <a:rPr lang="zh-CN" altLang="en-US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，</a:t>
                </a:r>
                <a:r>
                  <a:rPr lang="en-US" altLang="zh-CN" sz="2000" b="1" dirty="0">
                    <a:latin typeface="宋体" panose="02010600030101010101" pitchFamily="2" charset="-122"/>
                    <a:sym typeface="+mn-ea"/>
                  </a:rPr>
                  <a:t>D0</a:t>
                </a:r>
                <a:r>
                  <a:rPr lang="zh-CN" altLang="en-US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Q0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altLang="zh-CN" sz="2000" b="1" baseline="-25000" dirty="0">
                    <a:solidFill>
                      <a:schemeClr val="tx2"/>
                    </a:solidFill>
                    <a:cs typeface="Times New Roman" panose="020206030504050203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B</m:t>
                        </m:r>
                      </m:e>
                    </m:acc>
                  </m:oMath>
                </a14:m>
                <a:r>
                  <a:rPr lang="en-US" altLang="zh-CN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Q</m:t>
                        </m:r>
                        <m: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1</m:t>
                        </m:r>
                      </m:e>
                    </m:acc>
                  </m:oMath>
                </a14:m>
                <a:r>
                  <a:rPr lang="en-US" altLang="zh-CN" sz="2000" b="1" baseline="-25000" dirty="0">
                    <a:solidFill>
                      <a:schemeClr val="tx2"/>
                    </a:solidFill>
                    <a:cs typeface="Times New Roman" panose="020206030504050203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Q</m:t>
                        </m:r>
                        <m: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0</m:t>
                        </m:r>
                      </m:e>
                    </m:acc>
                  </m:oMath>
                </a14:m>
                <a:r>
                  <a:rPr lang="en-US" altLang="zh-CN" sz="2000" b="1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B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000" b="1" spc="-50" dirty="0">
                    <a:solidFill>
                      <a:schemeClr val="tx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</a:t>
                </a:r>
              </a:p>
            </p:txBody>
          </p:sp>
        </mc:Choice>
        <mc:Fallback xmlns="">
          <p:sp>
            <p:nvSpPr>
              <p:cNvPr id="149" name="Text Box 7">
                <a:extLst>
                  <a:ext uri="{FF2B5EF4-FFF2-40B4-BE49-F238E27FC236}">
                    <a16:creationId xmlns:a16="http://schemas.microsoft.com/office/drawing/2014/main" id="{9941A3F0-2268-44FD-B043-52CACEACF4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49"/>
                </p:custDataLst>
              </p:nvPr>
            </p:nvSpPr>
            <p:spPr bwMode="auto">
              <a:xfrm>
                <a:off x="2339752" y="2564904"/>
                <a:ext cx="6046440" cy="802045"/>
              </a:xfrm>
              <a:prstGeom prst="rect">
                <a:avLst/>
              </a:prstGeom>
              <a:blipFill>
                <a:blip r:embed="rId150"/>
                <a:stretch>
                  <a:fillRect l="-1109" t="-763"/>
                </a:stretch>
              </a:blipFill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3" name="组合 172">
            <a:extLst>
              <a:ext uri="{FF2B5EF4-FFF2-40B4-BE49-F238E27FC236}">
                <a16:creationId xmlns:a16="http://schemas.microsoft.com/office/drawing/2014/main" id="{209836C1-C85B-4AE2-8F41-EAF8EE12C727}"/>
              </a:ext>
            </a:extLst>
          </p:cNvPr>
          <p:cNvGrpSpPr/>
          <p:nvPr/>
        </p:nvGrpSpPr>
        <p:grpSpPr>
          <a:xfrm>
            <a:off x="5435317" y="3816000"/>
            <a:ext cx="1224915" cy="1188720"/>
            <a:chOff x="6009" y="5272"/>
            <a:chExt cx="1929" cy="1872"/>
          </a:xfrm>
        </p:grpSpPr>
        <p:sp>
          <p:nvSpPr>
            <p:cNvPr id="174" name="Text Box 191">
              <a:extLst>
                <a:ext uri="{FF2B5EF4-FFF2-40B4-BE49-F238E27FC236}">
                  <a16:creationId xmlns:a16="http://schemas.microsoft.com/office/drawing/2014/main" id="{9446AA09-6CCF-48F8-BC91-72827C89218D}"/>
                </a:ext>
              </a:extLst>
            </p:cNvPr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7427" y="6180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Q</a:t>
              </a:r>
              <a:r>
                <a:rPr lang="en-US" altLang="zh-CN" sz="1600" b="1" baseline="-25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  <p:cxnSp>
          <p:nvCxnSpPr>
            <p:cNvPr id="175" name="直接箭头连接符 174">
              <a:extLst>
                <a:ext uri="{FF2B5EF4-FFF2-40B4-BE49-F238E27FC236}">
                  <a16:creationId xmlns:a16="http://schemas.microsoft.com/office/drawing/2014/main" id="{C53BE9D8-3882-4EBE-B37D-E9DD94C288A8}"/>
                </a:ext>
              </a:extLst>
            </p:cNvPr>
            <p:cNvCxnSpPr/>
            <p:nvPr>
              <p:custDataLst>
                <p:tags r:id="rId14"/>
              </p:custDataLst>
            </p:nvPr>
          </p:nvCxnSpPr>
          <p:spPr bwMode="auto">
            <a:xfrm flipV="1">
              <a:off x="7414" y="6574"/>
              <a:ext cx="227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76" name="Text Box 191">
              <a:extLst>
                <a:ext uri="{FF2B5EF4-FFF2-40B4-BE49-F238E27FC236}">
                  <a16:creationId xmlns:a16="http://schemas.microsoft.com/office/drawing/2014/main" id="{531966A4-6E18-49A5-8805-68873F1C3867}"/>
                </a:ext>
              </a:extLst>
            </p:cNvPr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7425" y="6574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Q</a:t>
              </a:r>
              <a:r>
                <a:rPr lang="en-US" altLang="zh-CN" sz="1600" b="1" baseline="-25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177" name="Text Box 191">
              <a:extLst>
                <a:ext uri="{FF2B5EF4-FFF2-40B4-BE49-F238E27FC236}">
                  <a16:creationId xmlns:a16="http://schemas.microsoft.com/office/drawing/2014/main" id="{12E58C25-32B4-4FFF-9FCB-7673BEB337CD}"/>
                </a:ext>
              </a:extLst>
            </p:cNvPr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7427" y="5272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Q</a:t>
              </a:r>
              <a:r>
                <a:rPr lang="en-US" altLang="zh-CN" sz="1600" b="1" baseline="-25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cxnSp>
          <p:nvCxnSpPr>
            <p:cNvPr id="178" name="直接箭头连接符 177">
              <a:extLst>
                <a:ext uri="{FF2B5EF4-FFF2-40B4-BE49-F238E27FC236}">
                  <a16:creationId xmlns:a16="http://schemas.microsoft.com/office/drawing/2014/main" id="{A404AC47-76B5-473D-A974-84EBF0FB2B20}"/>
                </a:ext>
              </a:extLst>
            </p:cNvPr>
            <p:cNvCxnSpPr/>
            <p:nvPr>
              <p:custDataLst>
                <p:tags r:id="rId17"/>
              </p:custDataLst>
            </p:nvPr>
          </p:nvCxnSpPr>
          <p:spPr bwMode="auto">
            <a:xfrm flipV="1">
              <a:off x="7414" y="5673"/>
              <a:ext cx="227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79" name="Text Box 191">
              <a:extLst>
                <a:ext uri="{FF2B5EF4-FFF2-40B4-BE49-F238E27FC236}">
                  <a16:creationId xmlns:a16="http://schemas.microsoft.com/office/drawing/2014/main" id="{75CD700F-F907-42D4-8B5E-8275A633E0FB}"/>
                </a:ext>
              </a:extLst>
            </p:cNvPr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7425" y="5673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Q</a:t>
              </a:r>
              <a:r>
                <a:rPr lang="en-US" altLang="zh-CN" sz="1600" b="1" baseline="-25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180" name="Text Box 36">
              <a:extLst>
                <a:ext uri="{FF2B5EF4-FFF2-40B4-BE49-F238E27FC236}">
                  <a16:creationId xmlns:a16="http://schemas.microsoft.com/office/drawing/2014/main" id="{CC360880-59D0-45EF-9231-62F5722F1D3C}"/>
                </a:ext>
              </a:extLst>
            </p:cNvPr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6463" y="5442"/>
              <a:ext cx="737" cy="794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wrap="square" lIns="1778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D </a:t>
              </a:r>
              <a:r>
                <a:rPr lang="en-US" altLang="zh-CN" sz="1600" b="1" dirty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Q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1" dirty="0">
                  <a:solidFill>
                    <a:schemeClr val="tx1"/>
                  </a:solidFill>
                  <a:uFillTx/>
                  <a:latin typeface="宋体" panose="02010600030101010101" pitchFamily="2" charset="-122"/>
                  <a:sym typeface="+mn-ea"/>
                </a:rPr>
                <a:t> </a:t>
              </a:r>
              <a:r>
                <a:rPr lang="en-US" altLang="zh-CN" sz="1600" b="1" dirty="0">
                  <a:solidFill>
                    <a:schemeClr val="tx1"/>
                  </a:solidFill>
                  <a:uFillTx/>
                  <a:latin typeface="宋体" panose="02010600030101010101" pitchFamily="2" charset="-122"/>
                  <a:sym typeface="+mn-ea"/>
                </a:rPr>
                <a:t>C</a:t>
              </a:r>
              <a:r>
                <a:rPr lang="en-US" altLang="zh-CN" sz="1600" b="1" baseline="-25000" dirty="0">
                  <a:solidFill>
                    <a:schemeClr val="tx1"/>
                  </a:solidFill>
                  <a:uFillTx/>
                  <a:latin typeface="宋体" panose="02010600030101010101" pitchFamily="2" charset="-122"/>
                  <a:sym typeface="+mn-ea"/>
                </a:rPr>
                <a:t>  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Q</a:t>
              </a:r>
              <a:endParaRPr lang="en-US" altLang="zh-CN" sz="1600" b="1" u="none" dirty="0">
                <a:latin typeface="宋体" panose="02010600030101010101" pitchFamily="2" charset="-122"/>
                <a:sym typeface="+mn-ea"/>
              </a:endParaRPr>
            </a:p>
          </p:txBody>
        </p:sp>
        <p:cxnSp>
          <p:nvCxnSpPr>
            <p:cNvPr id="181" name="直接箭头连接符 180">
              <a:extLst>
                <a:ext uri="{FF2B5EF4-FFF2-40B4-BE49-F238E27FC236}">
                  <a16:creationId xmlns:a16="http://schemas.microsoft.com/office/drawing/2014/main" id="{1EE0AEC9-A54B-47B8-9F2F-8F63C0D157D0}"/>
                </a:ext>
              </a:extLst>
            </p:cNvPr>
            <p:cNvCxnSpPr/>
            <p:nvPr>
              <p:custDataLst>
                <p:tags r:id="rId20"/>
              </p:custDataLst>
            </p:nvPr>
          </p:nvCxnSpPr>
          <p:spPr bwMode="auto">
            <a:xfrm flipV="1">
              <a:off x="6180" y="5612"/>
              <a:ext cx="283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82" name="直接箭头连接符 181">
              <a:extLst>
                <a:ext uri="{FF2B5EF4-FFF2-40B4-BE49-F238E27FC236}">
                  <a16:creationId xmlns:a16="http://schemas.microsoft.com/office/drawing/2014/main" id="{9E5D3C7C-05B8-4D12-9F25-300F7B4F1781}"/>
                </a:ext>
              </a:extLst>
            </p:cNvPr>
            <p:cNvCxnSpPr/>
            <p:nvPr>
              <p:custDataLst>
                <p:tags r:id="rId21"/>
              </p:custDataLst>
            </p:nvPr>
          </p:nvCxnSpPr>
          <p:spPr bwMode="auto">
            <a:xfrm flipV="1">
              <a:off x="6067" y="6009"/>
              <a:ext cx="39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83" name="直接箭头连接符 182">
              <a:extLst>
                <a:ext uri="{FF2B5EF4-FFF2-40B4-BE49-F238E27FC236}">
                  <a16:creationId xmlns:a16="http://schemas.microsoft.com/office/drawing/2014/main" id="{01888E45-B05F-4D70-9D6D-08CBF2455531}"/>
                </a:ext>
              </a:extLst>
            </p:cNvPr>
            <p:cNvCxnSpPr/>
            <p:nvPr>
              <p:custDataLst>
                <p:tags r:id="rId22"/>
              </p:custDataLst>
            </p:nvPr>
          </p:nvCxnSpPr>
          <p:spPr bwMode="auto">
            <a:xfrm flipV="1">
              <a:off x="7201" y="5612"/>
              <a:ext cx="73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84" name="直接箭头连接符 183">
              <a:extLst>
                <a:ext uri="{FF2B5EF4-FFF2-40B4-BE49-F238E27FC236}">
                  <a16:creationId xmlns:a16="http://schemas.microsoft.com/office/drawing/2014/main" id="{D5A99EB3-E040-4686-A3C4-5A98326EB98B}"/>
                </a:ext>
              </a:extLst>
            </p:cNvPr>
            <p:cNvCxnSpPr/>
            <p:nvPr>
              <p:custDataLst>
                <p:tags r:id="rId23"/>
              </p:custDataLst>
            </p:nvPr>
          </p:nvCxnSpPr>
          <p:spPr bwMode="auto">
            <a:xfrm flipV="1">
              <a:off x="7314" y="6009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85" name="等腰三角形 184">
              <a:extLst>
                <a:ext uri="{FF2B5EF4-FFF2-40B4-BE49-F238E27FC236}">
                  <a16:creationId xmlns:a16="http://schemas.microsoft.com/office/drawing/2014/main" id="{F94C03C0-9E04-4FA9-A51B-EE2EA4F71C9B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6408" y="5953"/>
              <a:ext cx="227" cy="113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scene3d>
              <a:camera prst="orthographicFront">
                <a:rot lat="0" lon="0" rev="16200000"/>
              </a:camera>
              <a:lightRig rig="threePt" dir="t"/>
            </a:scene3d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6" name="椭圆 185">
              <a:extLst>
                <a:ext uri="{FF2B5EF4-FFF2-40B4-BE49-F238E27FC236}">
                  <a16:creationId xmlns:a16="http://schemas.microsoft.com/office/drawing/2014/main" id="{025EA060-9537-4EBD-BD82-F5ACB5473F6A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7201" y="5952"/>
              <a:ext cx="113" cy="113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7" name="Text Box 36">
              <a:extLst>
                <a:ext uri="{FF2B5EF4-FFF2-40B4-BE49-F238E27FC236}">
                  <a16:creationId xmlns:a16="http://schemas.microsoft.com/office/drawing/2014/main" id="{8A50511D-B11E-4E46-B4CA-51CF0DDD4EB4}"/>
                </a:ext>
              </a:extLst>
            </p:cNvPr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6463" y="6350"/>
              <a:ext cx="737" cy="794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wrap="square" lIns="1778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D </a:t>
              </a:r>
              <a:r>
                <a:rPr lang="en-US" altLang="zh-CN" sz="1600" b="1" dirty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Q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1" dirty="0">
                  <a:solidFill>
                    <a:schemeClr val="tx1"/>
                  </a:solidFill>
                  <a:uFillTx/>
                  <a:latin typeface="宋体" panose="02010600030101010101" pitchFamily="2" charset="-122"/>
                  <a:sym typeface="+mn-ea"/>
                </a:rPr>
                <a:t> </a:t>
              </a:r>
              <a:r>
                <a:rPr lang="en-US" altLang="zh-CN" sz="1600" b="1" dirty="0">
                  <a:solidFill>
                    <a:schemeClr val="tx1"/>
                  </a:solidFill>
                  <a:uFillTx/>
                  <a:latin typeface="宋体" panose="02010600030101010101" pitchFamily="2" charset="-122"/>
                  <a:sym typeface="+mn-ea"/>
                </a:rPr>
                <a:t>C</a:t>
              </a:r>
              <a:r>
                <a:rPr lang="en-US" altLang="zh-CN" sz="1600" b="1" baseline="-25000" dirty="0">
                  <a:solidFill>
                    <a:schemeClr val="tx1"/>
                  </a:solidFill>
                  <a:uFillTx/>
                  <a:latin typeface="宋体" panose="02010600030101010101" pitchFamily="2" charset="-122"/>
                  <a:sym typeface="+mn-ea"/>
                </a:rPr>
                <a:t>  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Q</a:t>
              </a:r>
              <a:endParaRPr lang="en-US" altLang="zh-CN" sz="1600" b="1" u="none" dirty="0">
                <a:latin typeface="宋体" panose="02010600030101010101" pitchFamily="2" charset="-122"/>
                <a:sym typeface="+mn-ea"/>
              </a:endParaRPr>
            </a:p>
          </p:txBody>
        </p:sp>
        <p:cxnSp>
          <p:nvCxnSpPr>
            <p:cNvPr id="188" name="直接箭头连接符 187">
              <a:extLst>
                <a:ext uri="{FF2B5EF4-FFF2-40B4-BE49-F238E27FC236}">
                  <a16:creationId xmlns:a16="http://schemas.microsoft.com/office/drawing/2014/main" id="{F8583830-551F-4BD0-80C3-4E7DAA446280}"/>
                </a:ext>
              </a:extLst>
            </p:cNvPr>
            <p:cNvCxnSpPr/>
            <p:nvPr>
              <p:custDataLst>
                <p:tags r:id="rId27"/>
              </p:custDataLst>
            </p:nvPr>
          </p:nvCxnSpPr>
          <p:spPr bwMode="auto">
            <a:xfrm flipV="1">
              <a:off x="6180" y="6519"/>
              <a:ext cx="283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89" name="直接箭头连接符 188">
              <a:extLst>
                <a:ext uri="{FF2B5EF4-FFF2-40B4-BE49-F238E27FC236}">
                  <a16:creationId xmlns:a16="http://schemas.microsoft.com/office/drawing/2014/main" id="{E9FFED66-9F3D-4A9C-862F-86ADA343EB73}"/>
                </a:ext>
              </a:extLst>
            </p:cNvPr>
            <p:cNvCxnSpPr/>
            <p:nvPr>
              <p:custDataLst>
                <p:tags r:id="rId28"/>
              </p:custDataLst>
            </p:nvPr>
          </p:nvCxnSpPr>
          <p:spPr bwMode="auto">
            <a:xfrm flipV="1">
              <a:off x="6009" y="6917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190" name="直接箭头连接符 189">
              <a:extLst>
                <a:ext uri="{FF2B5EF4-FFF2-40B4-BE49-F238E27FC236}">
                  <a16:creationId xmlns:a16="http://schemas.microsoft.com/office/drawing/2014/main" id="{ED56B434-D815-4BF2-B63B-3E7F8E13904C}"/>
                </a:ext>
              </a:extLst>
            </p:cNvPr>
            <p:cNvCxnSpPr/>
            <p:nvPr>
              <p:custDataLst>
                <p:tags r:id="rId29"/>
              </p:custDataLst>
            </p:nvPr>
          </p:nvCxnSpPr>
          <p:spPr bwMode="auto">
            <a:xfrm flipV="1">
              <a:off x="7201" y="6520"/>
              <a:ext cx="56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91" name="直接箭头连接符 190">
              <a:extLst>
                <a:ext uri="{FF2B5EF4-FFF2-40B4-BE49-F238E27FC236}">
                  <a16:creationId xmlns:a16="http://schemas.microsoft.com/office/drawing/2014/main" id="{27F7A1F4-125D-47E1-AE59-BED4123F6A46}"/>
                </a:ext>
              </a:extLst>
            </p:cNvPr>
            <p:cNvCxnSpPr/>
            <p:nvPr>
              <p:custDataLst>
                <p:tags r:id="rId30"/>
              </p:custDataLst>
            </p:nvPr>
          </p:nvCxnSpPr>
          <p:spPr bwMode="auto">
            <a:xfrm flipV="1">
              <a:off x="7314" y="6917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92" name="等腰三角形 191">
              <a:extLst>
                <a:ext uri="{FF2B5EF4-FFF2-40B4-BE49-F238E27FC236}">
                  <a16:creationId xmlns:a16="http://schemas.microsoft.com/office/drawing/2014/main" id="{AD59BA9B-0E76-490E-A22A-C5AA3BC47B25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6408" y="6861"/>
              <a:ext cx="227" cy="113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scene3d>
              <a:camera prst="orthographicFront">
                <a:rot lat="0" lon="0" rev="16200000"/>
              </a:camera>
              <a:lightRig rig="threePt" dir="t"/>
            </a:scene3d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3" name="椭圆 192">
              <a:extLst>
                <a:ext uri="{FF2B5EF4-FFF2-40B4-BE49-F238E27FC236}">
                  <a16:creationId xmlns:a16="http://schemas.microsoft.com/office/drawing/2014/main" id="{E0DCA055-4FCB-4978-899C-13C1F4C10699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7201" y="6860"/>
              <a:ext cx="113" cy="113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94" name="直接箭头连接符 193">
              <a:extLst>
                <a:ext uri="{FF2B5EF4-FFF2-40B4-BE49-F238E27FC236}">
                  <a16:creationId xmlns:a16="http://schemas.microsoft.com/office/drawing/2014/main" id="{7E11055C-FC7D-49BD-86DC-10ECAFA0F5BE}"/>
                </a:ext>
              </a:extLst>
            </p:cNvPr>
            <p:cNvCxnSpPr/>
            <p:nvPr>
              <p:custDataLst>
                <p:tags r:id="rId33"/>
              </p:custDataLst>
            </p:nvPr>
          </p:nvCxnSpPr>
          <p:spPr bwMode="auto">
            <a:xfrm flipV="1">
              <a:off x="6067" y="6009"/>
              <a:ext cx="1" cy="90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</p:grpSp>
      <p:sp>
        <p:nvSpPr>
          <p:cNvPr id="195" name="AutoShape 452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71B045CB-A557-40B8-B4D6-872AD2A23AF5}"/>
              </a:ext>
            </a:extLst>
          </p:cNvPr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 rot="5400000">
            <a:off x="3996630" y="6525890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21" name="组合 220">
            <a:extLst>
              <a:ext uri="{FF2B5EF4-FFF2-40B4-BE49-F238E27FC236}">
                <a16:creationId xmlns:a16="http://schemas.microsoft.com/office/drawing/2014/main" id="{4937397A-1944-40BF-B255-60EDD494095D}"/>
              </a:ext>
            </a:extLst>
          </p:cNvPr>
          <p:cNvGrpSpPr/>
          <p:nvPr/>
        </p:nvGrpSpPr>
        <p:grpSpPr>
          <a:xfrm>
            <a:off x="5400000" y="4032004"/>
            <a:ext cx="144000" cy="575873"/>
            <a:chOff x="4932" y="8549"/>
            <a:chExt cx="227" cy="907"/>
          </a:xfrm>
        </p:grpSpPr>
        <p:cxnSp>
          <p:nvCxnSpPr>
            <p:cNvPr id="222" name="直接箭头连接符 221">
              <a:extLst>
                <a:ext uri="{FF2B5EF4-FFF2-40B4-BE49-F238E27FC236}">
                  <a16:creationId xmlns:a16="http://schemas.microsoft.com/office/drawing/2014/main" id="{4D86A9AB-B771-4CB0-A69A-AF496998ACC0}"/>
                </a:ext>
              </a:extLst>
            </p:cNvPr>
            <p:cNvCxnSpPr/>
            <p:nvPr>
              <p:custDataLst>
                <p:tags r:id="rId11"/>
              </p:custDataLst>
            </p:nvPr>
          </p:nvCxnSpPr>
          <p:spPr bwMode="auto">
            <a:xfrm flipV="1">
              <a:off x="4932" y="9456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23" name="直接箭头连接符 222">
              <a:extLst>
                <a:ext uri="{FF2B5EF4-FFF2-40B4-BE49-F238E27FC236}">
                  <a16:creationId xmlns:a16="http://schemas.microsoft.com/office/drawing/2014/main" id="{DE00ED5C-681C-428B-A9D2-F552FCC495F3}"/>
                </a:ext>
              </a:extLst>
            </p:cNvPr>
            <p:cNvCxnSpPr/>
            <p:nvPr>
              <p:custDataLst>
                <p:tags r:id="rId12"/>
              </p:custDataLst>
            </p:nvPr>
          </p:nvCxnSpPr>
          <p:spPr bwMode="auto">
            <a:xfrm flipV="1">
              <a:off x="4932" y="8549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896233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8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1" dur="500"/>
                                        <p:tgtEl>
                                          <p:spTgt spid="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C203287-3A75-41A7-903B-5EE7988E4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18</a:t>
            </a:fld>
            <a:endParaRPr lang="en-US" altLang="zh-CN"/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9174B6F6-AD68-407A-8FC9-13ABF440B476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76808" y="260648"/>
            <a:ext cx="746760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/>
            <a:r>
              <a:rPr lang="en-US" altLang="zh-CN" sz="2800" b="1" dirty="0">
                <a:latin typeface="宋体" panose="02010600030101010101" pitchFamily="2" charset="-122"/>
              </a:rPr>
              <a:t>§4.4 </a:t>
            </a:r>
            <a:r>
              <a:rPr lang="zh-CN" altLang="en-US" sz="2800" b="1" dirty="0">
                <a:latin typeface="宋体" panose="02010600030101010101" pitchFamily="2" charset="-122"/>
              </a:rPr>
              <a:t>典型时序逻辑部件</a:t>
            </a:r>
          </a:p>
        </p:txBody>
      </p:sp>
      <p:sp>
        <p:nvSpPr>
          <p:cNvPr id="4" name="Text Box 275">
            <a:extLst>
              <a:ext uri="{FF2B5EF4-FFF2-40B4-BE49-F238E27FC236}">
                <a16:creationId xmlns:a16="http://schemas.microsoft.com/office/drawing/2014/main" id="{BADCDE4E-C112-4498-8861-4DC3E1884B5B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9512" y="764704"/>
            <a:ext cx="8785225" cy="4241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 ※</a:t>
            </a: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主要内容：</a:t>
            </a:r>
            <a:r>
              <a:rPr lang="zh-CN" sz="2000" b="1" dirty="0">
                <a:latin typeface="宋体" panose="02010600030101010101" pitchFamily="2" charset="-122"/>
                <a:sym typeface="+mn-ea"/>
              </a:rPr>
              <a:t>寄存器，移位寄存器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，</a:t>
            </a:r>
            <a:r>
              <a:rPr lang="zh-CN" altLang="zh-CN" sz="2000" b="1" dirty="0">
                <a:latin typeface="宋体" panose="02010600030101010101" pitchFamily="2" charset="-122"/>
                <a:sym typeface="+mn-ea"/>
              </a:rPr>
              <a:t>计数器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  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熟记功能、理解组成、可应用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endParaRPr lang="zh-CN" sz="2000" b="1" dirty="0">
              <a:latin typeface="宋体" panose="02010600030101010101" pitchFamily="2" charset="-122"/>
            </a:endParaRPr>
          </a:p>
        </p:txBody>
      </p:sp>
      <p:sp>
        <p:nvSpPr>
          <p:cNvPr id="6" name="Text Box 7">
            <a:extLst>
              <a:ext uri="{FF2B5EF4-FFF2-40B4-BE49-F238E27FC236}">
                <a16:creationId xmlns:a16="http://schemas.microsoft.com/office/drawing/2014/main" id="{0819479E-D9A2-4670-9D4B-70C281515340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79070" y="1196752"/>
            <a:ext cx="3326765" cy="2634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、寄存器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功能：</a:t>
            </a: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组成：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功能表：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E458365A-3966-4CE7-AC64-3CB9714F8555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259632" y="1556792"/>
            <a:ext cx="4045521" cy="134119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8280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存储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含</a:t>
            </a:r>
            <a:r>
              <a:rPr lang="zh-CN" altLang="en-US" sz="18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写入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&amp;</a:t>
            </a:r>
            <a:r>
              <a:rPr lang="zh-CN" altLang="en-US" sz="18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输出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信息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多个触发器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并联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同时逻辑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常带清零端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利于设置初值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zh-CN" altLang="en-US" sz="18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aphicFrame>
        <p:nvGraphicFramePr>
          <p:cNvPr id="78" name="表格 77">
            <a:extLst>
              <a:ext uri="{FF2B5EF4-FFF2-40B4-BE49-F238E27FC236}">
                <a16:creationId xmlns:a16="http://schemas.microsoft.com/office/drawing/2014/main" id="{8F3CF3FA-15BF-4E88-B4DB-C310F74D7EB2}"/>
              </a:ext>
            </a:extLst>
          </p:cNvPr>
          <p:cNvGraphicFramePr>
            <a:graphicFrameLocks noGrp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852734573"/>
              </p:ext>
            </p:extLst>
          </p:nvPr>
        </p:nvGraphicFramePr>
        <p:xfrm>
          <a:off x="1717789" y="2924944"/>
          <a:ext cx="3790315" cy="98501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13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05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52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25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416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i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a:t>R</a:t>
                      </a: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CP</a:t>
                      </a:r>
                      <a:endParaRPr lang="en-US" altLang="zh-CN" sz="1600" b="1" baseline="-250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spc="1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D</a:t>
                      </a:r>
                      <a:r>
                        <a:rPr lang="en-US" altLang="zh-CN" sz="1600" spc="100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3</a:t>
                      </a:r>
                      <a:r>
                        <a:rPr lang="en-US" altLang="zh-CN" sz="1600" spc="1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D</a:t>
                      </a:r>
                      <a:r>
                        <a:rPr lang="en-US" altLang="zh-CN" sz="1600" spc="100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2</a:t>
                      </a:r>
                      <a:r>
                        <a:rPr lang="en-US" altLang="zh-CN" sz="1600" spc="1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D</a:t>
                      </a:r>
                      <a:r>
                        <a:rPr lang="en-US" altLang="zh-CN" sz="1600" spc="100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1</a:t>
                      </a:r>
                      <a:r>
                        <a:rPr lang="en-US" altLang="zh-CN" sz="1600" spc="1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D</a:t>
                      </a:r>
                      <a:r>
                        <a:rPr lang="en-US" altLang="zh-CN" sz="1600" spc="100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0</a:t>
                      </a:r>
                      <a:endParaRPr lang="en-US" altLang="zh-CN" sz="1600" b="1" spc="1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ysDash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Q</a:t>
                      </a:r>
                      <a:r>
                        <a:rPr lang="en-US" altLang="zh-CN" sz="1600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3</a:t>
                      </a:r>
                      <a:r>
                        <a:rPr lang="en-US" altLang="zh-CN" sz="1600" baseline="30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*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Q</a:t>
                      </a:r>
                      <a:r>
                        <a:rPr lang="en-US" altLang="zh-CN" sz="1600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2</a:t>
                      </a:r>
                      <a:r>
                        <a:rPr lang="en-US" altLang="zh-CN" sz="1600" baseline="30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*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Q</a:t>
                      </a:r>
                      <a:r>
                        <a:rPr lang="en-US" altLang="zh-CN" sz="1600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1</a:t>
                      </a:r>
                      <a:r>
                        <a:rPr lang="en-US" altLang="zh-CN" sz="1600" baseline="30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*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Q</a:t>
                      </a:r>
                      <a:r>
                        <a:rPr lang="en-US" altLang="zh-CN" sz="1600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0</a:t>
                      </a:r>
                      <a:r>
                        <a:rPr lang="en-US" altLang="zh-CN" sz="1600" baseline="30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*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功能</a:t>
                      </a: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b="1" dirty="0">
                          <a:latin typeface="宋体" panose="02010600030101010101" pitchFamily="2" charset="-122"/>
                          <a:sym typeface="+mn-ea"/>
                        </a:rPr>
                        <a:t>×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b="1" dirty="0">
                          <a:latin typeface="宋体" panose="02010600030101010101" pitchFamily="2" charset="-122"/>
                          <a:sym typeface="+mn-ea"/>
                        </a:rPr>
                        <a:t>××××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ysDash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6195" marR="36195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rgbClr val="990099"/>
                          </a:solidFill>
                          <a:latin typeface="宋体" panose="02010600030101010101" pitchFamily="2" charset="-122"/>
                          <a:sym typeface="+mn-ea"/>
                        </a:rPr>
                        <a:t>异步</a:t>
                      </a:r>
                      <a:r>
                        <a:rPr lang="zh-CN" altLang="en-US" sz="1600" b="1" dirty="0">
                          <a:solidFill>
                            <a:srgbClr val="FF3399"/>
                          </a:solidFill>
                          <a:latin typeface="宋体" panose="02010600030101010101" pitchFamily="2" charset="-122"/>
                          <a:sym typeface="+mn-ea"/>
                        </a:rPr>
                        <a:t>清零</a:t>
                      </a:r>
                      <a:endParaRPr lang="zh-CN" altLang="en-US" sz="1600" b="1" dirty="0">
                        <a:solidFill>
                          <a:srgbClr val="FF339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↑</a:t>
                      </a: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d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3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d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2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d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1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d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ysDash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d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3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d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2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d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1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d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b="1" dirty="0">
                          <a:latin typeface="宋体" panose="02010600030101010101" pitchFamily="2" charset="-122"/>
                          <a:sym typeface="+mn-ea"/>
                        </a:rPr>
                        <a:t>数据</a:t>
                      </a:r>
                      <a:r>
                        <a:rPr lang="zh-CN" altLang="en-US" sz="1600" b="1" dirty="0">
                          <a:solidFill>
                            <a:srgbClr val="FF3399"/>
                          </a:solidFill>
                          <a:latin typeface="宋体" panose="02010600030101010101" pitchFamily="2" charset="-122"/>
                          <a:sym typeface="+mn-ea"/>
                        </a:rPr>
                        <a:t>写入</a:t>
                      </a:r>
                      <a:endParaRPr lang="zh-CN" altLang="en-US" sz="1600" b="1" dirty="0">
                        <a:solidFill>
                          <a:srgbClr val="FF339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17780" marR="1778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非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↑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b="1" dirty="0">
                          <a:latin typeface="宋体" panose="02010600030101010101" pitchFamily="2" charset="-122"/>
                          <a:sym typeface="+mn-ea"/>
                        </a:rPr>
                        <a:t>××××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ysDash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Q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3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Q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2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Q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1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Q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b="1" dirty="0">
                          <a:latin typeface="宋体" panose="02010600030101010101" pitchFamily="2" charset="-122"/>
                          <a:sym typeface="+mn-ea"/>
                        </a:rPr>
                        <a:t>数据</a:t>
                      </a:r>
                      <a:r>
                        <a:rPr lang="zh-CN" altLang="en-US" sz="1600" b="1" dirty="0">
                          <a:solidFill>
                            <a:srgbClr val="FF3399"/>
                          </a:solidFill>
                          <a:latin typeface="宋体" panose="02010600030101010101" pitchFamily="2" charset="-122"/>
                          <a:sym typeface="+mn-ea"/>
                        </a:rPr>
                        <a:t>保持</a:t>
                      </a:r>
                      <a:endParaRPr lang="zh-CN" altLang="en-US" sz="1600" b="1" dirty="0">
                        <a:solidFill>
                          <a:srgbClr val="FF339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494126BC-8B58-41D8-8C3C-9631DF4EC15C}"/>
              </a:ext>
            </a:extLst>
          </p:cNvPr>
          <p:cNvCxnSpPr/>
          <p:nvPr/>
        </p:nvCxnSpPr>
        <p:spPr bwMode="auto">
          <a:xfrm flipV="1">
            <a:off x="1823829" y="2967899"/>
            <a:ext cx="108000" cy="0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14536CA5-9F3A-456C-B5BF-42A4084560CC}"/>
              </a:ext>
            </a:extLst>
          </p:cNvPr>
          <p:cNvGrpSpPr/>
          <p:nvPr/>
        </p:nvGrpSpPr>
        <p:grpSpPr>
          <a:xfrm>
            <a:off x="4860032" y="1412776"/>
            <a:ext cx="3960488" cy="1430843"/>
            <a:chOff x="4571512" y="1845057"/>
            <a:chExt cx="3960488" cy="1430843"/>
          </a:xfrm>
        </p:grpSpPr>
        <p:sp>
          <p:nvSpPr>
            <p:cNvPr id="81" name="Text Box 36">
              <a:extLst>
                <a:ext uri="{FF2B5EF4-FFF2-40B4-BE49-F238E27FC236}">
                  <a16:creationId xmlns:a16="http://schemas.microsoft.com/office/drawing/2014/main" id="{298CB53B-41E0-4E08-967E-661C8A57EB6E}"/>
                </a:ext>
              </a:extLst>
            </p:cNvPr>
            <p:cNvSpPr txBox="1">
              <a:spLocks noChangeArrowheads="1"/>
            </p:cNvSpPr>
            <p:nvPr>
              <p:custDataLst>
                <p:tags r:id="rId65"/>
              </p:custDataLst>
            </p:nvPr>
          </p:nvSpPr>
          <p:spPr bwMode="auto">
            <a:xfrm>
              <a:off x="4895512" y="2124000"/>
              <a:ext cx="3420000" cy="93599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82" name="Text Box 191">
              <a:extLst>
                <a:ext uri="{FF2B5EF4-FFF2-40B4-BE49-F238E27FC236}">
                  <a16:creationId xmlns:a16="http://schemas.microsoft.com/office/drawing/2014/main" id="{D689C1F3-B40F-4FE2-87B6-24940DCEBED8}"/>
                </a:ext>
              </a:extLst>
            </p:cNvPr>
            <p:cNvSpPr txBox="1">
              <a:spLocks noChangeArrowheads="1"/>
            </p:cNvSpPr>
            <p:nvPr>
              <p:custDataLst>
                <p:tags r:id="rId66"/>
              </p:custDataLst>
            </p:nvPr>
          </p:nvSpPr>
          <p:spPr bwMode="auto">
            <a:xfrm>
              <a:off x="5256000" y="1845057"/>
              <a:ext cx="215900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Q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3</a:t>
              </a:r>
            </a:p>
          </p:txBody>
        </p:sp>
        <p:sp>
          <p:nvSpPr>
            <p:cNvPr id="83" name="Text Box 191">
              <a:extLst>
                <a:ext uri="{FF2B5EF4-FFF2-40B4-BE49-F238E27FC236}">
                  <a16:creationId xmlns:a16="http://schemas.microsoft.com/office/drawing/2014/main" id="{FAB8F30E-622C-4CC8-B091-A655887F04AF}"/>
                </a:ext>
              </a:extLst>
            </p:cNvPr>
            <p:cNvSpPr txBox="1">
              <a:spLocks noChangeArrowheads="1"/>
            </p:cNvSpPr>
            <p:nvPr>
              <p:custDataLst>
                <p:tags r:id="rId67"/>
              </p:custDataLst>
            </p:nvPr>
          </p:nvSpPr>
          <p:spPr bwMode="auto">
            <a:xfrm>
              <a:off x="4571512" y="2700000"/>
              <a:ext cx="252095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CP</a:t>
              </a:r>
            </a:p>
          </p:txBody>
        </p:sp>
        <p:cxnSp>
          <p:nvCxnSpPr>
            <p:cNvPr id="84" name="直接箭头连接符 83">
              <a:extLst>
                <a:ext uri="{FF2B5EF4-FFF2-40B4-BE49-F238E27FC236}">
                  <a16:creationId xmlns:a16="http://schemas.microsoft.com/office/drawing/2014/main" id="{6A02BAF2-0CEA-4B5B-BB08-8FF910A71008}"/>
                </a:ext>
              </a:extLst>
            </p:cNvPr>
            <p:cNvCxnSpPr/>
            <p:nvPr>
              <p:custDataLst>
                <p:tags r:id="rId68"/>
              </p:custDataLst>
            </p:nvPr>
          </p:nvCxnSpPr>
          <p:spPr bwMode="auto">
            <a:xfrm flipV="1">
              <a:off x="5184000" y="2808000"/>
              <a:ext cx="2484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85" name="直接箭头连接符 84">
              <a:extLst>
                <a:ext uri="{FF2B5EF4-FFF2-40B4-BE49-F238E27FC236}">
                  <a16:creationId xmlns:a16="http://schemas.microsoft.com/office/drawing/2014/main" id="{BF22ACEA-C6F0-486A-A4DC-8CA4664C134B}"/>
                </a:ext>
              </a:extLst>
            </p:cNvPr>
            <p:cNvCxnSpPr/>
            <p:nvPr>
              <p:custDataLst>
                <p:tags r:id="rId69"/>
              </p:custDataLst>
            </p:nvPr>
          </p:nvCxnSpPr>
          <p:spPr bwMode="auto">
            <a:xfrm flipV="1">
              <a:off x="4823512" y="2808000"/>
              <a:ext cx="144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86" name="直接箭头连接符 85">
              <a:extLst>
                <a:ext uri="{FF2B5EF4-FFF2-40B4-BE49-F238E27FC236}">
                  <a16:creationId xmlns:a16="http://schemas.microsoft.com/office/drawing/2014/main" id="{CFB06849-64BD-43F4-ABDE-FB6C2F36AC63}"/>
                </a:ext>
              </a:extLst>
            </p:cNvPr>
            <p:cNvCxnSpPr/>
            <p:nvPr>
              <p:custDataLst>
                <p:tags r:id="rId70"/>
              </p:custDataLst>
            </p:nvPr>
          </p:nvCxnSpPr>
          <p:spPr bwMode="auto">
            <a:xfrm flipV="1">
              <a:off x="5760000" y="2880000"/>
              <a:ext cx="2232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87" name="Text Box 191">
              <a:extLst>
                <a:ext uri="{FF2B5EF4-FFF2-40B4-BE49-F238E27FC236}">
                  <a16:creationId xmlns:a16="http://schemas.microsoft.com/office/drawing/2014/main" id="{955CDCC1-50BB-4025-9CD8-1C06EC3E01BA}"/>
                </a:ext>
              </a:extLst>
            </p:cNvPr>
            <p:cNvSpPr txBox="1">
              <a:spLocks noChangeArrowheads="1"/>
            </p:cNvSpPr>
            <p:nvPr>
              <p:custDataLst>
                <p:tags r:id="rId71"/>
              </p:custDataLst>
            </p:nvPr>
          </p:nvSpPr>
          <p:spPr bwMode="auto">
            <a:xfrm>
              <a:off x="5184000" y="3060000"/>
              <a:ext cx="215900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D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3</a:t>
              </a:r>
            </a:p>
          </p:txBody>
        </p:sp>
        <p:grpSp>
          <p:nvGrpSpPr>
            <p:cNvPr id="88" name="组合 87">
              <a:extLst>
                <a:ext uri="{FF2B5EF4-FFF2-40B4-BE49-F238E27FC236}">
                  <a16:creationId xmlns:a16="http://schemas.microsoft.com/office/drawing/2014/main" id="{DBD3F1CE-B1C6-457E-821D-A76C28C639F3}"/>
                </a:ext>
              </a:extLst>
            </p:cNvPr>
            <p:cNvGrpSpPr/>
            <p:nvPr/>
          </p:nvGrpSpPr>
          <p:grpSpPr>
            <a:xfrm>
              <a:off x="5904000" y="2052000"/>
              <a:ext cx="647700" cy="1043940"/>
              <a:chOff x="3742" y="5613"/>
              <a:chExt cx="1020" cy="1644"/>
            </a:xfrm>
          </p:grpSpPr>
          <p:sp>
            <p:nvSpPr>
              <p:cNvPr id="139" name="Text Box 36">
                <a:extLst>
                  <a:ext uri="{FF2B5EF4-FFF2-40B4-BE49-F238E27FC236}">
                    <a16:creationId xmlns:a16="http://schemas.microsoft.com/office/drawing/2014/main" id="{07FD382E-07BE-4650-BCD4-1B1AE7636330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19"/>
                </p:custDataLst>
              </p:nvPr>
            </p:nvSpPr>
            <p:spPr bwMode="auto">
              <a:xfrm>
                <a:off x="3742" y="5895"/>
                <a:ext cx="1020" cy="680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horz" wrap="square" lIns="0" tIns="0" rIns="0" bIns="0" anchor="t" anchorCtr="0"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Q </a:t>
                </a:r>
                <a:r>
                  <a:rPr lang="en-US" altLang="zh-CN" sz="1600" b="1" u="none" baseline="-25000" dirty="0">
                    <a:latin typeface="宋体" panose="02010600030101010101" pitchFamily="2" charset="-122"/>
                  </a:rPr>
                  <a:t> 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</a:t>
                </a:r>
              </a:p>
              <a:p>
                <a:pPr algn="ctr">
                  <a:lnSpc>
                    <a:spcPct val="90000"/>
                  </a:lnSpc>
                  <a:spcBef>
                    <a:spcPts val="10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D  </a:t>
                </a:r>
                <a:r>
                  <a:rPr lang="en-US" altLang="zh-CN" sz="14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R</a:t>
                </a:r>
                <a:endParaRPr lang="en-US" altLang="zh-CN" sz="1600" b="1" u="none" dirty="0">
                  <a:latin typeface="宋体" panose="02010600030101010101" pitchFamily="2" charset="-122"/>
                  <a:sym typeface="+mn-ea"/>
                </a:endParaRPr>
              </a:p>
            </p:txBody>
          </p:sp>
          <p:cxnSp>
            <p:nvCxnSpPr>
              <p:cNvPr id="140" name="直接箭头连接符 139">
                <a:extLst>
                  <a:ext uri="{FF2B5EF4-FFF2-40B4-BE49-F238E27FC236}">
                    <a16:creationId xmlns:a16="http://schemas.microsoft.com/office/drawing/2014/main" id="{DE050AAE-9A2A-466C-B44F-2877C8676411}"/>
                  </a:ext>
                </a:extLst>
              </p:cNvPr>
              <p:cNvCxnSpPr/>
              <p:nvPr>
                <p:custDataLst>
                  <p:tags r:id="rId120"/>
                </p:custDataLst>
              </p:nvPr>
            </p:nvCxnSpPr>
            <p:spPr bwMode="auto">
              <a:xfrm flipH="1" flipV="1">
                <a:off x="3857" y="6577"/>
                <a:ext cx="1" cy="68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41" name="直接箭头连接符 140">
                <a:extLst>
                  <a:ext uri="{FF2B5EF4-FFF2-40B4-BE49-F238E27FC236}">
                    <a16:creationId xmlns:a16="http://schemas.microsoft.com/office/drawing/2014/main" id="{CE329209-2BA5-4577-AA39-2146BA55DA00}"/>
                  </a:ext>
                </a:extLst>
              </p:cNvPr>
              <p:cNvCxnSpPr/>
              <p:nvPr>
                <p:custDataLst>
                  <p:tags r:id="rId121"/>
                </p:custDataLst>
              </p:nvPr>
            </p:nvCxnSpPr>
            <p:spPr bwMode="auto">
              <a:xfrm flipV="1">
                <a:off x="4452" y="5937"/>
                <a:ext cx="170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142" name="Text Box 191">
                <a:extLst>
                  <a:ext uri="{FF2B5EF4-FFF2-40B4-BE49-F238E27FC236}">
                    <a16:creationId xmlns:a16="http://schemas.microsoft.com/office/drawing/2014/main" id="{DA61C1AB-BF1D-4A83-BD1C-A9055664FF8B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22"/>
                </p:custDataLst>
              </p:nvPr>
            </p:nvSpPr>
            <p:spPr bwMode="auto">
              <a:xfrm>
                <a:off x="4140" y="6180"/>
                <a:ext cx="227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C</a:t>
                </a:r>
              </a:p>
            </p:txBody>
          </p:sp>
          <p:sp>
            <p:nvSpPr>
              <p:cNvPr id="143" name="等腰三角形 142">
                <a:extLst>
                  <a:ext uri="{FF2B5EF4-FFF2-40B4-BE49-F238E27FC236}">
                    <a16:creationId xmlns:a16="http://schemas.microsoft.com/office/drawing/2014/main" id="{2F9C6422-C3E0-46D7-988C-F2AB392928ED}"/>
                  </a:ext>
                </a:extLst>
              </p:cNvPr>
              <p:cNvSpPr/>
              <p:nvPr>
                <p:custDataLst>
                  <p:tags r:id="rId123"/>
                </p:custDataLst>
              </p:nvPr>
            </p:nvSpPr>
            <p:spPr>
              <a:xfrm>
                <a:off x="4140" y="6463"/>
                <a:ext cx="227" cy="113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144" name="直接箭头连接符 143">
                <a:extLst>
                  <a:ext uri="{FF2B5EF4-FFF2-40B4-BE49-F238E27FC236}">
                    <a16:creationId xmlns:a16="http://schemas.microsoft.com/office/drawing/2014/main" id="{8AD355B6-72C8-428A-820B-966319DBF7CF}"/>
                  </a:ext>
                </a:extLst>
              </p:cNvPr>
              <p:cNvCxnSpPr/>
              <p:nvPr>
                <p:custDataLst>
                  <p:tags r:id="rId124"/>
                </p:custDataLst>
              </p:nvPr>
            </p:nvCxnSpPr>
            <p:spPr bwMode="auto">
              <a:xfrm flipH="1" flipV="1">
                <a:off x="4650" y="6690"/>
                <a:ext cx="1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sp>
            <p:nvSpPr>
              <p:cNvPr id="145" name="椭圆 144">
                <a:extLst>
                  <a:ext uri="{FF2B5EF4-FFF2-40B4-BE49-F238E27FC236}">
                    <a16:creationId xmlns:a16="http://schemas.microsoft.com/office/drawing/2014/main" id="{791784CD-579C-4E40-B55D-9F7C42BACD5A}"/>
                  </a:ext>
                </a:extLst>
              </p:cNvPr>
              <p:cNvSpPr/>
              <p:nvPr>
                <p:custDataLst>
                  <p:tags r:id="rId125"/>
                </p:custDataLst>
              </p:nvPr>
            </p:nvSpPr>
            <p:spPr>
              <a:xfrm>
                <a:off x="4594" y="6577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146" name="直接箭头连接符 145">
                <a:extLst>
                  <a:ext uri="{FF2B5EF4-FFF2-40B4-BE49-F238E27FC236}">
                    <a16:creationId xmlns:a16="http://schemas.microsoft.com/office/drawing/2014/main" id="{154C5F7A-6429-4983-A943-AC9A59DEB6D5}"/>
                  </a:ext>
                </a:extLst>
              </p:cNvPr>
              <p:cNvCxnSpPr/>
              <p:nvPr>
                <p:custDataLst>
                  <p:tags r:id="rId126"/>
                </p:custDataLst>
              </p:nvPr>
            </p:nvCxnSpPr>
            <p:spPr bwMode="auto">
              <a:xfrm flipH="1" flipV="1">
                <a:off x="3997" y="5613"/>
                <a:ext cx="1" cy="283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47" name="直接箭头连接符 146">
                <a:extLst>
                  <a:ext uri="{FF2B5EF4-FFF2-40B4-BE49-F238E27FC236}">
                    <a16:creationId xmlns:a16="http://schemas.microsoft.com/office/drawing/2014/main" id="{8578425C-B6F3-4107-9618-55A51B5AF246}"/>
                  </a:ext>
                </a:extLst>
              </p:cNvPr>
              <p:cNvCxnSpPr/>
              <p:nvPr>
                <p:custDataLst>
                  <p:tags r:id="rId127"/>
                </p:custDataLst>
              </p:nvPr>
            </p:nvCxnSpPr>
            <p:spPr bwMode="auto">
              <a:xfrm flipH="1" flipV="1">
                <a:off x="4536" y="5782"/>
                <a:ext cx="1" cy="113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48" name="直接箭头连接符 147">
                <a:extLst>
                  <a:ext uri="{FF2B5EF4-FFF2-40B4-BE49-F238E27FC236}">
                    <a16:creationId xmlns:a16="http://schemas.microsoft.com/office/drawing/2014/main" id="{50EE7997-DE3C-45FE-9EA1-EA7E56BE9576}"/>
                  </a:ext>
                </a:extLst>
              </p:cNvPr>
              <p:cNvCxnSpPr/>
              <p:nvPr>
                <p:custDataLst>
                  <p:tags r:id="rId128"/>
                </p:custDataLst>
              </p:nvPr>
            </p:nvCxnSpPr>
            <p:spPr bwMode="auto">
              <a:xfrm flipH="1" flipV="1">
                <a:off x="4254" y="6577"/>
                <a:ext cx="1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sp>
            <p:nvSpPr>
              <p:cNvPr id="149" name="椭圆 148">
                <a:extLst>
                  <a:ext uri="{FF2B5EF4-FFF2-40B4-BE49-F238E27FC236}">
                    <a16:creationId xmlns:a16="http://schemas.microsoft.com/office/drawing/2014/main" id="{74153649-EB62-4D21-B60B-D5EC42E7263E}"/>
                  </a:ext>
                </a:extLst>
              </p:cNvPr>
              <p:cNvSpPr/>
              <p:nvPr>
                <p:custDataLst>
                  <p:tags r:id="rId129"/>
                </p:custDataLst>
              </p:nvPr>
            </p:nvSpPr>
            <p:spPr>
              <a:xfrm>
                <a:off x="4197" y="6577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89" name="椭圆 88">
              <a:extLst>
                <a:ext uri="{FF2B5EF4-FFF2-40B4-BE49-F238E27FC236}">
                  <a16:creationId xmlns:a16="http://schemas.microsoft.com/office/drawing/2014/main" id="{FD7EF244-AAB8-4C38-B035-123E948E4ABA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>
            <a:xfrm>
              <a:off x="5112000" y="2772000"/>
              <a:ext cx="71755" cy="71755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0" name="Text Box 36">
              <a:extLst>
                <a:ext uri="{FF2B5EF4-FFF2-40B4-BE49-F238E27FC236}">
                  <a16:creationId xmlns:a16="http://schemas.microsoft.com/office/drawing/2014/main" id="{D394DD32-019B-4C8A-B410-960F07D9A0AC}"/>
                </a:ext>
              </a:extLst>
            </p:cNvPr>
            <p:cNvSpPr txBox="1">
              <a:spLocks noChangeArrowheads="1"/>
            </p:cNvSpPr>
            <p:nvPr>
              <p:custDataLst>
                <p:tags r:id="rId73"/>
              </p:custDataLst>
            </p:nvPr>
          </p:nvSpPr>
          <p:spPr bwMode="auto">
            <a:xfrm>
              <a:off x="4968000" y="2700000"/>
              <a:ext cx="144145" cy="2159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91" name="Text Box 191">
              <a:extLst>
                <a:ext uri="{FF2B5EF4-FFF2-40B4-BE49-F238E27FC236}">
                  <a16:creationId xmlns:a16="http://schemas.microsoft.com/office/drawing/2014/main" id="{B71D0A29-C0F0-41FC-85FB-1427F80A7604}"/>
                </a:ext>
              </a:extLst>
            </p:cNvPr>
            <p:cNvSpPr txBox="1">
              <a:spLocks noChangeArrowheads="1"/>
            </p:cNvSpPr>
            <p:nvPr>
              <p:custDataLst>
                <p:tags r:id="rId74"/>
              </p:custDataLst>
            </p:nvPr>
          </p:nvSpPr>
          <p:spPr bwMode="auto">
            <a:xfrm>
              <a:off x="5976000" y="1845057"/>
              <a:ext cx="215900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Q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2</a:t>
              </a:r>
            </a:p>
          </p:txBody>
        </p:sp>
        <p:sp>
          <p:nvSpPr>
            <p:cNvPr id="92" name="Text Box 191">
              <a:extLst>
                <a:ext uri="{FF2B5EF4-FFF2-40B4-BE49-F238E27FC236}">
                  <a16:creationId xmlns:a16="http://schemas.microsoft.com/office/drawing/2014/main" id="{F060EB1F-F2BE-4A67-BFD2-9DD773584A97}"/>
                </a:ext>
              </a:extLst>
            </p:cNvPr>
            <p:cNvSpPr txBox="1">
              <a:spLocks noChangeArrowheads="1"/>
            </p:cNvSpPr>
            <p:nvPr>
              <p:custDataLst>
                <p:tags r:id="rId75"/>
              </p:custDataLst>
            </p:nvPr>
          </p:nvSpPr>
          <p:spPr bwMode="auto">
            <a:xfrm>
              <a:off x="5904000" y="3060000"/>
              <a:ext cx="215900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D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2</a:t>
              </a:r>
            </a:p>
          </p:txBody>
        </p:sp>
        <p:sp>
          <p:nvSpPr>
            <p:cNvPr id="93" name="Text Box 191">
              <a:extLst>
                <a:ext uri="{FF2B5EF4-FFF2-40B4-BE49-F238E27FC236}">
                  <a16:creationId xmlns:a16="http://schemas.microsoft.com/office/drawing/2014/main" id="{6CFF322D-7F45-4B09-AB61-ABAA41B45ED2}"/>
                </a:ext>
              </a:extLst>
            </p:cNvPr>
            <p:cNvSpPr txBox="1">
              <a:spLocks noChangeArrowheads="1"/>
            </p:cNvSpPr>
            <p:nvPr>
              <p:custDataLst>
                <p:tags r:id="rId76"/>
              </p:custDataLst>
            </p:nvPr>
          </p:nvSpPr>
          <p:spPr bwMode="auto">
            <a:xfrm>
              <a:off x="6696000" y="1845057"/>
              <a:ext cx="215900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Q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94" name="Text Box 191">
              <a:extLst>
                <a:ext uri="{FF2B5EF4-FFF2-40B4-BE49-F238E27FC236}">
                  <a16:creationId xmlns:a16="http://schemas.microsoft.com/office/drawing/2014/main" id="{95810228-E5CC-4BD6-BB90-5A982A7C37BB}"/>
                </a:ext>
              </a:extLst>
            </p:cNvPr>
            <p:cNvSpPr txBox="1">
              <a:spLocks noChangeArrowheads="1"/>
            </p:cNvSpPr>
            <p:nvPr>
              <p:custDataLst>
                <p:tags r:id="rId77"/>
              </p:custDataLst>
            </p:nvPr>
          </p:nvSpPr>
          <p:spPr bwMode="auto">
            <a:xfrm>
              <a:off x="6624000" y="3060000"/>
              <a:ext cx="215900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D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95" name="Text Box 191">
              <a:extLst>
                <a:ext uri="{FF2B5EF4-FFF2-40B4-BE49-F238E27FC236}">
                  <a16:creationId xmlns:a16="http://schemas.microsoft.com/office/drawing/2014/main" id="{31B13607-B57C-47A3-9020-7686F504D2CA}"/>
                </a:ext>
              </a:extLst>
            </p:cNvPr>
            <p:cNvSpPr txBox="1">
              <a:spLocks noChangeArrowheads="1"/>
            </p:cNvSpPr>
            <p:nvPr>
              <p:custDataLst>
                <p:tags r:id="rId78"/>
              </p:custDataLst>
            </p:nvPr>
          </p:nvSpPr>
          <p:spPr bwMode="auto">
            <a:xfrm>
              <a:off x="7416000" y="1845057"/>
              <a:ext cx="215900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Q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96" name="Text Box 191">
              <a:extLst>
                <a:ext uri="{FF2B5EF4-FFF2-40B4-BE49-F238E27FC236}">
                  <a16:creationId xmlns:a16="http://schemas.microsoft.com/office/drawing/2014/main" id="{3311A06A-B336-4982-BB24-089C711E4429}"/>
                </a:ext>
              </a:extLst>
            </p:cNvPr>
            <p:cNvSpPr txBox="1">
              <a:spLocks noChangeArrowheads="1"/>
            </p:cNvSpPr>
            <p:nvPr>
              <p:custDataLst>
                <p:tags r:id="rId79"/>
              </p:custDataLst>
            </p:nvPr>
          </p:nvSpPr>
          <p:spPr bwMode="auto">
            <a:xfrm>
              <a:off x="7344000" y="3060000"/>
              <a:ext cx="215900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D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97" name="Text Box 191">
              <a:extLst>
                <a:ext uri="{FF2B5EF4-FFF2-40B4-BE49-F238E27FC236}">
                  <a16:creationId xmlns:a16="http://schemas.microsoft.com/office/drawing/2014/main" id="{0C5D98C3-359A-453E-9F91-DC6123A34A65}"/>
                </a:ext>
              </a:extLst>
            </p:cNvPr>
            <p:cNvSpPr txBox="1">
              <a:spLocks noChangeArrowheads="1"/>
            </p:cNvSpPr>
            <p:nvPr>
              <p:custDataLst>
                <p:tags r:id="rId80"/>
              </p:custDataLst>
            </p:nvPr>
          </p:nvSpPr>
          <p:spPr bwMode="auto">
            <a:xfrm>
              <a:off x="8388000" y="2772000"/>
              <a:ext cx="144000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R</a:t>
              </a:r>
            </a:p>
          </p:txBody>
        </p:sp>
        <p:sp>
          <p:nvSpPr>
            <p:cNvPr id="98" name="椭圆 97">
              <a:extLst>
                <a:ext uri="{FF2B5EF4-FFF2-40B4-BE49-F238E27FC236}">
                  <a16:creationId xmlns:a16="http://schemas.microsoft.com/office/drawing/2014/main" id="{05418B83-A0CB-4F5D-B8FC-7E9FCCAEF2BE}"/>
                </a:ext>
              </a:extLst>
            </p:cNvPr>
            <p:cNvSpPr/>
            <p:nvPr>
              <p:custDataLst>
                <p:tags r:id="rId81"/>
              </p:custDataLst>
            </p:nvPr>
          </p:nvSpPr>
          <p:spPr>
            <a:xfrm>
              <a:off x="8208000" y="2844000"/>
              <a:ext cx="71755" cy="71755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9" name="Text Box 36">
              <a:extLst>
                <a:ext uri="{FF2B5EF4-FFF2-40B4-BE49-F238E27FC236}">
                  <a16:creationId xmlns:a16="http://schemas.microsoft.com/office/drawing/2014/main" id="{DCDC39C2-C8CF-4AC8-BE76-BE3F27728E50}"/>
                </a:ext>
              </a:extLst>
            </p:cNvPr>
            <p:cNvSpPr txBox="1">
              <a:spLocks noChangeArrowheads="1"/>
            </p:cNvSpPr>
            <p:nvPr>
              <p:custDataLst>
                <p:tags r:id="rId82"/>
              </p:custDataLst>
            </p:nvPr>
          </p:nvSpPr>
          <p:spPr bwMode="auto">
            <a:xfrm>
              <a:off x="8064000" y="2772000"/>
              <a:ext cx="144145" cy="2159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100" name="椭圆 99">
              <a:extLst>
                <a:ext uri="{FF2B5EF4-FFF2-40B4-BE49-F238E27FC236}">
                  <a16:creationId xmlns:a16="http://schemas.microsoft.com/office/drawing/2014/main" id="{C166ECFF-5956-42BA-BAA0-FB004F48A195}"/>
                </a:ext>
              </a:extLst>
            </p:cNvPr>
            <p:cNvSpPr/>
            <p:nvPr>
              <p:custDataLst>
                <p:tags r:id="rId83"/>
              </p:custDataLst>
            </p:nvPr>
          </p:nvSpPr>
          <p:spPr>
            <a:xfrm>
              <a:off x="7992000" y="2844000"/>
              <a:ext cx="71755" cy="71755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01" name="直接箭头连接符 100">
              <a:extLst>
                <a:ext uri="{FF2B5EF4-FFF2-40B4-BE49-F238E27FC236}">
                  <a16:creationId xmlns:a16="http://schemas.microsoft.com/office/drawing/2014/main" id="{D4AB3332-03BE-4E90-B3C4-162BE7AC37C4}"/>
                </a:ext>
              </a:extLst>
            </p:cNvPr>
            <p:cNvCxnSpPr/>
            <p:nvPr>
              <p:custDataLst>
                <p:tags r:id="rId84"/>
              </p:custDataLst>
            </p:nvPr>
          </p:nvCxnSpPr>
          <p:spPr bwMode="auto">
            <a:xfrm flipH="1">
              <a:off x="8280000" y="2880000"/>
              <a:ext cx="108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2" name="直接箭头连接符 101">
              <a:extLst>
                <a:ext uri="{FF2B5EF4-FFF2-40B4-BE49-F238E27FC236}">
                  <a16:creationId xmlns:a16="http://schemas.microsoft.com/office/drawing/2014/main" id="{EA218ACD-BE5F-4EF4-990C-987095E36AFA}"/>
                </a:ext>
              </a:extLst>
            </p:cNvPr>
            <p:cNvCxnSpPr/>
            <p:nvPr>
              <p:custDataLst>
                <p:tags r:id="rId85"/>
              </p:custDataLst>
            </p:nvPr>
          </p:nvCxnSpPr>
          <p:spPr bwMode="auto">
            <a:xfrm flipV="1">
              <a:off x="8406000" y="2790000"/>
              <a:ext cx="107950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grpSp>
          <p:nvGrpSpPr>
            <p:cNvPr id="103" name="组合 102">
              <a:extLst>
                <a:ext uri="{FF2B5EF4-FFF2-40B4-BE49-F238E27FC236}">
                  <a16:creationId xmlns:a16="http://schemas.microsoft.com/office/drawing/2014/main" id="{8273F4BA-E2B4-4E06-8CD9-9FD334F38296}"/>
                </a:ext>
              </a:extLst>
            </p:cNvPr>
            <p:cNvGrpSpPr/>
            <p:nvPr/>
          </p:nvGrpSpPr>
          <p:grpSpPr>
            <a:xfrm>
              <a:off x="5184000" y="2052000"/>
              <a:ext cx="647700" cy="1043940"/>
              <a:chOff x="3742" y="5613"/>
              <a:chExt cx="1020" cy="1644"/>
            </a:xfrm>
          </p:grpSpPr>
          <p:sp>
            <p:nvSpPr>
              <p:cNvPr id="128" name="Text Box 36">
                <a:extLst>
                  <a:ext uri="{FF2B5EF4-FFF2-40B4-BE49-F238E27FC236}">
                    <a16:creationId xmlns:a16="http://schemas.microsoft.com/office/drawing/2014/main" id="{1C6D7FFC-0034-462B-A96F-3A19D03EB286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08"/>
                </p:custDataLst>
              </p:nvPr>
            </p:nvSpPr>
            <p:spPr bwMode="auto">
              <a:xfrm>
                <a:off x="3742" y="5895"/>
                <a:ext cx="1020" cy="680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horz" wrap="square" lIns="0" tIns="0" rIns="0" bIns="0" anchor="t" anchorCtr="0"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Q </a:t>
                </a:r>
                <a:r>
                  <a:rPr lang="en-US" altLang="zh-CN" sz="1600" b="1" u="none" baseline="-25000" dirty="0">
                    <a:latin typeface="宋体" panose="02010600030101010101" pitchFamily="2" charset="-122"/>
                  </a:rPr>
                  <a:t> 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</a:t>
                </a:r>
              </a:p>
              <a:p>
                <a:pPr algn="ctr">
                  <a:lnSpc>
                    <a:spcPct val="90000"/>
                  </a:lnSpc>
                  <a:spcBef>
                    <a:spcPts val="10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D  </a:t>
                </a:r>
                <a:r>
                  <a:rPr lang="en-US" altLang="zh-CN" sz="14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R</a:t>
                </a:r>
                <a:endParaRPr lang="en-US" altLang="zh-CN" sz="1600" b="1" u="none" dirty="0">
                  <a:latin typeface="宋体" panose="02010600030101010101" pitchFamily="2" charset="-122"/>
                  <a:sym typeface="+mn-ea"/>
                </a:endParaRPr>
              </a:p>
            </p:txBody>
          </p:sp>
          <p:cxnSp>
            <p:nvCxnSpPr>
              <p:cNvPr id="129" name="直接箭头连接符 128">
                <a:extLst>
                  <a:ext uri="{FF2B5EF4-FFF2-40B4-BE49-F238E27FC236}">
                    <a16:creationId xmlns:a16="http://schemas.microsoft.com/office/drawing/2014/main" id="{798FFF1A-8783-4805-A4D5-9739328BADEA}"/>
                  </a:ext>
                </a:extLst>
              </p:cNvPr>
              <p:cNvCxnSpPr/>
              <p:nvPr>
                <p:custDataLst>
                  <p:tags r:id="rId109"/>
                </p:custDataLst>
              </p:nvPr>
            </p:nvCxnSpPr>
            <p:spPr bwMode="auto">
              <a:xfrm flipH="1" flipV="1">
                <a:off x="3857" y="6577"/>
                <a:ext cx="1" cy="68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30" name="直接箭头连接符 129">
                <a:extLst>
                  <a:ext uri="{FF2B5EF4-FFF2-40B4-BE49-F238E27FC236}">
                    <a16:creationId xmlns:a16="http://schemas.microsoft.com/office/drawing/2014/main" id="{50802CDC-52CF-4D1D-AE2C-31544FA57D74}"/>
                  </a:ext>
                </a:extLst>
              </p:cNvPr>
              <p:cNvCxnSpPr/>
              <p:nvPr>
                <p:custDataLst>
                  <p:tags r:id="rId110"/>
                </p:custDataLst>
              </p:nvPr>
            </p:nvCxnSpPr>
            <p:spPr bwMode="auto">
              <a:xfrm flipV="1">
                <a:off x="4452" y="5937"/>
                <a:ext cx="170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131" name="Text Box 191">
                <a:extLst>
                  <a:ext uri="{FF2B5EF4-FFF2-40B4-BE49-F238E27FC236}">
                    <a16:creationId xmlns:a16="http://schemas.microsoft.com/office/drawing/2014/main" id="{9CB51A0B-E4DC-4206-AC1E-95E1F15E15BF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11"/>
                </p:custDataLst>
              </p:nvPr>
            </p:nvSpPr>
            <p:spPr bwMode="auto">
              <a:xfrm>
                <a:off x="4140" y="6180"/>
                <a:ext cx="227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C</a:t>
                </a:r>
              </a:p>
            </p:txBody>
          </p:sp>
          <p:sp>
            <p:nvSpPr>
              <p:cNvPr id="132" name="等腰三角形 131">
                <a:extLst>
                  <a:ext uri="{FF2B5EF4-FFF2-40B4-BE49-F238E27FC236}">
                    <a16:creationId xmlns:a16="http://schemas.microsoft.com/office/drawing/2014/main" id="{9EB55CE3-10D7-4B0D-98EF-AD2A637E8A31}"/>
                  </a:ext>
                </a:extLst>
              </p:cNvPr>
              <p:cNvSpPr/>
              <p:nvPr>
                <p:custDataLst>
                  <p:tags r:id="rId112"/>
                </p:custDataLst>
              </p:nvPr>
            </p:nvSpPr>
            <p:spPr>
              <a:xfrm>
                <a:off x="4140" y="6463"/>
                <a:ext cx="227" cy="113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133" name="直接箭头连接符 132">
                <a:extLst>
                  <a:ext uri="{FF2B5EF4-FFF2-40B4-BE49-F238E27FC236}">
                    <a16:creationId xmlns:a16="http://schemas.microsoft.com/office/drawing/2014/main" id="{214259C5-99E4-4E84-9654-FE2FA1C6FA29}"/>
                  </a:ext>
                </a:extLst>
              </p:cNvPr>
              <p:cNvCxnSpPr/>
              <p:nvPr>
                <p:custDataLst>
                  <p:tags r:id="rId113"/>
                </p:custDataLst>
              </p:nvPr>
            </p:nvCxnSpPr>
            <p:spPr bwMode="auto">
              <a:xfrm flipH="1" flipV="1">
                <a:off x="4650" y="6690"/>
                <a:ext cx="1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sp>
            <p:nvSpPr>
              <p:cNvPr id="134" name="椭圆 133">
                <a:extLst>
                  <a:ext uri="{FF2B5EF4-FFF2-40B4-BE49-F238E27FC236}">
                    <a16:creationId xmlns:a16="http://schemas.microsoft.com/office/drawing/2014/main" id="{B8623E7F-EF02-458E-9E3E-936192CE89F2}"/>
                  </a:ext>
                </a:extLst>
              </p:cNvPr>
              <p:cNvSpPr/>
              <p:nvPr>
                <p:custDataLst>
                  <p:tags r:id="rId114"/>
                </p:custDataLst>
              </p:nvPr>
            </p:nvSpPr>
            <p:spPr>
              <a:xfrm>
                <a:off x="4594" y="6577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135" name="直接箭头连接符 134">
                <a:extLst>
                  <a:ext uri="{FF2B5EF4-FFF2-40B4-BE49-F238E27FC236}">
                    <a16:creationId xmlns:a16="http://schemas.microsoft.com/office/drawing/2014/main" id="{C62367E1-9892-421F-ACCB-F158E8058445}"/>
                  </a:ext>
                </a:extLst>
              </p:cNvPr>
              <p:cNvCxnSpPr/>
              <p:nvPr>
                <p:custDataLst>
                  <p:tags r:id="rId115"/>
                </p:custDataLst>
              </p:nvPr>
            </p:nvCxnSpPr>
            <p:spPr bwMode="auto">
              <a:xfrm flipH="1" flipV="1">
                <a:off x="3997" y="5613"/>
                <a:ext cx="1" cy="283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36" name="直接箭头连接符 135">
                <a:extLst>
                  <a:ext uri="{FF2B5EF4-FFF2-40B4-BE49-F238E27FC236}">
                    <a16:creationId xmlns:a16="http://schemas.microsoft.com/office/drawing/2014/main" id="{64E4ED3A-14C3-4FBA-BF75-5C47080C9680}"/>
                  </a:ext>
                </a:extLst>
              </p:cNvPr>
              <p:cNvCxnSpPr/>
              <p:nvPr>
                <p:custDataLst>
                  <p:tags r:id="rId116"/>
                </p:custDataLst>
              </p:nvPr>
            </p:nvCxnSpPr>
            <p:spPr bwMode="auto">
              <a:xfrm flipH="1" flipV="1">
                <a:off x="4536" y="5782"/>
                <a:ext cx="1" cy="113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37" name="直接箭头连接符 136">
                <a:extLst>
                  <a:ext uri="{FF2B5EF4-FFF2-40B4-BE49-F238E27FC236}">
                    <a16:creationId xmlns:a16="http://schemas.microsoft.com/office/drawing/2014/main" id="{3F60DECE-F34A-470D-85A8-1543D5596768}"/>
                  </a:ext>
                </a:extLst>
              </p:cNvPr>
              <p:cNvCxnSpPr/>
              <p:nvPr>
                <p:custDataLst>
                  <p:tags r:id="rId117"/>
                </p:custDataLst>
              </p:nvPr>
            </p:nvCxnSpPr>
            <p:spPr bwMode="auto">
              <a:xfrm flipH="1" flipV="1">
                <a:off x="4254" y="6577"/>
                <a:ext cx="1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sp>
            <p:nvSpPr>
              <p:cNvPr id="138" name="椭圆 137">
                <a:extLst>
                  <a:ext uri="{FF2B5EF4-FFF2-40B4-BE49-F238E27FC236}">
                    <a16:creationId xmlns:a16="http://schemas.microsoft.com/office/drawing/2014/main" id="{3B709F3D-8174-42E9-98D4-4AC14DA28F54}"/>
                  </a:ext>
                </a:extLst>
              </p:cNvPr>
              <p:cNvSpPr/>
              <p:nvPr>
                <p:custDataLst>
                  <p:tags r:id="rId118"/>
                </p:custDataLst>
              </p:nvPr>
            </p:nvSpPr>
            <p:spPr>
              <a:xfrm>
                <a:off x="4197" y="6577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04" name="组合 103">
              <a:extLst>
                <a:ext uri="{FF2B5EF4-FFF2-40B4-BE49-F238E27FC236}">
                  <a16:creationId xmlns:a16="http://schemas.microsoft.com/office/drawing/2014/main" id="{B932394E-EDBB-4F53-816B-9FFDF2F1E6E0}"/>
                </a:ext>
              </a:extLst>
            </p:cNvPr>
            <p:cNvGrpSpPr/>
            <p:nvPr/>
          </p:nvGrpSpPr>
          <p:grpSpPr>
            <a:xfrm>
              <a:off x="7344000" y="2052000"/>
              <a:ext cx="647700" cy="1043940"/>
              <a:chOff x="3742" y="5613"/>
              <a:chExt cx="1020" cy="1644"/>
            </a:xfrm>
          </p:grpSpPr>
          <p:sp>
            <p:nvSpPr>
              <p:cNvPr id="117" name="Text Box 36">
                <a:extLst>
                  <a:ext uri="{FF2B5EF4-FFF2-40B4-BE49-F238E27FC236}">
                    <a16:creationId xmlns:a16="http://schemas.microsoft.com/office/drawing/2014/main" id="{5AD4D802-6341-4810-A4B7-838A6F41D754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97"/>
                </p:custDataLst>
              </p:nvPr>
            </p:nvSpPr>
            <p:spPr bwMode="auto">
              <a:xfrm>
                <a:off x="3742" y="5895"/>
                <a:ext cx="1020" cy="680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horz" wrap="square" lIns="0" tIns="0" rIns="0" bIns="0" anchor="t" anchorCtr="0"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Q </a:t>
                </a:r>
                <a:r>
                  <a:rPr lang="en-US" altLang="zh-CN" sz="1600" b="1" u="none" baseline="-25000" dirty="0">
                    <a:latin typeface="宋体" panose="02010600030101010101" pitchFamily="2" charset="-122"/>
                  </a:rPr>
                  <a:t> 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</a:t>
                </a:r>
              </a:p>
              <a:p>
                <a:pPr algn="ctr">
                  <a:lnSpc>
                    <a:spcPct val="90000"/>
                  </a:lnSpc>
                  <a:spcBef>
                    <a:spcPts val="10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D  </a:t>
                </a:r>
                <a:r>
                  <a:rPr lang="en-US" altLang="zh-CN" sz="14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R</a:t>
                </a:r>
                <a:endParaRPr lang="en-US" altLang="zh-CN" sz="1600" b="1" u="none" dirty="0">
                  <a:latin typeface="宋体" panose="02010600030101010101" pitchFamily="2" charset="-122"/>
                  <a:sym typeface="+mn-ea"/>
                </a:endParaRPr>
              </a:p>
            </p:txBody>
          </p:sp>
          <p:cxnSp>
            <p:nvCxnSpPr>
              <p:cNvPr id="118" name="直接箭头连接符 117">
                <a:extLst>
                  <a:ext uri="{FF2B5EF4-FFF2-40B4-BE49-F238E27FC236}">
                    <a16:creationId xmlns:a16="http://schemas.microsoft.com/office/drawing/2014/main" id="{D8BF67BB-CE16-4ABD-8CDF-F0E35E5DF379}"/>
                  </a:ext>
                </a:extLst>
              </p:cNvPr>
              <p:cNvCxnSpPr/>
              <p:nvPr>
                <p:custDataLst>
                  <p:tags r:id="rId98"/>
                </p:custDataLst>
              </p:nvPr>
            </p:nvCxnSpPr>
            <p:spPr bwMode="auto">
              <a:xfrm flipH="1" flipV="1">
                <a:off x="3857" y="6577"/>
                <a:ext cx="1" cy="68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19" name="直接箭头连接符 118">
                <a:extLst>
                  <a:ext uri="{FF2B5EF4-FFF2-40B4-BE49-F238E27FC236}">
                    <a16:creationId xmlns:a16="http://schemas.microsoft.com/office/drawing/2014/main" id="{0278403E-E531-4914-A1E6-D6397BC7D305}"/>
                  </a:ext>
                </a:extLst>
              </p:cNvPr>
              <p:cNvCxnSpPr/>
              <p:nvPr>
                <p:custDataLst>
                  <p:tags r:id="rId99"/>
                </p:custDataLst>
              </p:nvPr>
            </p:nvCxnSpPr>
            <p:spPr bwMode="auto">
              <a:xfrm flipV="1">
                <a:off x="4452" y="5937"/>
                <a:ext cx="170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120" name="Text Box 191">
                <a:extLst>
                  <a:ext uri="{FF2B5EF4-FFF2-40B4-BE49-F238E27FC236}">
                    <a16:creationId xmlns:a16="http://schemas.microsoft.com/office/drawing/2014/main" id="{ED6E5248-84B2-4F91-A68A-B5C08368112C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00"/>
                </p:custDataLst>
              </p:nvPr>
            </p:nvSpPr>
            <p:spPr bwMode="auto">
              <a:xfrm>
                <a:off x="4140" y="6180"/>
                <a:ext cx="227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C</a:t>
                </a:r>
              </a:p>
            </p:txBody>
          </p:sp>
          <p:sp>
            <p:nvSpPr>
              <p:cNvPr id="121" name="等腰三角形 120">
                <a:extLst>
                  <a:ext uri="{FF2B5EF4-FFF2-40B4-BE49-F238E27FC236}">
                    <a16:creationId xmlns:a16="http://schemas.microsoft.com/office/drawing/2014/main" id="{E468A46E-A35C-4F15-AAA6-EE57733B85B1}"/>
                  </a:ext>
                </a:extLst>
              </p:cNvPr>
              <p:cNvSpPr/>
              <p:nvPr>
                <p:custDataLst>
                  <p:tags r:id="rId101"/>
                </p:custDataLst>
              </p:nvPr>
            </p:nvSpPr>
            <p:spPr>
              <a:xfrm>
                <a:off x="4140" y="6463"/>
                <a:ext cx="227" cy="113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122" name="直接箭头连接符 121">
                <a:extLst>
                  <a:ext uri="{FF2B5EF4-FFF2-40B4-BE49-F238E27FC236}">
                    <a16:creationId xmlns:a16="http://schemas.microsoft.com/office/drawing/2014/main" id="{5C3C8E94-DDDD-478D-9D3D-C12CAF5905DA}"/>
                  </a:ext>
                </a:extLst>
              </p:cNvPr>
              <p:cNvCxnSpPr/>
              <p:nvPr>
                <p:custDataLst>
                  <p:tags r:id="rId102"/>
                </p:custDataLst>
              </p:nvPr>
            </p:nvCxnSpPr>
            <p:spPr bwMode="auto">
              <a:xfrm flipH="1" flipV="1">
                <a:off x="4650" y="6690"/>
                <a:ext cx="1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sp>
            <p:nvSpPr>
              <p:cNvPr id="123" name="椭圆 122">
                <a:extLst>
                  <a:ext uri="{FF2B5EF4-FFF2-40B4-BE49-F238E27FC236}">
                    <a16:creationId xmlns:a16="http://schemas.microsoft.com/office/drawing/2014/main" id="{E62EF4F4-00B7-40FA-BEBF-DB1F1CBDF27E}"/>
                  </a:ext>
                </a:extLst>
              </p:cNvPr>
              <p:cNvSpPr/>
              <p:nvPr>
                <p:custDataLst>
                  <p:tags r:id="rId103"/>
                </p:custDataLst>
              </p:nvPr>
            </p:nvSpPr>
            <p:spPr>
              <a:xfrm>
                <a:off x="4594" y="6577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124" name="直接箭头连接符 123">
                <a:extLst>
                  <a:ext uri="{FF2B5EF4-FFF2-40B4-BE49-F238E27FC236}">
                    <a16:creationId xmlns:a16="http://schemas.microsoft.com/office/drawing/2014/main" id="{E5C079BD-A0B4-4E48-80B1-134312301618}"/>
                  </a:ext>
                </a:extLst>
              </p:cNvPr>
              <p:cNvCxnSpPr/>
              <p:nvPr>
                <p:custDataLst>
                  <p:tags r:id="rId104"/>
                </p:custDataLst>
              </p:nvPr>
            </p:nvCxnSpPr>
            <p:spPr bwMode="auto">
              <a:xfrm flipH="1" flipV="1">
                <a:off x="3997" y="5613"/>
                <a:ext cx="1" cy="283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25" name="直接箭头连接符 124">
                <a:extLst>
                  <a:ext uri="{FF2B5EF4-FFF2-40B4-BE49-F238E27FC236}">
                    <a16:creationId xmlns:a16="http://schemas.microsoft.com/office/drawing/2014/main" id="{FB548BE6-C968-464A-B3BA-794E3BE07018}"/>
                  </a:ext>
                </a:extLst>
              </p:cNvPr>
              <p:cNvCxnSpPr/>
              <p:nvPr>
                <p:custDataLst>
                  <p:tags r:id="rId105"/>
                </p:custDataLst>
              </p:nvPr>
            </p:nvCxnSpPr>
            <p:spPr bwMode="auto">
              <a:xfrm flipH="1" flipV="1">
                <a:off x="4536" y="5782"/>
                <a:ext cx="1" cy="113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26" name="直接箭头连接符 125">
                <a:extLst>
                  <a:ext uri="{FF2B5EF4-FFF2-40B4-BE49-F238E27FC236}">
                    <a16:creationId xmlns:a16="http://schemas.microsoft.com/office/drawing/2014/main" id="{DDCD9034-4D38-459C-A7DE-BDC310E6DFBA}"/>
                  </a:ext>
                </a:extLst>
              </p:cNvPr>
              <p:cNvCxnSpPr/>
              <p:nvPr>
                <p:custDataLst>
                  <p:tags r:id="rId106"/>
                </p:custDataLst>
              </p:nvPr>
            </p:nvCxnSpPr>
            <p:spPr bwMode="auto">
              <a:xfrm flipH="1" flipV="1">
                <a:off x="4254" y="6577"/>
                <a:ext cx="1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sp>
            <p:nvSpPr>
              <p:cNvPr id="127" name="椭圆 126">
                <a:extLst>
                  <a:ext uri="{FF2B5EF4-FFF2-40B4-BE49-F238E27FC236}">
                    <a16:creationId xmlns:a16="http://schemas.microsoft.com/office/drawing/2014/main" id="{A6E6AF15-0458-4A57-8A7F-779136A8C9E3}"/>
                  </a:ext>
                </a:extLst>
              </p:cNvPr>
              <p:cNvSpPr/>
              <p:nvPr>
                <p:custDataLst>
                  <p:tags r:id="rId107"/>
                </p:custDataLst>
              </p:nvPr>
            </p:nvSpPr>
            <p:spPr>
              <a:xfrm>
                <a:off x="4197" y="6577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05" name="组合 104">
              <a:extLst>
                <a:ext uri="{FF2B5EF4-FFF2-40B4-BE49-F238E27FC236}">
                  <a16:creationId xmlns:a16="http://schemas.microsoft.com/office/drawing/2014/main" id="{69EE080B-6EE1-49E2-9AD2-EEB0768C2254}"/>
                </a:ext>
              </a:extLst>
            </p:cNvPr>
            <p:cNvGrpSpPr/>
            <p:nvPr/>
          </p:nvGrpSpPr>
          <p:grpSpPr>
            <a:xfrm>
              <a:off x="6624000" y="2052000"/>
              <a:ext cx="647700" cy="1043940"/>
              <a:chOff x="3742" y="5613"/>
              <a:chExt cx="1020" cy="1644"/>
            </a:xfrm>
          </p:grpSpPr>
          <p:sp>
            <p:nvSpPr>
              <p:cNvPr id="106" name="Text Box 36">
                <a:extLst>
                  <a:ext uri="{FF2B5EF4-FFF2-40B4-BE49-F238E27FC236}">
                    <a16:creationId xmlns:a16="http://schemas.microsoft.com/office/drawing/2014/main" id="{BD70F4BA-C1B6-4DBD-A07B-8F630BFBDB97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86"/>
                </p:custDataLst>
              </p:nvPr>
            </p:nvSpPr>
            <p:spPr bwMode="auto">
              <a:xfrm>
                <a:off x="3742" y="5895"/>
                <a:ext cx="1020" cy="680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horz" wrap="square" lIns="0" tIns="0" rIns="0" bIns="0" anchor="t" anchorCtr="0"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Q </a:t>
                </a:r>
                <a:r>
                  <a:rPr lang="en-US" altLang="zh-CN" sz="1600" b="1" u="none" baseline="-25000" dirty="0">
                    <a:latin typeface="宋体" panose="02010600030101010101" pitchFamily="2" charset="-122"/>
                  </a:rPr>
                  <a:t> 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</a:t>
                </a:r>
              </a:p>
              <a:p>
                <a:pPr algn="ctr">
                  <a:lnSpc>
                    <a:spcPct val="90000"/>
                  </a:lnSpc>
                  <a:spcBef>
                    <a:spcPts val="10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D  </a:t>
                </a:r>
                <a:r>
                  <a:rPr lang="en-US" altLang="zh-CN" sz="14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R</a:t>
                </a:r>
                <a:endParaRPr lang="en-US" altLang="zh-CN" sz="1600" b="1" u="none" dirty="0">
                  <a:latin typeface="宋体" panose="02010600030101010101" pitchFamily="2" charset="-122"/>
                  <a:sym typeface="+mn-ea"/>
                </a:endParaRPr>
              </a:p>
            </p:txBody>
          </p:sp>
          <p:cxnSp>
            <p:nvCxnSpPr>
              <p:cNvPr id="107" name="直接箭头连接符 106">
                <a:extLst>
                  <a:ext uri="{FF2B5EF4-FFF2-40B4-BE49-F238E27FC236}">
                    <a16:creationId xmlns:a16="http://schemas.microsoft.com/office/drawing/2014/main" id="{AAA4501F-8E4E-47C6-AACB-AF2720482499}"/>
                  </a:ext>
                </a:extLst>
              </p:cNvPr>
              <p:cNvCxnSpPr/>
              <p:nvPr>
                <p:custDataLst>
                  <p:tags r:id="rId87"/>
                </p:custDataLst>
              </p:nvPr>
            </p:nvCxnSpPr>
            <p:spPr bwMode="auto">
              <a:xfrm flipH="1" flipV="1">
                <a:off x="3857" y="6577"/>
                <a:ext cx="1" cy="68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08" name="直接箭头连接符 107">
                <a:extLst>
                  <a:ext uri="{FF2B5EF4-FFF2-40B4-BE49-F238E27FC236}">
                    <a16:creationId xmlns:a16="http://schemas.microsoft.com/office/drawing/2014/main" id="{DA5FAF1F-C89B-457C-958B-5D9A1523E29C}"/>
                  </a:ext>
                </a:extLst>
              </p:cNvPr>
              <p:cNvCxnSpPr/>
              <p:nvPr>
                <p:custDataLst>
                  <p:tags r:id="rId88"/>
                </p:custDataLst>
              </p:nvPr>
            </p:nvCxnSpPr>
            <p:spPr bwMode="auto">
              <a:xfrm flipV="1">
                <a:off x="4452" y="5937"/>
                <a:ext cx="170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109" name="Text Box 191">
                <a:extLst>
                  <a:ext uri="{FF2B5EF4-FFF2-40B4-BE49-F238E27FC236}">
                    <a16:creationId xmlns:a16="http://schemas.microsoft.com/office/drawing/2014/main" id="{3C51F932-C143-414E-9549-B6E2500DAD75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89"/>
                </p:custDataLst>
              </p:nvPr>
            </p:nvSpPr>
            <p:spPr bwMode="auto">
              <a:xfrm>
                <a:off x="4140" y="6180"/>
                <a:ext cx="227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C</a:t>
                </a:r>
              </a:p>
            </p:txBody>
          </p:sp>
          <p:sp>
            <p:nvSpPr>
              <p:cNvPr id="110" name="等腰三角形 109">
                <a:extLst>
                  <a:ext uri="{FF2B5EF4-FFF2-40B4-BE49-F238E27FC236}">
                    <a16:creationId xmlns:a16="http://schemas.microsoft.com/office/drawing/2014/main" id="{EF2B840D-A453-4EE7-957F-1474250FC3AA}"/>
                  </a:ext>
                </a:extLst>
              </p:cNvPr>
              <p:cNvSpPr/>
              <p:nvPr>
                <p:custDataLst>
                  <p:tags r:id="rId90"/>
                </p:custDataLst>
              </p:nvPr>
            </p:nvSpPr>
            <p:spPr>
              <a:xfrm>
                <a:off x="4140" y="6463"/>
                <a:ext cx="227" cy="113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111" name="直接箭头连接符 110">
                <a:extLst>
                  <a:ext uri="{FF2B5EF4-FFF2-40B4-BE49-F238E27FC236}">
                    <a16:creationId xmlns:a16="http://schemas.microsoft.com/office/drawing/2014/main" id="{1CD77849-8FF9-4901-9CC3-024C15DDFAC7}"/>
                  </a:ext>
                </a:extLst>
              </p:cNvPr>
              <p:cNvCxnSpPr/>
              <p:nvPr>
                <p:custDataLst>
                  <p:tags r:id="rId91"/>
                </p:custDataLst>
              </p:nvPr>
            </p:nvCxnSpPr>
            <p:spPr bwMode="auto">
              <a:xfrm flipH="1" flipV="1">
                <a:off x="4650" y="6690"/>
                <a:ext cx="1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sp>
            <p:nvSpPr>
              <p:cNvPr id="112" name="椭圆 111">
                <a:extLst>
                  <a:ext uri="{FF2B5EF4-FFF2-40B4-BE49-F238E27FC236}">
                    <a16:creationId xmlns:a16="http://schemas.microsoft.com/office/drawing/2014/main" id="{E7F645F7-8FDB-4012-91A1-EE6BA33CFC72}"/>
                  </a:ext>
                </a:extLst>
              </p:cNvPr>
              <p:cNvSpPr/>
              <p:nvPr>
                <p:custDataLst>
                  <p:tags r:id="rId92"/>
                </p:custDataLst>
              </p:nvPr>
            </p:nvSpPr>
            <p:spPr>
              <a:xfrm>
                <a:off x="4594" y="6577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113" name="直接箭头连接符 112">
                <a:extLst>
                  <a:ext uri="{FF2B5EF4-FFF2-40B4-BE49-F238E27FC236}">
                    <a16:creationId xmlns:a16="http://schemas.microsoft.com/office/drawing/2014/main" id="{AEEA5E4A-1561-4ECC-97CB-511DD0D70314}"/>
                  </a:ext>
                </a:extLst>
              </p:cNvPr>
              <p:cNvCxnSpPr/>
              <p:nvPr>
                <p:custDataLst>
                  <p:tags r:id="rId93"/>
                </p:custDataLst>
              </p:nvPr>
            </p:nvCxnSpPr>
            <p:spPr bwMode="auto">
              <a:xfrm flipH="1" flipV="1">
                <a:off x="3997" y="5613"/>
                <a:ext cx="1" cy="283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14" name="直接箭头连接符 113">
                <a:extLst>
                  <a:ext uri="{FF2B5EF4-FFF2-40B4-BE49-F238E27FC236}">
                    <a16:creationId xmlns:a16="http://schemas.microsoft.com/office/drawing/2014/main" id="{7D5285D2-BB89-44AC-92F9-BEF3307EA49B}"/>
                  </a:ext>
                </a:extLst>
              </p:cNvPr>
              <p:cNvCxnSpPr/>
              <p:nvPr>
                <p:custDataLst>
                  <p:tags r:id="rId94"/>
                </p:custDataLst>
              </p:nvPr>
            </p:nvCxnSpPr>
            <p:spPr bwMode="auto">
              <a:xfrm flipH="1" flipV="1">
                <a:off x="4536" y="5782"/>
                <a:ext cx="1" cy="113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15" name="直接箭头连接符 114">
                <a:extLst>
                  <a:ext uri="{FF2B5EF4-FFF2-40B4-BE49-F238E27FC236}">
                    <a16:creationId xmlns:a16="http://schemas.microsoft.com/office/drawing/2014/main" id="{212ACC29-4F54-40C2-91A0-7B239871136D}"/>
                  </a:ext>
                </a:extLst>
              </p:cNvPr>
              <p:cNvCxnSpPr/>
              <p:nvPr>
                <p:custDataLst>
                  <p:tags r:id="rId95"/>
                </p:custDataLst>
              </p:nvPr>
            </p:nvCxnSpPr>
            <p:spPr bwMode="auto">
              <a:xfrm flipH="1" flipV="1">
                <a:off x="4254" y="6577"/>
                <a:ext cx="1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sp>
            <p:nvSpPr>
              <p:cNvPr id="116" name="椭圆 115">
                <a:extLst>
                  <a:ext uri="{FF2B5EF4-FFF2-40B4-BE49-F238E27FC236}">
                    <a16:creationId xmlns:a16="http://schemas.microsoft.com/office/drawing/2014/main" id="{BB37683E-DB03-4DC2-9446-1C6EDCB58402}"/>
                  </a:ext>
                </a:extLst>
              </p:cNvPr>
              <p:cNvSpPr/>
              <p:nvPr>
                <p:custDataLst>
                  <p:tags r:id="rId96"/>
                </p:custDataLst>
              </p:nvPr>
            </p:nvSpPr>
            <p:spPr>
              <a:xfrm>
                <a:off x="4197" y="6577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150" name="Text Box 6">
            <a:extLst>
              <a:ext uri="{FF2B5EF4-FFF2-40B4-BE49-F238E27FC236}">
                <a16:creationId xmlns:a16="http://schemas.microsoft.com/office/drawing/2014/main" id="{72A5C6EE-1D86-4CE7-8291-325D12BE6F11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83568" y="4005064"/>
            <a:ext cx="8211378" cy="20015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anchor="t" anchorCtr="0">
            <a:spAutoFit/>
          </a:bodyPr>
          <a:lstStyle/>
          <a:p>
            <a:pPr marL="490855" indent="-490855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例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：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总线方式下，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多个寄存器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如何连接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？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如何实现寄存器间数据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传送？</a:t>
            </a:r>
            <a:endParaRPr lang="zh-CN" altLang="zh-CN" sz="2000" b="1" kern="100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490855" indent="-490855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kern="100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2000" b="1" kern="100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基础：</a:t>
            </a:r>
            <a:r>
              <a:rPr lang="zh-CN" altLang="en-US" sz="20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总线上同时只能传输</a:t>
            </a:r>
            <a:r>
              <a:rPr lang="en-US" altLang="zh-CN" sz="2000" b="1" u="sng" kern="100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000" b="1" u="sng" kern="100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个数据</a:t>
            </a:r>
          </a:p>
          <a:p>
            <a:pPr marL="490855" indent="-490855" eaLnBrk="1" latinLnBrk="0" hangingPunct="1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000" b="1" kern="100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000" b="1" kern="100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zh-CN" sz="2000" b="1" kern="100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连接：</a:t>
            </a:r>
            <a:endParaRPr lang="zh-CN" altLang="en-US" sz="2000" b="1" kern="100" dirty="0">
              <a:solidFill>
                <a:srgbClr val="0070C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490855" indent="-490855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kern="100" dirty="0">
              <a:solidFill>
                <a:srgbClr val="0070C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490855" indent="-490855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kern="100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sz="2000" b="1" kern="100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传送</a:t>
            </a:r>
            <a:r>
              <a:rPr lang="zh-CN" altLang="en-US" sz="2000" b="1" kern="100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</a:p>
        </p:txBody>
      </p:sp>
      <p:sp>
        <p:nvSpPr>
          <p:cNvPr id="151" name="Text Box 6">
            <a:extLst>
              <a:ext uri="{FF2B5EF4-FFF2-40B4-BE49-F238E27FC236}">
                <a16:creationId xmlns:a16="http://schemas.microsoft.com/office/drawing/2014/main" id="{C97FCFAA-4B64-4CC6-B2CE-BA3111D11232}"/>
              </a:ext>
            </a:extLst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700202" y="4795004"/>
            <a:ext cx="4203549" cy="119359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anchor="t" anchorCtr="0">
            <a:spAutoFit/>
          </a:bodyPr>
          <a:lstStyle/>
          <a:p>
            <a:pPr marL="490855" indent="-490855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Q</a:t>
            </a:r>
            <a:r>
              <a:rPr lang="zh-CN" altLang="en-US" sz="20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端</a:t>
            </a:r>
            <a:r>
              <a:rPr lang="zh-CN" sz="20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通过三态门连</a:t>
            </a:r>
            <a:r>
              <a:rPr lang="zh-CN" altLang="en-US" sz="20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接</a:t>
            </a:r>
            <a:r>
              <a:rPr lang="en-US" altLang="zh-CN" sz="16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打开数≤</a:t>
            </a:r>
            <a:r>
              <a:rPr lang="en-US" altLang="zh-CN" sz="16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1)</a:t>
            </a:r>
            <a:endParaRPr lang="zh-CN" altLang="en-US" sz="1600" b="1" kern="1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490855" indent="-490855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D</a:t>
            </a:r>
            <a:r>
              <a:rPr lang="zh-CN" altLang="en-US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端</a:t>
            </a:r>
            <a:r>
              <a:rPr lang="zh-CN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直连、</a:t>
            </a:r>
            <a:r>
              <a:rPr lang="en-US" altLang="zh-CN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CP</a:t>
            </a:r>
            <a:r>
              <a:rPr lang="zh-CN" altLang="en-US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端通过电路</a:t>
            </a:r>
            <a:r>
              <a:rPr lang="zh-CN" altLang="en-US" sz="20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控制写入</a:t>
            </a:r>
            <a:endParaRPr lang="zh-CN" sz="1600" b="1" kern="100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490855" indent="-490855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使</a:t>
            </a:r>
            <a:r>
              <a:rPr lang="en-US" altLang="zh-CN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R</a:t>
            </a:r>
            <a:r>
              <a:rPr lang="zh-CN" altLang="en-US" sz="2000" b="1" kern="100" baseline="-25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源</a:t>
            </a:r>
            <a:r>
              <a:rPr lang="en-US" altLang="zh-CN" sz="2000" b="1" kern="100" baseline="-25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OUT</a:t>
            </a:r>
            <a:r>
              <a:rPr lang="en-US" altLang="zh-CN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=1</a:t>
            </a:r>
            <a:r>
              <a:rPr lang="zh-CN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R</a:t>
            </a:r>
            <a:r>
              <a:rPr lang="zh-CN" altLang="en-US" sz="2000" b="1" kern="100" baseline="-25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目的</a:t>
            </a:r>
            <a:r>
              <a:rPr lang="en-US" altLang="zh-CN" sz="2000" b="1" kern="100" baseline="-25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IN</a:t>
            </a:r>
            <a:r>
              <a:rPr lang="en-US" altLang="zh-CN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=1</a:t>
            </a:r>
            <a:r>
              <a:rPr lang="zh-CN" altLang="en-US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、其余均无效</a:t>
            </a:r>
          </a:p>
        </p:txBody>
      </p:sp>
      <p:grpSp>
        <p:nvGrpSpPr>
          <p:cNvPr id="152" name="组合 151">
            <a:extLst>
              <a:ext uri="{FF2B5EF4-FFF2-40B4-BE49-F238E27FC236}">
                <a16:creationId xmlns:a16="http://schemas.microsoft.com/office/drawing/2014/main" id="{420CA3A7-5CC6-4C40-836F-90CE6C7C4D37}"/>
              </a:ext>
            </a:extLst>
          </p:cNvPr>
          <p:cNvGrpSpPr/>
          <p:nvPr/>
        </p:nvGrpSpPr>
        <p:grpSpPr>
          <a:xfrm>
            <a:off x="5652120" y="4434714"/>
            <a:ext cx="3311525" cy="1547495"/>
            <a:chOff x="3742" y="1701"/>
            <a:chExt cx="5215" cy="2437"/>
          </a:xfrm>
        </p:grpSpPr>
        <p:sp>
          <p:nvSpPr>
            <p:cNvPr id="153" name="Text Box 191">
              <a:extLst>
                <a:ext uri="{FF2B5EF4-FFF2-40B4-BE49-F238E27FC236}">
                  <a16:creationId xmlns:a16="http://schemas.microsoft.com/office/drawing/2014/main" id="{68F86DAC-78CD-4E93-8683-797536F09306}"/>
                </a:ext>
              </a:extLst>
            </p:cNvPr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3798" y="3798"/>
              <a:ext cx="56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CLK</a:t>
              </a:r>
            </a:p>
          </p:txBody>
        </p:sp>
        <p:cxnSp>
          <p:nvCxnSpPr>
            <p:cNvPr id="154" name="直接箭头连接符 153">
              <a:extLst>
                <a:ext uri="{FF2B5EF4-FFF2-40B4-BE49-F238E27FC236}">
                  <a16:creationId xmlns:a16="http://schemas.microsoft.com/office/drawing/2014/main" id="{26C4658B-89CA-4398-984E-7C2E20090A3A}"/>
                </a:ext>
              </a:extLst>
            </p:cNvPr>
            <p:cNvCxnSpPr/>
            <p:nvPr>
              <p:custDataLst>
                <p:tags r:id="rId44"/>
              </p:custDataLst>
            </p:nvPr>
          </p:nvCxnSpPr>
          <p:spPr bwMode="auto">
            <a:xfrm flipV="1">
              <a:off x="4479" y="1871"/>
              <a:ext cx="4479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55" name="直接箭头连接符 154">
              <a:extLst>
                <a:ext uri="{FF2B5EF4-FFF2-40B4-BE49-F238E27FC236}">
                  <a16:creationId xmlns:a16="http://schemas.microsoft.com/office/drawing/2014/main" id="{D33E8075-A129-4547-BE15-DB9A6A93EE86}"/>
                </a:ext>
              </a:extLst>
            </p:cNvPr>
            <p:cNvCxnSpPr/>
            <p:nvPr>
              <p:custDataLst>
                <p:tags r:id="rId45"/>
              </p:custDataLst>
            </p:nvPr>
          </p:nvCxnSpPr>
          <p:spPr bwMode="auto">
            <a:xfrm flipV="1">
              <a:off x="4365" y="3969"/>
              <a:ext cx="4592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56" name="Text Box 191">
              <a:extLst>
                <a:ext uri="{FF2B5EF4-FFF2-40B4-BE49-F238E27FC236}">
                  <a16:creationId xmlns:a16="http://schemas.microsoft.com/office/drawing/2014/main" id="{452E46BE-5FB3-477B-A561-BA0807271D9B}"/>
                </a:ext>
              </a:extLst>
            </p:cNvPr>
            <p:cNvSpPr txBox="1"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3742" y="1701"/>
              <a:ext cx="73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总线</a:t>
              </a:r>
            </a:p>
          </p:txBody>
        </p:sp>
        <p:grpSp>
          <p:nvGrpSpPr>
            <p:cNvPr id="157" name="组合 156">
              <a:extLst>
                <a:ext uri="{FF2B5EF4-FFF2-40B4-BE49-F238E27FC236}">
                  <a16:creationId xmlns:a16="http://schemas.microsoft.com/office/drawing/2014/main" id="{F804A188-6093-40EA-BF17-370C0920CB8A}"/>
                </a:ext>
              </a:extLst>
            </p:cNvPr>
            <p:cNvGrpSpPr/>
            <p:nvPr/>
          </p:nvGrpSpPr>
          <p:grpSpPr>
            <a:xfrm>
              <a:off x="4422" y="2438"/>
              <a:ext cx="907" cy="1077"/>
              <a:chOff x="4422" y="2438"/>
              <a:chExt cx="907" cy="1077"/>
            </a:xfrm>
          </p:grpSpPr>
          <p:sp>
            <p:nvSpPr>
              <p:cNvPr id="172" name="Text Box 36">
                <a:extLst>
                  <a:ext uri="{FF2B5EF4-FFF2-40B4-BE49-F238E27FC236}">
                    <a16:creationId xmlns:a16="http://schemas.microsoft.com/office/drawing/2014/main" id="{E65CF20C-AAC8-4171-9CD1-2D38A05F7369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59"/>
                </p:custDataLst>
              </p:nvPr>
            </p:nvSpPr>
            <p:spPr bwMode="auto">
              <a:xfrm>
                <a:off x="4422" y="2608"/>
                <a:ext cx="907" cy="737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horz" wrap="square" lIns="0" tIns="0" rIns="0" bIns="0" anchor="t" anchorCtr="0"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D </a:t>
                </a:r>
                <a:r>
                  <a:rPr lang="en-US" altLang="zh-CN" sz="1400" b="1" u="none" dirty="0">
                    <a:latin typeface="宋体" panose="02010600030101010101" pitchFamily="2" charset="-122"/>
                  </a:rPr>
                  <a:t>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</a:t>
                </a:r>
              </a:p>
              <a:p>
                <a:pPr algn="l">
                  <a:lnSpc>
                    <a:spcPct val="90000"/>
                  </a:lnSpc>
                  <a:spcBef>
                    <a:spcPts val="30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   R</a:t>
                </a:r>
                <a:endParaRPr lang="en-US" altLang="zh-CN" sz="1600" b="1" u="none" dirty="0">
                  <a:latin typeface="宋体" panose="02010600030101010101" pitchFamily="2" charset="-122"/>
                  <a:sym typeface="+mn-ea"/>
                </a:endParaRPr>
              </a:p>
            </p:txBody>
          </p:sp>
          <p:cxnSp>
            <p:nvCxnSpPr>
              <p:cNvPr id="173" name="直接箭头连接符 172">
                <a:extLst>
                  <a:ext uri="{FF2B5EF4-FFF2-40B4-BE49-F238E27FC236}">
                    <a16:creationId xmlns:a16="http://schemas.microsoft.com/office/drawing/2014/main" id="{9BBFB226-B7DD-45D8-9F9E-79A5D5E670E3}"/>
                  </a:ext>
                </a:extLst>
              </p:cNvPr>
              <p:cNvCxnSpPr/>
              <p:nvPr>
                <p:custDataLst>
                  <p:tags r:id="rId60"/>
                </p:custDataLst>
              </p:nvPr>
            </p:nvCxnSpPr>
            <p:spPr bwMode="auto">
              <a:xfrm flipH="1" flipV="1">
                <a:off x="4647" y="3345"/>
                <a:ext cx="1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174" name="等腰三角形 173">
                <a:extLst>
                  <a:ext uri="{FF2B5EF4-FFF2-40B4-BE49-F238E27FC236}">
                    <a16:creationId xmlns:a16="http://schemas.microsoft.com/office/drawing/2014/main" id="{6850C61E-4541-428E-B7DB-1FA9303FD88D}"/>
                  </a:ext>
                </a:extLst>
              </p:cNvPr>
              <p:cNvSpPr/>
              <p:nvPr>
                <p:custDataLst>
                  <p:tags r:id="rId61"/>
                </p:custDataLst>
              </p:nvPr>
            </p:nvSpPr>
            <p:spPr>
              <a:xfrm>
                <a:off x="4535" y="3231"/>
                <a:ext cx="227" cy="113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175" name="直接箭头连接符 174">
                <a:extLst>
                  <a:ext uri="{FF2B5EF4-FFF2-40B4-BE49-F238E27FC236}">
                    <a16:creationId xmlns:a16="http://schemas.microsoft.com/office/drawing/2014/main" id="{98CD59CD-1B4C-4815-AF25-56477DB4A676}"/>
                  </a:ext>
                </a:extLst>
              </p:cNvPr>
              <p:cNvCxnSpPr/>
              <p:nvPr>
                <p:custDataLst>
                  <p:tags r:id="rId62"/>
                </p:custDataLst>
              </p:nvPr>
            </p:nvCxnSpPr>
            <p:spPr bwMode="auto">
              <a:xfrm flipH="1" flipV="1">
                <a:off x="4649" y="2438"/>
                <a:ext cx="1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176" name="Text Box 191">
                <a:extLst>
                  <a:ext uri="{FF2B5EF4-FFF2-40B4-BE49-F238E27FC236}">
                    <a16:creationId xmlns:a16="http://schemas.microsoft.com/office/drawing/2014/main" id="{9C482572-CE2E-4109-81CA-06DA5CAD8869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63"/>
                </p:custDataLst>
              </p:nvPr>
            </p:nvSpPr>
            <p:spPr bwMode="auto">
              <a:xfrm>
                <a:off x="4536" y="2976"/>
                <a:ext cx="283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C</a:t>
                </a:r>
              </a:p>
            </p:txBody>
          </p:sp>
          <p:cxnSp>
            <p:nvCxnSpPr>
              <p:cNvPr id="177" name="直接箭头连接符 176">
                <a:extLst>
                  <a:ext uri="{FF2B5EF4-FFF2-40B4-BE49-F238E27FC236}">
                    <a16:creationId xmlns:a16="http://schemas.microsoft.com/office/drawing/2014/main" id="{91DDC887-DE0B-4FFC-9DB4-E2DC5631A39C}"/>
                  </a:ext>
                </a:extLst>
              </p:cNvPr>
              <p:cNvCxnSpPr/>
              <p:nvPr>
                <p:custDataLst>
                  <p:tags r:id="rId64"/>
                </p:custDataLst>
              </p:nvPr>
            </p:nvCxnSpPr>
            <p:spPr bwMode="auto">
              <a:xfrm flipH="1" flipV="1">
                <a:off x="5102" y="2438"/>
                <a:ext cx="1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</p:grpSp>
        <p:grpSp>
          <p:nvGrpSpPr>
            <p:cNvPr id="158" name="组合 157">
              <a:extLst>
                <a:ext uri="{FF2B5EF4-FFF2-40B4-BE49-F238E27FC236}">
                  <a16:creationId xmlns:a16="http://schemas.microsoft.com/office/drawing/2014/main" id="{7447900E-6D4F-4FFC-8CD6-68A866289D3E}"/>
                </a:ext>
              </a:extLst>
            </p:cNvPr>
            <p:cNvGrpSpPr/>
            <p:nvPr/>
          </p:nvGrpSpPr>
          <p:grpSpPr>
            <a:xfrm>
              <a:off x="5953" y="2438"/>
              <a:ext cx="907" cy="1077"/>
              <a:chOff x="4422" y="2438"/>
              <a:chExt cx="907" cy="1077"/>
            </a:xfrm>
          </p:grpSpPr>
          <p:sp>
            <p:nvSpPr>
              <p:cNvPr id="166" name="Text Box 36">
                <a:extLst>
                  <a:ext uri="{FF2B5EF4-FFF2-40B4-BE49-F238E27FC236}">
                    <a16:creationId xmlns:a16="http://schemas.microsoft.com/office/drawing/2014/main" id="{35E6D984-AE6E-4D07-99EE-55B0DDEA6EA6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53"/>
                </p:custDataLst>
              </p:nvPr>
            </p:nvSpPr>
            <p:spPr bwMode="auto">
              <a:xfrm>
                <a:off x="4422" y="2608"/>
                <a:ext cx="907" cy="737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horz" wrap="square" lIns="0" tIns="0" rIns="0" bIns="0" anchor="t" anchorCtr="0"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D </a:t>
                </a:r>
                <a:r>
                  <a:rPr lang="en-US" altLang="zh-CN" sz="1400" b="1" u="none" dirty="0">
                    <a:latin typeface="宋体" panose="02010600030101010101" pitchFamily="2" charset="-122"/>
                  </a:rPr>
                  <a:t>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</a:t>
                </a:r>
              </a:p>
              <a:p>
                <a:pPr algn="l">
                  <a:lnSpc>
                    <a:spcPct val="90000"/>
                  </a:lnSpc>
                  <a:spcBef>
                    <a:spcPts val="30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   R</a:t>
                </a:r>
                <a:endParaRPr lang="en-US" altLang="zh-CN" sz="1600" b="1" u="none" dirty="0">
                  <a:latin typeface="宋体" panose="02010600030101010101" pitchFamily="2" charset="-122"/>
                  <a:sym typeface="+mn-ea"/>
                </a:endParaRPr>
              </a:p>
            </p:txBody>
          </p:sp>
          <p:cxnSp>
            <p:nvCxnSpPr>
              <p:cNvPr id="167" name="直接箭头连接符 166">
                <a:extLst>
                  <a:ext uri="{FF2B5EF4-FFF2-40B4-BE49-F238E27FC236}">
                    <a16:creationId xmlns:a16="http://schemas.microsoft.com/office/drawing/2014/main" id="{369E7DB3-CB99-471D-83EA-E11621094467}"/>
                  </a:ext>
                </a:extLst>
              </p:cNvPr>
              <p:cNvCxnSpPr/>
              <p:nvPr>
                <p:custDataLst>
                  <p:tags r:id="rId54"/>
                </p:custDataLst>
              </p:nvPr>
            </p:nvCxnSpPr>
            <p:spPr bwMode="auto">
              <a:xfrm flipH="1" flipV="1">
                <a:off x="4647" y="3345"/>
                <a:ext cx="1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168" name="等腰三角形 167">
                <a:extLst>
                  <a:ext uri="{FF2B5EF4-FFF2-40B4-BE49-F238E27FC236}">
                    <a16:creationId xmlns:a16="http://schemas.microsoft.com/office/drawing/2014/main" id="{6D9AAEE9-BF13-44CA-AD47-C9B82F275E93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4535" y="3231"/>
                <a:ext cx="227" cy="113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169" name="直接箭头连接符 168">
                <a:extLst>
                  <a:ext uri="{FF2B5EF4-FFF2-40B4-BE49-F238E27FC236}">
                    <a16:creationId xmlns:a16="http://schemas.microsoft.com/office/drawing/2014/main" id="{26F6A9A8-8EB4-4E8E-B5CE-50A116784B9E}"/>
                  </a:ext>
                </a:extLst>
              </p:cNvPr>
              <p:cNvCxnSpPr/>
              <p:nvPr>
                <p:custDataLst>
                  <p:tags r:id="rId56"/>
                </p:custDataLst>
              </p:nvPr>
            </p:nvCxnSpPr>
            <p:spPr bwMode="auto">
              <a:xfrm flipH="1" flipV="1">
                <a:off x="4649" y="2438"/>
                <a:ext cx="1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170" name="Text Box 191">
                <a:extLst>
                  <a:ext uri="{FF2B5EF4-FFF2-40B4-BE49-F238E27FC236}">
                    <a16:creationId xmlns:a16="http://schemas.microsoft.com/office/drawing/2014/main" id="{0E988CA1-A59B-4D84-9AA5-ED0DD6316BB1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57"/>
                </p:custDataLst>
              </p:nvPr>
            </p:nvSpPr>
            <p:spPr bwMode="auto">
              <a:xfrm>
                <a:off x="4535" y="2976"/>
                <a:ext cx="283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C</a:t>
                </a:r>
              </a:p>
            </p:txBody>
          </p:sp>
          <p:cxnSp>
            <p:nvCxnSpPr>
              <p:cNvPr id="171" name="直接箭头连接符 170">
                <a:extLst>
                  <a:ext uri="{FF2B5EF4-FFF2-40B4-BE49-F238E27FC236}">
                    <a16:creationId xmlns:a16="http://schemas.microsoft.com/office/drawing/2014/main" id="{77451E07-439D-40FE-AFFC-72151EE698A8}"/>
                  </a:ext>
                </a:extLst>
              </p:cNvPr>
              <p:cNvCxnSpPr/>
              <p:nvPr>
                <p:custDataLst>
                  <p:tags r:id="rId58"/>
                </p:custDataLst>
              </p:nvPr>
            </p:nvCxnSpPr>
            <p:spPr bwMode="auto">
              <a:xfrm flipH="1" flipV="1">
                <a:off x="5102" y="2438"/>
                <a:ext cx="1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</p:grpSp>
        <p:grpSp>
          <p:nvGrpSpPr>
            <p:cNvPr id="159" name="组合 158">
              <a:extLst>
                <a:ext uri="{FF2B5EF4-FFF2-40B4-BE49-F238E27FC236}">
                  <a16:creationId xmlns:a16="http://schemas.microsoft.com/office/drawing/2014/main" id="{182B8692-0A43-4851-A214-7EA83E4BC342}"/>
                </a:ext>
              </a:extLst>
            </p:cNvPr>
            <p:cNvGrpSpPr/>
            <p:nvPr/>
          </p:nvGrpSpPr>
          <p:grpSpPr>
            <a:xfrm>
              <a:off x="7597" y="2438"/>
              <a:ext cx="907" cy="1077"/>
              <a:chOff x="4422" y="2438"/>
              <a:chExt cx="907" cy="1077"/>
            </a:xfrm>
          </p:grpSpPr>
          <p:sp>
            <p:nvSpPr>
              <p:cNvPr id="160" name="Text Box 36">
                <a:extLst>
                  <a:ext uri="{FF2B5EF4-FFF2-40B4-BE49-F238E27FC236}">
                    <a16:creationId xmlns:a16="http://schemas.microsoft.com/office/drawing/2014/main" id="{14E787D2-C77D-4DDC-978F-F6DC3C6ED8B9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47"/>
                </p:custDataLst>
              </p:nvPr>
            </p:nvSpPr>
            <p:spPr bwMode="auto">
              <a:xfrm>
                <a:off x="4422" y="2608"/>
                <a:ext cx="907" cy="737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horz" wrap="square" lIns="0" tIns="0" rIns="0" bIns="0" anchor="t" anchorCtr="0"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D </a:t>
                </a:r>
                <a:r>
                  <a:rPr lang="en-US" altLang="zh-CN" sz="1400" b="1" u="none" dirty="0">
                    <a:latin typeface="宋体" panose="02010600030101010101" pitchFamily="2" charset="-122"/>
                  </a:rPr>
                  <a:t>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</a:t>
                </a:r>
              </a:p>
              <a:p>
                <a:pPr algn="l">
                  <a:lnSpc>
                    <a:spcPct val="90000"/>
                  </a:lnSpc>
                  <a:spcBef>
                    <a:spcPts val="30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   R</a:t>
                </a:r>
                <a:endParaRPr lang="en-US" altLang="zh-CN" sz="1600" b="1" u="none" dirty="0">
                  <a:latin typeface="宋体" panose="02010600030101010101" pitchFamily="2" charset="-122"/>
                  <a:sym typeface="+mn-ea"/>
                </a:endParaRPr>
              </a:p>
            </p:txBody>
          </p:sp>
          <p:cxnSp>
            <p:nvCxnSpPr>
              <p:cNvPr id="161" name="直接箭头连接符 160">
                <a:extLst>
                  <a:ext uri="{FF2B5EF4-FFF2-40B4-BE49-F238E27FC236}">
                    <a16:creationId xmlns:a16="http://schemas.microsoft.com/office/drawing/2014/main" id="{78F4A158-9E2B-4CAB-84B3-FB75A690E48C}"/>
                  </a:ext>
                </a:extLst>
              </p:cNvPr>
              <p:cNvCxnSpPr/>
              <p:nvPr>
                <p:custDataLst>
                  <p:tags r:id="rId48"/>
                </p:custDataLst>
              </p:nvPr>
            </p:nvCxnSpPr>
            <p:spPr bwMode="auto">
              <a:xfrm flipH="1" flipV="1">
                <a:off x="4647" y="3345"/>
                <a:ext cx="1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162" name="等腰三角形 161">
                <a:extLst>
                  <a:ext uri="{FF2B5EF4-FFF2-40B4-BE49-F238E27FC236}">
                    <a16:creationId xmlns:a16="http://schemas.microsoft.com/office/drawing/2014/main" id="{1BEBAD33-56DC-4D44-9A20-A1219D822BDE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4535" y="3231"/>
                <a:ext cx="227" cy="113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163" name="直接箭头连接符 162">
                <a:extLst>
                  <a:ext uri="{FF2B5EF4-FFF2-40B4-BE49-F238E27FC236}">
                    <a16:creationId xmlns:a16="http://schemas.microsoft.com/office/drawing/2014/main" id="{7004C0B5-E9EF-4BDC-A999-69797C08E169}"/>
                  </a:ext>
                </a:extLst>
              </p:cNvPr>
              <p:cNvCxnSpPr/>
              <p:nvPr>
                <p:custDataLst>
                  <p:tags r:id="rId50"/>
                </p:custDataLst>
              </p:nvPr>
            </p:nvCxnSpPr>
            <p:spPr bwMode="auto">
              <a:xfrm flipH="1" flipV="1">
                <a:off x="4649" y="2438"/>
                <a:ext cx="1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164" name="Text Box 191">
                <a:extLst>
                  <a:ext uri="{FF2B5EF4-FFF2-40B4-BE49-F238E27FC236}">
                    <a16:creationId xmlns:a16="http://schemas.microsoft.com/office/drawing/2014/main" id="{EFE7FB63-07E1-446C-B15E-41B69361A2AD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51"/>
                </p:custDataLst>
              </p:nvPr>
            </p:nvSpPr>
            <p:spPr bwMode="auto">
              <a:xfrm>
                <a:off x="4536" y="2976"/>
                <a:ext cx="283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C</a:t>
                </a:r>
              </a:p>
            </p:txBody>
          </p:sp>
          <p:cxnSp>
            <p:nvCxnSpPr>
              <p:cNvPr id="165" name="直接箭头连接符 164">
                <a:extLst>
                  <a:ext uri="{FF2B5EF4-FFF2-40B4-BE49-F238E27FC236}">
                    <a16:creationId xmlns:a16="http://schemas.microsoft.com/office/drawing/2014/main" id="{2110D2C5-CA16-4D44-9DEC-BE4B10B3DE31}"/>
                  </a:ext>
                </a:extLst>
              </p:cNvPr>
              <p:cNvCxnSpPr/>
              <p:nvPr>
                <p:custDataLst>
                  <p:tags r:id="rId52"/>
                </p:custDataLst>
              </p:nvPr>
            </p:nvCxnSpPr>
            <p:spPr bwMode="auto">
              <a:xfrm flipH="1" flipV="1">
                <a:off x="5102" y="2438"/>
                <a:ext cx="1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</p:grpSp>
      </p:grpSp>
      <p:grpSp>
        <p:nvGrpSpPr>
          <p:cNvPr id="178" name="组合 177">
            <a:extLst>
              <a:ext uri="{FF2B5EF4-FFF2-40B4-BE49-F238E27FC236}">
                <a16:creationId xmlns:a16="http://schemas.microsoft.com/office/drawing/2014/main" id="{117B783D-931F-4E62-A4CF-BD233D979620}"/>
              </a:ext>
            </a:extLst>
          </p:cNvPr>
          <p:cNvGrpSpPr/>
          <p:nvPr/>
        </p:nvGrpSpPr>
        <p:grpSpPr>
          <a:xfrm>
            <a:off x="6408120" y="4542714"/>
            <a:ext cx="2664460" cy="1619885"/>
            <a:chOff x="10017" y="7408"/>
            <a:chExt cx="4196" cy="2551"/>
          </a:xfrm>
        </p:grpSpPr>
        <p:cxnSp>
          <p:nvCxnSpPr>
            <p:cNvPr id="179" name="直接箭头连接符 178">
              <a:extLst>
                <a:ext uri="{FF2B5EF4-FFF2-40B4-BE49-F238E27FC236}">
                  <a16:creationId xmlns:a16="http://schemas.microsoft.com/office/drawing/2014/main" id="{29A5C40B-3281-4AC9-BBE1-A1D2AA1F0DA5}"/>
                </a:ext>
              </a:extLst>
            </p:cNvPr>
            <p:cNvCxnSpPr/>
            <p:nvPr>
              <p:custDataLst>
                <p:tags r:id="rId28"/>
              </p:custDataLst>
            </p:nvPr>
          </p:nvCxnSpPr>
          <p:spPr bwMode="auto">
            <a:xfrm flipH="1">
              <a:off x="10246" y="7805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80" name="等腰三角形 179">
              <a:extLst>
                <a:ext uri="{FF2B5EF4-FFF2-40B4-BE49-F238E27FC236}">
                  <a16:creationId xmlns:a16="http://schemas.microsoft.com/office/drawing/2014/main" id="{AF5FA17D-0804-4A74-A3BA-C3F3E05E98AE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10017" y="7635"/>
              <a:ext cx="340" cy="340"/>
            </a:xfrm>
            <a:prstGeom prst="triangl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scene3d>
              <a:camera prst="orthographicFront">
                <a:rot lat="0" lon="0" rev="0"/>
              </a:camera>
              <a:lightRig rig="threePt" dir="t"/>
            </a:scene3d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81" name="直接箭头连接符 180">
              <a:extLst>
                <a:ext uri="{FF2B5EF4-FFF2-40B4-BE49-F238E27FC236}">
                  <a16:creationId xmlns:a16="http://schemas.microsoft.com/office/drawing/2014/main" id="{9A5E2135-0021-4DD1-8391-DBEFFE4AE5B7}"/>
                </a:ext>
              </a:extLst>
            </p:cNvPr>
            <p:cNvCxnSpPr/>
            <p:nvPr>
              <p:custDataLst>
                <p:tags r:id="rId30"/>
              </p:custDataLst>
            </p:nvPr>
          </p:nvCxnSpPr>
          <p:spPr bwMode="auto">
            <a:xfrm flipH="1" flipV="1">
              <a:off x="10186" y="7408"/>
              <a:ext cx="1" cy="227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182" name="直接箭头连接符 181">
              <a:extLst>
                <a:ext uri="{FF2B5EF4-FFF2-40B4-BE49-F238E27FC236}">
                  <a16:creationId xmlns:a16="http://schemas.microsoft.com/office/drawing/2014/main" id="{67AF0884-C94D-4690-B1DB-495D9D6DB4AE}"/>
                </a:ext>
              </a:extLst>
            </p:cNvPr>
            <p:cNvCxnSpPr/>
            <p:nvPr>
              <p:custDataLst>
                <p:tags r:id="rId31"/>
              </p:custDataLst>
            </p:nvPr>
          </p:nvCxnSpPr>
          <p:spPr bwMode="auto">
            <a:xfrm flipH="1">
              <a:off x="11778" y="7805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83" name="等腰三角形 182">
              <a:extLst>
                <a:ext uri="{FF2B5EF4-FFF2-40B4-BE49-F238E27FC236}">
                  <a16:creationId xmlns:a16="http://schemas.microsoft.com/office/drawing/2014/main" id="{419A31EC-8722-4034-9CBF-28391CB3C124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11549" y="7635"/>
              <a:ext cx="340" cy="340"/>
            </a:xfrm>
            <a:prstGeom prst="triangl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scene3d>
              <a:camera prst="orthographicFront">
                <a:rot lat="0" lon="0" rev="0"/>
              </a:camera>
              <a:lightRig rig="threePt" dir="t"/>
            </a:scene3d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84" name="直接箭头连接符 183">
              <a:extLst>
                <a:ext uri="{FF2B5EF4-FFF2-40B4-BE49-F238E27FC236}">
                  <a16:creationId xmlns:a16="http://schemas.microsoft.com/office/drawing/2014/main" id="{3CB45362-3084-4D6A-8FA5-BF85DF0BEF83}"/>
                </a:ext>
              </a:extLst>
            </p:cNvPr>
            <p:cNvCxnSpPr/>
            <p:nvPr>
              <p:custDataLst>
                <p:tags r:id="rId33"/>
              </p:custDataLst>
            </p:nvPr>
          </p:nvCxnSpPr>
          <p:spPr bwMode="auto">
            <a:xfrm flipH="1" flipV="1">
              <a:off x="11718" y="7408"/>
              <a:ext cx="1" cy="227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185" name="直接箭头连接符 184">
              <a:extLst>
                <a:ext uri="{FF2B5EF4-FFF2-40B4-BE49-F238E27FC236}">
                  <a16:creationId xmlns:a16="http://schemas.microsoft.com/office/drawing/2014/main" id="{3E496BDE-BD0C-4779-8B81-79A89908BE16}"/>
                </a:ext>
              </a:extLst>
            </p:cNvPr>
            <p:cNvCxnSpPr/>
            <p:nvPr>
              <p:custDataLst>
                <p:tags r:id="rId34"/>
              </p:custDataLst>
            </p:nvPr>
          </p:nvCxnSpPr>
          <p:spPr bwMode="auto">
            <a:xfrm flipH="1">
              <a:off x="13422" y="7805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86" name="等腰三角形 185">
              <a:extLst>
                <a:ext uri="{FF2B5EF4-FFF2-40B4-BE49-F238E27FC236}">
                  <a16:creationId xmlns:a16="http://schemas.microsoft.com/office/drawing/2014/main" id="{6FFCC3CC-E2E4-42B6-80B3-18D190C3F7B4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13193" y="7635"/>
              <a:ext cx="340" cy="340"/>
            </a:xfrm>
            <a:prstGeom prst="triangl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scene3d>
              <a:camera prst="orthographicFront">
                <a:rot lat="0" lon="0" rev="0"/>
              </a:camera>
              <a:lightRig rig="threePt" dir="t"/>
            </a:scene3d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87" name="直接箭头连接符 186">
              <a:extLst>
                <a:ext uri="{FF2B5EF4-FFF2-40B4-BE49-F238E27FC236}">
                  <a16:creationId xmlns:a16="http://schemas.microsoft.com/office/drawing/2014/main" id="{2350D4F7-E2C0-4A91-8508-0BA2FBC78408}"/>
                </a:ext>
              </a:extLst>
            </p:cNvPr>
            <p:cNvCxnSpPr/>
            <p:nvPr>
              <p:custDataLst>
                <p:tags r:id="rId36"/>
              </p:custDataLst>
            </p:nvPr>
          </p:nvCxnSpPr>
          <p:spPr bwMode="auto">
            <a:xfrm flipH="1" flipV="1">
              <a:off x="13362" y="7408"/>
              <a:ext cx="1" cy="227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188" name="直接箭头连接符 187">
              <a:extLst>
                <a:ext uri="{FF2B5EF4-FFF2-40B4-BE49-F238E27FC236}">
                  <a16:creationId xmlns:a16="http://schemas.microsoft.com/office/drawing/2014/main" id="{4A29653C-8F3A-469B-B1FF-125551D48B04}"/>
                </a:ext>
              </a:extLst>
            </p:cNvPr>
            <p:cNvCxnSpPr/>
            <p:nvPr>
              <p:custDataLst>
                <p:tags r:id="rId37"/>
              </p:custDataLst>
            </p:nvPr>
          </p:nvCxnSpPr>
          <p:spPr bwMode="auto">
            <a:xfrm flipH="1" flipV="1">
              <a:off x="10584" y="7805"/>
              <a:ext cx="1" cy="1814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89" name="直接箭头连接符 188">
              <a:extLst>
                <a:ext uri="{FF2B5EF4-FFF2-40B4-BE49-F238E27FC236}">
                  <a16:creationId xmlns:a16="http://schemas.microsoft.com/office/drawing/2014/main" id="{CDDDB3FD-DED7-47B5-BDF1-69428637C253}"/>
                </a:ext>
              </a:extLst>
            </p:cNvPr>
            <p:cNvCxnSpPr/>
            <p:nvPr>
              <p:custDataLst>
                <p:tags r:id="rId38"/>
              </p:custDataLst>
            </p:nvPr>
          </p:nvCxnSpPr>
          <p:spPr bwMode="auto">
            <a:xfrm flipH="1" flipV="1">
              <a:off x="12116" y="7805"/>
              <a:ext cx="1" cy="1814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90" name="直接箭头连接符 189">
              <a:extLst>
                <a:ext uri="{FF2B5EF4-FFF2-40B4-BE49-F238E27FC236}">
                  <a16:creationId xmlns:a16="http://schemas.microsoft.com/office/drawing/2014/main" id="{0D441CF8-D7C4-47E9-9719-8D670FA8761D}"/>
                </a:ext>
              </a:extLst>
            </p:cNvPr>
            <p:cNvCxnSpPr/>
            <p:nvPr>
              <p:custDataLst>
                <p:tags r:id="rId39"/>
              </p:custDataLst>
            </p:nvPr>
          </p:nvCxnSpPr>
          <p:spPr bwMode="auto">
            <a:xfrm flipH="1" flipV="1">
              <a:off x="13760" y="7805"/>
              <a:ext cx="1" cy="1814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91" name="Text Box 191">
              <a:extLst>
                <a:ext uri="{FF2B5EF4-FFF2-40B4-BE49-F238E27FC236}">
                  <a16:creationId xmlns:a16="http://schemas.microsoft.com/office/drawing/2014/main" id="{4C7D93CC-E14D-4610-B0FB-12BA93C7308B}"/>
                </a:ext>
              </a:extLst>
            </p:cNvPr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10301" y="9619"/>
              <a:ext cx="73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R0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OUT</a:t>
              </a:r>
            </a:p>
          </p:txBody>
        </p:sp>
        <p:sp>
          <p:nvSpPr>
            <p:cNvPr id="192" name="Text Box 191">
              <a:extLst>
                <a:ext uri="{FF2B5EF4-FFF2-40B4-BE49-F238E27FC236}">
                  <a16:creationId xmlns:a16="http://schemas.microsoft.com/office/drawing/2014/main" id="{617806CC-C93A-4FE4-A377-999BFFE02D8F}"/>
                </a:ext>
              </a:extLst>
            </p:cNvPr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11832" y="9619"/>
              <a:ext cx="73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R1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OUT</a:t>
              </a:r>
            </a:p>
          </p:txBody>
        </p:sp>
        <p:sp>
          <p:nvSpPr>
            <p:cNvPr id="193" name="Text Box 191">
              <a:extLst>
                <a:ext uri="{FF2B5EF4-FFF2-40B4-BE49-F238E27FC236}">
                  <a16:creationId xmlns:a16="http://schemas.microsoft.com/office/drawing/2014/main" id="{1F210CC1-9009-4ABB-901A-D69650080520}"/>
                </a:ext>
              </a:extLst>
            </p:cNvPr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13476" y="9619"/>
              <a:ext cx="73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R2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OUT</a:t>
              </a:r>
            </a:p>
          </p:txBody>
        </p:sp>
      </p:grpSp>
      <p:grpSp>
        <p:nvGrpSpPr>
          <p:cNvPr id="194" name="组合 193">
            <a:extLst>
              <a:ext uri="{FF2B5EF4-FFF2-40B4-BE49-F238E27FC236}">
                <a16:creationId xmlns:a16="http://schemas.microsoft.com/office/drawing/2014/main" id="{AD719154-3A1D-4589-8CEF-9FE142EBC439}"/>
              </a:ext>
            </a:extLst>
          </p:cNvPr>
          <p:cNvGrpSpPr/>
          <p:nvPr/>
        </p:nvGrpSpPr>
        <p:grpSpPr>
          <a:xfrm>
            <a:off x="6084120" y="4542714"/>
            <a:ext cx="2448560" cy="1619885"/>
            <a:chOff x="9507" y="7408"/>
            <a:chExt cx="3856" cy="2551"/>
          </a:xfrm>
        </p:grpSpPr>
        <p:sp>
          <p:nvSpPr>
            <p:cNvPr id="195" name="Text Box 36">
              <a:extLst>
                <a:ext uri="{FF2B5EF4-FFF2-40B4-BE49-F238E27FC236}">
                  <a16:creationId xmlns:a16="http://schemas.microsoft.com/office/drawing/2014/main" id="{A0EF994A-592D-443A-AF06-48A72FC5BCC6}"/>
                </a:ext>
              </a:extLst>
            </p:cNvPr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9507" y="9052"/>
              <a:ext cx="454" cy="28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&amp;</a:t>
              </a:r>
            </a:p>
          </p:txBody>
        </p:sp>
        <p:cxnSp>
          <p:nvCxnSpPr>
            <p:cNvPr id="196" name="直接箭头连接符 195">
              <a:extLst>
                <a:ext uri="{FF2B5EF4-FFF2-40B4-BE49-F238E27FC236}">
                  <a16:creationId xmlns:a16="http://schemas.microsoft.com/office/drawing/2014/main" id="{EE4CA990-1635-439B-A1A2-8D709E284FE5}"/>
                </a:ext>
              </a:extLst>
            </p:cNvPr>
            <p:cNvCxnSpPr/>
            <p:nvPr>
              <p:custDataLst>
                <p:tags r:id="rId14"/>
              </p:custDataLst>
            </p:nvPr>
          </p:nvCxnSpPr>
          <p:spPr bwMode="auto">
            <a:xfrm flipH="1" flipV="1">
              <a:off x="9620" y="9335"/>
              <a:ext cx="1" cy="17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197" name="直接箭头连接符 196">
              <a:extLst>
                <a:ext uri="{FF2B5EF4-FFF2-40B4-BE49-F238E27FC236}">
                  <a16:creationId xmlns:a16="http://schemas.microsoft.com/office/drawing/2014/main" id="{2B1BF485-3F1F-42DF-A266-4089916BF6E9}"/>
                </a:ext>
              </a:extLst>
            </p:cNvPr>
            <p:cNvCxnSpPr/>
            <p:nvPr>
              <p:custDataLst>
                <p:tags r:id="rId15"/>
              </p:custDataLst>
            </p:nvPr>
          </p:nvCxnSpPr>
          <p:spPr bwMode="auto">
            <a:xfrm flipH="1" flipV="1">
              <a:off x="9846" y="9335"/>
              <a:ext cx="1" cy="283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98" name="Text Box 191">
              <a:extLst>
                <a:ext uri="{FF2B5EF4-FFF2-40B4-BE49-F238E27FC236}">
                  <a16:creationId xmlns:a16="http://schemas.microsoft.com/office/drawing/2014/main" id="{D5AC3561-EAAF-4FCC-958C-C76341906466}"/>
                </a:ext>
              </a:extLst>
            </p:cNvPr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9564" y="9619"/>
              <a:ext cx="62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R0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IN</a:t>
              </a:r>
            </a:p>
          </p:txBody>
        </p:sp>
        <p:sp>
          <p:nvSpPr>
            <p:cNvPr id="199" name="Text Box 36">
              <a:extLst>
                <a:ext uri="{FF2B5EF4-FFF2-40B4-BE49-F238E27FC236}">
                  <a16:creationId xmlns:a16="http://schemas.microsoft.com/office/drawing/2014/main" id="{CBBF67C6-991A-450B-A3B0-72CCC1E5D89C}"/>
                </a:ext>
              </a:extLst>
            </p:cNvPr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1039" y="9052"/>
              <a:ext cx="454" cy="28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&amp;</a:t>
              </a:r>
            </a:p>
          </p:txBody>
        </p:sp>
        <p:cxnSp>
          <p:nvCxnSpPr>
            <p:cNvPr id="200" name="直接箭头连接符 199">
              <a:extLst>
                <a:ext uri="{FF2B5EF4-FFF2-40B4-BE49-F238E27FC236}">
                  <a16:creationId xmlns:a16="http://schemas.microsoft.com/office/drawing/2014/main" id="{E2BBC319-FEFE-4B58-A048-40864C513EC9}"/>
                </a:ext>
              </a:extLst>
            </p:cNvPr>
            <p:cNvCxnSpPr/>
            <p:nvPr>
              <p:custDataLst>
                <p:tags r:id="rId18"/>
              </p:custDataLst>
            </p:nvPr>
          </p:nvCxnSpPr>
          <p:spPr bwMode="auto">
            <a:xfrm flipH="1" flipV="1">
              <a:off x="11152" y="9335"/>
              <a:ext cx="1" cy="17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201" name="直接箭头连接符 200">
              <a:extLst>
                <a:ext uri="{FF2B5EF4-FFF2-40B4-BE49-F238E27FC236}">
                  <a16:creationId xmlns:a16="http://schemas.microsoft.com/office/drawing/2014/main" id="{2B38383E-EF90-4694-9E3E-62C660C4883B}"/>
                </a:ext>
              </a:extLst>
            </p:cNvPr>
            <p:cNvCxnSpPr/>
            <p:nvPr>
              <p:custDataLst>
                <p:tags r:id="rId19"/>
              </p:custDataLst>
            </p:nvPr>
          </p:nvCxnSpPr>
          <p:spPr bwMode="auto">
            <a:xfrm flipH="1" flipV="1">
              <a:off x="11378" y="9335"/>
              <a:ext cx="1" cy="283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02" name="Text Box 191">
              <a:extLst>
                <a:ext uri="{FF2B5EF4-FFF2-40B4-BE49-F238E27FC236}">
                  <a16:creationId xmlns:a16="http://schemas.microsoft.com/office/drawing/2014/main" id="{0D9D3B94-0F5A-422E-94E3-9A1AACEACE9F}"/>
                </a:ext>
              </a:extLst>
            </p:cNvPr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11094" y="9619"/>
              <a:ext cx="62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R1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IN</a:t>
              </a:r>
            </a:p>
          </p:txBody>
        </p:sp>
        <p:sp>
          <p:nvSpPr>
            <p:cNvPr id="203" name="Text Box 36">
              <a:extLst>
                <a:ext uri="{FF2B5EF4-FFF2-40B4-BE49-F238E27FC236}">
                  <a16:creationId xmlns:a16="http://schemas.microsoft.com/office/drawing/2014/main" id="{59C1CE0B-07DA-4CED-87B2-A9C9A307E4A9}"/>
                </a:ext>
              </a:extLst>
            </p:cNvPr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12683" y="9052"/>
              <a:ext cx="454" cy="28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&amp;</a:t>
              </a:r>
            </a:p>
          </p:txBody>
        </p:sp>
        <p:cxnSp>
          <p:nvCxnSpPr>
            <p:cNvPr id="204" name="直接箭头连接符 203">
              <a:extLst>
                <a:ext uri="{FF2B5EF4-FFF2-40B4-BE49-F238E27FC236}">
                  <a16:creationId xmlns:a16="http://schemas.microsoft.com/office/drawing/2014/main" id="{7ADF2BA2-BCF3-4E2D-ABD9-DD697D53EA80}"/>
                </a:ext>
              </a:extLst>
            </p:cNvPr>
            <p:cNvCxnSpPr/>
            <p:nvPr>
              <p:custDataLst>
                <p:tags r:id="rId22"/>
              </p:custDataLst>
            </p:nvPr>
          </p:nvCxnSpPr>
          <p:spPr bwMode="auto">
            <a:xfrm flipH="1" flipV="1">
              <a:off x="12796" y="9335"/>
              <a:ext cx="1" cy="17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205" name="直接箭头连接符 204">
              <a:extLst>
                <a:ext uri="{FF2B5EF4-FFF2-40B4-BE49-F238E27FC236}">
                  <a16:creationId xmlns:a16="http://schemas.microsoft.com/office/drawing/2014/main" id="{A7E171A8-370B-4886-970D-5E687EEBD74C}"/>
                </a:ext>
              </a:extLst>
            </p:cNvPr>
            <p:cNvCxnSpPr/>
            <p:nvPr>
              <p:custDataLst>
                <p:tags r:id="rId23"/>
              </p:custDataLst>
            </p:nvPr>
          </p:nvCxnSpPr>
          <p:spPr bwMode="auto">
            <a:xfrm flipH="1" flipV="1">
              <a:off x="13022" y="9335"/>
              <a:ext cx="1" cy="283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06" name="Text Box 191">
              <a:extLst>
                <a:ext uri="{FF2B5EF4-FFF2-40B4-BE49-F238E27FC236}">
                  <a16:creationId xmlns:a16="http://schemas.microsoft.com/office/drawing/2014/main" id="{3EFC0A88-C348-452C-8A96-DBA27F5694F7}"/>
                </a:ext>
              </a:extLst>
            </p:cNvPr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12739" y="9619"/>
              <a:ext cx="62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R2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IN</a:t>
              </a:r>
            </a:p>
          </p:txBody>
        </p:sp>
        <p:cxnSp>
          <p:nvCxnSpPr>
            <p:cNvPr id="207" name="直接箭头连接符 206">
              <a:extLst>
                <a:ext uri="{FF2B5EF4-FFF2-40B4-BE49-F238E27FC236}">
                  <a16:creationId xmlns:a16="http://schemas.microsoft.com/office/drawing/2014/main" id="{B4157080-3E07-496B-B46A-6982A28F6562}"/>
                </a:ext>
              </a:extLst>
            </p:cNvPr>
            <p:cNvCxnSpPr/>
            <p:nvPr>
              <p:custDataLst>
                <p:tags r:id="rId25"/>
              </p:custDataLst>
            </p:nvPr>
          </p:nvCxnSpPr>
          <p:spPr bwMode="auto">
            <a:xfrm>
              <a:off x="9732" y="7408"/>
              <a:ext cx="0" cy="567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208" name="直接箭头连接符 207">
              <a:extLst>
                <a:ext uri="{FF2B5EF4-FFF2-40B4-BE49-F238E27FC236}">
                  <a16:creationId xmlns:a16="http://schemas.microsoft.com/office/drawing/2014/main" id="{C20C144A-B9E2-4854-8DC4-A9F7968F7CD9}"/>
                </a:ext>
              </a:extLst>
            </p:cNvPr>
            <p:cNvCxnSpPr/>
            <p:nvPr>
              <p:custDataLst>
                <p:tags r:id="rId26"/>
              </p:custDataLst>
            </p:nvPr>
          </p:nvCxnSpPr>
          <p:spPr bwMode="auto">
            <a:xfrm>
              <a:off x="11264" y="7408"/>
              <a:ext cx="0" cy="567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209" name="直接箭头连接符 208">
              <a:extLst>
                <a:ext uri="{FF2B5EF4-FFF2-40B4-BE49-F238E27FC236}">
                  <a16:creationId xmlns:a16="http://schemas.microsoft.com/office/drawing/2014/main" id="{64AE5490-D224-4662-90ED-5FBA5FCA86D4}"/>
                </a:ext>
              </a:extLst>
            </p:cNvPr>
            <p:cNvCxnSpPr/>
            <p:nvPr>
              <p:custDataLst>
                <p:tags r:id="rId27"/>
              </p:custDataLst>
            </p:nvPr>
          </p:nvCxnSpPr>
          <p:spPr bwMode="auto">
            <a:xfrm>
              <a:off x="12908" y="7408"/>
              <a:ext cx="0" cy="567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</p:grpSp>
      <p:sp>
        <p:nvSpPr>
          <p:cNvPr id="210" name="Text Box 4">
            <a:extLst>
              <a:ext uri="{FF2B5EF4-FFF2-40B4-BE49-F238E27FC236}">
                <a16:creationId xmlns:a16="http://schemas.microsoft.com/office/drawing/2014/main" id="{94F98669-1F74-407C-8AF5-04E1FFE938C8}"/>
              </a:ext>
            </a:extLst>
          </p:cNvPr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1115616" y="6093296"/>
            <a:ext cx="3996000" cy="28829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195" tIns="10795" rIns="36195" bIns="10795">
            <a:noAutofit/>
          </a:bodyPr>
          <a:lstStyle/>
          <a:p>
            <a:pPr marL="443865" indent="-443865">
              <a:lnSpc>
                <a:spcPct val="90000"/>
              </a:lnSpc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引子：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如何简化控制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减少控制信号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？</a:t>
            </a:r>
            <a:endParaRPr lang="zh-CN" altLang="en-US" sz="18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1" name="AutoShape 9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8114287C-CA23-4A31-B31F-C268FB534ACA}"/>
              </a:ext>
            </a:extLst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 rot="10800000">
            <a:off x="3995937" y="6524303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2" name="Text Box 7">
            <a:extLst>
              <a:ext uri="{FF2B5EF4-FFF2-40B4-BE49-F238E27FC236}">
                <a16:creationId xmlns:a16="http://schemas.microsoft.com/office/drawing/2014/main" id="{41A4038C-C99D-4886-9C44-E02C9D2F9E87}"/>
              </a:ext>
            </a:extLst>
          </p:cNvPr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5580112" y="2915290"/>
            <a:ext cx="2809057" cy="96853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8280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特征方程：输出函数＝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Q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endParaRPr lang="en-US" altLang="zh-CN" sz="18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激励函数＝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D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endParaRPr lang="en-US" altLang="zh-CN" sz="18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状态函数＝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D</a:t>
            </a:r>
            <a:endParaRPr lang="zh-CN" altLang="en-US" sz="14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577B0988-6952-4E47-84EB-9236E3AB271F}"/>
              </a:ext>
            </a:extLst>
          </p:cNvPr>
          <p:cNvGrpSpPr/>
          <p:nvPr/>
        </p:nvGrpSpPr>
        <p:grpSpPr>
          <a:xfrm>
            <a:off x="2699792" y="4794809"/>
            <a:ext cx="1800329" cy="504391"/>
            <a:chOff x="2699792" y="4794809"/>
            <a:chExt cx="1800329" cy="504391"/>
          </a:xfrm>
        </p:grpSpPr>
        <p:cxnSp>
          <p:nvCxnSpPr>
            <p:cNvPr id="213" name="直接箭头连接符 212">
              <a:extLst>
                <a:ext uri="{FF2B5EF4-FFF2-40B4-BE49-F238E27FC236}">
                  <a16:creationId xmlns:a16="http://schemas.microsoft.com/office/drawing/2014/main" id="{C628E65A-9439-4CB3-81FE-AF8F39625719}"/>
                </a:ext>
              </a:extLst>
            </p:cNvPr>
            <p:cNvCxnSpPr>
              <a:cxnSpLocks/>
            </p:cNvCxnSpPr>
            <p:nvPr>
              <p:custDataLst>
                <p:tags r:id="rId11"/>
              </p:custDataLst>
            </p:nvPr>
          </p:nvCxnSpPr>
          <p:spPr bwMode="auto">
            <a:xfrm>
              <a:off x="4355976" y="4794809"/>
              <a:ext cx="144145" cy="504000"/>
            </a:xfrm>
            <a:prstGeom prst="straightConnector1">
              <a:avLst/>
            </a:prstGeom>
            <a:noFill/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14" name="直接箭头连接符 213">
              <a:extLst>
                <a:ext uri="{FF2B5EF4-FFF2-40B4-BE49-F238E27FC236}">
                  <a16:creationId xmlns:a16="http://schemas.microsoft.com/office/drawing/2014/main" id="{6F41557C-C2E7-414D-A1E2-879205084026}"/>
                </a:ext>
              </a:extLst>
            </p:cNvPr>
            <p:cNvCxnSpPr>
              <a:cxnSpLocks/>
            </p:cNvCxnSpPr>
            <p:nvPr>
              <p:custDataLst>
                <p:tags r:id="rId12"/>
              </p:custDataLst>
            </p:nvPr>
          </p:nvCxnSpPr>
          <p:spPr bwMode="auto">
            <a:xfrm flipH="1">
              <a:off x="2699792" y="4867200"/>
              <a:ext cx="1656184" cy="432000"/>
            </a:xfrm>
            <a:prstGeom prst="straightConnector1">
              <a:avLst/>
            </a:prstGeom>
            <a:noFill/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894673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5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1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10" grpId="0" bldLvl="0" animBg="1"/>
      <p:bldP spid="2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19</a:t>
            </a:fld>
            <a:endParaRPr lang="en-US" altLang="zh-CN"/>
          </a:p>
        </p:txBody>
      </p:sp>
      <p:sp>
        <p:nvSpPr>
          <p:cNvPr id="150" name="Text Box 7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070" y="332656"/>
            <a:ext cx="5165090" cy="46850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寄存器组：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又称寄存器文件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150620" indent="-115062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功能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150620" indent="-115062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150620" indent="-115062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组成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 marL="1150620" indent="-115062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150620" indent="-115062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150620" indent="-115062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150620" indent="-115062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功能表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 marL="1150620" indent="-115062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150620" indent="-115062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150620" indent="-1150620" eaLnBrk="1" latinLnBrk="0" hangingPunct="1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应用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31" name="Text Box 7"/>
          <p:cNvSpPr txBox="1">
            <a:spLocks noChangeArrowheads="1"/>
          </p:cNvSpPr>
          <p:nvPr/>
        </p:nvSpPr>
        <p:spPr bwMode="auto">
          <a:xfrm>
            <a:off x="1618615" y="764704"/>
            <a:ext cx="7235190" cy="7269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2880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对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于</a:t>
            </a:r>
            <a:r>
              <a:rPr lang="zh-CN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多个寄存器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可</a:t>
            </a:r>
            <a:r>
              <a:rPr lang="zh-CN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按地址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对</a:t>
            </a:r>
            <a:r>
              <a:rPr 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指定寄存器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进行</a:t>
            </a:r>
            <a:r>
              <a:rPr lang="zh-CN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操作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读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写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18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└─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寄存器</a:t>
            </a:r>
            <a:r>
              <a:rPr lang="zh-CN" sz="16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编号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→</a:t>
            </a:r>
            <a:r>
              <a:rPr lang="en-US" altLang="zh-CN" sz="16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─┘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  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可同时进行→</a:t>
            </a:r>
            <a:r>
              <a:rPr lang="zh-CN" altLang="en-US" sz="1600" dirty="0">
                <a:latin typeface="宋体" panose="02010600030101010101" pitchFamily="2" charset="-122"/>
                <a:sym typeface="+mn-ea"/>
              </a:rPr>
              <a:t>┘</a:t>
            </a:r>
          </a:p>
        </p:txBody>
      </p:sp>
      <p:grpSp>
        <p:nvGrpSpPr>
          <p:cNvPr id="221" name="组合 220"/>
          <p:cNvGrpSpPr/>
          <p:nvPr/>
        </p:nvGrpSpPr>
        <p:grpSpPr>
          <a:xfrm>
            <a:off x="1835696" y="1484784"/>
            <a:ext cx="6043295" cy="1619885"/>
            <a:chOff x="3057" y="2611"/>
            <a:chExt cx="9517" cy="2551"/>
          </a:xfrm>
        </p:grpSpPr>
        <p:grpSp>
          <p:nvGrpSpPr>
            <p:cNvPr id="169" name="组合 168"/>
            <p:cNvGrpSpPr/>
            <p:nvPr/>
          </p:nvGrpSpPr>
          <p:grpSpPr>
            <a:xfrm>
              <a:off x="3057" y="2666"/>
              <a:ext cx="6349" cy="2325"/>
              <a:chOff x="1814" y="3118"/>
              <a:chExt cx="6349" cy="2325"/>
            </a:xfrm>
          </p:grpSpPr>
          <p:sp>
            <p:nvSpPr>
              <p:cNvPr id="365" name="Text Box 36"/>
              <p:cNvSpPr txBox="1">
                <a:spLocks noChangeArrowheads="1"/>
              </p:cNvSpPr>
              <p:nvPr>
                <p:custDataLst>
                  <p:tags r:id="rId49"/>
                </p:custDataLst>
              </p:nvPr>
            </p:nvSpPr>
            <p:spPr bwMode="auto">
              <a:xfrm>
                <a:off x="2397" y="3175"/>
                <a:ext cx="5216" cy="2268"/>
              </a:xfrm>
              <a:prstGeom prst="rect">
                <a:avLst/>
              </a:prstGeom>
              <a:solidFill>
                <a:srgbClr val="CCFF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600" b="1" u="none" dirty="0">
                  <a:latin typeface="宋体" panose="02010600030101010101" pitchFamily="2" charset="-122"/>
                </a:endParaRPr>
              </a:p>
            </p:txBody>
          </p:sp>
          <p:grpSp>
            <p:nvGrpSpPr>
              <p:cNvPr id="132" name="组合 131"/>
              <p:cNvGrpSpPr/>
              <p:nvPr/>
            </p:nvGrpSpPr>
            <p:grpSpPr>
              <a:xfrm>
                <a:off x="4535" y="3402"/>
                <a:ext cx="1701" cy="454"/>
                <a:chOff x="4535" y="3402"/>
                <a:chExt cx="1701" cy="454"/>
              </a:xfrm>
            </p:grpSpPr>
            <p:sp>
              <p:nvSpPr>
                <p:cNvPr id="133" name="Text Box 36"/>
                <p:cNvSpPr txBox="1">
                  <a:spLocks noChangeArrowheads="1"/>
                </p:cNvSpPr>
                <p:nvPr>
                  <p:custDataLst>
                    <p:tags r:id="rId107"/>
                  </p:custDataLst>
                </p:nvPr>
              </p:nvSpPr>
              <p:spPr bwMode="auto">
                <a:xfrm>
                  <a:off x="4535" y="3402"/>
                  <a:ext cx="1701" cy="454"/>
                </a:xfrm>
                <a:prstGeom prst="rect">
                  <a:avLst/>
                </a:prstGeom>
                <a:solidFill>
                  <a:srgbClr val="FFCC99"/>
                </a:solidFill>
                <a:ln w="1587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vert="horz" wrap="square" lIns="0" tIns="0" rIns="0" bIns="0" anchor="ctr" anchorCtr="0"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altLang="zh-CN" sz="1200" b="1" u="none" dirty="0">
                      <a:latin typeface="宋体" panose="02010600030101010101" pitchFamily="2" charset="-122"/>
                    </a:rPr>
                    <a:t> </a:t>
                  </a:r>
                  <a:r>
                    <a:rPr lang="en-US" altLang="zh-CN" sz="1600" b="1" spc="100" dirty="0">
                      <a:solidFill>
                        <a:schemeClr val="tx1"/>
                      </a:solidFill>
                      <a:uFillTx/>
                      <a:latin typeface="宋体" panose="02010600030101010101" pitchFamily="2" charset="-122"/>
                    </a:rPr>
                    <a:t> </a:t>
                  </a:r>
                  <a:r>
                    <a:rPr lang="zh-CN" altLang="en-US" sz="1600" b="1" u="none" dirty="0">
                      <a:latin typeface="宋体" panose="02010600030101010101" pitchFamily="2" charset="-122"/>
                    </a:rPr>
                    <a:t>寄存器</a:t>
                  </a:r>
                  <a:r>
                    <a:rPr lang="en-US" altLang="zh-CN" sz="1600" b="1" u="none" dirty="0">
                      <a:latin typeface="宋体" panose="02010600030101010101" pitchFamily="2" charset="-122"/>
                    </a:rPr>
                    <a:t>0</a:t>
                  </a:r>
                  <a:endParaRPr lang="en-US" altLang="zh-CN" sz="1600" b="1" u="none" dirty="0">
                    <a:latin typeface="宋体" panose="02010600030101010101" pitchFamily="2" charset="-122"/>
                    <a:sym typeface="+mn-ea"/>
                  </a:endParaRPr>
                </a:p>
              </p:txBody>
            </p:sp>
            <p:sp>
              <p:nvSpPr>
                <p:cNvPr id="134" name="TextBox 17"/>
                <p:cNvSpPr txBox="1"/>
                <p:nvPr>
                  <p:custDataLst>
                    <p:tags r:id="rId108"/>
                  </p:custDataLst>
                </p:nvPr>
              </p:nvSpPr>
              <p:spPr>
                <a:xfrm>
                  <a:off x="4564" y="3458"/>
                  <a:ext cx="227" cy="36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marL="0" indent="0" algn="l" eaLnBrk="1" latinLnBrk="0" hangingPunct="1">
                    <a:lnSpc>
                      <a:spcPct val="70000"/>
                    </a:lnSpc>
                  </a:pPr>
                  <a:r>
                    <a:rPr lang="en-US" altLang="zh-CN" sz="1200" b="1" dirty="0" err="1">
                      <a:solidFill>
                        <a:schemeClr val="tx1"/>
                      </a:solidFill>
                      <a:latin typeface="宋体" panose="02010600030101010101" pitchFamily="2" charset="-122"/>
                      <a:cs typeface="Times New Roman" panose="02020603050405020304" pitchFamily="18" charset="0"/>
                    </a:rPr>
                    <a:t>D</a:t>
                  </a:r>
                </a:p>
                <a:p>
                  <a:pPr marL="0" indent="0" algn="l" eaLnBrk="1" latinLnBrk="0" hangingPunct="1">
                    <a:lnSpc>
                      <a:spcPct val="70000"/>
                    </a:lnSpc>
                  </a:pPr>
                  <a:r>
                    <a:rPr lang="en-US" altLang="zh-CN" sz="1200" b="1" dirty="0" err="1">
                      <a:solidFill>
                        <a:schemeClr val="tx1"/>
                      </a:solidFill>
                      <a:latin typeface="宋体" panose="02010600030101010101" pitchFamily="2" charset="-122"/>
                      <a:cs typeface="Times New Roman" panose="02020603050405020304" pitchFamily="18" charset="0"/>
                    </a:rPr>
                    <a:t>C</a:t>
                  </a:r>
                </a:p>
              </p:txBody>
            </p:sp>
            <p:sp>
              <p:nvSpPr>
                <p:cNvPr id="135" name="TextBox 17"/>
                <p:cNvSpPr txBox="1"/>
                <p:nvPr>
                  <p:custDataLst>
                    <p:tags r:id="rId109"/>
                  </p:custDataLst>
                </p:nvPr>
              </p:nvSpPr>
              <p:spPr>
                <a:xfrm>
                  <a:off x="6009" y="3515"/>
                  <a:ext cx="170" cy="22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marL="0" indent="0" algn="r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altLang="zh-CN" sz="1200" b="1" dirty="0" err="1">
                      <a:solidFill>
                        <a:schemeClr val="tx1"/>
                      </a:solidFill>
                      <a:latin typeface="宋体" panose="02010600030101010101" pitchFamily="2" charset="-122"/>
                      <a:cs typeface="Times New Roman" panose="02020603050405020304" pitchFamily="18" charset="0"/>
                    </a:rPr>
                    <a:t>Q</a:t>
                  </a:r>
                </a:p>
              </p:txBody>
            </p:sp>
          </p:grpSp>
          <p:grpSp>
            <p:nvGrpSpPr>
              <p:cNvPr id="136" name="组合 135"/>
              <p:cNvGrpSpPr/>
              <p:nvPr/>
            </p:nvGrpSpPr>
            <p:grpSpPr>
              <a:xfrm>
                <a:off x="4535" y="3969"/>
                <a:ext cx="1701" cy="454"/>
                <a:chOff x="4535" y="3402"/>
                <a:chExt cx="1701" cy="454"/>
              </a:xfrm>
            </p:grpSpPr>
            <p:sp>
              <p:nvSpPr>
                <p:cNvPr id="137" name="Text Box 36"/>
                <p:cNvSpPr txBox="1">
                  <a:spLocks noChangeArrowheads="1"/>
                </p:cNvSpPr>
                <p:nvPr>
                  <p:custDataLst>
                    <p:tags r:id="rId104"/>
                  </p:custDataLst>
                </p:nvPr>
              </p:nvSpPr>
              <p:spPr bwMode="auto">
                <a:xfrm>
                  <a:off x="4535" y="3402"/>
                  <a:ext cx="1701" cy="454"/>
                </a:xfrm>
                <a:prstGeom prst="rect">
                  <a:avLst/>
                </a:prstGeom>
                <a:solidFill>
                  <a:srgbClr val="FFCC99"/>
                </a:solidFill>
                <a:ln w="1587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vert="horz" wrap="square" lIns="0" tIns="0" rIns="0" bIns="0" anchor="ctr" anchorCtr="0"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altLang="zh-CN" sz="1200" b="1" u="none" dirty="0">
                      <a:latin typeface="宋体" panose="02010600030101010101" pitchFamily="2" charset="-122"/>
                    </a:rPr>
                    <a:t> </a:t>
                  </a:r>
                  <a:r>
                    <a:rPr lang="en-US" altLang="zh-CN" sz="1600" b="1" spc="100" dirty="0">
                      <a:solidFill>
                        <a:schemeClr val="tx1"/>
                      </a:solidFill>
                      <a:uFillTx/>
                      <a:latin typeface="宋体" panose="02010600030101010101" pitchFamily="2" charset="-122"/>
                    </a:rPr>
                    <a:t> </a:t>
                  </a:r>
                  <a:r>
                    <a:rPr lang="zh-CN" altLang="en-US" sz="1600" b="1" u="none" dirty="0">
                      <a:latin typeface="宋体" panose="02010600030101010101" pitchFamily="2" charset="-122"/>
                    </a:rPr>
                    <a:t>寄存器</a:t>
                  </a:r>
                  <a:r>
                    <a:rPr lang="en-US" altLang="zh-CN" sz="1600" b="1" u="none" dirty="0">
                      <a:latin typeface="宋体" panose="02010600030101010101" pitchFamily="2" charset="-122"/>
                    </a:rPr>
                    <a:t>1</a:t>
                  </a:r>
                  <a:endParaRPr lang="en-US" altLang="zh-CN" sz="1600" b="1" u="none" dirty="0">
                    <a:latin typeface="宋体" panose="02010600030101010101" pitchFamily="2" charset="-122"/>
                    <a:sym typeface="+mn-ea"/>
                  </a:endParaRPr>
                </a:p>
              </p:txBody>
            </p:sp>
            <p:sp>
              <p:nvSpPr>
                <p:cNvPr id="138" name="TextBox 17"/>
                <p:cNvSpPr txBox="1"/>
                <p:nvPr>
                  <p:custDataLst>
                    <p:tags r:id="rId105"/>
                  </p:custDataLst>
                </p:nvPr>
              </p:nvSpPr>
              <p:spPr>
                <a:xfrm>
                  <a:off x="4564" y="3458"/>
                  <a:ext cx="227" cy="36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marL="0" indent="0" algn="l" eaLnBrk="1" latinLnBrk="0" hangingPunct="1">
                    <a:lnSpc>
                      <a:spcPct val="70000"/>
                    </a:lnSpc>
                  </a:pPr>
                  <a:r>
                    <a:rPr lang="en-US" altLang="zh-CN" sz="1200" b="1" dirty="0" err="1">
                      <a:solidFill>
                        <a:schemeClr val="tx1"/>
                      </a:solidFill>
                      <a:latin typeface="宋体" panose="02010600030101010101" pitchFamily="2" charset="-122"/>
                      <a:cs typeface="Times New Roman" panose="02020603050405020304" pitchFamily="18" charset="0"/>
                    </a:rPr>
                    <a:t>D</a:t>
                  </a:r>
                </a:p>
                <a:p>
                  <a:pPr marL="0" indent="0" algn="l" eaLnBrk="1" latinLnBrk="0" hangingPunct="1">
                    <a:lnSpc>
                      <a:spcPct val="70000"/>
                    </a:lnSpc>
                  </a:pPr>
                  <a:r>
                    <a:rPr lang="en-US" altLang="zh-CN" sz="1200" b="1" dirty="0" err="1">
                      <a:solidFill>
                        <a:schemeClr val="tx1"/>
                      </a:solidFill>
                      <a:latin typeface="宋体" panose="02010600030101010101" pitchFamily="2" charset="-122"/>
                      <a:cs typeface="Times New Roman" panose="02020603050405020304" pitchFamily="18" charset="0"/>
                    </a:rPr>
                    <a:t>C</a:t>
                  </a:r>
                </a:p>
              </p:txBody>
            </p:sp>
            <p:sp>
              <p:nvSpPr>
                <p:cNvPr id="139" name="TextBox 17"/>
                <p:cNvSpPr txBox="1"/>
                <p:nvPr>
                  <p:custDataLst>
                    <p:tags r:id="rId106"/>
                  </p:custDataLst>
                </p:nvPr>
              </p:nvSpPr>
              <p:spPr>
                <a:xfrm>
                  <a:off x="6009" y="3515"/>
                  <a:ext cx="170" cy="22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marL="0" indent="0" algn="r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altLang="zh-CN" sz="1200" b="1" dirty="0" err="1">
                      <a:solidFill>
                        <a:schemeClr val="tx1"/>
                      </a:solidFill>
                      <a:latin typeface="宋体" panose="02010600030101010101" pitchFamily="2" charset="-122"/>
                      <a:cs typeface="Times New Roman" panose="02020603050405020304" pitchFamily="18" charset="0"/>
                    </a:rPr>
                    <a:t>Q</a:t>
                  </a:r>
                </a:p>
              </p:txBody>
            </p:sp>
          </p:grpSp>
          <p:grpSp>
            <p:nvGrpSpPr>
              <p:cNvPr id="140" name="组合 139"/>
              <p:cNvGrpSpPr/>
              <p:nvPr/>
            </p:nvGrpSpPr>
            <p:grpSpPr>
              <a:xfrm>
                <a:off x="4535" y="4876"/>
                <a:ext cx="1701" cy="454"/>
                <a:chOff x="4535" y="3402"/>
                <a:chExt cx="1701" cy="454"/>
              </a:xfrm>
            </p:grpSpPr>
            <p:sp>
              <p:nvSpPr>
                <p:cNvPr id="141" name="Text Box 36"/>
                <p:cNvSpPr txBox="1">
                  <a:spLocks noChangeArrowheads="1"/>
                </p:cNvSpPr>
                <p:nvPr>
                  <p:custDataLst>
                    <p:tags r:id="rId101"/>
                  </p:custDataLst>
                </p:nvPr>
              </p:nvSpPr>
              <p:spPr bwMode="auto">
                <a:xfrm>
                  <a:off x="4535" y="3402"/>
                  <a:ext cx="1701" cy="454"/>
                </a:xfrm>
                <a:prstGeom prst="rect">
                  <a:avLst/>
                </a:prstGeom>
                <a:solidFill>
                  <a:srgbClr val="FFCC99"/>
                </a:solidFill>
                <a:ln w="1587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vert="horz" wrap="square" lIns="0" tIns="0" rIns="0" bIns="0" anchor="ctr" anchorCtr="0"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altLang="zh-CN" sz="1200" b="1" u="none" dirty="0">
                      <a:latin typeface="宋体" panose="02010600030101010101" pitchFamily="2" charset="-122"/>
                    </a:rPr>
                    <a:t> </a:t>
                  </a:r>
                  <a:r>
                    <a:rPr lang="en-US" altLang="zh-CN" sz="1600" b="1" spc="100" dirty="0">
                      <a:solidFill>
                        <a:schemeClr val="tx1"/>
                      </a:solidFill>
                      <a:uFillTx/>
                      <a:latin typeface="宋体" panose="02010600030101010101" pitchFamily="2" charset="-122"/>
                    </a:rPr>
                    <a:t> </a:t>
                  </a:r>
                  <a:r>
                    <a:rPr lang="zh-CN" altLang="en-US" sz="1600" b="1" u="none" dirty="0">
                      <a:latin typeface="宋体" panose="02010600030101010101" pitchFamily="2" charset="-122"/>
                    </a:rPr>
                    <a:t>寄存器</a:t>
                  </a:r>
                  <a:r>
                    <a:rPr lang="en-US" altLang="zh-CN" sz="1600" b="1" u="none" dirty="0">
                      <a:latin typeface="宋体" panose="02010600030101010101" pitchFamily="2" charset="-122"/>
                    </a:rPr>
                    <a:t>7</a:t>
                  </a:r>
                  <a:endParaRPr lang="en-US" altLang="zh-CN" sz="1600" b="1" u="none" dirty="0">
                    <a:latin typeface="宋体" panose="02010600030101010101" pitchFamily="2" charset="-122"/>
                    <a:sym typeface="+mn-ea"/>
                  </a:endParaRPr>
                </a:p>
              </p:txBody>
            </p:sp>
            <p:sp>
              <p:nvSpPr>
                <p:cNvPr id="142" name="TextBox 17"/>
                <p:cNvSpPr txBox="1"/>
                <p:nvPr>
                  <p:custDataLst>
                    <p:tags r:id="rId102"/>
                  </p:custDataLst>
                </p:nvPr>
              </p:nvSpPr>
              <p:spPr>
                <a:xfrm>
                  <a:off x="4564" y="3458"/>
                  <a:ext cx="227" cy="36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marL="0" indent="0" algn="l" eaLnBrk="1" latinLnBrk="0" hangingPunct="1">
                    <a:lnSpc>
                      <a:spcPct val="70000"/>
                    </a:lnSpc>
                  </a:pPr>
                  <a:r>
                    <a:rPr lang="en-US" altLang="zh-CN" sz="1200" b="1" dirty="0" err="1">
                      <a:solidFill>
                        <a:schemeClr val="tx1"/>
                      </a:solidFill>
                      <a:latin typeface="宋体" panose="02010600030101010101" pitchFamily="2" charset="-122"/>
                      <a:cs typeface="Times New Roman" panose="02020603050405020304" pitchFamily="18" charset="0"/>
                    </a:rPr>
                    <a:t>D</a:t>
                  </a:r>
                </a:p>
                <a:p>
                  <a:pPr marL="0" indent="0" algn="l" eaLnBrk="1" latinLnBrk="0" hangingPunct="1">
                    <a:lnSpc>
                      <a:spcPct val="70000"/>
                    </a:lnSpc>
                  </a:pPr>
                  <a:r>
                    <a:rPr lang="en-US" altLang="zh-CN" sz="1200" b="1" dirty="0" err="1">
                      <a:solidFill>
                        <a:schemeClr val="tx1"/>
                      </a:solidFill>
                      <a:latin typeface="宋体" panose="02010600030101010101" pitchFamily="2" charset="-122"/>
                      <a:cs typeface="Times New Roman" panose="02020603050405020304" pitchFamily="18" charset="0"/>
                    </a:rPr>
                    <a:t>C</a:t>
                  </a:r>
                </a:p>
              </p:txBody>
            </p:sp>
            <p:sp>
              <p:nvSpPr>
                <p:cNvPr id="143" name="TextBox 17"/>
                <p:cNvSpPr txBox="1"/>
                <p:nvPr>
                  <p:custDataLst>
                    <p:tags r:id="rId103"/>
                  </p:custDataLst>
                </p:nvPr>
              </p:nvSpPr>
              <p:spPr>
                <a:xfrm>
                  <a:off x="6009" y="3515"/>
                  <a:ext cx="170" cy="22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marL="0" indent="0" algn="r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altLang="zh-CN" sz="1200" b="1" dirty="0" err="1">
                      <a:solidFill>
                        <a:schemeClr val="tx1"/>
                      </a:solidFill>
                      <a:latin typeface="宋体" panose="02010600030101010101" pitchFamily="2" charset="-122"/>
                      <a:cs typeface="Times New Roman" panose="02020603050405020304" pitchFamily="18" charset="0"/>
                    </a:rPr>
                    <a:t>Q</a:t>
                  </a:r>
                </a:p>
              </p:txBody>
            </p:sp>
          </p:grpSp>
          <p:sp>
            <p:nvSpPr>
              <p:cNvPr id="144" name="Text Box 18"/>
              <p:cNvSpPr txBox="1">
                <a:spLocks noChangeArrowheads="1"/>
              </p:cNvSpPr>
              <p:nvPr>
                <p:custDataLst>
                  <p:tags r:id="rId50"/>
                </p:custDataLst>
              </p:nvPr>
            </p:nvSpPr>
            <p:spPr bwMode="auto">
              <a:xfrm rot="16200000">
                <a:off x="5159" y="4479"/>
                <a:ext cx="454" cy="339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>
                    <a:latin typeface="宋体" panose="02010600030101010101" pitchFamily="2" charset="-122"/>
                  </a:rPr>
                  <a:t>…</a:t>
                </a:r>
              </a:p>
            </p:txBody>
          </p:sp>
          <p:sp>
            <p:nvSpPr>
              <p:cNvPr id="373" name="Text Box 191"/>
              <p:cNvSpPr txBox="1">
                <a:spLocks noChangeArrowheads="1"/>
              </p:cNvSpPr>
              <p:nvPr>
                <p:custDataLst>
                  <p:tags r:id="rId51"/>
                </p:custDataLst>
              </p:nvPr>
            </p:nvSpPr>
            <p:spPr bwMode="auto">
              <a:xfrm>
                <a:off x="7880" y="4139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Q</a:t>
                </a:r>
                <a:endPara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</p:txBody>
          </p:sp>
          <p:cxnSp>
            <p:nvCxnSpPr>
              <p:cNvPr id="145" name="直接连接符 144"/>
              <p:cNvCxnSpPr/>
              <p:nvPr>
                <p:custDataLst>
                  <p:tags r:id="rId52"/>
                </p:custDataLst>
              </p:nvPr>
            </p:nvCxnSpPr>
            <p:spPr bwMode="auto">
              <a:xfrm>
                <a:off x="4195" y="3515"/>
                <a:ext cx="340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triangle" w="med" len="med"/>
              </a:ln>
              <a:effectLst/>
            </p:spPr>
          </p:cxnSp>
          <p:cxnSp>
            <p:nvCxnSpPr>
              <p:cNvPr id="146" name="直接连接符 145"/>
              <p:cNvCxnSpPr/>
              <p:nvPr>
                <p:custDataLst>
                  <p:tags r:id="rId53"/>
                </p:custDataLst>
              </p:nvPr>
            </p:nvCxnSpPr>
            <p:spPr bwMode="auto">
              <a:xfrm>
                <a:off x="4195" y="4082"/>
                <a:ext cx="340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triangle" w="med" len="med"/>
              </a:ln>
              <a:effectLst/>
            </p:spPr>
          </p:cxnSp>
          <p:cxnSp>
            <p:nvCxnSpPr>
              <p:cNvPr id="147" name="直接连接符 146"/>
              <p:cNvCxnSpPr/>
              <p:nvPr>
                <p:custDataLst>
                  <p:tags r:id="rId54"/>
                </p:custDataLst>
              </p:nvPr>
            </p:nvCxnSpPr>
            <p:spPr bwMode="auto">
              <a:xfrm>
                <a:off x="4195" y="4989"/>
                <a:ext cx="340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</p:cxnSp>
          <p:cxnSp>
            <p:nvCxnSpPr>
              <p:cNvPr id="148" name="直接连接符 147"/>
              <p:cNvCxnSpPr/>
              <p:nvPr>
                <p:custDataLst>
                  <p:tags r:id="rId55"/>
                </p:custDataLst>
              </p:nvPr>
            </p:nvCxnSpPr>
            <p:spPr bwMode="auto">
              <a:xfrm flipH="1" flipV="1">
                <a:off x="4195" y="3515"/>
                <a:ext cx="0" cy="1474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49" name="直接连接符 148"/>
              <p:cNvCxnSpPr/>
              <p:nvPr>
                <p:custDataLst>
                  <p:tags r:id="rId56"/>
                </p:custDataLst>
              </p:nvPr>
            </p:nvCxnSpPr>
            <p:spPr bwMode="auto">
              <a:xfrm>
                <a:off x="6236" y="3628"/>
                <a:ext cx="340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51" name="直接连接符 150"/>
              <p:cNvCxnSpPr/>
              <p:nvPr>
                <p:custDataLst>
                  <p:tags r:id="rId57"/>
                </p:custDataLst>
              </p:nvPr>
            </p:nvCxnSpPr>
            <p:spPr bwMode="auto">
              <a:xfrm>
                <a:off x="6236" y="4195"/>
                <a:ext cx="340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52" name="直接连接符 151"/>
              <p:cNvCxnSpPr/>
              <p:nvPr>
                <p:custDataLst>
                  <p:tags r:id="rId58"/>
                </p:custDataLst>
              </p:nvPr>
            </p:nvCxnSpPr>
            <p:spPr bwMode="auto">
              <a:xfrm>
                <a:off x="6236" y="5102"/>
                <a:ext cx="340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grpSp>
            <p:nvGrpSpPr>
              <p:cNvPr id="153" name="组合 152"/>
              <p:cNvGrpSpPr/>
              <p:nvPr/>
            </p:nvGrpSpPr>
            <p:grpSpPr>
              <a:xfrm>
                <a:off x="6576" y="3856"/>
                <a:ext cx="1191" cy="906"/>
                <a:chOff x="6973" y="4082"/>
                <a:chExt cx="1191" cy="906"/>
              </a:xfrm>
            </p:grpSpPr>
            <p:sp>
              <p:nvSpPr>
                <p:cNvPr id="154" name="梯形 153"/>
                <p:cNvSpPr/>
                <p:nvPr>
                  <p:custDataLst>
                    <p:tags r:id="rId95"/>
                  </p:custDataLst>
                </p:nvPr>
              </p:nvSpPr>
              <p:spPr>
                <a:xfrm>
                  <a:off x="7030" y="4251"/>
                  <a:ext cx="1134" cy="567"/>
                </a:xfrm>
                <a:prstGeom prst="trapezoid">
                  <a:avLst>
                    <a:gd name="adj" fmla="val 42813"/>
                  </a:avLst>
                </a:prstGeom>
                <a:solidFill>
                  <a:schemeClr val="bg1"/>
                </a:solidFill>
                <a:ln w="158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scene3d>
                  <a:camera prst="orthographicFront">
                    <a:rot lat="0" lon="0" rev="16200000"/>
                  </a:camera>
                  <a:lightRig rig="threePt" dir="t"/>
                </a:scene3d>
              </p:spPr>
              <p:txBody>
                <a:bodyPr vert="horz" wrap="square" lIns="0" tIns="10795" rIns="0" bIns="0" numCol="1" anchor="t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r>
                    <a:rPr kumimoji="1" lang="en-US" altLang="zh-CN" sz="16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宋体" panose="02010600030101010101" pitchFamily="2" charset="-122"/>
                    </a:rPr>
                    <a:t>MUX</a:t>
                  </a:r>
                  <a:endParaRPr kumimoji="1" lang="en-US" altLang="zh-CN" sz="9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宋体" panose="02010600030101010101" pitchFamily="2" charset="-122"/>
                  </a:endParaRPr>
                </a:p>
              </p:txBody>
            </p:sp>
            <p:sp>
              <p:nvSpPr>
                <p:cNvPr id="155" name="Text Box 191"/>
                <p:cNvSpPr txBox="1">
                  <a:spLocks noChangeArrowheads="1"/>
                </p:cNvSpPr>
                <p:nvPr>
                  <p:custDataLst>
                    <p:tags r:id="rId96"/>
                  </p:custDataLst>
                </p:nvPr>
              </p:nvSpPr>
              <p:spPr bwMode="auto">
                <a:xfrm>
                  <a:off x="7329" y="4082"/>
                  <a:ext cx="227" cy="907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lIns="0" tIns="10795" rIns="0" bIns="0"/>
                <a:lstStyle/>
                <a:p>
                  <a:pPr algn="l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altLang="zh-CN" sz="1200" b="1" dirty="0">
                      <a:solidFill>
                        <a:srgbClr val="000000"/>
                      </a:solidFill>
                      <a:latin typeface="宋体" panose="02010600030101010101" pitchFamily="2" charset="-122"/>
                    </a:rPr>
                    <a:t>0</a:t>
                  </a:r>
                </a:p>
                <a:p>
                  <a:pPr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endParaRPr lang="en-US" altLang="zh-CN" sz="1200" b="1" dirty="0">
                    <a:solidFill>
                      <a:srgbClr val="000000"/>
                    </a:solidFill>
                    <a:latin typeface="宋体" panose="02010600030101010101" pitchFamily="2" charset="-122"/>
                  </a:endParaRPr>
                </a:p>
                <a:p>
                  <a:pPr algn="l">
                    <a:lnSpc>
                      <a:spcPct val="90000"/>
                    </a:lnSpc>
                    <a:spcBef>
                      <a:spcPts val="900"/>
                    </a:spcBef>
                    <a:spcAft>
                      <a:spcPts val="0"/>
                    </a:spcAft>
                  </a:pPr>
                  <a:r>
                    <a:rPr lang="en-US" altLang="zh-CN" sz="1200" b="1" dirty="0">
                      <a:solidFill>
                        <a:srgbClr val="000000"/>
                      </a:solidFill>
                      <a:latin typeface="宋体" panose="02010600030101010101" pitchFamily="2" charset="-122"/>
                    </a:rPr>
                    <a:t>7</a:t>
                  </a:r>
                </a:p>
              </p:txBody>
            </p:sp>
            <p:cxnSp>
              <p:nvCxnSpPr>
                <p:cNvPr id="156" name="直接连接符 155"/>
                <p:cNvCxnSpPr/>
                <p:nvPr>
                  <p:custDataLst>
                    <p:tags r:id="rId97"/>
                  </p:custDataLst>
                </p:nvPr>
              </p:nvCxnSpPr>
              <p:spPr bwMode="auto">
                <a:xfrm>
                  <a:off x="6973" y="4195"/>
                  <a:ext cx="340" cy="0"/>
                </a:xfrm>
                <a:prstGeom prst="line">
                  <a:avLst/>
                </a:prstGeom>
                <a:solidFill>
                  <a:schemeClr val="accent1"/>
                </a:solidFill>
                <a:ln w="158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</p:cxnSp>
            <p:cxnSp>
              <p:nvCxnSpPr>
                <p:cNvPr id="157" name="直接连接符 156"/>
                <p:cNvCxnSpPr/>
                <p:nvPr>
                  <p:custDataLst>
                    <p:tags r:id="rId98"/>
                  </p:custDataLst>
                </p:nvPr>
              </p:nvCxnSpPr>
              <p:spPr bwMode="auto">
                <a:xfrm>
                  <a:off x="6973" y="4422"/>
                  <a:ext cx="340" cy="0"/>
                </a:xfrm>
                <a:prstGeom prst="line">
                  <a:avLst/>
                </a:prstGeom>
                <a:solidFill>
                  <a:schemeClr val="accent1"/>
                </a:solidFill>
                <a:ln w="158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</p:cxnSp>
            <p:cxnSp>
              <p:nvCxnSpPr>
                <p:cNvPr id="158" name="直接连接符 157"/>
                <p:cNvCxnSpPr/>
                <p:nvPr>
                  <p:custDataLst>
                    <p:tags r:id="rId99"/>
                  </p:custDataLst>
                </p:nvPr>
              </p:nvCxnSpPr>
              <p:spPr bwMode="auto">
                <a:xfrm>
                  <a:off x="6973" y="4876"/>
                  <a:ext cx="340" cy="0"/>
                </a:xfrm>
                <a:prstGeom prst="line">
                  <a:avLst/>
                </a:prstGeom>
                <a:solidFill>
                  <a:schemeClr val="accent1"/>
                </a:solidFill>
                <a:ln w="158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</p:cxnSp>
            <p:sp>
              <p:nvSpPr>
                <p:cNvPr id="159" name="Text Box 18"/>
                <p:cNvSpPr txBox="1">
                  <a:spLocks noChangeArrowheads="1"/>
                </p:cNvSpPr>
                <p:nvPr>
                  <p:custDataLst>
                    <p:tags r:id="rId100"/>
                  </p:custDataLst>
                </p:nvPr>
              </p:nvSpPr>
              <p:spPr bwMode="auto">
                <a:xfrm rot="16200000">
                  <a:off x="6945" y="4507"/>
                  <a:ext cx="340" cy="283"/>
                </a:xfrm>
                <a:prstGeom prst="rect">
                  <a:avLst/>
                </a:prstGeom>
                <a:noFill/>
                <a:ln w="19050">
                  <a:noFill/>
                  <a:miter lim="800000"/>
                </a:ln>
                <a:effectLst/>
              </p:spPr>
              <p:txBody>
                <a:bodyPr lIns="18000" tIns="10800" rIns="18000" bIns="10800" anchor="ctr"/>
                <a:lstStyle/>
                <a:p>
                  <a:pPr algn="ctr">
                    <a:lnSpc>
                      <a:spcPct val="90000"/>
                    </a:lnSpc>
                  </a:pPr>
                  <a:r>
                    <a:rPr lang="en-US" altLang="zh-CN" sz="1400" b="1" dirty="0">
                      <a:latin typeface="宋体" panose="02010600030101010101" pitchFamily="2" charset="-122"/>
                    </a:rPr>
                    <a:t>…</a:t>
                  </a:r>
                </a:p>
              </p:txBody>
            </p:sp>
          </p:grpSp>
          <p:cxnSp>
            <p:nvCxnSpPr>
              <p:cNvPr id="160" name="直接连接符 159"/>
              <p:cNvCxnSpPr/>
              <p:nvPr>
                <p:custDataLst>
                  <p:tags r:id="rId59"/>
                </p:custDataLst>
              </p:nvPr>
            </p:nvCxnSpPr>
            <p:spPr bwMode="auto">
              <a:xfrm flipH="1">
                <a:off x="6576" y="3628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61" name="直接连接符 160"/>
              <p:cNvCxnSpPr/>
              <p:nvPr>
                <p:custDataLst>
                  <p:tags r:id="rId60"/>
                </p:custDataLst>
              </p:nvPr>
            </p:nvCxnSpPr>
            <p:spPr bwMode="auto">
              <a:xfrm flipH="1">
                <a:off x="6576" y="4649"/>
                <a:ext cx="0" cy="454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62" name="直接连接符 161"/>
              <p:cNvCxnSpPr/>
              <p:nvPr>
                <p:custDataLst>
                  <p:tags r:id="rId61"/>
                </p:custDataLst>
              </p:nvPr>
            </p:nvCxnSpPr>
            <p:spPr bwMode="auto">
              <a:xfrm>
                <a:off x="7483" y="4309"/>
                <a:ext cx="397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sp>
            <p:nvSpPr>
              <p:cNvPr id="163" name="Text Box 36"/>
              <p:cNvSpPr txBox="1">
                <a:spLocks noChangeArrowheads="1"/>
              </p:cNvSpPr>
              <p:nvPr>
                <p:custDataLst>
                  <p:tags r:id="rId62"/>
                </p:custDataLst>
              </p:nvPr>
            </p:nvSpPr>
            <p:spPr bwMode="auto">
              <a:xfrm>
                <a:off x="3742" y="3572"/>
                <a:ext cx="227" cy="340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cxnSp>
            <p:nvCxnSpPr>
              <p:cNvPr id="164" name="直接连接符 163"/>
              <p:cNvCxnSpPr/>
              <p:nvPr>
                <p:custDataLst>
                  <p:tags r:id="rId63"/>
                </p:custDataLst>
              </p:nvPr>
            </p:nvCxnSpPr>
            <p:spPr bwMode="auto">
              <a:xfrm flipV="1">
                <a:off x="3967" y="3742"/>
                <a:ext cx="567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165" name="直接连接符 164"/>
              <p:cNvCxnSpPr/>
              <p:nvPr>
                <p:custDataLst>
                  <p:tags r:id="rId64"/>
                </p:custDataLst>
              </p:nvPr>
            </p:nvCxnSpPr>
            <p:spPr bwMode="auto">
              <a:xfrm flipV="1">
                <a:off x="3288" y="3685"/>
                <a:ext cx="454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66" name="直接连接符 165"/>
              <p:cNvCxnSpPr/>
              <p:nvPr>
                <p:custDataLst>
                  <p:tags r:id="rId65"/>
                </p:custDataLst>
              </p:nvPr>
            </p:nvCxnSpPr>
            <p:spPr bwMode="auto">
              <a:xfrm flipV="1">
                <a:off x="3515" y="3798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67" name="Text Box 36"/>
              <p:cNvSpPr txBox="1">
                <a:spLocks noChangeArrowheads="1"/>
              </p:cNvSpPr>
              <p:nvPr>
                <p:custDataLst>
                  <p:tags r:id="rId66"/>
                </p:custDataLst>
              </p:nvPr>
            </p:nvSpPr>
            <p:spPr bwMode="auto">
              <a:xfrm>
                <a:off x="3742" y="4139"/>
                <a:ext cx="227" cy="340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cxnSp>
            <p:nvCxnSpPr>
              <p:cNvPr id="168" name="直接连接符 167"/>
              <p:cNvCxnSpPr/>
              <p:nvPr>
                <p:custDataLst>
                  <p:tags r:id="rId67"/>
                </p:custDataLst>
              </p:nvPr>
            </p:nvCxnSpPr>
            <p:spPr bwMode="auto">
              <a:xfrm flipV="1">
                <a:off x="3967" y="4309"/>
                <a:ext cx="567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170" name="直接连接符 169"/>
              <p:cNvCxnSpPr/>
              <p:nvPr>
                <p:custDataLst>
                  <p:tags r:id="rId68"/>
                </p:custDataLst>
              </p:nvPr>
            </p:nvCxnSpPr>
            <p:spPr bwMode="auto">
              <a:xfrm flipV="1">
                <a:off x="3288" y="4252"/>
                <a:ext cx="454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71" name="直接连接符 170"/>
              <p:cNvCxnSpPr/>
              <p:nvPr>
                <p:custDataLst>
                  <p:tags r:id="rId69"/>
                </p:custDataLst>
              </p:nvPr>
            </p:nvCxnSpPr>
            <p:spPr bwMode="auto">
              <a:xfrm flipV="1">
                <a:off x="3515" y="4365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00000"/>
                </a:solidFill>
                <a:prstDash val="solid"/>
                <a:round/>
                <a:headEnd type="oval" w="sm" len="sm"/>
                <a:tailEnd type="none" w="med" len="med"/>
              </a:ln>
              <a:effectLst/>
            </p:spPr>
          </p:cxnSp>
          <p:sp>
            <p:nvSpPr>
              <p:cNvPr id="172" name="Text Box 36"/>
              <p:cNvSpPr txBox="1">
                <a:spLocks noChangeArrowheads="1"/>
              </p:cNvSpPr>
              <p:nvPr>
                <p:custDataLst>
                  <p:tags r:id="rId70"/>
                </p:custDataLst>
              </p:nvPr>
            </p:nvSpPr>
            <p:spPr bwMode="auto">
              <a:xfrm>
                <a:off x="3742" y="5046"/>
                <a:ext cx="227" cy="340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cxnSp>
            <p:nvCxnSpPr>
              <p:cNvPr id="173" name="直接连接符 172"/>
              <p:cNvCxnSpPr/>
              <p:nvPr>
                <p:custDataLst>
                  <p:tags r:id="rId71"/>
                </p:custDataLst>
              </p:nvPr>
            </p:nvCxnSpPr>
            <p:spPr bwMode="auto">
              <a:xfrm flipV="1">
                <a:off x="3967" y="5216"/>
                <a:ext cx="567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174" name="直接连接符 173"/>
              <p:cNvCxnSpPr/>
              <p:nvPr>
                <p:custDataLst>
                  <p:tags r:id="rId72"/>
                </p:custDataLst>
              </p:nvPr>
            </p:nvCxnSpPr>
            <p:spPr bwMode="auto">
              <a:xfrm flipV="1">
                <a:off x="3288" y="5159"/>
                <a:ext cx="454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75" name="直接连接符 174"/>
              <p:cNvCxnSpPr/>
              <p:nvPr>
                <p:custDataLst>
                  <p:tags r:id="rId73"/>
                </p:custDataLst>
              </p:nvPr>
            </p:nvCxnSpPr>
            <p:spPr bwMode="auto">
              <a:xfrm flipV="1">
                <a:off x="3515" y="5272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00000"/>
                </a:solidFill>
                <a:prstDash val="solid"/>
                <a:round/>
                <a:headEnd type="oval" w="sm" len="sm"/>
                <a:tailEnd type="none" w="med" len="med"/>
              </a:ln>
              <a:effectLst/>
            </p:spPr>
          </p:cxnSp>
          <p:cxnSp>
            <p:nvCxnSpPr>
              <p:cNvPr id="176" name="直接连接符 175"/>
              <p:cNvCxnSpPr/>
              <p:nvPr>
                <p:custDataLst>
                  <p:tags r:id="rId74"/>
                </p:custDataLst>
              </p:nvPr>
            </p:nvCxnSpPr>
            <p:spPr bwMode="auto">
              <a:xfrm flipH="1" flipV="1">
                <a:off x="3515" y="3798"/>
                <a:ext cx="0" cy="147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77" name="直接连接符 176"/>
              <p:cNvCxnSpPr/>
              <p:nvPr>
                <p:custDataLst>
                  <p:tags r:id="rId75"/>
                </p:custDataLst>
              </p:nvPr>
            </p:nvCxnSpPr>
            <p:spPr bwMode="auto">
              <a:xfrm flipH="1" flipV="1">
                <a:off x="2268" y="5272"/>
                <a:ext cx="1247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78" name="直接连接符 177"/>
              <p:cNvCxnSpPr/>
              <p:nvPr>
                <p:custDataLst>
                  <p:tags r:id="rId76"/>
                </p:custDataLst>
              </p:nvPr>
            </p:nvCxnSpPr>
            <p:spPr bwMode="auto">
              <a:xfrm>
                <a:off x="2268" y="3288"/>
                <a:ext cx="4932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79" name="直接连接符 178"/>
              <p:cNvCxnSpPr/>
              <p:nvPr>
                <p:custDataLst>
                  <p:tags r:id="rId77"/>
                </p:custDataLst>
              </p:nvPr>
            </p:nvCxnSpPr>
            <p:spPr bwMode="auto">
              <a:xfrm flipH="1">
                <a:off x="7200" y="3288"/>
                <a:ext cx="0" cy="567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180" name="直接连接符 179"/>
              <p:cNvCxnSpPr/>
              <p:nvPr>
                <p:custDataLst>
                  <p:tags r:id="rId78"/>
                </p:custDataLst>
              </p:nvPr>
            </p:nvCxnSpPr>
            <p:spPr bwMode="auto">
              <a:xfrm flipH="1" flipV="1">
                <a:off x="2494" y="3515"/>
                <a:ext cx="1701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71" name="Text Box 191"/>
              <p:cNvSpPr txBox="1">
                <a:spLocks noChangeArrowheads="1"/>
              </p:cNvSpPr>
              <p:nvPr>
                <p:custDataLst>
                  <p:tags r:id="rId79"/>
                </p:custDataLst>
              </p:nvPr>
            </p:nvSpPr>
            <p:spPr bwMode="auto">
              <a:xfrm>
                <a:off x="1871" y="4195"/>
                <a:ext cx="397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rW</a:t>
                </a:r>
                <a:endPara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</p:txBody>
          </p:sp>
          <p:cxnSp>
            <p:nvCxnSpPr>
              <p:cNvPr id="181" name="直接连接符 180"/>
              <p:cNvCxnSpPr/>
              <p:nvPr>
                <p:custDataLst>
                  <p:tags r:id="rId80"/>
                </p:custDataLst>
              </p:nvPr>
            </p:nvCxnSpPr>
            <p:spPr bwMode="auto">
              <a:xfrm flipH="1" flipV="1">
                <a:off x="2268" y="3855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82" name="矩形 181"/>
              <p:cNvSpPr/>
              <p:nvPr>
                <p:custDataLst>
                  <p:tags r:id="rId81"/>
                </p:custDataLst>
              </p:nvPr>
            </p:nvSpPr>
            <p:spPr>
              <a:xfrm>
                <a:off x="2608" y="3912"/>
                <a:ext cx="454" cy="1134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lIns="0" tIns="0" rIns="0" bIns="0" rtlCol="0" anchor="ctr" anchorCtr="1"/>
              <a:lstStyle/>
              <a:p>
                <a:pPr>
                  <a:lnSpc>
                    <a:spcPct val="90000"/>
                  </a:lnSpc>
                </a:pPr>
                <a:r>
                  <a:rPr lang="zh-CN" altLang="en-US" sz="1600" b="1" dirty="0">
                    <a:solidFill>
                      <a:schemeClr val="tx1"/>
                    </a:solidFill>
                    <a:latin typeface="+mn-ea"/>
                  </a:rPr>
                  <a:t>译码器</a:t>
                </a:r>
              </a:p>
            </p:txBody>
          </p:sp>
          <p:cxnSp>
            <p:nvCxnSpPr>
              <p:cNvPr id="183" name="直接连接符 182"/>
              <p:cNvCxnSpPr/>
              <p:nvPr>
                <p:custDataLst>
                  <p:tags r:id="rId82"/>
                </p:custDataLst>
              </p:nvPr>
            </p:nvCxnSpPr>
            <p:spPr bwMode="auto">
              <a:xfrm>
                <a:off x="2268" y="4365"/>
                <a:ext cx="340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184" name="直接连接符 183"/>
              <p:cNvCxnSpPr/>
              <p:nvPr>
                <p:custDataLst>
                  <p:tags r:id="rId83"/>
                </p:custDataLst>
              </p:nvPr>
            </p:nvCxnSpPr>
            <p:spPr bwMode="auto">
              <a:xfrm>
                <a:off x="2268" y="4819"/>
                <a:ext cx="34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sp>
            <p:nvSpPr>
              <p:cNvPr id="185" name="Text Box 191"/>
              <p:cNvSpPr txBox="1">
                <a:spLocks noChangeArrowheads="1"/>
              </p:cNvSpPr>
              <p:nvPr>
                <p:custDataLst>
                  <p:tags r:id="rId84"/>
                </p:custDataLst>
              </p:nvPr>
            </p:nvSpPr>
            <p:spPr bwMode="auto">
              <a:xfrm>
                <a:off x="1871" y="4649"/>
                <a:ext cx="397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WE</a:t>
                </a:r>
                <a:endPara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186" name="Text Box 191"/>
              <p:cNvSpPr txBox="1">
                <a:spLocks noChangeArrowheads="1"/>
              </p:cNvSpPr>
              <p:nvPr>
                <p:custDataLst>
                  <p:tags r:id="rId85"/>
                </p:custDataLst>
              </p:nvPr>
            </p:nvSpPr>
            <p:spPr bwMode="auto">
              <a:xfrm>
                <a:off x="1984" y="3685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D</a:t>
                </a:r>
                <a:endPara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187" name="Text Box 191"/>
              <p:cNvSpPr txBox="1">
                <a:spLocks noChangeArrowheads="1"/>
              </p:cNvSpPr>
              <p:nvPr>
                <p:custDataLst>
                  <p:tags r:id="rId86"/>
                </p:custDataLst>
              </p:nvPr>
            </p:nvSpPr>
            <p:spPr bwMode="auto">
              <a:xfrm>
                <a:off x="1814" y="5102"/>
                <a:ext cx="454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CP</a:t>
                </a:r>
                <a:endPara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188" name="Text Box 191"/>
              <p:cNvSpPr txBox="1">
                <a:spLocks noChangeArrowheads="1"/>
              </p:cNvSpPr>
              <p:nvPr>
                <p:custDataLst>
                  <p:tags r:id="rId87"/>
                </p:custDataLst>
              </p:nvPr>
            </p:nvSpPr>
            <p:spPr bwMode="auto">
              <a:xfrm>
                <a:off x="1871" y="3118"/>
                <a:ext cx="397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rR</a:t>
                </a:r>
                <a:endPara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</p:txBody>
          </p:sp>
          <p:cxnSp>
            <p:nvCxnSpPr>
              <p:cNvPr id="189" name="直接连接符 188"/>
              <p:cNvCxnSpPr/>
              <p:nvPr>
                <p:custDataLst>
                  <p:tags r:id="rId88"/>
                </p:custDataLst>
              </p:nvPr>
            </p:nvCxnSpPr>
            <p:spPr bwMode="auto">
              <a:xfrm flipH="1" flipV="1">
                <a:off x="2495" y="3515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90" name="直接连接符 189"/>
              <p:cNvCxnSpPr/>
              <p:nvPr>
                <p:custDataLst>
                  <p:tags r:id="rId89"/>
                </p:custDataLst>
              </p:nvPr>
            </p:nvCxnSpPr>
            <p:spPr bwMode="auto">
              <a:xfrm>
                <a:off x="3288" y="3685"/>
                <a:ext cx="0" cy="397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91" name="直接连接符 190"/>
              <p:cNvCxnSpPr/>
              <p:nvPr>
                <p:custDataLst>
                  <p:tags r:id="rId90"/>
                </p:custDataLst>
              </p:nvPr>
            </p:nvCxnSpPr>
            <p:spPr bwMode="auto">
              <a:xfrm flipV="1">
                <a:off x="3062" y="4082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92" name="直接连接符 191"/>
              <p:cNvCxnSpPr/>
              <p:nvPr>
                <p:custDataLst>
                  <p:tags r:id="rId91"/>
                </p:custDataLst>
              </p:nvPr>
            </p:nvCxnSpPr>
            <p:spPr bwMode="auto">
              <a:xfrm flipV="1">
                <a:off x="3062" y="4876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93" name="直接连接符 192"/>
              <p:cNvCxnSpPr/>
              <p:nvPr>
                <p:custDataLst>
                  <p:tags r:id="rId92"/>
                </p:custDataLst>
              </p:nvPr>
            </p:nvCxnSpPr>
            <p:spPr bwMode="auto">
              <a:xfrm>
                <a:off x="3288" y="4876"/>
                <a:ext cx="0" cy="283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94" name="Text Box 18"/>
              <p:cNvSpPr txBox="1">
                <a:spLocks noChangeArrowheads="1"/>
              </p:cNvSpPr>
              <p:nvPr>
                <p:custDataLst>
                  <p:tags r:id="rId93"/>
                </p:custDataLst>
              </p:nvPr>
            </p:nvSpPr>
            <p:spPr bwMode="auto">
              <a:xfrm rot="16200000">
                <a:off x="3019" y="4368"/>
                <a:ext cx="340" cy="283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…</a:t>
                </a:r>
              </a:p>
            </p:txBody>
          </p:sp>
          <p:cxnSp>
            <p:nvCxnSpPr>
              <p:cNvPr id="195" name="直接连接符 194"/>
              <p:cNvCxnSpPr/>
              <p:nvPr>
                <p:custDataLst>
                  <p:tags r:id="rId94"/>
                </p:custDataLst>
              </p:nvPr>
            </p:nvCxnSpPr>
            <p:spPr bwMode="auto">
              <a:xfrm flipV="1">
                <a:off x="3062" y="4252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220" name="Text Box 191"/>
            <p:cNvSpPr txBox="1">
              <a:spLocks noChangeArrowheads="1"/>
            </p:cNvSpPr>
            <p:nvPr>
              <p:custDataLst>
                <p:tags r:id="rId48"/>
              </p:custDataLst>
            </p:nvPr>
          </p:nvSpPr>
          <p:spPr bwMode="auto">
            <a:xfrm>
              <a:off x="9513" y="2611"/>
              <a:ext cx="3061" cy="255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t" anchorCtr="0"/>
            <a:lstStyle/>
            <a:p>
              <a:pPr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C00000"/>
                  </a:solidFill>
                  <a:latin typeface="宋体" panose="02010600030101010101" pitchFamily="2" charset="-122"/>
                  <a:sym typeface="+mn-ea"/>
                </a:rPr>
                <a:t>rR—</a:t>
              </a:r>
              <a:r>
                <a:rPr lang="zh-CN" altLang="en-US" sz="1600" b="1" u="sng" dirty="0">
                  <a:latin typeface="宋体" panose="02010600030101010101" pitchFamily="2" charset="-122"/>
                  <a:sym typeface="+mn-ea"/>
                </a:rPr>
                <a:t>欲</a:t>
              </a:r>
              <a:r>
                <a:rPr lang="zh-CN" altLang="en-US" sz="1600" b="1" u="sng" dirty="0">
                  <a:solidFill>
                    <a:schemeClr val="tx1"/>
                  </a:solidFill>
                  <a:latin typeface="宋体" panose="02010600030101010101" pitchFamily="2" charset="-122"/>
                  <a:sym typeface="+mn-ea"/>
                </a:rPr>
                <a:t>读寄存器</a:t>
              </a: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  <a:sym typeface="+mn-ea"/>
                </a:rPr>
                <a:t>地址</a:t>
              </a:r>
            </a:p>
            <a:p>
              <a:pPr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600" b="1" dirty="0">
                  <a:solidFill>
                    <a:srgbClr val="C00000"/>
                  </a:solidFill>
                  <a:latin typeface="宋体" panose="02010600030101010101" pitchFamily="2" charset="-122"/>
                  <a:sym typeface="+mn-ea"/>
                </a:rPr>
                <a:t> Q</a:t>
              </a:r>
              <a:r>
                <a:rPr lang="en-US" altLang="zh-CN" sz="1600" b="1" dirty="0">
                  <a:solidFill>
                    <a:srgbClr val="C00000"/>
                  </a:solidFill>
                  <a:latin typeface="宋体" panose="02010600030101010101" pitchFamily="2" charset="-122"/>
                  <a:sym typeface="+mn-ea"/>
                </a:rPr>
                <a:t>—</a:t>
              </a:r>
              <a:r>
                <a:rPr lang="zh-CN" altLang="en-US" sz="1600" b="1" u="sng" dirty="0">
                  <a:latin typeface="宋体" panose="02010600030101010101" pitchFamily="2" charset="-122"/>
                  <a:sym typeface="+mn-ea"/>
                </a:rPr>
                <a:t>所读寄存器</a:t>
              </a:r>
              <a:r>
                <a:rPr lang="zh-CN" altLang="en-US" sz="1600" b="1" dirty="0">
                  <a:latin typeface="宋体" panose="02010600030101010101" pitchFamily="2" charset="-122"/>
                  <a:sym typeface="+mn-ea"/>
                </a:rPr>
                <a:t>的值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endParaRPr>
            </a:p>
            <a:p>
              <a:pPr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  <a:sym typeface="+mn-ea"/>
                </a:rPr>
                <a:t>rW—</a:t>
              </a:r>
              <a:r>
                <a:rPr lang="zh-CN" altLang="en-US" sz="1600" b="1" u="sng" dirty="0">
                  <a:latin typeface="宋体" panose="02010600030101010101" pitchFamily="2" charset="-122"/>
                  <a:sym typeface="+mn-ea"/>
                </a:rPr>
                <a:t>欲写寄存器</a:t>
              </a:r>
              <a:r>
                <a:rPr lang="zh-CN" altLang="en-US" sz="1600" b="1" dirty="0">
                  <a:latin typeface="宋体" panose="02010600030101010101" pitchFamily="2" charset="-122"/>
                  <a:sym typeface="+mn-ea"/>
                </a:rPr>
                <a:t>地址</a:t>
              </a:r>
            </a:p>
            <a:p>
              <a:pPr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600" b="1" dirty="0">
                  <a:solidFill>
                    <a:srgbClr val="990099"/>
                  </a:solidFill>
                  <a:latin typeface="宋体" panose="02010600030101010101" pitchFamily="2" charset="-122"/>
                  <a:sym typeface="+mn-ea"/>
                </a:rPr>
                <a:t> D</a:t>
              </a: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  <a:sym typeface="+mn-ea"/>
                </a:rPr>
                <a:t>—</a:t>
              </a:r>
              <a:r>
                <a:rPr lang="zh-CN" altLang="en-US" sz="1600" b="1" dirty="0">
                  <a:latin typeface="宋体" panose="02010600030101010101" pitchFamily="2" charset="-122"/>
                  <a:sym typeface="+mn-ea"/>
                </a:rPr>
                <a:t>欲写入的值</a:t>
              </a:r>
              <a:endParaRPr lang="zh-CN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endParaRPr>
            </a:p>
            <a:p>
              <a:pPr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  <a:sym typeface="+mn-ea"/>
                </a:rPr>
                <a:t>WE—</a:t>
              </a:r>
              <a:r>
                <a:rPr lang="zh-CN" altLang="en-US" sz="1600" b="1" dirty="0">
                  <a:latin typeface="宋体" panose="02010600030101010101" pitchFamily="2" charset="-122"/>
                  <a:sym typeface="+mn-ea"/>
                </a:rPr>
                <a:t>写使能信号</a:t>
              </a:r>
            </a:p>
            <a:p>
              <a:pPr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600" b="1" dirty="0">
                  <a:solidFill>
                    <a:srgbClr val="990099"/>
                  </a:solidFill>
                  <a:latin typeface="宋体" panose="02010600030101010101" pitchFamily="2" charset="-122"/>
                  <a:sym typeface="+mn-ea"/>
                </a:rPr>
                <a:t>CP</a:t>
              </a: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  <a:sym typeface="+mn-ea"/>
                </a:rPr>
                <a:t>—</a:t>
              </a:r>
              <a:r>
                <a:rPr lang="zh-CN" altLang="en-US" sz="1600" b="1" dirty="0">
                  <a:latin typeface="宋体" panose="02010600030101010101" pitchFamily="2" charset="-122"/>
                  <a:sym typeface="+mn-ea"/>
                </a:rPr>
                <a:t>时钟信号</a:t>
              </a:r>
              <a:endPara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endParaRPr>
            </a:p>
          </p:txBody>
        </p:sp>
      </p:grpSp>
      <p:graphicFrame>
        <p:nvGraphicFramePr>
          <p:cNvPr id="222" name="表格 221"/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075897170"/>
              </p:ext>
            </p:extLst>
          </p:nvPr>
        </p:nvGraphicFramePr>
        <p:xfrm>
          <a:off x="2124740" y="3210218"/>
          <a:ext cx="4463484" cy="1186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5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57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45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5769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3685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 err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WE</a:t>
                      </a:r>
                    </a:p>
                  </a:txBody>
                  <a:tcPr marL="36000" marR="36000" marT="1778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CP</a:t>
                      </a:r>
                    </a:p>
                  </a:txBody>
                  <a:tcPr marL="36000" marR="36000" marT="17780" marB="0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 err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rW</a:t>
                      </a:r>
                    </a:p>
                  </a:txBody>
                  <a:tcPr marL="36000" marR="36000" marT="17780" marB="0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marL="36000" marR="36000" marT="17780" marB="0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 err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rR</a:t>
                      </a:r>
                    </a:p>
                  </a:txBody>
                  <a:tcPr marL="36000" marR="36000" marT="17780" marB="0">
                    <a:lnL w="12700">
                      <a:solidFill>
                        <a:schemeClr val="tx1"/>
                      </a:solidFill>
                      <a:prstDash val="sysDash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</a:t>
                      </a:r>
                    </a:p>
                  </a:txBody>
                  <a:tcPr marL="36000" marR="36000" marT="1778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功能</a:t>
                      </a:r>
                    </a:p>
                  </a:txBody>
                  <a:tcPr marL="36000" marR="36000" marT="1778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85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6000" marR="36000" marT="1778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zh-CN" altLang="en-US" sz="1600" b="1" dirty="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×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000" marR="36000" marT="17780" marB="0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zh-CN" altLang="en-US" sz="1600" b="1" dirty="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×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000" marR="36000" marT="17780" marB="0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zh-CN" altLang="en-US" sz="1600" b="1" dirty="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×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000" marR="36000" marT="17780" marB="0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L="36000" marR="36000" marT="17780" marB="0">
                    <a:lnL w="12700">
                      <a:solidFill>
                        <a:schemeClr val="tx1"/>
                      </a:solidFill>
                      <a:prstDash val="sysDash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R[b]</a:t>
                      </a:r>
                    </a:p>
                  </a:txBody>
                  <a:tcPr marL="36000" marR="36000" marT="1778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读出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(R[b])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778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85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000" marR="36000" marT="1778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↑</a:t>
                      </a: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36000" marR="36000" marT="17780" marB="0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m</a:t>
                      </a: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L="36000" marR="36000" marT="17780" marB="0">
                    <a:lnL w="12700">
                      <a:solidFill>
                        <a:schemeClr val="tx1"/>
                      </a:solidFill>
                      <a:prstDash val="sysDash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R[c]</a:t>
                      </a:r>
                      <a:r>
                        <a:rPr lang="en-US" altLang="zh-CN" sz="1600" b="1" baseline="30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①</a:t>
                      </a:r>
                    </a:p>
                  </a:txBody>
                  <a:tcPr marL="36000" marR="36000" marT="1778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写入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(R[a]=m)</a:t>
                      </a:r>
                    </a:p>
                  </a:txBody>
                  <a:tcPr marL="36000" marR="36000" marT="1778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85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000" marR="36000" marT="1778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非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↑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zh-CN" altLang="en-US" sz="1600" b="1" dirty="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×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000" marR="36000" marT="17780" marB="0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b="1" dirty="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×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marL="36000" marR="36000" marT="17780" marB="0">
                    <a:lnL w="12700">
                      <a:solidFill>
                        <a:schemeClr val="tx1"/>
                      </a:solidFill>
                      <a:prstDash val="sysDash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R[d]</a:t>
                      </a:r>
                    </a:p>
                  </a:txBody>
                  <a:tcPr marL="36000" marR="36000" marT="1778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保持</a:t>
                      </a:r>
                    </a:p>
                  </a:txBody>
                  <a:tcPr marL="36000" marR="36000" marT="1778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855">
                <a:tc gridSpan="7"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注：①若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＝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，则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R[c]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＝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m</a:t>
                      </a:r>
                    </a:p>
                  </a:txBody>
                  <a:tcPr marL="36000" marR="36000" marT="1778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17780" marB="0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17780" marB="0">
                    <a:lnL w="12700">
                      <a:solidFill>
                        <a:schemeClr val="tx1"/>
                      </a:solidFill>
                      <a:prstDash val="sysDash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1778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1778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6" name="Text Box 7"/>
          <p:cNvSpPr txBox="1">
            <a:spLocks noChangeArrowheads="1"/>
          </p:cNvSpPr>
          <p:nvPr/>
        </p:nvSpPr>
        <p:spPr bwMode="auto">
          <a:xfrm>
            <a:off x="1602105" y="4437112"/>
            <a:ext cx="2499995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可简化连接与控制</a:t>
            </a:r>
            <a:endParaRPr 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260" name="组合 259"/>
          <p:cNvGrpSpPr/>
          <p:nvPr/>
        </p:nvGrpSpPr>
        <p:grpSpPr>
          <a:xfrm>
            <a:off x="4104000" y="4581128"/>
            <a:ext cx="4680585" cy="1374775"/>
            <a:chOff x="5669" y="5148"/>
            <a:chExt cx="7371" cy="2165"/>
          </a:xfrm>
        </p:grpSpPr>
        <p:sp>
          <p:nvSpPr>
            <p:cNvPr id="227" name="Text Box 191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5726" y="6973"/>
              <a:ext cx="56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CLK</a:t>
              </a:r>
            </a:p>
          </p:txBody>
        </p:sp>
        <p:cxnSp>
          <p:nvCxnSpPr>
            <p:cNvPr id="228" name="直接箭头连接符 227"/>
            <p:cNvCxnSpPr/>
            <p:nvPr>
              <p:custDataLst>
                <p:tags r:id="rId5"/>
              </p:custDataLst>
            </p:nvPr>
          </p:nvCxnSpPr>
          <p:spPr bwMode="auto">
            <a:xfrm flipV="1">
              <a:off x="6463" y="5216"/>
              <a:ext cx="6009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29" name="直接箭头连接符 228"/>
            <p:cNvCxnSpPr/>
            <p:nvPr>
              <p:custDataLst>
                <p:tags r:id="rId6"/>
              </p:custDataLst>
            </p:nvPr>
          </p:nvCxnSpPr>
          <p:spPr bwMode="auto">
            <a:xfrm flipV="1">
              <a:off x="6293" y="7144"/>
              <a:ext cx="1077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30" name="Text Box 191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5726" y="5148"/>
              <a:ext cx="73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总线</a:t>
              </a:r>
            </a:p>
          </p:txBody>
        </p:sp>
        <p:cxnSp>
          <p:nvCxnSpPr>
            <p:cNvPr id="231" name="直接箭头连接符 230"/>
            <p:cNvCxnSpPr/>
            <p:nvPr>
              <p:custDataLst>
                <p:tags r:id="rId8"/>
              </p:custDataLst>
            </p:nvPr>
          </p:nvCxnSpPr>
          <p:spPr bwMode="auto">
            <a:xfrm flipH="1">
              <a:off x="8275" y="5613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32" name="等腰三角形 231"/>
            <p:cNvSpPr/>
            <p:nvPr>
              <p:custDataLst>
                <p:tags r:id="rId9"/>
              </p:custDataLst>
            </p:nvPr>
          </p:nvSpPr>
          <p:spPr>
            <a:xfrm>
              <a:off x="8050" y="5443"/>
              <a:ext cx="340" cy="340"/>
            </a:xfrm>
            <a:prstGeom prst="triangl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scene3d>
              <a:camera prst="orthographicFront">
                <a:rot lat="0" lon="0" rev="0"/>
              </a:camera>
              <a:lightRig rig="threePt" dir="t"/>
            </a:scene3d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233" name="直接箭头连接符 232"/>
            <p:cNvCxnSpPr/>
            <p:nvPr>
              <p:custDataLst>
                <p:tags r:id="rId10"/>
              </p:custDataLst>
            </p:nvPr>
          </p:nvCxnSpPr>
          <p:spPr bwMode="auto">
            <a:xfrm flipH="1" flipV="1">
              <a:off x="8220" y="5216"/>
              <a:ext cx="1" cy="227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sp>
          <p:nvSpPr>
            <p:cNvPr id="234" name="Text Box 191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5669" y="6576"/>
              <a:ext cx="62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Rd</a:t>
              </a:r>
              <a:r>
                <a:rPr lang="en-US" altLang="zh-CN" sz="1600" b="1" baseline="-25000" dirty="0">
                  <a:solidFill>
                    <a:srgbClr val="FF3399"/>
                  </a:solidFill>
                  <a:latin typeface="宋体" panose="02010600030101010101" pitchFamily="2" charset="-122"/>
                </a:rPr>
                <a:t>IN</a:t>
              </a:r>
            </a:p>
          </p:txBody>
        </p:sp>
        <p:sp>
          <p:nvSpPr>
            <p:cNvPr id="235" name="Text Box 191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5896" y="6293"/>
              <a:ext cx="39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70C0"/>
                  </a:solidFill>
                  <a:latin typeface="宋体" panose="02010600030101010101" pitchFamily="2" charset="-122"/>
                </a:rPr>
                <a:t>Rd</a:t>
              </a:r>
              <a:endParaRPr lang="en-US" altLang="zh-CN" sz="1600" b="1" baseline="-25000" dirty="0">
                <a:solidFill>
                  <a:srgbClr val="0070C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236" name="直接箭头连接符 235"/>
            <p:cNvCxnSpPr/>
            <p:nvPr>
              <p:custDataLst>
                <p:tags r:id="rId13"/>
              </p:custDataLst>
            </p:nvPr>
          </p:nvCxnSpPr>
          <p:spPr bwMode="auto">
            <a:xfrm>
              <a:off x="6973" y="5216"/>
              <a:ext cx="0" cy="567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grpSp>
          <p:nvGrpSpPr>
            <p:cNvPr id="237" name="组合 236"/>
            <p:cNvGrpSpPr/>
            <p:nvPr/>
          </p:nvGrpSpPr>
          <p:grpSpPr>
            <a:xfrm>
              <a:off x="6293" y="5783"/>
              <a:ext cx="2665" cy="1361"/>
              <a:chOff x="9014" y="3231"/>
              <a:chExt cx="2665" cy="1361"/>
            </a:xfrm>
          </p:grpSpPr>
          <p:sp>
            <p:nvSpPr>
              <p:cNvPr id="238" name="Text Box 36"/>
              <p:cNvSpPr txBox="1">
                <a:spLocks noChangeArrowheads="1"/>
              </p:cNvSpPr>
              <p:nvPr>
                <p:custDataLst>
                  <p:tags r:id="rId38"/>
                </p:custDataLst>
              </p:nvPr>
            </p:nvSpPr>
            <p:spPr bwMode="auto">
              <a:xfrm>
                <a:off x="9241" y="3402"/>
                <a:ext cx="2211" cy="1020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horz" wrap="square" lIns="17780" tIns="0" rIns="17780" bIns="0" anchor="t" anchorCtr="0">
                <a:noAutofit/>
              </a:bodyPr>
              <a:lstStyle/>
              <a:p>
                <a:pPr algn="l">
                  <a:lnSpc>
                    <a:spcPct val="90000"/>
                  </a:lnSpc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  D      </a:t>
                </a:r>
                <a:r>
                  <a:rPr lang="en-US" altLang="zh-CN" sz="1400" b="1" u="none" dirty="0">
                    <a:latin typeface="宋体" panose="02010600030101010101" pitchFamily="2" charset="-122"/>
                  </a:rPr>
                  <a:t>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</a:t>
                </a:r>
              </a:p>
              <a:p>
                <a:pPr marL="0" indent="0" algn="dist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rW         rR</a:t>
                </a:r>
              </a:p>
              <a:p>
                <a:pPr marL="0" indent="0" algn="l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  <a:sym typeface="+mn-ea"/>
                  </a:rPr>
                  <a:t>WE</a:t>
                </a:r>
              </a:p>
            </p:txBody>
          </p:sp>
          <p:cxnSp>
            <p:nvCxnSpPr>
              <p:cNvPr id="239" name="直接箭头连接符 238"/>
              <p:cNvCxnSpPr/>
              <p:nvPr>
                <p:custDataLst>
                  <p:tags r:id="rId39"/>
                </p:custDataLst>
              </p:nvPr>
            </p:nvCxnSpPr>
            <p:spPr bwMode="auto">
              <a:xfrm flipH="1" flipV="1">
                <a:off x="10091" y="4422"/>
                <a:ext cx="1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240" name="等腰三角形 239"/>
              <p:cNvSpPr/>
              <p:nvPr>
                <p:custDataLst>
                  <p:tags r:id="rId40"/>
                </p:custDataLst>
              </p:nvPr>
            </p:nvSpPr>
            <p:spPr>
              <a:xfrm>
                <a:off x="9978" y="4309"/>
                <a:ext cx="227" cy="113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241" name="直接箭头连接符 240"/>
              <p:cNvCxnSpPr/>
              <p:nvPr>
                <p:custDataLst>
                  <p:tags r:id="rId41"/>
                </p:custDataLst>
              </p:nvPr>
            </p:nvCxnSpPr>
            <p:spPr bwMode="auto">
              <a:xfrm flipH="1" flipV="1">
                <a:off x="9694" y="3231"/>
                <a:ext cx="1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242" name="Text Box 191"/>
              <p:cNvSpPr txBox="1">
                <a:spLocks noChangeArrowheads="1"/>
              </p:cNvSpPr>
              <p:nvPr>
                <p:custDataLst>
                  <p:tags r:id="rId42"/>
                </p:custDataLst>
              </p:nvPr>
            </p:nvSpPr>
            <p:spPr bwMode="auto">
              <a:xfrm>
                <a:off x="9977" y="4054"/>
                <a:ext cx="283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C</a:t>
                </a:r>
              </a:p>
            </p:txBody>
          </p:sp>
          <p:cxnSp>
            <p:nvCxnSpPr>
              <p:cNvPr id="243" name="直接箭头连接符 242"/>
              <p:cNvCxnSpPr/>
              <p:nvPr>
                <p:custDataLst>
                  <p:tags r:id="rId43"/>
                </p:custDataLst>
              </p:nvPr>
            </p:nvCxnSpPr>
            <p:spPr bwMode="auto">
              <a:xfrm flipH="1" flipV="1">
                <a:off x="10942" y="3231"/>
                <a:ext cx="1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44" name="直接箭头连接符 243"/>
              <p:cNvCxnSpPr/>
              <p:nvPr>
                <p:custDataLst>
                  <p:tags r:id="rId44"/>
                </p:custDataLst>
              </p:nvPr>
            </p:nvCxnSpPr>
            <p:spPr bwMode="auto">
              <a:xfrm flipH="1">
                <a:off x="9014" y="3912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45" name="直接箭头连接符 244"/>
              <p:cNvCxnSpPr/>
              <p:nvPr>
                <p:custDataLst>
                  <p:tags r:id="rId45"/>
                </p:custDataLst>
              </p:nvPr>
            </p:nvCxnSpPr>
            <p:spPr bwMode="auto">
              <a:xfrm flipH="1">
                <a:off x="9014" y="4195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46" name="直接箭头连接符 245"/>
              <p:cNvCxnSpPr/>
              <p:nvPr>
                <p:custDataLst>
                  <p:tags r:id="rId46"/>
                </p:custDataLst>
              </p:nvPr>
            </p:nvCxnSpPr>
            <p:spPr bwMode="auto">
              <a:xfrm flipH="1">
                <a:off x="11452" y="3912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247" name="Text Box 191"/>
              <p:cNvSpPr txBox="1">
                <a:spLocks noChangeArrowheads="1"/>
              </p:cNvSpPr>
              <p:nvPr>
                <p:custDataLst>
                  <p:tags r:id="rId47"/>
                </p:custDataLst>
              </p:nvPr>
            </p:nvSpPr>
            <p:spPr bwMode="auto">
              <a:xfrm>
                <a:off x="9669" y="3745"/>
                <a:ext cx="1361" cy="34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6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寄存器组</a:t>
                </a:r>
              </a:p>
            </p:txBody>
          </p:sp>
        </p:grpSp>
        <p:sp>
          <p:nvSpPr>
            <p:cNvPr id="248" name="Text Box 191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8957" y="6293"/>
              <a:ext cx="39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70C0"/>
                  </a:solidFill>
                  <a:latin typeface="宋体" panose="02010600030101010101" pitchFamily="2" charset="-122"/>
                </a:rPr>
                <a:t>Rs</a:t>
              </a:r>
              <a:endParaRPr lang="en-US" altLang="zh-CN" sz="1600" b="1" baseline="-25000" dirty="0">
                <a:solidFill>
                  <a:srgbClr val="0070C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49" name="Text Box 191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8841" y="5443"/>
              <a:ext cx="68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Rs</a:t>
              </a:r>
              <a:r>
                <a:rPr lang="en-US" altLang="zh-CN" sz="1600" b="1" baseline="-25000" dirty="0">
                  <a:solidFill>
                    <a:srgbClr val="FF3399"/>
                  </a:solidFill>
                  <a:latin typeface="宋体" panose="02010600030101010101" pitchFamily="2" charset="-122"/>
                </a:rPr>
                <a:t>OUT</a:t>
              </a:r>
            </a:p>
          </p:txBody>
        </p:sp>
        <p:cxnSp>
          <p:nvCxnSpPr>
            <p:cNvPr id="250" name="直接箭头连接符 249"/>
            <p:cNvCxnSpPr/>
            <p:nvPr>
              <p:custDataLst>
                <p:tags r:id="rId16"/>
              </p:custDataLst>
            </p:nvPr>
          </p:nvCxnSpPr>
          <p:spPr bwMode="auto">
            <a:xfrm flipH="1" flipV="1">
              <a:off x="11282" y="5953"/>
              <a:ext cx="1247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51" name="直接箭头连接符 250"/>
            <p:cNvCxnSpPr/>
            <p:nvPr>
              <p:custDataLst>
                <p:tags r:id="rId17"/>
              </p:custDataLst>
            </p:nvPr>
          </p:nvCxnSpPr>
          <p:spPr bwMode="auto">
            <a:xfrm>
              <a:off x="9808" y="5216"/>
              <a:ext cx="0" cy="907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sp>
          <p:nvSpPr>
            <p:cNvPr id="252" name="Text Box 191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9638" y="6463"/>
              <a:ext cx="1134" cy="454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ALU</a:t>
              </a:r>
            </a:p>
          </p:txBody>
        </p:sp>
        <p:sp>
          <p:nvSpPr>
            <p:cNvPr id="253" name="Text Box 191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10035" y="5726"/>
              <a:ext cx="1247" cy="397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寄存器</a:t>
              </a: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Y</a:t>
              </a:r>
            </a:p>
          </p:txBody>
        </p:sp>
        <p:cxnSp>
          <p:nvCxnSpPr>
            <p:cNvPr id="254" name="直接箭头连接符 253"/>
            <p:cNvCxnSpPr/>
            <p:nvPr>
              <p:custDataLst>
                <p:tags r:id="rId20"/>
              </p:custDataLst>
            </p:nvPr>
          </p:nvCxnSpPr>
          <p:spPr bwMode="auto">
            <a:xfrm>
              <a:off x="10602" y="6123"/>
              <a:ext cx="0" cy="34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55" name="直接箭头连接符 254"/>
            <p:cNvCxnSpPr/>
            <p:nvPr>
              <p:custDataLst>
                <p:tags r:id="rId21"/>
              </p:custDataLst>
            </p:nvPr>
          </p:nvCxnSpPr>
          <p:spPr bwMode="auto">
            <a:xfrm>
              <a:off x="10602" y="5216"/>
              <a:ext cx="0" cy="51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sp>
          <p:nvSpPr>
            <p:cNvPr id="256" name="Text Box 191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11056" y="6463"/>
              <a:ext cx="1247" cy="397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寄存器</a:t>
              </a: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Y</a:t>
              </a:r>
            </a:p>
          </p:txBody>
        </p:sp>
        <p:cxnSp>
          <p:nvCxnSpPr>
            <p:cNvPr id="257" name="直接箭头连接符 256"/>
            <p:cNvCxnSpPr/>
            <p:nvPr>
              <p:custDataLst>
                <p:tags r:id="rId23"/>
              </p:custDataLst>
            </p:nvPr>
          </p:nvCxnSpPr>
          <p:spPr bwMode="auto">
            <a:xfrm>
              <a:off x="10205" y="6916"/>
              <a:ext cx="0" cy="22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58" name="直接箭头连接符 257"/>
            <p:cNvCxnSpPr/>
            <p:nvPr>
              <p:custDataLst>
                <p:tags r:id="rId24"/>
              </p:custDataLst>
            </p:nvPr>
          </p:nvCxnSpPr>
          <p:spPr bwMode="auto">
            <a:xfrm>
              <a:off x="10205" y="7143"/>
              <a:ext cx="147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59" name="直接箭头连接符 258"/>
            <p:cNvCxnSpPr/>
            <p:nvPr>
              <p:custDataLst>
                <p:tags r:id="rId25"/>
              </p:custDataLst>
            </p:nvPr>
          </p:nvCxnSpPr>
          <p:spPr bwMode="auto">
            <a:xfrm>
              <a:off x="11679" y="6860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61" name="直接箭头连接符 260"/>
            <p:cNvCxnSpPr/>
            <p:nvPr>
              <p:custDataLst>
                <p:tags r:id="rId26"/>
              </p:custDataLst>
            </p:nvPr>
          </p:nvCxnSpPr>
          <p:spPr bwMode="auto">
            <a:xfrm>
              <a:off x="9808" y="6123"/>
              <a:ext cx="0" cy="34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62" name="直接箭头连接符 261"/>
            <p:cNvCxnSpPr/>
            <p:nvPr>
              <p:custDataLst>
                <p:tags r:id="rId27"/>
              </p:custDataLst>
            </p:nvPr>
          </p:nvCxnSpPr>
          <p:spPr bwMode="auto">
            <a:xfrm>
              <a:off x="11679" y="6180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63" name="直接箭头连接符 262"/>
            <p:cNvCxnSpPr/>
            <p:nvPr>
              <p:custDataLst>
                <p:tags r:id="rId28"/>
              </p:custDataLst>
            </p:nvPr>
          </p:nvCxnSpPr>
          <p:spPr bwMode="auto">
            <a:xfrm flipH="1">
              <a:off x="11736" y="5587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64" name="等腰三角形 263"/>
            <p:cNvSpPr/>
            <p:nvPr>
              <p:custDataLst>
                <p:tags r:id="rId29"/>
              </p:custDataLst>
            </p:nvPr>
          </p:nvSpPr>
          <p:spPr>
            <a:xfrm>
              <a:off x="11509" y="5443"/>
              <a:ext cx="340" cy="340"/>
            </a:xfrm>
            <a:prstGeom prst="triangl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scene3d>
              <a:camera prst="orthographicFront">
                <a:rot lat="0" lon="0" rev="0"/>
              </a:camera>
              <a:lightRig rig="threePt" dir="t"/>
            </a:scene3d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265" name="直接箭头连接符 264"/>
            <p:cNvCxnSpPr/>
            <p:nvPr>
              <p:custDataLst>
                <p:tags r:id="rId30"/>
              </p:custDataLst>
            </p:nvPr>
          </p:nvCxnSpPr>
          <p:spPr bwMode="auto">
            <a:xfrm flipH="1" flipV="1">
              <a:off x="11679" y="5216"/>
              <a:ext cx="1" cy="227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sp>
          <p:nvSpPr>
            <p:cNvPr id="266" name="Text Box 191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12530" y="5417"/>
              <a:ext cx="51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Z</a:t>
              </a:r>
              <a:r>
                <a:rPr lang="en-US" altLang="zh-CN" sz="1600" b="1" baseline="-25000" dirty="0">
                  <a:solidFill>
                    <a:srgbClr val="FF3399"/>
                  </a:solidFill>
                  <a:latin typeface="宋体" panose="02010600030101010101" pitchFamily="2" charset="-122"/>
                </a:rPr>
                <a:t>OUT</a:t>
              </a:r>
            </a:p>
          </p:txBody>
        </p:sp>
        <p:cxnSp>
          <p:nvCxnSpPr>
            <p:cNvPr id="267" name="直接箭头连接符 266"/>
            <p:cNvCxnSpPr/>
            <p:nvPr>
              <p:custDataLst>
                <p:tags r:id="rId32"/>
              </p:custDataLst>
            </p:nvPr>
          </p:nvCxnSpPr>
          <p:spPr bwMode="auto">
            <a:xfrm flipV="1">
              <a:off x="11679" y="5783"/>
              <a:ext cx="0" cy="397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68" name="直接箭头连接符 267"/>
            <p:cNvCxnSpPr/>
            <p:nvPr>
              <p:custDataLst>
                <p:tags r:id="rId33"/>
              </p:custDataLst>
            </p:nvPr>
          </p:nvCxnSpPr>
          <p:spPr bwMode="auto">
            <a:xfrm flipH="1" flipV="1">
              <a:off x="12303" y="6633"/>
              <a:ext cx="227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69" name="Text Box 191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12530" y="5783"/>
              <a:ext cx="45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Y</a:t>
              </a:r>
              <a:r>
                <a:rPr lang="en-US" altLang="zh-CN" sz="1600" b="1" baseline="-25000" dirty="0">
                  <a:solidFill>
                    <a:srgbClr val="FF3399"/>
                  </a:solidFill>
                  <a:latin typeface="宋体" panose="02010600030101010101" pitchFamily="2" charset="-122"/>
                </a:rPr>
                <a:t>IN</a:t>
              </a:r>
            </a:p>
          </p:txBody>
        </p:sp>
        <p:sp>
          <p:nvSpPr>
            <p:cNvPr id="270" name="Text Box 191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12530" y="6463"/>
              <a:ext cx="45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Z</a:t>
              </a:r>
              <a:r>
                <a:rPr lang="en-US" altLang="zh-CN" sz="1600" b="1" baseline="-25000" dirty="0">
                  <a:solidFill>
                    <a:srgbClr val="FF3399"/>
                  </a:solidFill>
                  <a:latin typeface="宋体" panose="02010600030101010101" pitchFamily="2" charset="-122"/>
                </a:rPr>
                <a:t>IN</a:t>
              </a:r>
            </a:p>
          </p:txBody>
        </p:sp>
        <p:cxnSp>
          <p:nvCxnSpPr>
            <p:cNvPr id="271" name="直接箭头连接符 270"/>
            <p:cNvCxnSpPr/>
            <p:nvPr>
              <p:custDataLst>
                <p:tags r:id="rId36"/>
              </p:custDataLst>
            </p:nvPr>
          </p:nvCxnSpPr>
          <p:spPr bwMode="auto">
            <a:xfrm flipH="1" flipV="1">
              <a:off x="12076" y="5587"/>
              <a:ext cx="454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72" name="直接箭头连接符 271"/>
            <p:cNvCxnSpPr/>
            <p:nvPr>
              <p:custDataLst>
                <p:tags r:id="rId37"/>
              </p:custDataLst>
            </p:nvPr>
          </p:nvCxnSpPr>
          <p:spPr bwMode="auto">
            <a:xfrm flipH="1" flipV="1">
              <a:off x="8613" y="5613"/>
              <a:ext cx="227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273" name="AutoShape 452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 rot="5400000">
            <a:off x="3996630" y="6525890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 Box 7"/>
          <p:cNvSpPr txBox="1">
            <a:spLocks noChangeArrowheads="1"/>
          </p:cNvSpPr>
          <p:nvPr/>
        </p:nvSpPr>
        <p:spPr bwMode="auto">
          <a:xfrm>
            <a:off x="192406" y="332656"/>
            <a:ext cx="3083560" cy="251530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、移位寄存器</a:t>
            </a: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zh-CN" b="1" dirty="0">
              <a:solidFill>
                <a:srgbClr val="FF33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150620" indent="-1150620" eaLnBrk="1" latinLnBrk="0" hangingPunct="1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功能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150620" indent="-115062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150620" indent="-115062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类型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150620" indent="-115062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6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150620" indent="-115062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*</a:t>
            </a:r>
            <a:r>
              <a:rPr 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组成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示例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 marL="1150620" indent="-115062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20</a:t>
            </a:fld>
            <a:endParaRPr lang="en-US" altLang="zh-CN"/>
          </a:p>
        </p:txBody>
      </p:sp>
      <p:sp>
        <p:nvSpPr>
          <p:cNvPr id="23" name="Text Box 7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331594" y="764704"/>
            <a:ext cx="7704265" cy="216049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2880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存储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信息，具有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移位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功能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左移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右移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16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←含写入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&amp;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输出    </a:t>
            </a:r>
            <a:r>
              <a:rPr lang="en-US" altLang="zh-CN" sz="16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用时钟信号控制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移动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位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时钟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zh-CN" altLang="en-US" sz="16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串行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输入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并行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输出、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并行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输入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串行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输出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串行入串行出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无意义</a:t>
            </a:r>
            <a:endParaRPr lang="zh-CN" altLang="en-US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适于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外部→内部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        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适于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内部→外部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       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并行入并行出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＝寄存器</a:t>
            </a:r>
            <a:endParaRPr lang="zh-CN" altLang="en-US" sz="16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串行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输入、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右移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功能的电路如右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（激励函数为</a:t>
            </a:r>
            <a:r>
              <a:rPr lang="en-US" altLang="zh-CN" sz="18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D</a:t>
            </a:r>
            <a:r>
              <a:rPr lang="en-US" altLang="zh-CN" sz="1800" b="1" kern="100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z="18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18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X</a:t>
            </a:r>
            <a:r>
              <a:rPr lang="zh-CN" altLang="en-US" sz="18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18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D</a:t>
            </a:r>
            <a:r>
              <a:rPr lang="en-US" altLang="zh-CN" sz="1800" b="1" kern="100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18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18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Q</a:t>
            </a:r>
            <a:r>
              <a:rPr lang="en-US" altLang="zh-CN" sz="1800" b="1" kern="100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z="18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18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D</a:t>
            </a:r>
            <a:r>
              <a:rPr lang="en-US" altLang="zh-CN" sz="1800" b="1" kern="100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r>
              <a:rPr lang="zh-CN" altLang="en-US" sz="18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18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Q</a:t>
            </a:r>
            <a:r>
              <a:rPr lang="en-US" altLang="zh-CN" sz="1800" b="1" kern="100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18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endParaRPr lang="en-US" altLang="zh-CN" sz="18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59" name="Text Box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188000" y="2924944"/>
            <a:ext cx="3996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195" tIns="10795" rIns="36195" bIns="10795">
            <a:noAutofit/>
          </a:bodyPr>
          <a:lstStyle/>
          <a:p>
            <a:pPr marL="412750" indent="-412750">
              <a:lnSpc>
                <a:spcPct val="90000"/>
              </a:lnSpc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思考：</a:t>
            </a:r>
            <a:r>
              <a:rPr lang="zh-CN" altLang="en-US" sz="18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串行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输入</a:t>
            </a:r>
            <a:r>
              <a:rPr lang="zh-CN" sz="18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左移</a:t>
            </a:r>
            <a:r>
              <a:rPr 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功能的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电路</a:t>
            </a:r>
            <a:r>
              <a:rPr 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组成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？</a:t>
            </a:r>
            <a:endParaRPr lang="zh-CN" altLang="en-US" sz="18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468" name="组合 467"/>
          <p:cNvGrpSpPr/>
          <p:nvPr/>
        </p:nvGrpSpPr>
        <p:grpSpPr>
          <a:xfrm>
            <a:off x="5796136" y="2132856"/>
            <a:ext cx="3240405" cy="1225550"/>
            <a:chOff x="8447" y="3401"/>
            <a:chExt cx="5103" cy="1930"/>
          </a:xfrm>
        </p:grpSpPr>
        <p:sp>
          <p:nvSpPr>
            <p:cNvPr id="138" name="Text Box 36"/>
            <p:cNvSpPr txBox="1">
              <a:spLocks noChangeArrowheads="1"/>
            </p:cNvSpPr>
            <p:nvPr>
              <p:custDataLst>
                <p:tags r:id="rId146"/>
              </p:custDataLst>
            </p:nvPr>
          </p:nvSpPr>
          <p:spPr bwMode="auto">
            <a:xfrm>
              <a:off x="8787" y="3857"/>
              <a:ext cx="4252" cy="1361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39" name="Text Box 191"/>
            <p:cNvSpPr txBox="1">
              <a:spLocks noChangeArrowheads="1"/>
            </p:cNvSpPr>
            <p:nvPr>
              <p:custDataLst>
                <p:tags r:id="rId147"/>
              </p:custDataLst>
            </p:nvPr>
          </p:nvSpPr>
          <p:spPr bwMode="auto">
            <a:xfrm>
              <a:off x="9128" y="3401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Q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2</a:t>
              </a:r>
            </a:p>
          </p:txBody>
        </p:sp>
        <p:sp>
          <p:nvSpPr>
            <p:cNvPr id="140" name="Text Box 191"/>
            <p:cNvSpPr txBox="1">
              <a:spLocks noChangeArrowheads="1"/>
            </p:cNvSpPr>
            <p:nvPr>
              <p:custDataLst>
                <p:tags r:id="rId148"/>
              </p:custDataLst>
            </p:nvPr>
          </p:nvSpPr>
          <p:spPr bwMode="auto">
            <a:xfrm>
              <a:off x="13153" y="4991"/>
              <a:ext cx="39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CP</a:t>
              </a:r>
            </a:p>
          </p:txBody>
        </p:sp>
        <p:cxnSp>
          <p:nvCxnSpPr>
            <p:cNvPr id="141" name="直接箭头连接符 140"/>
            <p:cNvCxnSpPr/>
            <p:nvPr>
              <p:custDataLst>
                <p:tags r:id="rId149"/>
              </p:custDataLst>
            </p:nvPr>
          </p:nvCxnSpPr>
          <p:spPr bwMode="auto">
            <a:xfrm flipV="1">
              <a:off x="9464" y="5103"/>
              <a:ext cx="3685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42" name="Text Box 191"/>
            <p:cNvSpPr txBox="1">
              <a:spLocks noChangeArrowheads="1"/>
            </p:cNvSpPr>
            <p:nvPr>
              <p:custDataLst>
                <p:tags r:id="rId150"/>
              </p:custDataLst>
            </p:nvPr>
          </p:nvSpPr>
          <p:spPr bwMode="auto">
            <a:xfrm>
              <a:off x="8447" y="4821"/>
              <a:ext cx="22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X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grpSp>
          <p:nvGrpSpPr>
            <p:cNvPr id="143" name="组合 142"/>
            <p:cNvGrpSpPr/>
            <p:nvPr/>
          </p:nvGrpSpPr>
          <p:grpSpPr>
            <a:xfrm>
              <a:off x="8901" y="3744"/>
              <a:ext cx="1191" cy="1360"/>
              <a:chOff x="3742" y="5556"/>
              <a:chExt cx="1191" cy="1360"/>
            </a:xfrm>
          </p:grpSpPr>
          <p:sp>
            <p:nvSpPr>
              <p:cNvPr id="144" name="Text Box 36"/>
              <p:cNvSpPr txBox="1">
                <a:spLocks noChangeArrowheads="1"/>
              </p:cNvSpPr>
              <p:nvPr>
                <p:custDataLst>
                  <p:tags r:id="rId176"/>
                </p:custDataLst>
              </p:nvPr>
            </p:nvSpPr>
            <p:spPr bwMode="auto">
              <a:xfrm>
                <a:off x="3742" y="5895"/>
                <a:ext cx="1191" cy="737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horz" wrap="squar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200" b="1" u="none" dirty="0">
                    <a:latin typeface="宋体" panose="02010600030101010101" pitchFamily="2" charset="-122"/>
                  </a:rPr>
                  <a:t> 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 </a:t>
                </a:r>
                <a:r>
                  <a:rPr lang="en-US" altLang="zh-CN" sz="1600" b="1" u="none" baseline="-25000" dirty="0">
                    <a:latin typeface="宋体" panose="02010600030101010101" pitchFamily="2" charset="-122"/>
                  </a:rPr>
                  <a:t> 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</a:t>
                </a:r>
              </a:p>
              <a:p>
                <a:pPr algn="l">
                  <a:lnSpc>
                    <a:spcPct val="90000"/>
                  </a:lnSpc>
                  <a:spcBef>
                    <a:spcPts val="100"/>
                  </a:spcBef>
                  <a:spcAft>
                    <a:spcPts val="0"/>
                  </a:spcAft>
                </a:pPr>
                <a:r>
                  <a:rPr lang="en-US" altLang="zh-CN" sz="12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D  </a:t>
                </a:r>
                <a:r>
                  <a:rPr lang="en-US" altLang="zh-CN" sz="14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R</a:t>
                </a:r>
                <a:endParaRPr lang="en-US" altLang="zh-CN" sz="1600" b="1" u="none" dirty="0">
                  <a:latin typeface="宋体" panose="02010600030101010101" pitchFamily="2" charset="-122"/>
                  <a:sym typeface="+mn-ea"/>
                </a:endParaRPr>
              </a:p>
            </p:txBody>
          </p:sp>
          <p:cxnSp>
            <p:nvCxnSpPr>
              <p:cNvPr id="145" name="直接箭头连接符 144"/>
              <p:cNvCxnSpPr/>
              <p:nvPr>
                <p:custDataLst>
                  <p:tags r:id="rId177"/>
                </p:custDataLst>
              </p:nvPr>
            </p:nvCxnSpPr>
            <p:spPr bwMode="auto">
              <a:xfrm flipH="1" flipV="1">
                <a:off x="3969" y="6632"/>
                <a:ext cx="1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46" name="直接箭头连接符 145"/>
              <p:cNvCxnSpPr/>
              <p:nvPr>
                <p:custDataLst>
                  <p:tags r:id="rId178"/>
                </p:custDataLst>
              </p:nvPr>
            </p:nvCxnSpPr>
            <p:spPr bwMode="auto">
              <a:xfrm flipV="1">
                <a:off x="4521" y="5953"/>
                <a:ext cx="170" cy="0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147" name="Text Box 191"/>
              <p:cNvSpPr txBox="1">
                <a:spLocks noChangeArrowheads="1"/>
              </p:cNvSpPr>
              <p:nvPr>
                <p:custDataLst>
                  <p:tags r:id="rId179"/>
                </p:custDataLst>
              </p:nvPr>
            </p:nvSpPr>
            <p:spPr bwMode="auto">
              <a:xfrm>
                <a:off x="4195" y="6264"/>
                <a:ext cx="283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C</a:t>
                </a:r>
              </a:p>
            </p:txBody>
          </p:sp>
          <p:sp>
            <p:nvSpPr>
              <p:cNvPr id="148" name="等腰三角形 147"/>
              <p:cNvSpPr/>
              <p:nvPr>
                <p:custDataLst>
                  <p:tags r:id="rId180"/>
                </p:custDataLst>
              </p:nvPr>
            </p:nvSpPr>
            <p:spPr>
              <a:xfrm>
                <a:off x="4196" y="6519"/>
                <a:ext cx="227" cy="113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149" name="直接箭头连接符 148"/>
              <p:cNvCxnSpPr/>
              <p:nvPr>
                <p:custDataLst>
                  <p:tags r:id="rId181"/>
                </p:custDataLst>
              </p:nvPr>
            </p:nvCxnSpPr>
            <p:spPr bwMode="auto">
              <a:xfrm flipH="1" flipV="1">
                <a:off x="4082" y="5556"/>
                <a:ext cx="1" cy="34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51" name="直接箭头连接符 150"/>
              <p:cNvCxnSpPr/>
              <p:nvPr>
                <p:custDataLst>
                  <p:tags r:id="rId182"/>
                </p:custDataLst>
              </p:nvPr>
            </p:nvCxnSpPr>
            <p:spPr bwMode="auto">
              <a:xfrm flipH="1" flipV="1">
                <a:off x="4309" y="6633"/>
                <a:ext cx="1" cy="283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sp>
            <p:nvSpPr>
              <p:cNvPr id="152" name="椭圆 151"/>
              <p:cNvSpPr/>
              <p:nvPr>
                <p:custDataLst>
                  <p:tags r:id="rId183"/>
                </p:custDataLst>
              </p:nvPr>
            </p:nvSpPr>
            <p:spPr>
              <a:xfrm>
                <a:off x="4252" y="6633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53" name="Text Box 191"/>
            <p:cNvSpPr txBox="1">
              <a:spLocks noChangeArrowheads="1"/>
            </p:cNvSpPr>
            <p:nvPr>
              <p:custDataLst>
                <p:tags r:id="rId151"/>
              </p:custDataLst>
            </p:nvPr>
          </p:nvSpPr>
          <p:spPr bwMode="auto">
            <a:xfrm>
              <a:off x="10545" y="3401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Q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grpSp>
          <p:nvGrpSpPr>
            <p:cNvPr id="154" name="组合 153"/>
            <p:cNvGrpSpPr/>
            <p:nvPr/>
          </p:nvGrpSpPr>
          <p:grpSpPr>
            <a:xfrm>
              <a:off x="10317" y="3744"/>
              <a:ext cx="1191" cy="1360"/>
              <a:chOff x="5159" y="5556"/>
              <a:chExt cx="1191" cy="1360"/>
            </a:xfrm>
          </p:grpSpPr>
          <p:sp>
            <p:nvSpPr>
              <p:cNvPr id="155" name="Text Box 36"/>
              <p:cNvSpPr txBox="1">
                <a:spLocks noChangeArrowheads="1"/>
              </p:cNvSpPr>
              <p:nvPr>
                <p:custDataLst>
                  <p:tags r:id="rId168"/>
                </p:custDataLst>
              </p:nvPr>
            </p:nvSpPr>
            <p:spPr bwMode="auto">
              <a:xfrm>
                <a:off x="5159" y="5895"/>
                <a:ext cx="1191" cy="737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horz" wrap="squar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200" b="1" u="none" dirty="0">
                    <a:latin typeface="宋体" panose="02010600030101010101" pitchFamily="2" charset="-122"/>
                  </a:rPr>
                  <a:t> 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 </a:t>
                </a:r>
                <a:r>
                  <a:rPr lang="en-US" altLang="zh-CN" sz="1600" b="1" u="none" baseline="-25000" dirty="0">
                    <a:latin typeface="宋体" panose="02010600030101010101" pitchFamily="2" charset="-122"/>
                  </a:rPr>
                  <a:t> 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</a:t>
                </a:r>
              </a:p>
              <a:p>
                <a:pPr algn="l">
                  <a:lnSpc>
                    <a:spcPct val="90000"/>
                  </a:lnSpc>
                  <a:spcBef>
                    <a:spcPts val="100"/>
                  </a:spcBef>
                  <a:spcAft>
                    <a:spcPts val="0"/>
                  </a:spcAft>
                </a:pPr>
                <a:r>
                  <a:rPr lang="en-US" altLang="zh-CN" sz="12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D  </a:t>
                </a:r>
                <a:r>
                  <a:rPr lang="en-US" altLang="zh-CN" sz="14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R</a:t>
                </a:r>
                <a:endParaRPr lang="en-US" altLang="zh-CN" sz="1600" b="1" u="none" dirty="0">
                  <a:latin typeface="宋体" panose="02010600030101010101" pitchFamily="2" charset="-122"/>
                  <a:sym typeface="+mn-ea"/>
                </a:endParaRPr>
              </a:p>
            </p:txBody>
          </p:sp>
          <p:cxnSp>
            <p:nvCxnSpPr>
              <p:cNvPr id="156" name="直接箭头连接符 155"/>
              <p:cNvCxnSpPr/>
              <p:nvPr>
                <p:custDataLst>
                  <p:tags r:id="rId169"/>
                </p:custDataLst>
              </p:nvPr>
            </p:nvCxnSpPr>
            <p:spPr bwMode="auto">
              <a:xfrm flipH="1" flipV="1">
                <a:off x="5386" y="6632"/>
                <a:ext cx="1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57" name="直接箭头连接符 156"/>
              <p:cNvCxnSpPr/>
              <p:nvPr>
                <p:custDataLst>
                  <p:tags r:id="rId170"/>
                </p:custDataLst>
              </p:nvPr>
            </p:nvCxnSpPr>
            <p:spPr bwMode="auto">
              <a:xfrm flipV="1">
                <a:off x="5938" y="5953"/>
                <a:ext cx="170" cy="0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158" name="Text Box 191"/>
              <p:cNvSpPr txBox="1">
                <a:spLocks noChangeArrowheads="1"/>
              </p:cNvSpPr>
              <p:nvPr>
                <p:custDataLst>
                  <p:tags r:id="rId171"/>
                </p:custDataLst>
              </p:nvPr>
            </p:nvSpPr>
            <p:spPr bwMode="auto">
              <a:xfrm>
                <a:off x="5613" y="6264"/>
                <a:ext cx="283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C</a:t>
                </a:r>
              </a:p>
            </p:txBody>
          </p:sp>
          <p:sp>
            <p:nvSpPr>
              <p:cNvPr id="159" name="等腰三角形 158"/>
              <p:cNvSpPr/>
              <p:nvPr>
                <p:custDataLst>
                  <p:tags r:id="rId172"/>
                </p:custDataLst>
              </p:nvPr>
            </p:nvSpPr>
            <p:spPr>
              <a:xfrm>
                <a:off x="5613" y="6519"/>
                <a:ext cx="227" cy="113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160" name="直接箭头连接符 159"/>
              <p:cNvCxnSpPr/>
              <p:nvPr>
                <p:custDataLst>
                  <p:tags r:id="rId173"/>
                </p:custDataLst>
              </p:nvPr>
            </p:nvCxnSpPr>
            <p:spPr bwMode="auto">
              <a:xfrm flipH="1" flipV="1">
                <a:off x="5499" y="5556"/>
                <a:ext cx="1" cy="34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61" name="直接箭头连接符 160"/>
              <p:cNvCxnSpPr/>
              <p:nvPr>
                <p:custDataLst>
                  <p:tags r:id="rId174"/>
                </p:custDataLst>
              </p:nvPr>
            </p:nvCxnSpPr>
            <p:spPr bwMode="auto">
              <a:xfrm flipH="1" flipV="1">
                <a:off x="5726" y="6633"/>
                <a:ext cx="1" cy="283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sp>
            <p:nvSpPr>
              <p:cNvPr id="162" name="椭圆 161"/>
              <p:cNvSpPr/>
              <p:nvPr>
                <p:custDataLst>
                  <p:tags r:id="rId175"/>
                </p:custDataLst>
              </p:nvPr>
            </p:nvSpPr>
            <p:spPr>
              <a:xfrm>
                <a:off x="5669" y="6633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63" name="Text Box 191"/>
            <p:cNvSpPr txBox="1">
              <a:spLocks noChangeArrowheads="1"/>
            </p:cNvSpPr>
            <p:nvPr>
              <p:custDataLst>
                <p:tags r:id="rId152"/>
              </p:custDataLst>
            </p:nvPr>
          </p:nvSpPr>
          <p:spPr bwMode="auto">
            <a:xfrm>
              <a:off x="11962" y="3401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Q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  <p:grpSp>
          <p:nvGrpSpPr>
            <p:cNvPr id="164" name="组合 163"/>
            <p:cNvGrpSpPr/>
            <p:nvPr/>
          </p:nvGrpSpPr>
          <p:grpSpPr>
            <a:xfrm>
              <a:off x="11735" y="3744"/>
              <a:ext cx="1191" cy="1360"/>
              <a:chOff x="6576" y="5556"/>
              <a:chExt cx="1191" cy="1360"/>
            </a:xfrm>
          </p:grpSpPr>
          <p:sp>
            <p:nvSpPr>
              <p:cNvPr id="165" name="Text Box 36"/>
              <p:cNvSpPr txBox="1">
                <a:spLocks noChangeArrowheads="1"/>
              </p:cNvSpPr>
              <p:nvPr>
                <p:custDataLst>
                  <p:tags r:id="rId160"/>
                </p:custDataLst>
              </p:nvPr>
            </p:nvSpPr>
            <p:spPr bwMode="auto">
              <a:xfrm>
                <a:off x="6576" y="5895"/>
                <a:ext cx="1191" cy="737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horz" wrap="squar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200" b="1" u="none" dirty="0">
                    <a:latin typeface="宋体" panose="02010600030101010101" pitchFamily="2" charset="-122"/>
                  </a:rPr>
                  <a:t> 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 </a:t>
                </a:r>
                <a:r>
                  <a:rPr lang="en-US" altLang="zh-CN" sz="1600" b="1" u="none" baseline="-25000" dirty="0">
                    <a:latin typeface="宋体" panose="02010600030101010101" pitchFamily="2" charset="-122"/>
                  </a:rPr>
                  <a:t> 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</a:t>
                </a:r>
              </a:p>
              <a:p>
                <a:pPr algn="l">
                  <a:lnSpc>
                    <a:spcPct val="90000"/>
                  </a:lnSpc>
                  <a:spcBef>
                    <a:spcPts val="100"/>
                  </a:spcBef>
                  <a:spcAft>
                    <a:spcPts val="0"/>
                  </a:spcAft>
                </a:pPr>
                <a:r>
                  <a:rPr lang="en-US" altLang="zh-CN" sz="12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D  </a:t>
                </a:r>
                <a:r>
                  <a:rPr lang="en-US" altLang="zh-CN" sz="14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R</a:t>
                </a:r>
                <a:endParaRPr lang="en-US" altLang="zh-CN" sz="1600" b="1" u="none" dirty="0">
                  <a:latin typeface="宋体" panose="02010600030101010101" pitchFamily="2" charset="-122"/>
                  <a:sym typeface="+mn-ea"/>
                </a:endParaRPr>
              </a:p>
            </p:txBody>
          </p:sp>
          <p:cxnSp>
            <p:nvCxnSpPr>
              <p:cNvPr id="166" name="直接箭头连接符 165"/>
              <p:cNvCxnSpPr/>
              <p:nvPr>
                <p:custDataLst>
                  <p:tags r:id="rId161"/>
                </p:custDataLst>
              </p:nvPr>
            </p:nvCxnSpPr>
            <p:spPr bwMode="auto">
              <a:xfrm flipH="1" flipV="1">
                <a:off x="6803" y="6632"/>
                <a:ext cx="1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67" name="直接箭头连接符 166"/>
              <p:cNvCxnSpPr/>
              <p:nvPr>
                <p:custDataLst>
                  <p:tags r:id="rId162"/>
                </p:custDataLst>
              </p:nvPr>
            </p:nvCxnSpPr>
            <p:spPr bwMode="auto">
              <a:xfrm flipV="1">
                <a:off x="7355" y="5953"/>
                <a:ext cx="170" cy="0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168" name="Text Box 191"/>
              <p:cNvSpPr txBox="1">
                <a:spLocks noChangeArrowheads="1"/>
              </p:cNvSpPr>
              <p:nvPr>
                <p:custDataLst>
                  <p:tags r:id="rId163"/>
                </p:custDataLst>
              </p:nvPr>
            </p:nvSpPr>
            <p:spPr bwMode="auto">
              <a:xfrm>
                <a:off x="7030" y="6264"/>
                <a:ext cx="283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C</a:t>
                </a:r>
              </a:p>
            </p:txBody>
          </p:sp>
          <p:sp>
            <p:nvSpPr>
              <p:cNvPr id="169" name="等腰三角形 168"/>
              <p:cNvSpPr/>
              <p:nvPr>
                <p:custDataLst>
                  <p:tags r:id="rId164"/>
                </p:custDataLst>
              </p:nvPr>
            </p:nvSpPr>
            <p:spPr>
              <a:xfrm>
                <a:off x="7030" y="6519"/>
                <a:ext cx="227" cy="113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170" name="直接箭头连接符 169"/>
              <p:cNvCxnSpPr/>
              <p:nvPr>
                <p:custDataLst>
                  <p:tags r:id="rId165"/>
                </p:custDataLst>
              </p:nvPr>
            </p:nvCxnSpPr>
            <p:spPr bwMode="auto">
              <a:xfrm flipH="1" flipV="1">
                <a:off x="6916" y="5556"/>
                <a:ext cx="1" cy="34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71" name="直接箭头连接符 170"/>
              <p:cNvCxnSpPr/>
              <p:nvPr>
                <p:custDataLst>
                  <p:tags r:id="rId166"/>
                </p:custDataLst>
              </p:nvPr>
            </p:nvCxnSpPr>
            <p:spPr bwMode="auto">
              <a:xfrm flipH="1" flipV="1">
                <a:off x="7143" y="6633"/>
                <a:ext cx="1" cy="283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sp>
            <p:nvSpPr>
              <p:cNvPr id="172" name="椭圆 171"/>
              <p:cNvSpPr/>
              <p:nvPr>
                <p:custDataLst>
                  <p:tags r:id="rId167"/>
                </p:custDataLst>
              </p:nvPr>
            </p:nvSpPr>
            <p:spPr>
              <a:xfrm>
                <a:off x="7087" y="6633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73" name="组合 172"/>
            <p:cNvGrpSpPr/>
            <p:nvPr/>
          </p:nvGrpSpPr>
          <p:grpSpPr>
            <a:xfrm>
              <a:off x="9241" y="3970"/>
              <a:ext cx="1304" cy="1021"/>
              <a:chOff x="6237" y="3741"/>
              <a:chExt cx="1304" cy="1021"/>
            </a:xfrm>
          </p:grpSpPr>
          <p:cxnSp>
            <p:nvCxnSpPr>
              <p:cNvPr id="174" name="直接箭头连接符 173"/>
              <p:cNvCxnSpPr/>
              <p:nvPr>
                <p:custDataLst>
                  <p:tags r:id="rId157"/>
                </p:custDataLst>
              </p:nvPr>
            </p:nvCxnSpPr>
            <p:spPr bwMode="auto">
              <a:xfrm flipH="1" flipV="1">
                <a:off x="7200" y="3741"/>
                <a:ext cx="1" cy="102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75" name="直接箭头连接符 174"/>
              <p:cNvCxnSpPr/>
              <p:nvPr>
                <p:custDataLst>
                  <p:tags r:id="rId158"/>
                </p:custDataLst>
              </p:nvPr>
            </p:nvCxnSpPr>
            <p:spPr bwMode="auto">
              <a:xfrm flipH="1">
                <a:off x="6237" y="3741"/>
                <a:ext cx="96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  <a:effectLst/>
            </p:spPr>
          </p:cxnSp>
          <p:cxnSp>
            <p:nvCxnSpPr>
              <p:cNvPr id="176" name="直接箭头连接符 175"/>
              <p:cNvCxnSpPr/>
              <p:nvPr>
                <p:custDataLst>
                  <p:tags r:id="rId159"/>
                </p:custDataLst>
              </p:nvPr>
            </p:nvCxnSpPr>
            <p:spPr bwMode="auto">
              <a:xfrm flipH="1" flipV="1">
                <a:off x="7201" y="4762"/>
                <a:ext cx="34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</p:grpSp>
        <p:grpSp>
          <p:nvGrpSpPr>
            <p:cNvPr id="177" name="组合 176"/>
            <p:cNvGrpSpPr/>
            <p:nvPr/>
          </p:nvGrpSpPr>
          <p:grpSpPr>
            <a:xfrm>
              <a:off x="10658" y="3971"/>
              <a:ext cx="1304" cy="1021"/>
              <a:chOff x="6237" y="3741"/>
              <a:chExt cx="1304" cy="1021"/>
            </a:xfrm>
          </p:grpSpPr>
          <p:cxnSp>
            <p:nvCxnSpPr>
              <p:cNvPr id="178" name="直接箭头连接符 177"/>
              <p:cNvCxnSpPr/>
              <p:nvPr>
                <p:custDataLst>
                  <p:tags r:id="rId154"/>
                </p:custDataLst>
              </p:nvPr>
            </p:nvCxnSpPr>
            <p:spPr bwMode="auto">
              <a:xfrm flipH="1" flipV="1">
                <a:off x="7200" y="3741"/>
                <a:ext cx="1" cy="102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79" name="直接箭头连接符 178"/>
              <p:cNvCxnSpPr/>
              <p:nvPr>
                <p:custDataLst>
                  <p:tags r:id="rId155"/>
                </p:custDataLst>
              </p:nvPr>
            </p:nvCxnSpPr>
            <p:spPr bwMode="auto">
              <a:xfrm flipH="1">
                <a:off x="6237" y="3741"/>
                <a:ext cx="96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  <a:effectLst/>
            </p:spPr>
          </p:cxnSp>
          <p:cxnSp>
            <p:nvCxnSpPr>
              <p:cNvPr id="180" name="直接箭头连接符 179"/>
              <p:cNvCxnSpPr/>
              <p:nvPr>
                <p:custDataLst>
                  <p:tags r:id="rId156"/>
                </p:custDataLst>
              </p:nvPr>
            </p:nvCxnSpPr>
            <p:spPr bwMode="auto">
              <a:xfrm flipH="1" flipV="1">
                <a:off x="7201" y="4762"/>
                <a:ext cx="34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</p:grpSp>
        <p:cxnSp>
          <p:nvCxnSpPr>
            <p:cNvPr id="181" name="直接箭头连接符 180"/>
            <p:cNvCxnSpPr/>
            <p:nvPr>
              <p:custDataLst>
                <p:tags r:id="rId153"/>
              </p:custDataLst>
            </p:nvPr>
          </p:nvCxnSpPr>
          <p:spPr bwMode="auto">
            <a:xfrm flipH="1" flipV="1">
              <a:off x="8673" y="4991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445" name="Text Box 6">
            <a:extLst>
              <a:ext uri="{FF2B5EF4-FFF2-40B4-BE49-F238E27FC236}">
                <a16:creationId xmlns:a16="http://schemas.microsoft.com/office/drawing/2014/main" id="{5F1CE223-E6B8-4215-A1AA-57D631DF6C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7" y="3356992"/>
            <a:ext cx="8457729" cy="297613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anchor="t" anchorCtr="0">
            <a:spAutoFit/>
          </a:bodyPr>
          <a:lstStyle/>
          <a:p>
            <a:pPr marL="490855" indent="-490855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例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：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用</a:t>
            </a:r>
            <a:r>
              <a:rPr lang="zh-CN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移位寄存</a:t>
            </a:r>
            <a:r>
              <a:rPr lang="zh-CN" altLang="en-US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器</a:t>
            </a:r>
            <a:r>
              <a:rPr lang="zh-CN" altLang="en-US" sz="20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设计带复位功能、</a:t>
            </a:r>
            <a:r>
              <a:rPr lang="zh-CN" altLang="en-US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输出</a:t>
            </a:r>
            <a:r>
              <a:rPr lang="en-US" altLang="zh-CN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</a:t>
            </a:r>
            <a:r>
              <a:rPr lang="zh-CN" altLang="en-US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个脉冲信号的</a:t>
            </a:r>
            <a:r>
              <a:rPr lang="zh-CN" altLang="en-US" sz="2000" b="1" u="sng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环形</a:t>
            </a:r>
            <a:r>
              <a:rPr lang="zh-CN" sz="2000" b="1" u="sng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脉冲</a:t>
            </a:r>
            <a:r>
              <a:rPr lang="zh-CN" altLang="en-US" sz="2000" b="1" u="sng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发生器</a:t>
            </a:r>
            <a:endParaRPr lang="zh-CN" altLang="zh-CN" sz="2000" b="1" kern="100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490855" indent="-490855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kern="100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490855" indent="-490855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kern="1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490855" indent="-490855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kern="100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490855" indent="-490855" eaLnBrk="1" latinLnBrk="0" hangingPunct="1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解</a:t>
            </a:r>
            <a:r>
              <a:rPr lang="zh-CN" altLang="zh-CN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r>
              <a:rPr lang="zh-CN" altLang="en-US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构成</a:t>
            </a:r>
            <a:r>
              <a:rPr lang="zh-CN" altLang="zh-CN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并行输出的</a:t>
            </a:r>
            <a:r>
              <a:rPr lang="en-US" altLang="zh-CN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</a:t>
            </a:r>
            <a:r>
              <a:rPr lang="zh-CN" altLang="en-US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位</a:t>
            </a:r>
            <a:r>
              <a:rPr lang="zh-CN" altLang="zh-CN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左移寄存器，</a:t>
            </a:r>
            <a:endParaRPr lang="en-US" altLang="zh-CN" sz="2000" b="1" kern="100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490855" indent="-490855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zh-CN" altLang="en-US" sz="20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激励函数为 </a:t>
            </a:r>
            <a:r>
              <a:rPr lang="en-US" altLang="zh-CN" sz="20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D</a:t>
            </a:r>
            <a:r>
              <a:rPr lang="en-US" altLang="zh-CN" sz="2000" b="1" kern="100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z="20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en-US" altLang="zh-CN" sz="2000" b="1" kern="100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0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0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D</a:t>
            </a:r>
            <a:r>
              <a:rPr lang="en-US" altLang="zh-CN" sz="2000" b="1" kern="100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0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en-US" altLang="zh-CN" sz="2000" b="1" kern="100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r>
              <a:rPr lang="zh-CN" altLang="en-US" sz="20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endParaRPr lang="en-US" altLang="zh-CN" sz="2000" b="1" kern="1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490855" indent="-490855" eaLnBrk="1" latinLnBrk="0" hangingPunct="1">
              <a:lnSpc>
                <a:spcPct val="125000"/>
              </a:lnSpc>
              <a:spcBef>
                <a:spcPts val="1300"/>
              </a:spcBef>
              <a:spcAft>
                <a:spcPts val="0"/>
              </a:spcAft>
            </a:pPr>
            <a:r>
              <a:rPr lang="en-US" altLang="zh-CN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</a:t>
            </a:r>
            <a:r>
              <a:rPr lang="en-US" altLang="zh-CN" sz="20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D</a:t>
            </a:r>
            <a:r>
              <a:rPr lang="en-US" altLang="zh-CN" sz="2000" b="1" kern="100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r>
              <a:rPr lang="zh-CN" altLang="en-US" sz="20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endParaRPr lang="en-US" altLang="zh-CN" sz="2000" b="1" kern="1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446" name="组合 445">
            <a:extLst>
              <a:ext uri="{FF2B5EF4-FFF2-40B4-BE49-F238E27FC236}">
                <a16:creationId xmlns:a16="http://schemas.microsoft.com/office/drawing/2014/main" id="{C0592223-0FD3-404C-947B-63F6C205EE8B}"/>
              </a:ext>
            </a:extLst>
          </p:cNvPr>
          <p:cNvGrpSpPr/>
          <p:nvPr/>
        </p:nvGrpSpPr>
        <p:grpSpPr>
          <a:xfrm>
            <a:off x="5796136" y="4005064"/>
            <a:ext cx="3025775" cy="1654175"/>
            <a:chOff x="9465" y="1144"/>
            <a:chExt cx="4765" cy="2605"/>
          </a:xfrm>
        </p:grpSpPr>
        <p:sp>
          <p:nvSpPr>
            <p:cNvPr id="467" name="Text Box 36">
              <a:extLst>
                <a:ext uri="{FF2B5EF4-FFF2-40B4-BE49-F238E27FC236}">
                  <a16:creationId xmlns:a16="http://schemas.microsoft.com/office/drawing/2014/main" id="{0F6A4877-FE1C-4DF9-B734-F9C6021BAAEF}"/>
                </a:ext>
              </a:extLst>
            </p:cNvPr>
            <p:cNvSpPr txBox="1">
              <a:spLocks noChangeArrowheads="1"/>
            </p:cNvSpPr>
            <p:nvPr>
              <p:custDataLst>
                <p:tags r:id="rId102"/>
              </p:custDataLst>
            </p:nvPr>
          </p:nvSpPr>
          <p:spPr bwMode="auto">
            <a:xfrm>
              <a:off x="9465" y="1595"/>
              <a:ext cx="4252" cy="2154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69" name="Text Box 191">
              <a:extLst>
                <a:ext uri="{FF2B5EF4-FFF2-40B4-BE49-F238E27FC236}">
                  <a16:creationId xmlns:a16="http://schemas.microsoft.com/office/drawing/2014/main" id="{D96B1DA8-3265-4844-8170-BC2529A6D4A6}"/>
                </a:ext>
              </a:extLst>
            </p:cNvPr>
            <p:cNvSpPr txBox="1">
              <a:spLocks noChangeArrowheads="1"/>
            </p:cNvSpPr>
            <p:nvPr>
              <p:custDataLst>
                <p:tags r:id="rId103"/>
              </p:custDataLst>
            </p:nvPr>
          </p:nvSpPr>
          <p:spPr bwMode="auto">
            <a:xfrm>
              <a:off x="9807" y="1144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2</a:t>
              </a:r>
            </a:p>
          </p:txBody>
        </p:sp>
        <p:sp>
          <p:nvSpPr>
            <p:cNvPr id="470" name="Text Box 191">
              <a:extLst>
                <a:ext uri="{FF2B5EF4-FFF2-40B4-BE49-F238E27FC236}">
                  <a16:creationId xmlns:a16="http://schemas.microsoft.com/office/drawing/2014/main" id="{CB2D3F03-1F41-4B7E-A83E-1BC047710C36}"/>
                </a:ext>
              </a:extLst>
            </p:cNvPr>
            <p:cNvSpPr txBox="1">
              <a:spLocks noChangeArrowheads="1"/>
            </p:cNvSpPr>
            <p:nvPr>
              <p:custDataLst>
                <p:tags r:id="rId104"/>
              </p:custDataLst>
            </p:nvPr>
          </p:nvSpPr>
          <p:spPr bwMode="auto">
            <a:xfrm>
              <a:off x="13831" y="2731"/>
              <a:ext cx="39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CP</a:t>
              </a:r>
            </a:p>
          </p:txBody>
        </p:sp>
        <p:cxnSp>
          <p:nvCxnSpPr>
            <p:cNvPr id="471" name="直接箭头连接符 470">
              <a:extLst>
                <a:ext uri="{FF2B5EF4-FFF2-40B4-BE49-F238E27FC236}">
                  <a16:creationId xmlns:a16="http://schemas.microsoft.com/office/drawing/2014/main" id="{BD128E56-0B84-436C-9C2E-625F1B8AE0F3}"/>
                </a:ext>
              </a:extLst>
            </p:cNvPr>
            <p:cNvCxnSpPr/>
            <p:nvPr>
              <p:custDataLst>
                <p:tags r:id="rId105"/>
              </p:custDataLst>
            </p:nvPr>
          </p:nvCxnSpPr>
          <p:spPr bwMode="auto">
            <a:xfrm flipV="1">
              <a:off x="10142" y="2899"/>
              <a:ext cx="3685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472" name="Text Box 191">
              <a:extLst>
                <a:ext uri="{FF2B5EF4-FFF2-40B4-BE49-F238E27FC236}">
                  <a16:creationId xmlns:a16="http://schemas.microsoft.com/office/drawing/2014/main" id="{DFE3FF54-0F77-4559-8F1D-8D6A068EEA14}"/>
                </a:ext>
              </a:extLst>
            </p:cNvPr>
            <p:cNvSpPr txBox="1">
              <a:spLocks noChangeArrowheads="1"/>
            </p:cNvSpPr>
            <p:nvPr>
              <p:custDataLst>
                <p:tags r:id="rId106"/>
              </p:custDataLst>
            </p:nvPr>
          </p:nvSpPr>
          <p:spPr bwMode="auto">
            <a:xfrm>
              <a:off x="13833" y="3061"/>
              <a:ext cx="39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CR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73" name="Text Box 191">
              <a:extLst>
                <a:ext uri="{FF2B5EF4-FFF2-40B4-BE49-F238E27FC236}">
                  <a16:creationId xmlns:a16="http://schemas.microsoft.com/office/drawing/2014/main" id="{D5889B67-4CFD-4B69-A3BE-08BE89050B5A}"/>
                </a:ext>
              </a:extLst>
            </p:cNvPr>
            <p:cNvSpPr txBox="1">
              <a:spLocks noChangeArrowheads="1"/>
            </p:cNvSpPr>
            <p:nvPr>
              <p:custDataLst>
                <p:tags r:id="rId107"/>
              </p:custDataLst>
            </p:nvPr>
          </p:nvSpPr>
          <p:spPr bwMode="auto">
            <a:xfrm>
              <a:off x="11224" y="1144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474" name="Text Box 191">
              <a:extLst>
                <a:ext uri="{FF2B5EF4-FFF2-40B4-BE49-F238E27FC236}">
                  <a16:creationId xmlns:a16="http://schemas.microsoft.com/office/drawing/2014/main" id="{A3DB9F7D-F706-4180-B9FE-A77F6CDD581E}"/>
                </a:ext>
              </a:extLst>
            </p:cNvPr>
            <p:cNvSpPr txBox="1">
              <a:spLocks noChangeArrowheads="1"/>
            </p:cNvSpPr>
            <p:nvPr>
              <p:custDataLst>
                <p:tags r:id="rId108"/>
              </p:custDataLst>
            </p:nvPr>
          </p:nvSpPr>
          <p:spPr bwMode="auto">
            <a:xfrm>
              <a:off x="12641" y="1144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  <p:cxnSp>
          <p:nvCxnSpPr>
            <p:cNvPr id="475" name="直接箭头连接符 474">
              <a:extLst>
                <a:ext uri="{FF2B5EF4-FFF2-40B4-BE49-F238E27FC236}">
                  <a16:creationId xmlns:a16="http://schemas.microsoft.com/office/drawing/2014/main" id="{183DD95A-1EBD-4E35-B4FE-C2B526B0B895}"/>
                </a:ext>
              </a:extLst>
            </p:cNvPr>
            <p:cNvCxnSpPr/>
            <p:nvPr>
              <p:custDataLst>
                <p:tags r:id="rId109"/>
              </p:custDataLst>
            </p:nvPr>
          </p:nvCxnSpPr>
          <p:spPr bwMode="auto">
            <a:xfrm flipH="1" flipV="1">
              <a:off x="10882" y="1710"/>
              <a:ext cx="1" cy="1474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76" name="直接箭头连接符 475">
              <a:extLst>
                <a:ext uri="{FF2B5EF4-FFF2-40B4-BE49-F238E27FC236}">
                  <a16:creationId xmlns:a16="http://schemas.microsoft.com/office/drawing/2014/main" id="{42F92AFC-DD05-43AF-A93C-D8E0F62C9ED3}"/>
                </a:ext>
              </a:extLst>
            </p:cNvPr>
            <p:cNvCxnSpPr/>
            <p:nvPr>
              <p:custDataLst>
                <p:tags r:id="rId110"/>
              </p:custDataLst>
            </p:nvPr>
          </p:nvCxnSpPr>
          <p:spPr bwMode="auto">
            <a:xfrm flipH="1">
              <a:off x="10883" y="1710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sm" len="sm"/>
            </a:ln>
            <a:effectLst/>
          </p:spPr>
        </p:cxnSp>
        <p:cxnSp>
          <p:nvCxnSpPr>
            <p:cNvPr id="477" name="直接箭头连接符 476">
              <a:extLst>
                <a:ext uri="{FF2B5EF4-FFF2-40B4-BE49-F238E27FC236}">
                  <a16:creationId xmlns:a16="http://schemas.microsoft.com/office/drawing/2014/main" id="{2E80EF60-BFF8-4805-878C-D918CF41BA06}"/>
                </a:ext>
              </a:extLst>
            </p:cNvPr>
            <p:cNvCxnSpPr/>
            <p:nvPr>
              <p:custDataLst>
                <p:tags r:id="rId111"/>
              </p:custDataLst>
            </p:nvPr>
          </p:nvCxnSpPr>
          <p:spPr bwMode="auto">
            <a:xfrm flipH="1" flipV="1">
              <a:off x="11223" y="3014"/>
              <a:ext cx="107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478" name="直接箭头连接符 477">
              <a:extLst>
                <a:ext uri="{FF2B5EF4-FFF2-40B4-BE49-F238E27FC236}">
                  <a16:creationId xmlns:a16="http://schemas.microsoft.com/office/drawing/2014/main" id="{2B73A04C-23A7-4AAB-AEA2-1AF57996FD28}"/>
                </a:ext>
              </a:extLst>
            </p:cNvPr>
            <p:cNvCxnSpPr/>
            <p:nvPr>
              <p:custDataLst>
                <p:tags r:id="rId112"/>
              </p:custDataLst>
            </p:nvPr>
          </p:nvCxnSpPr>
          <p:spPr bwMode="auto">
            <a:xfrm flipH="1" flipV="1">
              <a:off x="12299" y="1711"/>
              <a:ext cx="1" cy="1474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79" name="直接箭头连接符 478">
              <a:extLst>
                <a:ext uri="{FF2B5EF4-FFF2-40B4-BE49-F238E27FC236}">
                  <a16:creationId xmlns:a16="http://schemas.microsoft.com/office/drawing/2014/main" id="{88F1C388-8A48-4F9A-A4E3-3890FC88F0E7}"/>
                </a:ext>
              </a:extLst>
            </p:cNvPr>
            <p:cNvCxnSpPr/>
            <p:nvPr>
              <p:custDataLst>
                <p:tags r:id="rId113"/>
              </p:custDataLst>
            </p:nvPr>
          </p:nvCxnSpPr>
          <p:spPr bwMode="auto">
            <a:xfrm flipH="1">
              <a:off x="12300" y="1711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sm" len="sm"/>
            </a:ln>
            <a:effectLst/>
          </p:spPr>
        </p:cxnSp>
        <p:cxnSp>
          <p:nvCxnSpPr>
            <p:cNvPr id="480" name="直接箭头连接符 479">
              <a:extLst>
                <a:ext uri="{FF2B5EF4-FFF2-40B4-BE49-F238E27FC236}">
                  <a16:creationId xmlns:a16="http://schemas.microsoft.com/office/drawing/2014/main" id="{57471D44-136E-443B-A373-9033A5040BE1}"/>
                </a:ext>
              </a:extLst>
            </p:cNvPr>
            <p:cNvCxnSpPr/>
            <p:nvPr>
              <p:custDataLst>
                <p:tags r:id="rId114"/>
              </p:custDataLst>
            </p:nvPr>
          </p:nvCxnSpPr>
          <p:spPr bwMode="auto">
            <a:xfrm flipV="1">
              <a:off x="10538" y="2785"/>
              <a:ext cx="2835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grpSp>
          <p:nvGrpSpPr>
            <p:cNvPr id="481" name="组合 480">
              <a:extLst>
                <a:ext uri="{FF2B5EF4-FFF2-40B4-BE49-F238E27FC236}">
                  <a16:creationId xmlns:a16="http://schemas.microsoft.com/office/drawing/2014/main" id="{73457C49-E98E-485F-A261-FDFF3DCA22F5}"/>
                </a:ext>
              </a:extLst>
            </p:cNvPr>
            <p:cNvGrpSpPr/>
            <p:nvPr/>
          </p:nvGrpSpPr>
          <p:grpSpPr>
            <a:xfrm>
              <a:off x="9579" y="1484"/>
              <a:ext cx="1191" cy="1530"/>
              <a:chOff x="8901" y="3631"/>
              <a:chExt cx="1191" cy="1530"/>
            </a:xfrm>
          </p:grpSpPr>
          <p:sp>
            <p:nvSpPr>
              <p:cNvPr id="508" name="Text Box 36">
                <a:extLst>
                  <a:ext uri="{FF2B5EF4-FFF2-40B4-BE49-F238E27FC236}">
                    <a16:creationId xmlns:a16="http://schemas.microsoft.com/office/drawing/2014/main" id="{AEF9CF75-0487-4E07-B3C2-760111E254E5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37"/>
                </p:custDataLst>
              </p:nvPr>
            </p:nvSpPr>
            <p:spPr bwMode="auto">
              <a:xfrm>
                <a:off x="8901" y="3970"/>
                <a:ext cx="1191" cy="737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horz" wrap="squar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200" b="1" u="none" dirty="0">
                    <a:latin typeface="宋体" panose="02010600030101010101" pitchFamily="2" charset="-122"/>
                  </a:rPr>
                  <a:t> 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 </a:t>
                </a:r>
                <a:r>
                  <a:rPr lang="en-US" altLang="zh-CN" sz="1600" b="1" u="none" baseline="-25000" dirty="0">
                    <a:latin typeface="宋体" panose="02010600030101010101" pitchFamily="2" charset="-122"/>
                  </a:rPr>
                  <a:t> 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</a:t>
                </a:r>
              </a:p>
              <a:p>
                <a:pPr algn="l">
                  <a:lnSpc>
                    <a:spcPct val="90000"/>
                  </a:lnSpc>
                  <a:spcBef>
                    <a:spcPts val="100"/>
                  </a:spcBef>
                  <a:spcAft>
                    <a:spcPts val="0"/>
                  </a:spcAft>
                </a:pPr>
                <a:r>
                  <a:rPr lang="en-US" altLang="zh-CN" sz="12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D  </a:t>
                </a:r>
                <a:r>
                  <a:rPr lang="en-US" altLang="zh-CN" sz="14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R</a:t>
                </a:r>
                <a:endParaRPr lang="en-US" altLang="zh-CN" sz="1600" b="1" u="none" dirty="0">
                  <a:latin typeface="宋体" panose="02010600030101010101" pitchFamily="2" charset="-122"/>
                  <a:sym typeface="+mn-ea"/>
                </a:endParaRPr>
              </a:p>
            </p:txBody>
          </p:sp>
          <p:cxnSp>
            <p:nvCxnSpPr>
              <p:cNvPr id="509" name="直接箭头连接符 508">
                <a:extLst>
                  <a:ext uri="{FF2B5EF4-FFF2-40B4-BE49-F238E27FC236}">
                    <a16:creationId xmlns:a16="http://schemas.microsoft.com/office/drawing/2014/main" id="{0E74061C-833E-492F-A2AD-57415AE9BA7B}"/>
                  </a:ext>
                </a:extLst>
              </p:cNvPr>
              <p:cNvCxnSpPr/>
              <p:nvPr>
                <p:custDataLst>
                  <p:tags r:id="rId138"/>
                </p:custDataLst>
              </p:nvPr>
            </p:nvCxnSpPr>
            <p:spPr bwMode="auto">
              <a:xfrm flipH="1" flipV="1">
                <a:off x="9128" y="4707"/>
                <a:ext cx="1" cy="454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510" name="直接箭头连接符 509">
                <a:extLst>
                  <a:ext uri="{FF2B5EF4-FFF2-40B4-BE49-F238E27FC236}">
                    <a16:creationId xmlns:a16="http://schemas.microsoft.com/office/drawing/2014/main" id="{44D41542-715B-49F5-B4D1-08BE3E8B6C55}"/>
                  </a:ext>
                </a:extLst>
              </p:cNvPr>
              <p:cNvCxnSpPr/>
              <p:nvPr>
                <p:custDataLst>
                  <p:tags r:id="rId139"/>
                </p:custDataLst>
              </p:nvPr>
            </p:nvCxnSpPr>
            <p:spPr bwMode="auto">
              <a:xfrm flipV="1">
                <a:off x="9680" y="4028"/>
                <a:ext cx="170" cy="0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511" name="Text Box 191">
                <a:extLst>
                  <a:ext uri="{FF2B5EF4-FFF2-40B4-BE49-F238E27FC236}">
                    <a16:creationId xmlns:a16="http://schemas.microsoft.com/office/drawing/2014/main" id="{50D337D2-A812-4B22-8967-DBAC73DF8CE0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40"/>
                </p:custDataLst>
              </p:nvPr>
            </p:nvSpPr>
            <p:spPr bwMode="auto">
              <a:xfrm>
                <a:off x="9354" y="4339"/>
                <a:ext cx="283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C</a:t>
                </a:r>
              </a:p>
            </p:txBody>
          </p:sp>
          <p:sp>
            <p:nvSpPr>
              <p:cNvPr id="512" name="等腰三角形 511">
                <a:extLst>
                  <a:ext uri="{FF2B5EF4-FFF2-40B4-BE49-F238E27FC236}">
                    <a16:creationId xmlns:a16="http://schemas.microsoft.com/office/drawing/2014/main" id="{ECBF4730-70C2-4BEA-8CE1-70BA258B3E0C}"/>
                  </a:ext>
                </a:extLst>
              </p:cNvPr>
              <p:cNvSpPr/>
              <p:nvPr>
                <p:custDataLst>
                  <p:tags r:id="rId141"/>
                </p:custDataLst>
              </p:nvPr>
            </p:nvSpPr>
            <p:spPr>
              <a:xfrm>
                <a:off x="9355" y="4594"/>
                <a:ext cx="227" cy="113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513" name="直接箭头连接符 512">
                <a:extLst>
                  <a:ext uri="{FF2B5EF4-FFF2-40B4-BE49-F238E27FC236}">
                    <a16:creationId xmlns:a16="http://schemas.microsoft.com/office/drawing/2014/main" id="{227AD156-A7CB-4107-B82E-5EAA388B1CD5}"/>
                  </a:ext>
                </a:extLst>
              </p:cNvPr>
              <p:cNvCxnSpPr/>
              <p:nvPr>
                <p:custDataLst>
                  <p:tags r:id="rId142"/>
                </p:custDataLst>
              </p:nvPr>
            </p:nvCxnSpPr>
            <p:spPr bwMode="auto">
              <a:xfrm flipH="1" flipV="1">
                <a:off x="9241" y="3631"/>
                <a:ext cx="1" cy="34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514" name="直接箭头连接符 513">
                <a:extLst>
                  <a:ext uri="{FF2B5EF4-FFF2-40B4-BE49-F238E27FC236}">
                    <a16:creationId xmlns:a16="http://schemas.microsoft.com/office/drawing/2014/main" id="{B5415196-B4FC-4176-948D-8BB787A473B8}"/>
                  </a:ext>
                </a:extLst>
              </p:cNvPr>
              <p:cNvCxnSpPr/>
              <p:nvPr>
                <p:custDataLst>
                  <p:tags r:id="rId143"/>
                </p:custDataLst>
              </p:nvPr>
            </p:nvCxnSpPr>
            <p:spPr bwMode="auto">
              <a:xfrm flipH="1" flipV="1">
                <a:off x="9468" y="4708"/>
                <a:ext cx="1" cy="34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516" name="直接箭头连接符 515">
                <a:extLst>
                  <a:ext uri="{FF2B5EF4-FFF2-40B4-BE49-F238E27FC236}">
                    <a16:creationId xmlns:a16="http://schemas.microsoft.com/office/drawing/2014/main" id="{9AE7C78E-E78A-4A76-913C-84666D11DCB4}"/>
                  </a:ext>
                </a:extLst>
              </p:cNvPr>
              <p:cNvCxnSpPr/>
              <p:nvPr>
                <p:custDataLst>
                  <p:tags r:id="rId144"/>
                </p:custDataLst>
              </p:nvPr>
            </p:nvCxnSpPr>
            <p:spPr bwMode="auto">
              <a:xfrm flipH="1" flipV="1">
                <a:off x="9865" y="4706"/>
                <a:ext cx="1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sp>
            <p:nvSpPr>
              <p:cNvPr id="517" name="椭圆 516">
                <a:extLst>
                  <a:ext uri="{FF2B5EF4-FFF2-40B4-BE49-F238E27FC236}">
                    <a16:creationId xmlns:a16="http://schemas.microsoft.com/office/drawing/2014/main" id="{529B7645-EBDE-4206-887A-639885A2F4D6}"/>
                  </a:ext>
                </a:extLst>
              </p:cNvPr>
              <p:cNvSpPr/>
              <p:nvPr>
                <p:custDataLst>
                  <p:tags r:id="rId145"/>
                </p:custDataLst>
              </p:nvPr>
            </p:nvSpPr>
            <p:spPr>
              <a:xfrm>
                <a:off x="9808" y="4706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82" name="组合 481">
              <a:extLst>
                <a:ext uri="{FF2B5EF4-FFF2-40B4-BE49-F238E27FC236}">
                  <a16:creationId xmlns:a16="http://schemas.microsoft.com/office/drawing/2014/main" id="{9B8333C1-483C-4AB6-ACF1-157B6FB2EA44}"/>
                </a:ext>
              </a:extLst>
            </p:cNvPr>
            <p:cNvGrpSpPr/>
            <p:nvPr/>
          </p:nvGrpSpPr>
          <p:grpSpPr>
            <a:xfrm>
              <a:off x="10995" y="1484"/>
              <a:ext cx="1191" cy="1530"/>
              <a:chOff x="10317" y="3631"/>
              <a:chExt cx="1191" cy="1530"/>
            </a:xfrm>
          </p:grpSpPr>
          <p:sp>
            <p:nvSpPr>
              <p:cNvPr id="498" name="Text Box 36">
                <a:extLst>
                  <a:ext uri="{FF2B5EF4-FFF2-40B4-BE49-F238E27FC236}">
                    <a16:creationId xmlns:a16="http://schemas.microsoft.com/office/drawing/2014/main" id="{C04CC36A-84E3-41C4-A3DE-BCF902B074D2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28"/>
                </p:custDataLst>
              </p:nvPr>
            </p:nvSpPr>
            <p:spPr bwMode="auto">
              <a:xfrm>
                <a:off x="10317" y="3970"/>
                <a:ext cx="1191" cy="737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horz" wrap="squar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200" b="1" u="none" dirty="0">
                    <a:latin typeface="宋体" panose="02010600030101010101" pitchFamily="2" charset="-122"/>
                  </a:rPr>
                  <a:t> 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 </a:t>
                </a:r>
                <a:r>
                  <a:rPr lang="en-US" altLang="zh-CN" sz="1600" b="1" u="none" baseline="-25000" dirty="0">
                    <a:latin typeface="宋体" panose="02010600030101010101" pitchFamily="2" charset="-122"/>
                  </a:rPr>
                  <a:t> 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</a:t>
                </a:r>
              </a:p>
              <a:p>
                <a:pPr algn="l">
                  <a:lnSpc>
                    <a:spcPct val="90000"/>
                  </a:lnSpc>
                  <a:spcBef>
                    <a:spcPts val="100"/>
                  </a:spcBef>
                  <a:spcAft>
                    <a:spcPts val="0"/>
                  </a:spcAft>
                </a:pPr>
                <a:r>
                  <a:rPr lang="en-US" altLang="zh-CN" sz="12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D  </a:t>
                </a:r>
                <a:r>
                  <a:rPr lang="en-US" altLang="zh-CN" sz="14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R</a:t>
                </a:r>
                <a:endParaRPr lang="en-US" altLang="zh-CN" sz="1600" b="1" u="none" dirty="0">
                  <a:latin typeface="宋体" panose="02010600030101010101" pitchFamily="2" charset="-122"/>
                  <a:sym typeface="+mn-ea"/>
                </a:endParaRPr>
              </a:p>
            </p:txBody>
          </p:sp>
          <p:cxnSp>
            <p:nvCxnSpPr>
              <p:cNvPr id="499" name="直接箭头连接符 498">
                <a:extLst>
                  <a:ext uri="{FF2B5EF4-FFF2-40B4-BE49-F238E27FC236}">
                    <a16:creationId xmlns:a16="http://schemas.microsoft.com/office/drawing/2014/main" id="{68681068-BD93-47AB-942F-1D7B78E1224B}"/>
                  </a:ext>
                </a:extLst>
              </p:cNvPr>
              <p:cNvCxnSpPr/>
              <p:nvPr>
                <p:custDataLst>
                  <p:tags r:id="rId129"/>
                </p:custDataLst>
              </p:nvPr>
            </p:nvCxnSpPr>
            <p:spPr bwMode="auto">
              <a:xfrm flipH="1" flipV="1">
                <a:off x="10544" y="4707"/>
                <a:ext cx="1" cy="454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500" name="直接箭头连接符 499">
                <a:extLst>
                  <a:ext uri="{FF2B5EF4-FFF2-40B4-BE49-F238E27FC236}">
                    <a16:creationId xmlns:a16="http://schemas.microsoft.com/office/drawing/2014/main" id="{62CDC50A-8F95-494E-B7EF-EDEE65238BE0}"/>
                  </a:ext>
                </a:extLst>
              </p:cNvPr>
              <p:cNvCxnSpPr/>
              <p:nvPr>
                <p:custDataLst>
                  <p:tags r:id="rId130"/>
                </p:custDataLst>
              </p:nvPr>
            </p:nvCxnSpPr>
            <p:spPr bwMode="auto">
              <a:xfrm flipV="1">
                <a:off x="11096" y="4028"/>
                <a:ext cx="170" cy="0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501" name="Text Box 191">
                <a:extLst>
                  <a:ext uri="{FF2B5EF4-FFF2-40B4-BE49-F238E27FC236}">
                    <a16:creationId xmlns:a16="http://schemas.microsoft.com/office/drawing/2014/main" id="{E29AFCED-65EA-4C2A-AE38-E39BCF5ABD6D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31"/>
                </p:custDataLst>
              </p:nvPr>
            </p:nvSpPr>
            <p:spPr bwMode="auto">
              <a:xfrm>
                <a:off x="10771" y="4339"/>
                <a:ext cx="283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C</a:t>
                </a:r>
              </a:p>
            </p:txBody>
          </p:sp>
          <p:sp>
            <p:nvSpPr>
              <p:cNvPr id="502" name="等腰三角形 501">
                <a:extLst>
                  <a:ext uri="{FF2B5EF4-FFF2-40B4-BE49-F238E27FC236}">
                    <a16:creationId xmlns:a16="http://schemas.microsoft.com/office/drawing/2014/main" id="{7336F16B-6BD9-4B9E-AE5E-3FC9FB5FE212}"/>
                  </a:ext>
                </a:extLst>
              </p:cNvPr>
              <p:cNvSpPr/>
              <p:nvPr>
                <p:custDataLst>
                  <p:tags r:id="rId132"/>
                </p:custDataLst>
              </p:nvPr>
            </p:nvSpPr>
            <p:spPr>
              <a:xfrm>
                <a:off x="10771" y="4594"/>
                <a:ext cx="227" cy="113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503" name="直接箭头连接符 502">
                <a:extLst>
                  <a:ext uri="{FF2B5EF4-FFF2-40B4-BE49-F238E27FC236}">
                    <a16:creationId xmlns:a16="http://schemas.microsoft.com/office/drawing/2014/main" id="{BACE911E-34F9-4D14-BFF0-7139E0A5B4F2}"/>
                  </a:ext>
                </a:extLst>
              </p:cNvPr>
              <p:cNvCxnSpPr/>
              <p:nvPr>
                <p:custDataLst>
                  <p:tags r:id="rId133"/>
                </p:custDataLst>
              </p:nvPr>
            </p:nvCxnSpPr>
            <p:spPr bwMode="auto">
              <a:xfrm flipH="1" flipV="1">
                <a:off x="10657" y="3631"/>
                <a:ext cx="1" cy="34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504" name="直接箭头连接符 503">
                <a:extLst>
                  <a:ext uri="{FF2B5EF4-FFF2-40B4-BE49-F238E27FC236}">
                    <a16:creationId xmlns:a16="http://schemas.microsoft.com/office/drawing/2014/main" id="{5B54D6CA-55D0-431A-948B-281F508D6E31}"/>
                  </a:ext>
                </a:extLst>
              </p:cNvPr>
              <p:cNvCxnSpPr/>
              <p:nvPr>
                <p:custDataLst>
                  <p:tags r:id="rId134"/>
                </p:custDataLst>
              </p:nvPr>
            </p:nvCxnSpPr>
            <p:spPr bwMode="auto">
              <a:xfrm flipH="1" flipV="1">
                <a:off x="10884" y="4708"/>
                <a:ext cx="1" cy="34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506" name="直接箭头连接符 505">
                <a:extLst>
                  <a:ext uri="{FF2B5EF4-FFF2-40B4-BE49-F238E27FC236}">
                    <a16:creationId xmlns:a16="http://schemas.microsoft.com/office/drawing/2014/main" id="{8F84F0F0-CBDA-4213-A6F3-4A0FA97DFF80}"/>
                  </a:ext>
                </a:extLst>
              </p:cNvPr>
              <p:cNvCxnSpPr/>
              <p:nvPr>
                <p:custDataLst>
                  <p:tags r:id="rId135"/>
                </p:custDataLst>
              </p:nvPr>
            </p:nvCxnSpPr>
            <p:spPr bwMode="auto">
              <a:xfrm flipH="1" flipV="1">
                <a:off x="11282" y="4706"/>
                <a:ext cx="1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sp>
            <p:nvSpPr>
              <p:cNvPr id="507" name="椭圆 506">
                <a:extLst>
                  <a:ext uri="{FF2B5EF4-FFF2-40B4-BE49-F238E27FC236}">
                    <a16:creationId xmlns:a16="http://schemas.microsoft.com/office/drawing/2014/main" id="{FEBF53A4-1FD9-463D-88E9-C184C17CF276}"/>
                  </a:ext>
                </a:extLst>
              </p:cNvPr>
              <p:cNvSpPr/>
              <p:nvPr>
                <p:custDataLst>
                  <p:tags r:id="rId136"/>
                </p:custDataLst>
              </p:nvPr>
            </p:nvSpPr>
            <p:spPr>
              <a:xfrm>
                <a:off x="11225" y="4706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83" name="组合 482">
              <a:extLst>
                <a:ext uri="{FF2B5EF4-FFF2-40B4-BE49-F238E27FC236}">
                  <a16:creationId xmlns:a16="http://schemas.microsoft.com/office/drawing/2014/main" id="{91B60E01-EB6F-46AB-8DBE-56A1056D4734}"/>
                </a:ext>
              </a:extLst>
            </p:cNvPr>
            <p:cNvGrpSpPr/>
            <p:nvPr/>
          </p:nvGrpSpPr>
          <p:grpSpPr>
            <a:xfrm>
              <a:off x="12413" y="1484"/>
              <a:ext cx="1191" cy="1530"/>
              <a:chOff x="11735" y="3631"/>
              <a:chExt cx="1191" cy="1530"/>
            </a:xfrm>
          </p:grpSpPr>
          <p:sp>
            <p:nvSpPr>
              <p:cNvPr id="488" name="Text Box 36">
                <a:extLst>
                  <a:ext uri="{FF2B5EF4-FFF2-40B4-BE49-F238E27FC236}">
                    <a16:creationId xmlns:a16="http://schemas.microsoft.com/office/drawing/2014/main" id="{40D96696-B2B9-4590-AECB-D6DA91F9F159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19"/>
                </p:custDataLst>
              </p:nvPr>
            </p:nvSpPr>
            <p:spPr bwMode="auto">
              <a:xfrm>
                <a:off x="11735" y="3970"/>
                <a:ext cx="1191" cy="737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horz" wrap="squar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200" b="1" u="none" dirty="0">
                    <a:latin typeface="宋体" panose="02010600030101010101" pitchFamily="2" charset="-122"/>
                  </a:rPr>
                  <a:t> 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 </a:t>
                </a:r>
                <a:r>
                  <a:rPr lang="en-US" altLang="zh-CN" sz="1600" b="1" u="none" baseline="-25000" dirty="0">
                    <a:latin typeface="宋体" panose="02010600030101010101" pitchFamily="2" charset="-122"/>
                  </a:rPr>
                  <a:t> 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</a:t>
                </a:r>
              </a:p>
              <a:p>
                <a:pPr algn="l">
                  <a:lnSpc>
                    <a:spcPct val="90000"/>
                  </a:lnSpc>
                  <a:spcBef>
                    <a:spcPts val="100"/>
                  </a:spcBef>
                  <a:spcAft>
                    <a:spcPts val="0"/>
                  </a:spcAft>
                </a:pPr>
                <a:r>
                  <a:rPr lang="en-US" altLang="zh-CN" sz="12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D  </a:t>
                </a:r>
                <a:r>
                  <a:rPr lang="en-US" altLang="zh-CN" sz="14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R</a:t>
                </a:r>
                <a:endParaRPr lang="en-US" altLang="zh-CN" sz="1600" b="1" u="none" dirty="0">
                  <a:latin typeface="宋体" panose="02010600030101010101" pitchFamily="2" charset="-122"/>
                  <a:sym typeface="+mn-ea"/>
                </a:endParaRPr>
              </a:p>
            </p:txBody>
          </p:sp>
          <p:cxnSp>
            <p:nvCxnSpPr>
              <p:cNvPr id="489" name="直接箭头连接符 488">
                <a:extLst>
                  <a:ext uri="{FF2B5EF4-FFF2-40B4-BE49-F238E27FC236}">
                    <a16:creationId xmlns:a16="http://schemas.microsoft.com/office/drawing/2014/main" id="{BFFFABBC-FBCF-4006-9730-28D7022C641A}"/>
                  </a:ext>
                </a:extLst>
              </p:cNvPr>
              <p:cNvCxnSpPr/>
              <p:nvPr>
                <p:custDataLst>
                  <p:tags r:id="rId120"/>
                </p:custDataLst>
              </p:nvPr>
            </p:nvCxnSpPr>
            <p:spPr bwMode="auto">
              <a:xfrm flipH="1" flipV="1">
                <a:off x="11962" y="4707"/>
                <a:ext cx="1" cy="454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490" name="直接箭头连接符 489">
                <a:extLst>
                  <a:ext uri="{FF2B5EF4-FFF2-40B4-BE49-F238E27FC236}">
                    <a16:creationId xmlns:a16="http://schemas.microsoft.com/office/drawing/2014/main" id="{7B3A1396-C697-4C0A-AEDA-DB7C3905F985}"/>
                  </a:ext>
                </a:extLst>
              </p:cNvPr>
              <p:cNvCxnSpPr/>
              <p:nvPr>
                <p:custDataLst>
                  <p:tags r:id="rId121"/>
                </p:custDataLst>
              </p:nvPr>
            </p:nvCxnSpPr>
            <p:spPr bwMode="auto">
              <a:xfrm flipV="1">
                <a:off x="12514" y="4028"/>
                <a:ext cx="170" cy="0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491" name="Text Box 191">
                <a:extLst>
                  <a:ext uri="{FF2B5EF4-FFF2-40B4-BE49-F238E27FC236}">
                    <a16:creationId xmlns:a16="http://schemas.microsoft.com/office/drawing/2014/main" id="{9B5E334A-109C-415C-862F-49E07B876BF7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22"/>
                </p:custDataLst>
              </p:nvPr>
            </p:nvSpPr>
            <p:spPr bwMode="auto">
              <a:xfrm>
                <a:off x="12189" y="4339"/>
                <a:ext cx="283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C</a:t>
                </a:r>
              </a:p>
            </p:txBody>
          </p:sp>
          <p:sp>
            <p:nvSpPr>
              <p:cNvPr id="492" name="等腰三角形 491">
                <a:extLst>
                  <a:ext uri="{FF2B5EF4-FFF2-40B4-BE49-F238E27FC236}">
                    <a16:creationId xmlns:a16="http://schemas.microsoft.com/office/drawing/2014/main" id="{894C6CDE-742F-4BF7-83C6-C404F8FD0E14}"/>
                  </a:ext>
                </a:extLst>
              </p:cNvPr>
              <p:cNvSpPr/>
              <p:nvPr>
                <p:custDataLst>
                  <p:tags r:id="rId123"/>
                </p:custDataLst>
              </p:nvPr>
            </p:nvSpPr>
            <p:spPr>
              <a:xfrm>
                <a:off x="12189" y="4594"/>
                <a:ext cx="227" cy="113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493" name="直接箭头连接符 492">
                <a:extLst>
                  <a:ext uri="{FF2B5EF4-FFF2-40B4-BE49-F238E27FC236}">
                    <a16:creationId xmlns:a16="http://schemas.microsoft.com/office/drawing/2014/main" id="{1E5B089C-E6B0-443C-A47B-D2D093049FC7}"/>
                  </a:ext>
                </a:extLst>
              </p:cNvPr>
              <p:cNvCxnSpPr/>
              <p:nvPr>
                <p:custDataLst>
                  <p:tags r:id="rId124"/>
                </p:custDataLst>
              </p:nvPr>
            </p:nvCxnSpPr>
            <p:spPr bwMode="auto">
              <a:xfrm flipH="1" flipV="1">
                <a:off x="12075" y="3631"/>
                <a:ext cx="1" cy="34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494" name="直接箭头连接符 493">
                <a:extLst>
                  <a:ext uri="{FF2B5EF4-FFF2-40B4-BE49-F238E27FC236}">
                    <a16:creationId xmlns:a16="http://schemas.microsoft.com/office/drawing/2014/main" id="{58F95C5C-BE1B-48D5-9E88-7C89B8336DE2}"/>
                  </a:ext>
                </a:extLst>
              </p:cNvPr>
              <p:cNvCxnSpPr/>
              <p:nvPr>
                <p:custDataLst>
                  <p:tags r:id="rId125"/>
                </p:custDataLst>
              </p:nvPr>
            </p:nvCxnSpPr>
            <p:spPr bwMode="auto">
              <a:xfrm flipH="1" flipV="1">
                <a:off x="12302" y="4708"/>
                <a:ext cx="1" cy="34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496" name="直接箭头连接符 495">
                <a:extLst>
                  <a:ext uri="{FF2B5EF4-FFF2-40B4-BE49-F238E27FC236}">
                    <a16:creationId xmlns:a16="http://schemas.microsoft.com/office/drawing/2014/main" id="{BC90B5CF-1854-47B8-80A0-BD7C7202CEB8}"/>
                  </a:ext>
                </a:extLst>
              </p:cNvPr>
              <p:cNvCxnSpPr/>
              <p:nvPr>
                <p:custDataLst>
                  <p:tags r:id="rId126"/>
                </p:custDataLst>
              </p:nvPr>
            </p:nvCxnSpPr>
            <p:spPr bwMode="auto">
              <a:xfrm flipH="1" flipV="1">
                <a:off x="12699" y="4706"/>
                <a:ext cx="1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sp>
            <p:nvSpPr>
              <p:cNvPr id="497" name="椭圆 496">
                <a:extLst>
                  <a:ext uri="{FF2B5EF4-FFF2-40B4-BE49-F238E27FC236}">
                    <a16:creationId xmlns:a16="http://schemas.microsoft.com/office/drawing/2014/main" id="{30493077-144A-40DB-A211-9B8CC9C0B0BC}"/>
                  </a:ext>
                </a:extLst>
              </p:cNvPr>
              <p:cNvSpPr/>
              <p:nvPr>
                <p:custDataLst>
                  <p:tags r:id="rId127"/>
                </p:custDataLst>
              </p:nvPr>
            </p:nvSpPr>
            <p:spPr>
              <a:xfrm>
                <a:off x="12643" y="4706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484" name="直接箭头连接符 483">
              <a:extLst>
                <a:ext uri="{FF2B5EF4-FFF2-40B4-BE49-F238E27FC236}">
                  <a16:creationId xmlns:a16="http://schemas.microsoft.com/office/drawing/2014/main" id="{EBD3D99F-8A3E-410D-9590-77E3C10F0614}"/>
                </a:ext>
              </a:extLst>
            </p:cNvPr>
            <p:cNvCxnSpPr/>
            <p:nvPr>
              <p:custDataLst>
                <p:tags r:id="rId115"/>
              </p:custDataLst>
            </p:nvPr>
          </p:nvCxnSpPr>
          <p:spPr bwMode="auto">
            <a:xfrm flipH="1" flipV="1">
              <a:off x="9805" y="3014"/>
              <a:ext cx="107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485" name="直接箭头连接符 484">
              <a:extLst>
                <a:ext uri="{FF2B5EF4-FFF2-40B4-BE49-F238E27FC236}">
                  <a16:creationId xmlns:a16="http://schemas.microsoft.com/office/drawing/2014/main" id="{CC7B1097-05BD-4C60-A044-57DF431D6EA1}"/>
                </a:ext>
              </a:extLst>
            </p:cNvPr>
            <p:cNvCxnSpPr/>
            <p:nvPr>
              <p:custDataLst>
                <p:tags r:id="rId116"/>
              </p:custDataLst>
            </p:nvPr>
          </p:nvCxnSpPr>
          <p:spPr bwMode="auto">
            <a:xfrm flipV="1">
              <a:off x="13878" y="3067"/>
              <a:ext cx="312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86" name="直接箭头连接符 485">
              <a:extLst>
                <a:ext uri="{FF2B5EF4-FFF2-40B4-BE49-F238E27FC236}">
                  <a16:creationId xmlns:a16="http://schemas.microsoft.com/office/drawing/2014/main" id="{AF430A14-9938-4B84-A7BA-00885B3EA704}"/>
                </a:ext>
              </a:extLst>
            </p:cNvPr>
            <p:cNvCxnSpPr/>
            <p:nvPr>
              <p:custDataLst>
                <p:tags r:id="rId117"/>
              </p:custDataLst>
            </p:nvPr>
          </p:nvCxnSpPr>
          <p:spPr bwMode="auto">
            <a:xfrm flipV="1">
              <a:off x="13380" y="3231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87" name="直接箭头连接符 486">
              <a:extLst>
                <a:ext uri="{FF2B5EF4-FFF2-40B4-BE49-F238E27FC236}">
                  <a16:creationId xmlns:a16="http://schemas.microsoft.com/office/drawing/2014/main" id="{3F7016A7-5642-4902-9612-A1DD99C7E9E3}"/>
                </a:ext>
              </a:extLst>
            </p:cNvPr>
            <p:cNvCxnSpPr/>
            <p:nvPr>
              <p:custDataLst>
                <p:tags r:id="rId118"/>
              </p:custDataLst>
            </p:nvPr>
          </p:nvCxnSpPr>
          <p:spPr bwMode="auto">
            <a:xfrm>
              <a:off x="13378" y="2778"/>
              <a:ext cx="0" cy="454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518" name="组合 517">
            <a:extLst>
              <a:ext uri="{FF2B5EF4-FFF2-40B4-BE49-F238E27FC236}">
                <a16:creationId xmlns:a16="http://schemas.microsoft.com/office/drawing/2014/main" id="{1A371A50-7F18-48DE-A601-0B2ED87B4F3F}"/>
              </a:ext>
            </a:extLst>
          </p:cNvPr>
          <p:cNvGrpSpPr/>
          <p:nvPr/>
        </p:nvGrpSpPr>
        <p:grpSpPr>
          <a:xfrm>
            <a:off x="6696566" y="5192514"/>
            <a:ext cx="1259205" cy="394970"/>
            <a:chOff x="10205" y="5161"/>
            <a:chExt cx="1983" cy="622"/>
          </a:xfrm>
        </p:grpSpPr>
        <p:cxnSp>
          <p:nvCxnSpPr>
            <p:cNvPr id="519" name="直接箭头连接符 518">
              <a:extLst>
                <a:ext uri="{FF2B5EF4-FFF2-40B4-BE49-F238E27FC236}">
                  <a16:creationId xmlns:a16="http://schemas.microsoft.com/office/drawing/2014/main" id="{703B509E-BF21-4766-8034-D9E3615F3D7F}"/>
                </a:ext>
              </a:extLst>
            </p:cNvPr>
            <p:cNvCxnSpPr/>
            <p:nvPr>
              <p:custDataLst>
                <p:tags r:id="rId93"/>
              </p:custDataLst>
            </p:nvPr>
          </p:nvCxnSpPr>
          <p:spPr bwMode="auto">
            <a:xfrm flipH="1" flipV="1">
              <a:off x="12076" y="5443"/>
              <a:ext cx="1" cy="34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520" name="直接箭头连接符 519">
              <a:extLst>
                <a:ext uri="{FF2B5EF4-FFF2-40B4-BE49-F238E27FC236}">
                  <a16:creationId xmlns:a16="http://schemas.microsoft.com/office/drawing/2014/main" id="{D8C5261A-E605-4F91-9290-832711BA1101}"/>
                </a:ext>
              </a:extLst>
            </p:cNvPr>
            <p:cNvCxnSpPr/>
            <p:nvPr>
              <p:custDataLst>
                <p:tags r:id="rId94"/>
              </p:custDataLst>
            </p:nvPr>
          </p:nvCxnSpPr>
          <p:spPr bwMode="auto">
            <a:xfrm flipH="1" flipV="1">
              <a:off x="11905" y="5443"/>
              <a:ext cx="1" cy="22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521" name="直接箭头连接符 520">
              <a:extLst>
                <a:ext uri="{FF2B5EF4-FFF2-40B4-BE49-F238E27FC236}">
                  <a16:creationId xmlns:a16="http://schemas.microsoft.com/office/drawing/2014/main" id="{49134704-A5CE-4490-8218-8859852B6E33}"/>
                </a:ext>
              </a:extLst>
            </p:cNvPr>
            <p:cNvCxnSpPr/>
            <p:nvPr>
              <p:custDataLst>
                <p:tags r:id="rId95"/>
              </p:custDataLst>
            </p:nvPr>
          </p:nvCxnSpPr>
          <p:spPr bwMode="auto">
            <a:xfrm flipH="1" flipV="1">
              <a:off x="10205" y="5783"/>
              <a:ext cx="1871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522" name="Text Box 260">
              <a:extLst>
                <a:ext uri="{FF2B5EF4-FFF2-40B4-BE49-F238E27FC236}">
                  <a16:creationId xmlns:a16="http://schemas.microsoft.com/office/drawing/2014/main" id="{148F155C-2F2C-43E0-98C6-9856AD64D4F1}"/>
                </a:ext>
              </a:extLst>
            </p:cNvPr>
            <p:cNvSpPr txBox="1">
              <a:spLocks noChangeArrowheads="1"/>
            </p:cNvSpPr>
            <p:nvPr>
              <p:custDataLst>
                <p:tags r:id="rId96"/>
              </p:custDataLst>
            </p:nvPr>
          </p:nvSpPr>
          <p:spPr bwMode="auto">
            <a:xfrm>
              <a:off x="11792" y="5161"/>
              <a:ext cx="397" cy="28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&amp;</a:t>
              </a:r>
            </a:p>
          </p:txBody>
        </p:sp>
        <p:sp>
          <p:nvSpPr>
            <p:cNvPr id="523" name="椭圆 522">
              <a:extLst>
                <a:ext uri="{FF2B5EF4-FFF2-40B4-BE49-F238E27FC236}">
                  <a16:creationId xmlns:a16="http://schemas.microsoft.com/office/drawing/2014/main" id="{ADFB2AEC-59E6-4AE2-B25E-494F4DCCF73E}"/>
                </a:ext>
              </a:extLst>
            </p:cNvPr>
            <p:cNvSpPr/>
            <p:nvPr>
              <p:custDataLst>
                <p:tags r:id="rId97"/>
              </p:custDataLst>
            </p:nvPr>
          </p:nvSpPr>
          <p:spPr>
            <a:xfrm>
              <a:off x="11849" y="5443"/>
              <a:ext cx="113" cy="113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4" name="椭圆 523">
              <a:extLst>
                <a:ext uri="{FF2B5EF4-FFF2-40B4-BE49-F238E27FC236}">
                  <a16:creationId xmlns:a16="http://schemas.microsoft.com/office/drawing/2014/main" id="{0C09C3B4-30A1-42BA-94DE-152CEC893BEB}"/>
                </a:ext>
              </a:extLst>
            </p:cNvPr>
            <p:cNvSpPr/>
            <p:nvPr>
              <p:custDataLst>
                <p:tags r:id="rId98"/>
              </p:custDataLst>
            </p:nvPr>
          </p:nvSpPr>
          <p:spPr>
            <a:xfrm>
              <a:off x="12019" y="5443"/>
              <a:ext cx="113" cy="113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525" name="直接箭头连接符 524">
              <a:extLst>
                <a:ext uri="{FF2B5EF4-FFF2-40B4-BE49-F238E27FC236}">
                  <a16:creationId xmlns:a16="http://schemas.microsoft.com/office/drawing/2014/main" id="{3BDC8029-32A9-485D-9E17-9BD55C9CF07A}"/>
                </a:ext>
              </a:extLst>
            </p:cNvPr>
            <p:cNvCxnSpPr/>
            <p:nvPr>
              <p:custDataLst>
                <p:tags r:id="rId99"/>
              </p:custDataLst>
            </p:nvPr>
          </p:nvCxnSpPr>
          <p:spPr bwMode="auto">
            <a:xfrm flipH="1">
              <a:off x="11623" y="5329"/>
              <a:ext cx="1" cy="34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</p:cxnSp>
        <p:cxnSp>
          <p:nvCxnSpPr>
            <p:cNvPr id="526" name="直接箭头连接符 525">
              <a:extLst>
                <a:ext uri="{FF2B5EF4-FFF2-40B4-BE49-F238E27FC236}">
                  <a16:creationId xmlns:a16="http://schemas.microsoft.com/office/drawing/2014/main" id="{B46215FA-8E7C-40B5-A868-21064760C2F2}"/>
                </a:ext>
              </a:extLst>
            </p:cNvPr>
            <p:cNvCxnSpPr/>
            <p:nvPr>
              <p:custDataLst>
                <p:tags r:id="rId100"/>
              </p:custDataLst>
            </p:nvPr>
          </p:nvCxnSpPr>
          <p:spPr bwMode="auto">
            <a:xfrm flipH="1">
              <a:off x="10205" y="5329"/>
              <a:ext cx="1" cy="454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</p:cxnSp>
        <p:cxnSp>
          <p:nvCxnSpPr>
            <p:cNvPr id="527" name="直接箭头连接符 526">
              <a:extLst>
                <a:ext uri="{FF2B5EF4-FFF2-40B4-BE49-F238E27FC236}">
                  <a16:creationId xmlns:a16="http://schemas.microsoft.com/office/drawing/2014/main" id="{B0C70D73-E97B-483D-96B6-4458AAE0ECEB}"/>
                </a:ext>
              </a:extLst>
            </p:cNvPr>
            <p:cNvCxnSpPr/>
            <p:nvPr>
              <p:custDataLst>
                <p:tags r:id="rId101"/>
              </p:custDataLst>
            </p:nvPr>
          </p:nvCxnSpPr>
          <p:spPr bwMode="auto">
            <a:xfrm flipH="1" flipV="1">
              <a:off x="11621" y="5669"/>
              <a:ext cx="283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047910A5-0558-4634-9AE9-D40B5D6C2B9C}"/>
              </a:ext>
            </a:extLst>
          </p:cNvPr>
          <p:cNvGrpSpPr/>
          <p:nvPr/>
        </p:nvGrpSpPr>
        <p:grpSpPr>
          <a:xfrm>
            <a:off x="2195736" y="5733256"/>
            <a:ext cx="3780552" cy="766300"/>
            <a:chOff x="3347864" y="5661248"/>
            <a:chExt cx="3780552" cy="7663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0" name="Text Box 6">
                  <a:extLst>
                    <a:ext uri="{FF2B5EF4-FFF2-40B4-BE49-F238E27FC236}">
                      <a16:creationId xmlns:a16="http://schemas.microsoft.com/office/drawing/2014/main" id="{90E5FE72-C9BD-43ED-B0A1-1306C0E31B4A}"/>
                    </a:ext>
                  </a:extLst>
                </p:cNvPr>
                <p:cNvSpPr txBox="1">
                  <a:spLocks noChangeArrowheads="1"/>
                </p:cNvSpPr>
                <p:nvPr>
                  <p:custDataLst>
                    <p:tags r:id="rId92"/>
                  </p:custDataLst>
                </p:nvPr>
              </p:nvSpPr>
              <p:spPr bwMode="auto">
                <a:xfrm>
                  <a:off x="3384000" y="5661248"/>
                  <a:ext cx="3744416" cy="766300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square" anchor="t" anchorCtr="0">
                  <a:spAutoFit/>
                </a:bodyPr>
                <a:lstStyle/>
                <a:p>
                  <a:pPr marL="490855" indent="-490855" eaLnBrk="1" latinLnBrk="0" hangingPunct="1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14:m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000" b="1" i="1" kern="100" dirty="0" smtClean="0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2000" kern="100" dirty="0" smtClean="0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  <m:t>T</m:t>
                          </m:r>
                          <m:r>
                            <a:rPr lang="en-US" altLang="zh-CN" sz="2000" kern="100" baseline="-25000" dirty="0" smtClean="0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  <m:t>2</m:t>
                          </m:r>
                        </m:e>
                      </m:acc>
                    </m:oMath>
                  </a14:m>
                  <a:r>
                    <a:rPr lang="en-US" sz="2000" b="1" kern="100" baseline="-25000" dirty="0">
                      <a:cs typeface="Times New Roman" panose="02020603050405020304" pitchFamily="18" charset="0"/>
                      <a:sym typeface="+mn-ea"/>
                    </a:rPr>
                    <a:t> </a:t>
                  </a:r>
                  <a14:m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000" b="1" i="1" kern="100" dirty="0" smtClean="0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2000" kern="100" dirty="0" smtClean="0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  <m:t>T</m:t>
                          </m:r>
                          <m:r>
                            <a:rPr lang="en-US" altLang="zh-CN" sz="2000" kern="100" baseline="-25000" dirty="0" smtClean="0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  <m:t>1</m:t>
                          </m:r>
                        </m:e>
                      </m:acc>
                    </m:oMath>
                  </a14:m>
                  <a:r>
                    <a:rPr lang="en-US" sz="2000" b="1" kern="100" baseline="-25000" dirty="0">
                      <a:cs typeface="Times New Roman" panose="02020603050405020304" pitchFamily="18" charset="0"/>
                      <a:sym typeface="+mn-ea"/>
                    </a:rPr>
                    <a:t> </a:t>
                  </a:r>
                  <a14:m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000" b="1" i="1" kern="100" dirty="0" smtClean="0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2000" kern="100" dirty="0" smtClean="0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  <m:t>T</m:t>
                          </m:r>
                          <m:r>
                            <a:rPr lang="en-US" altLang="zh-CN" sz="2000" kern="100" baseline="-25000" dirty="0" smtClean="0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  <m:t>0</m:t>
                          </m:r>
                        </m:e>
                      </m:acc>
                    </m:oMath>
                  </a14:m>
                  <a:r>
                    <a:rPr lang="zh-CN" altLang="en-US" sz="2000" b="1" kern="100" dirty="0">
                      <a:latin typeface="宋体" panose="02010600030101010101" pitchFamily="2" charset="-122"/>
                      <a:cs typeface="宋体" panose="02010600030101010101" pitchFamily="2" charset="-122"/>
                      <a:sym typeface="+mn-ea"/>
                    </a:rPr>
                    <a:t>  </a:t>
                  </a:r>
                  <a:r>
                    <a:rPr lang="zh-CN" altLang="en-US" sz="2000" b="1" kern="100" dirty="0">
                      <a:solidFill>
                        <a:srgbClr val="0070C0"/>
                      </a:solidFill>
                      <a:latin typeface="宋体" panose="02010600030101010101" pitchFamily="2" charset="-122"/>
                      <a:cs typeface="宋体" panose="02010600030101010101" pitchFamily="2" charset="-122"/>
                      <a:sym typeface="+mn-ea"/>
                    </a:rPr>
                    <a:t>复位时</a:t>
                  </a:r>
                  <a:r>
                    <a:rPr lang="en-US" altLang="zh-CN" sz="2000" b="1" kern="100" dirty="0">
                      <a:solidFill>
                        <a:srgbClr val="0070C0"/>
                      </a:solidFill>
                      <a:latin typeface="宋体" panose="02010600030101010101" pitchFamily="2" charset="-122"/>
                      <a:cs typeface="宋体" panose="02010600030101010101" pitchFamily="2" charset="-122"/>
                      <a:sym typeface="+mn-ea"/>
                    </a:rPr>
                    <a:t>(T</a:t>
                  </a:r>
                  <a:r>
                    <a:rPr lang="en-US" altLang="zh-CN" sz="2000" b="1" kern="100" baseline="-25000" dirty="0">
                      <a:solidFill>
                        <a:srgbClr val="0070C0"/>
                      </a:solidFill>
                      <a:latin typeface="宋体" panose="02010600030101010101" pitchFamily="2" charset="-122"/>
                      <a:cs typeface="宋体" panose="02010600030101010101" pitchFamily="2" charset="-122"/>
                      <a:sym typeface="+mn-ea"/>
                    </a:rPr>
                    <a:t>0</a:t>
                  </a:r>
                  <a:r>
                    <a:rPr lang="en-US" altLang="zh-CN" sz="2000" b="1" kern="100" dirty="0">
                      <a:solidFill>
                        <a:srgbClr val="0070C0"/>
                      </a:solidFill>
                      <a:latin typeface="宋体" panose="02010600030101010101" pitchFamily="2" charset="-122"/>
                      <a:cs typeface="宋体" panose="02010600030101010101" pitchFamily="2" charset="-122"/>
                      <a:sym typeface="+mn-ea"/>
                    </a:rPr>
                    <a:t>=T</a:t>
                  </a:r>
                  <a:r>
                    <a:rPr lang="en-US" altLang="zh-CN" sz="2000" b="1" kern="100" baseline="-25000" dirty="0">
                      <a:solidFill>
                        <a:srgbClr val="0070C0"/>
                      </a:solidFill>
                      <a:latin typeface="宋体" panose="02010600030101010101" pitchFamily="2" charset="-122"/>
                      <a:cs typeface="宋体" panose="02010600030101010101" pitchFamily="2" charset="-122"/>
                      <a:sym typeface="+mn-ea"/>
                    </a:rPr>
                    <a:t>1</a:t>
                  </a:r>
                  <a:r>
                    <a:rPr lang="en-US" altLang="zh-CN" sz="2000" b="1" kern="100" dirty="0">
                      <a:solidFill>
                        <a:srgbClr val="0070C0"/>
                      </a:solidFill>
                      <a:latin typeface="宋体" panose="02010600030101010101" pitchFamily="2" charset="-122"/>
                      <a:cs typeface="宋体" panose="02010600030101010101" pitchFamily="2" charset="-122"/>
                      <a:sym typeface="+mn-ea"/>
                    </a:rPr>
                    <a:t>=T</a:t>
                  </a:r>
                  <a:r>
                    <a:rPr lang="en-US" altLang="zh-CN" sz="2000" b="1" kern="100" baseline="-25000" dirty="0">
                      <a:solidFill>
                        <a:srgbClr val="0070C0"/>
                      </a:solidFill>
                      <a:latin typeface="宋体" panose="02010600030101010101" pitchFamily="2" charset="-122"/>
                      <a:cs typeface="宋体" panose="02010600030101010101" pitchFamily="2" charset="-122"/>
                      <a:sym typeface="+mn-ea"/>
                    </a:rPr>
                    <a:t>2</a:t>
                  </a:r>
                  <a:r>
                    <a:rPr lang="en-US" altLang="zh-CN" sz="2000" b="1" kern="100" dirty="0">
                      <a:solidFill>
                        <a:srgbClr val="0070C0"/>
                      </a:solidFill>
                      <a:latin typeface="宋体" panose="02010600030101010101" pitchFamily="2" charset="-122"/>
                      <a:cs typeface="宋体" panose="02010600030101010101" pitchFamily="2" charset="-122"/>
                      <a:sym typeface="+mn-ea"/>
                    </a:rPr>
                    <a:t>=0)</a:t>
                  </a:r>
                  <a:endParaRPr lang="zh-CN" altLang="zh-CN" sz="2000" b="1" kern="100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endParaRPr>
                </a:p>
                <a:p>
                  <a:pPr marL="490855" indent="-490855" eaLnBrk="1" latinLnBrk="0" hangingPunct="1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altLang="zh-CN" sz="2000" kern="1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宋体" panose="02010600030101010101" pitchFamily="2" charset="-122"/>
                      <a:sym typeface="+mn-ea"/>
                    </a:rPr>
                    <a:t>T</a:t>
                  </a:r>
                  <a:r>
                    <a:rPr lang="en-US" altLang="zh-CN" sz="2000" kern="100" baseline="-250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宋体" panose="02010600030101010101" pitchFamily="2" charset="-122"/>
                      <a:sym typeface="+mn-ea"/>
                    </a:rPr>
                    <a:t>2</a:t>
                  </a:r>
                  <a14:m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000" b="1" i="1" kern="100" dirty="0" smtClean="0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2000" kern="100" dirty="0" smtClean="0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  <m:t>T</m:t>
                          </m:r>
                          <m:r>
                            <a:rPr lang="en-US" altLang="zh-CN" sz="2000" kern="100" baseline="-25000" dirty="0" smtClean="0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  <m:t>1</m:t>
                          </m:r>
                        </m:e>
                      </m:acc>
                    </m:oMath>
                  </a14:m>
                  <a:r>
                    <a:rPr lang="en-US" altLang="zh-CN" sz="2000" b="1" kern="100" baseline="-25000" dirty="0">
                      <a:cs typeface="Times New Roman" panose="02020603050405020304" pitchFamily="18" charset="0"/>
                      <a:sym typeface="+mn-ea"/>
                    </a:rPr>
                    <a:t> </a:t>
                  </a:r>
                  <a14:m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000" b="1" i="1" kern="100" dirty="0" smtClean="0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2000" kern="100" dirty="0" smtClean="0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  <m:t>T</m:t>
                          </m:r>
                          <m:r>
                            <a:rPr lang="en-US" altLang="zh-CN" sz="2000" kern="100" baseline="-25000" dirty="0" smtClean="0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  <m:t>0</m:t>
                          </m:r>
                        </m:e>
                      </m:acc>
                    </m:oMath>
                  </a14:m>
                  <a:r>
                    <a:rPr lang="zh-CN" altLang="en-US" sz="2000" b="1" kern="100" dirty="0">
                      <a:latin typeface="宋体" panose="02010600030101010101" pitchFamily="2" charset="-122"/>
                      <a:cs typeface="宋体" panose="02010600030101010101" pitchFamily="2" charset="-122"/>
                      <a:sym typeface="+mn-ea"/>
                    </a:rPr>
                    <a:t> </a:t>
                  </a:r>
                  <a:r>
                    <a:rPr lang="zh-CN" altLang="en-US" sz="2000" b="1" kern="100" spc="300" dirty="0">
                      <a:latin typeface="宋体" panose="02010600030101010101" pitchFamily="2" charset="-122"/>
                      <a:cs typeface="宋体" panose="02010600030101010101" pitchFamily="2" charset="-122"/>
                      <a:sym typeface="+mn-ea"/>
                    </a:rPr>
                    <a:t> </a:t>
                  </a:r>
                  <a:r>
                    <a:rPr lang="zh-CN" altLang="en-US" sz="2000" b="1" kern="100" dirty="0">
                      <a:solidFill>
                        <a:srgbClr val="0070C0"/>
                      </a:solidFill>
                      <a:latin typeface="宋体" panose="02010600030101010101" pitchFamily="2" charset="-122"/>
                      <a:cs typeface="宋体" panose="02010600030101010101" pitchFamily="2" charset="-122"/>
                      <a:sym typeface="+mn-ea"/>
                    </a:rPr>
                    <a:t>轮转时</a:t>
                  </a:r>
                  <a:r>
                    <a:rPr lang="en-US" altLang="zh-CN" sz="2000" b="1" kern="100" dirty="0">
                      <a:solidFill>
                        <a:srgbClr val="0070C0"/>
                      </a:solidFill>
                      <a:latin typeface="宋体" panose="02010600030101010101" pitchFamily="2" charset="-122"/>
                      <a:cs typeface="宋体" panose="02010600030101010101" pitchFamily="2" charset="-122"/>
                      <a:sym typeface="+mn-ea"/>
                    </a:rPr>
                    <a:t>(T</a:t>
                  </a:r>
                  <a:r>
                    <a:rPr lang="en-US" altLang="zh-CN" sz="2000" b="1" kern="100" baseline="-25000" dirty="0">
                      <a:solidFill>
                        <a:srgbClr val="0070C0"/>
                      </a:solidFill>
                      <a:latin typeface="宋体" panose="02010600030101010101" pitchFamily="2" charset="-122"/>
                      <a:cs typeface="宋体" panose="02010600030101010101" pitchFamily="2" charset="-122"/>
                      <a:sym typeface="+mn-ea"/>
                    </a:rPr>
                    <a:t>0</a:t>
                  </a:r>
                  <a:r>
                    <a:rPr lang="en-US" altLang="zh-CN" sz="2000" b="1" kern="100" dirty="0">
                      <a:solidFill>
                        <a:srgbClr val="0070C0"/>
                      </a:solidFill>
                      <a:latin typeface="宋体" panose="02010600030101010101" pitchFamily="2" charset="-122"/>
                      <a:cs typeface="宋体" panose="02010600030101010101" pitchFamily="2" charset="-122"/>
                      <a:sym typeface="+mn-ea"/>
                    </a:rPr>
                    <a:t>=T</a:t>
                  </a:r>
                  <a:r>
                    <a:rPr lang="en-US" altLang="zh-CN" sz="2000" b="1" kern="100" baseline="-25000" dirty="0">
                      <a:solidFill>
                        <a:srgbClr val="0070C0"/>
                      </a:solidFill>
                      <a:latin typeface="宋体" panose="02010600030101010101" pitchFamily="2" charset="-122"/>
                      <a:cs typeface="宋体" panose="02010600030101010101" pitchFamily="2" charset="-122"/>
                      <a:sym typeface="+mn-ea"/>
                    </a:rPr>
                    <a:t>1</a:t>
                  </a:r>
                  <a:r>
                    <a:rPr lang="en-US" altLang="zh-CN" sz="2000" b="1" kern="100" dirty="0">
                      <a:solidFill>
                        <a:srgbClr val="0070C0"/>
                      </a:solidFill>
                      <a:latin typeface="宋体" panose="02010600030101010101" pitchFamily="2" charset="-122"/>
                      <a:cs typeface="宋体" panose="02010600030101010101" pitchFamily="2" charset="-122"/>
                      <a:sym typeface="+mn-ea"/>
                    </a:rPr>
                    <a:t>=0,T</a:t>
                  </a:r>
                  <a:r>
                    <a:rPr lang="en-US" altLang="zh-CN" sz="2000" b="1" kern="100" baseline="-25000" dirty="0">
                      <a:solidFill>
                        <a:srgbClr val="0070C0"/>
                      </a:solidFill>
                      <a:latin typeface="宋体" panose="02010600030101010101" pitchFamily="2" charset="-122"/>
                      <a:cs typeface="宋体" panose="02010600030101010101" pitchFamily="2" charset="-122"/>
                      <a:sym typeface="+mn-ea"/>
                    </a:rPr>
                    <a:t>2</a:t>
                  </a:r>
                  <a:r>
                    <a:rPr lang="en-US" altLang="zh-CN" sz="2000" b="1" kern="100" dirty="0">
                      <a:solidFill>
                        <a:srgbClr val="0070C0"/>
                      </a:solidFill>
                      <a:latin typeface="宋体" panose="02010600030101010101" pitchFamily="2" charset="-122"/>
                      <a:cs typeface="宋体" panose="02010600030101010101" pitchFamily="2" charset="-122"/>
                      <a:sym typeface="+mn-ea"/>
                    </a:rPr>
                    <a:t>=1)</a:t>
                  </a:r>
                  <a:endParaRPr lang="zh-CN" altLang="en-US" sz="2000" b="1" kern="100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530" name="Text Box 6">
                  <a:extLst>
                    <a:ext uri="{FF2B5EF4-FFF2-40B4-BE49-F238E27FC236}">
                      <a16:creationId xmlns:a16="http://schemas.microsoft.com/office/drawing/2014/main" id="{90E5FE72-C9BD-43ED-B0A1-1306C0E31B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186"/>
                  </p:custDataLst>
                </p:nvPr>
              </p:nvSpPr>
              <p:spPr bwMode="auto">
                <a:xfrm>
                  <a:off x="3384000" y="5661248"/>
                  <a:ext cx="3744416" cy="766300"/>
                </a:xfrm>
                <a:prstGeom prst="rect">
                  <a:avLst/>
                </a:prstGeom>
                <a:blipFill>
                  <a:blip r:embed="rId187"/>
                  <a:stretch>
                    <a:fillRect l="-1629" t="-3968" r="-977" b="-13492"/>
                  </a:stretch>
                </a:blipFill>
                <a:ln w="9525">
                  <a:noFill/>
                  <a:miter lim="800000"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" name="左大括号 32">
              <a:extLst>
                <a:ext uri="{FF2B5EF4-FFF2-40B4-BE49-F238E27FC236}">
                  <a16:creationId xmlns:a16="http://schemas.microsoft.com/office/drawing/2014/main" id="{DF822B68-2557-4907-BB94-FAE007615BB8}"/>
                </a:ext>
              </a:extLst>
            </p:cNvPr>
            <p:cNvSpPr/>
            <p:nvPr/>
          </p:nvSpPr>
          <p:spPr bwMode="auto">
            <a:xfrm>
              <a:off x="3347864" y="5765248"/>
              <a:ext cx="72000" cy="576000"/>
            </a:xfrm>
            <a:prstGeom prst="leftBrace">
              <a:avLst>
                <a:gd name="adj1" fmla="val 21528"/>
                <a:gd name="adj2" fmla="val 50000"/>
              </a:avLst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31" name="Text Box 6">
                <a:extLst>
                  <a:ext uri="{FF2B5EF4-FFF2-40B4-BE49-F238E27FC236}">
                    <a16:creationId xmlns:a16="http://schemas.microsoft.com/office/drawing/2014/main" id="{E083BF4D-C24D-4C36-A732-10F55B7D3BD3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5796136" y="5949280"/>
                <a:ext cx="3024336" cy="75501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 anchor="t" anchorCtr="0">
                <a:spAutoFit/>
              </a:bodyPr>
              <a:lstStyle/>
              <a:p>
                <a:pPr marL="490855" indent="-490855" eaLnBrk="1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2000" b="1" kern="1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b="1" i="1" kern="100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kern="100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T</m:t>
                        </m:r>
                        <m:r>
                          <a:rPr lang="en-US" altLang="zh-CN" sz="2000" kern="100" baseline="-25000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2</m:t>
                        </m:r>
                      </m:e>
                    </m:acc>
                  </m:oMath>
                </a14:m>
                <a:r>
                  <a:rPr lang="en-US" sz="2000" b="1" kern="100" baseline="-25000" dirty="0">
                    <a:cs typeface="Times New Roman" panose="020206030504050203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b="1" i="1" kern="100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kern="100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T</m:t>
                        </m:r>
                        <m:r>
                          <a:rPr lang="en-US" altLang="zh-CN" sz="2000" kern="100" baseline="-25000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1</m:t>
                        </m:r>
                      </m:e>
                    </m:acc>
                  </m:oMath>
                </a14:m>
                <a:r>
                  <a:rPr lang="en-US" sz="2000" b="1" kern="100" baseline="-25000" dirty="0">
                    <a:cs typeface="Times New Roman" panose="020206030504050203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b="1" i="1" kern="100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kern="100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T</m:t>
                        </m:r>
                        <m:r>
                          <a:rPr lang="en-US" altLang="zh-CN" sz="2000" kern="100" baseline="-25000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0</m:t>
                        </m:r>
                      </m:e>
                    </m:acc>
                  </m:oMath>
                </a14:m>
                <a:r>
                  <a:rPr lang="en-US" altLang="zh-CN" sz="2000" b="1" kern="1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</a:t>
                </a:r>
                <a:r>
                  <a:rPr lang="en-US" altLang="zh-CN" sz="2000" kern="100" dirty="0">
                    <a:latin typeface="Cambria Math" panose="02040503050406030204" pitchFamily="18" charset="0"/>
                    <a:ea typeface="Cambria Math" panose="02040503050406030204" pitchFamily="18" charset="0"/>
                    <a:cs typeface="宋体" panose="02010600030101010101" pitchFamily="2" charset="-122"/>
                    <a:sym typeface="+mn-ea"/>
                  </a:rPr>
                  <a:t>T</a:t>
                </a:r>
                <a:r>
                  <a:rPr lang="en-US" altLang="zh-CN" sz="2000" kern="1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宋体" panose="02010600030101010101" pitchFamily="2" charset="-122"/>
                    <a:sym typeface="+mn-ea"/>
                  </a:rPr>
                  <a:t>2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b="1" i="1" kern="100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kern="100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T</m:t>
                        </m:r>
                        <m:r>
                          <a:rPr lang="en-US" altLang="zh-CN" sz="2000" kern="100" baseline="-25000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1</m:t>
                        </m:r>
                      </m:e>
                    </m:acc>
                  </m:oMath>
                </a14:m>
                <a:r>
                  <a:rPr lang="en-US" altLang="zh-CN" sz="2000" b="1" kern="100" baseline="-25000" dirty="0">
                    <a:cs typeface="Times New Roman" panose="020206030504050203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b="1" i="1" kern="100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kern="100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T</m:t>
                        </m:r>
                        <m:r>
                          <a:rPr lang="en-US" altLang="zh-CN" sz="2000" kern="100" baseline="-25000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0</m:t>
                        </m:r>
                      </m:e>
                    </m:acc>
                  </m:oMath>
                </a14:m>
                <a:r>
                  <a:rPr lang="zh-CN" altLang="en-US" sz="2000" b="1" kern="1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b="1" i="1" kern="1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kern="1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T</m:t>
                        </m:r>
                        <m:r>
                          <a:rPr lang="en-US" altLang="zh-CN" sz="2000" kern="100" baseline="-25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1</m:t>
                        </m:r>
                      </m:e>
                    </m:acc>
                  </m:oMath>
                </a14:m>
                <a:r>
                  <a:rPr lang="en-US" altLang="zh-CN" sz="2000" b="1" kern="100" baseline="-25000" dirty="0">
                    <a:cs typeface="Times New Roman" panose="020206030504050203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b="1" i="1" kern="1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kern="1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T</m:t>
                        </m:r>
                        <m:r>
                          <a:rPr lang="en-US" altLang="zh-CN" sz="2000" kern="100" baseline="-25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0</m:t>
                        </m:r>
                      </m:e>
                    </m:acc>
                  </m:oMath>
                </a14:m>
                <a:endParaRPr lang="en-US" altLang="zh-CN" sz="2000" b="1" kern="100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endParaRPr>
              </a:p>
              <a:p>
                <a:pPr marL="490855" indent="-490855" eaLnBrk="1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000" b="1" kern="1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</a:t>
                </a:r>
              </a:p>
            </p:txBody>
          </p:sp>
        </mc:Choice>
        <mc:Fallback xmlns="">
          <p:sp>
            <p:nvSpPr>
              <p:cNvPr id="531" name="Text Box 6">
                <a:extLst>
                  <a:ext uri="{FF2B5EF4-FFF2-40B4-BE49-F238E27FC236}">
                    <a16:creationId xmlns:a16="http://schemas.microsoft.com/office/drawing/2014/main" id="{E083BF4D-C24D-4C36-A732-10F55B7D3B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88"/>
                </p:custDataLst>
              </p:nvPr>
            </p:nvSpPr>
            <p:spPr bwMode="auto">
              <a:xfrm>
                <a:off x="5796136" y="5949280"/>
                <a:ext cx="3024336" cy="755015"/>
              </a:xfrm>
              <a:prstGeom prst="rect">
                <a:avLst/>
              </a:prstGeom>
              <a:blipFill>
                <a:blip r:embed="rId189"/>
                <a:stretch>
                  <a:fillRect l="-2218" t="-4839"/>
                </a:stretch>
              </a:blipFill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32" name="组合 531">
            <a:extLst>
              <a:ext uri="{FF2B5EF4-FFF2-40B4-BE49-F238E27FC236}">
                <a16:creationId xmlns:a16="http://schemas.microsoft.com/office/drawing/2014/main" id="{788BFB9B-1898-4EEA-AACE-30B0FE498290}"/>
              </a:ext>
            </a:extLst>
          </p:cNvPr>
          <p:cNvGrpSpPr/>
          <p:nvPr/>
        </p:nvGrpSpPr>
        <p:grpSpPr>
          <a:xfrm>
            <a:off x="1799553" y="3789040"/>
            <a:ext cx="2484415" cy="1188000"/>
            <a:chOff x="1439585" y="3600000"/>
            <a:chExt cx="2484415" cy="1188000"/>
          </a:xfrm>
        </p:grpSpPr>
        <p:cxnSp>
          <p:nvCxnSpPr>
            <p:cNvPr id="533" name="直接连接符 532">
              <a:extLst>
                <a:ext uri="{FF2B5EF4-FFF2-40B4-BE49-F238E27FC236}">
                  <a16:creationId xmlns:a16="http://schemas.microsoft.com/office/drawing/2014/main" id="{07CC86B2-5148-4E24-BA0F-2F244635C3B9}"/>
                </a:ext>
              </a:extLst>
            </p:cNvPr>
            <p:cNvCxnSpPr/>
            <p:nvPr>
              <p:custDataLst>
                <p:tags r:id="rId5"/>
              </p:custDataLst>
            </p:nvPr>
          </p:nvCxnSpPr>
          <p:spPr>
            <a:xfrm flipH="1">
              <a:off x="2088778" y="3779999"/>
              <a:ext cx="0" cy="1008000"/>
            </a:xfrm>
            <a:prstGeom prst="line">
              <a:avLst/>
            </a:prstGeom>
            <a:ln w="9525">
              <a:solidFill>
                <a:srgbClr val="0070C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" name="直接连接符 533">
              <a:extLst>
                <a:ext uri="{FF2B5EF4-FFF2-40B4-BE49-F238E27FC236}">
                  <a16:creationId xmlns:a16="http://schemas.microsoft.com/office/drawing/2014/main" id="{C2F5D526-50DF-4689-9514-4FFD54B0C4D6}"/>
                </a:ext>
              </a:extLst>
            </p:cNvPr>
            <p:cNvCxnSpPr/>
            <p:nvPr>
              <p:custDataLst>
                <p:tags r:id="rId6"/>
              </p:custDataLst>
            </p:nvPr>
          </p:nvCxnSpPr>
          <p:spPr>
            <a:xfrm flipH="1">
              <a:off x="2951743" y="3779999"/>
              <a:ext cx="0" cy="1008000"/>
            </a:xfrm>
            <a:prstGeom prst="line">
              <a:avLst/>
            </a:prstGeom>
            <a:ln w="9525">
              <a:solidFill>
                <a:srgbClr val="0070C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5" name="直接连接符 534">
              <a:extLst>
                <a:ext uri="{FF2B5EF4-FFF2-40B4-BE49-F238E27FC236}">
                  <a16:creationId xmlns:a16="http://schemas.microsoft.com/office/drawing/2014/main" id="{549795C1-7808-4EDD-808D-5F4550F353EA}"/>
                </a:ext>
              </a:extLst>
            </p:cNvPr>
            <p:cNvCxnSpPr/>
            <p:nvPr>
              <p:custDataLst>
                <p:tags r:id="rId7"/>
              </p:custDataLst>
            </p:nvPr>
          </p:nvCxnSpPr>
          <p:spPr>
            <a:xfrm flipH="1">
              <a:off x="3815978" y="3779999"/>
              <a:ext cx="0" cy="1008000"/>
            </a:xfrm>
            <a:prstGeom prst="line">
              <a:avLst/>
            </a:prstGeom>
            <a:ln w="9525">
              <a:solidFill>
                <a:srgbClr val="0070C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" name="直接连接符 535">
              <a:extLst>
                <a:ext uri="{FF2B5EF4-FFF2-40B4-BE49-F238E27FC236}">
                  <a16:creationId xmlns:a16="http://schemas.microsoft.com/office/drawing/2014/main" id="{8058F271-F922-42EC-A6E1-DF273F15BE48}"/>
                </a:ext>
              </a:extLst>
            </p:cNvPr>
            <p:cNvCxnSpPr/>
            <p:nvPr>
              <p:custDataLst>
                <p:tags r:id="rId8"/>
              </p:custDataLst>
            </p:nvPr>
          </p:nvCxnSpPr>
          <p:spPr>
            <a:xfrm>
              <a:off x="2375798" y="4104095"/>
              <a:ext cx="1270" cy="17970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7" name="直接连接符 536">
              <a:extLst>
                <a:ext uri="{FF2B5EF4-FFF2-40B4-BE49-F238E27FC236}">
                  <a16:creationId xmlns:a16="http://schemas.microsoft.com/office/drawing/2014/main" id="{BEC3169F-B26C-4478-A180-D9920783C516}"/>
                </a:ext>
              </a:extLst>
            </p:cNvPr>
            <p:cNvCxnSpPr/>
            <p:nvPr>
              <p:custDataLst>
                <p:tags r:id="rId9"/>
              </p:custDataLst>
            </p:nvPr>
          </p:nvCxnSpPr>
          <p:spPr>
            <a:xfrm>
              <a:off x="2089413" y="4104095"/>
              <a:ext cx="28702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8" name="直接连接符 537">
              <a:extLst>
                <a:ext uri="{FF2B5EF4-FFF2-40B4-BE49-F238E27FC236}">
                  <a16:creationId xmlns:a16="http://schemas.microsoft.com/office/drawing/2014/main" id="{40E07276-F722-44E9-83B3-777AD05B5DFE}"/>
                </a:ext>
              </a:extLst>
            </p:cNvPr>
            <p:cNvCxnSpPr/>
            <p:nvPr>
              <p:custDataLst>
                <p:tags r:id="rId10"/>
              </p:custDataLst>
            </p:nvPr>
          </p:nvCxnSpPr>
          <p:spPr>
            <a:xfrm>
              <a:off x="2089413" y="4104095"/>
              <a:ext cx="0" cy="17970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9" name="直接连接符 538">
              <a:extLst>
                <a:ext uri="{FF2B5EF4-FFF2-40B4-BE49-F238E27FC236}">
                  <a16:creationId xmlns:a16="http://schemas.microsoft.com/office/drawing/2014/main" id="{FE1809B5-B8A9-48FC-907C-B5831B92D373}"/>
                </a:ext>
              </a:extLst>
            </p:cNvPr>
            <p:cNvCxnSpPr/>
            <p:nvPr>
              <p:custDataLst>
                <p:tags r:id="rId11"/>
              </p:custDataLst>
            </p:nvPr>
          </p:nvCxnSpPr>
          <p:spPr>
            <a:xfrm>
              <a:off x="1836000" y="4284435"/>
              <a:ext cx="252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0" name="直接连接符 539">
              <a:extLst>
                <a:ext uri="{FF2B5EF4-FFF2-40B4-BE49-F238E27FC236}">
                  <a16:creationId xmlns:a16="http://schemas.microsoft.com/office/drawing/2014/main" id="{07EFB9FB-D5F7-4E8C-853C-FB0243C6A698}"/>
                </a:ext>
              </a:extLst>
            </p:cNvPr>
            <p:cNvCxnSpPr/>
            <p:nvPr>
              <p:custDataLst>
                <p:tags r:id="rId12"/>
              </p:custDataLst>
            </p:nvPr>
          </p:nvCxnSpPr>
          <p:spPr>
            <a:xfrm>
              <a:off x="2375798" y="4284435"/>
              <a:ext cx="57594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1" name="直接连接符 540">
              <a:extLst>
                <a:ext uri="{FF2B5EF4-FFF2-40B4-BE49-F238E27FC236}">
                  <a16:creationId xmlns:a16="http://schemas.microsoft.com/office/drawing/2014/main" id="{95841155-A161-4C93-978D-2F5959F7F482}"/>
                </a:ext>
              </a:extLst>
            </p:cNvPr>
            <p:cNvCxnSpPr/>
            <p:nvPr>
              <p:custDataLst>
                <p:tags r:id="rId13"/>
              </p:custDataLst>
            </p:nvPr>
          </p:nvCxnSpPr>
          <p:spPr>
            <a:xfrm>
              <a:off x="3238763" y="4104095"/>
              <a:ext cx="1270" cy="17970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2" name="直接连接符 541">
              <a:extLst>
                <a:ext uri="{FF2B5EF4-FFF2-40B4-BE49-F238E27FC236}">
                  <a16:creationId xmlns:a16="http://schemas.microsoft.com/office/drawing/2014/main" id="{267372CA-1CF5-4F24-8042-FDCB469AB8AE}"/>
                </a:ext>
              </a:extLst>
            </p:cNvPr>
            <p:cNvCxnSpPr/>
            <p:nvPr>
              <p:custDataLst>
                <p:tags r:id="rId14"/>
              </p:custDataLst>
            </p:nvPr>
          </p:nvCxnSpPr>
          <p:spPr>
            <a:xfrm>
              <a:off x="2951743" y="4104095"/>
              <a:ext cx="28702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3" name="直接连接符 542">
              <a:extLst>
                <a:ext uri="{FF2B5EF4-FFF2-40B4-BE49-F238E27FC236}">
                  <a16:creationId xmlns:a16="http://schemas.microsoft.com/office/drawing/2014/main" id="{98ADE77A-A37F-4362-9CA3-854B073482E1}"/>
                </a:ext>
              </a:extLst>
            </p:cNvPr>
            <p:cNvCxnSpPr/>
            <p:nvPr>
              <p:custDataLst>
                <p:tags r:id="rId15"/>
              </p:custDataLst>
            </p:nvPr>
          </p:nvCxnSpPr>
          <p:spPr>
            <a:xfrm>
              <a:off x="2951743" y="4104095"/>
              <a:ext cx="0" cy="17970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4" name="直接连接符 543">
              <a:extLst>
                <a:ext uri="{FF2B5EF4-FFF2-40B4-BE49-F238E27FC236}">
                  <a16:creationId xmlns:a16="http://schemas.microsoft.com/office/drawing/2014/main" id="{CD701C57-AF47-4C06-8B6E-491D9823142A}"/>
                </a:ext>
              </a:extLst>
            </p:cNvPr>
            <p:cNvCxnSpPr/>
            <p:nvPr>
              <p:custDataLst>
                <p:tags r:id="rId16"/>
              </p:custDataLst>
            </p:nvPr>
          </p:nvCxnSpPr>
          <p:spPr>
            <a:xfrm>
              <a:off x="3240033" y="4284435"/>
              <a:ext cx="68389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5" name="TextBox 738">
              <a:extLst>
                <a:ext uri="{FF2B5EF4-FFF2-40B4-BE49-F238E27FC236}">
                  <a16:creationId xmlns:a16="http://schemas.microsoft.com/office/drawing/2014/main" id="{EF60F3AA-AED5-4016-A4F8-210120296A36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440000" y="3600000"/>
              <a:ext cx="252095" cy="17970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90000"/>
                </a:lnSpc>
                <a:defRPr sz="1600" b="1">
                  <a:latin typeface="+mn-ea"/>
                  <a:ea typeface="+mn-ea"/>
                  <a:cs typeface="Times New Roman" panose="02020603050405020304" pitchFamily="18" charset="0"/>
                </a:defRPr>
              </a:lvl1pPr>
            </a:lstStyle>
            <a:p>
              <a:r>
                <a:rPr lang="en-US" dirty="0" err="1"/>
                <a:t>CP</a:t>
              </a:r>
              <a:endParaRPr lang="en-US" dirty="0"/>
            </a:p>
          </p:txBody>
        </p:sp>
        <p:cxnSp>
          <p:nvCxnSpPr>
            <p:cNvPr id="546" name="直接连接符 545">
              <a:extLst>
                <a:ext uri="{FF2B5EF4-FFF2-40B4-BE49-F238E27FC236}">
                  <a16:creationId xmlns:a16="http://schemas.microsoft.com/office/drawing/2014/main" id="{A4EAEC3D-E2EC-4BE4-A74E-40B9AD4C8B92}"/>
                </a:ext>
              </a:extLst>
            </p:cNvPr>
            <p:cNvCxnSpPr/>
            <p:nvPr>
              <p:custDataLst>
                <p:tags r:id="rId18"/>
              </p:custDataLst>
            </p:nvPr>
          </p:nvCxnSpPr>
          <p:spPr>
            <a:xfrm>
              <a:off x="2664088" y="4356190"/>
              <a:ext cx="1270" cy="17970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7" name="直接连接符 546">
              <a:extLst>
                <a:ext uri="{FF2B5EF4-FFF2-40B4-BE49-F238E27FC236}">
                  <a16:creationId xmlns:a16="http://schemas.microsoft.com/office/drawing/2014/main" id="{0D2C16A2-850A-4CAA-AEBA-0027D6E83F8C}"/>
                </a:ext>
              </a:extLst>
            </p:cNvPr>
            <p:cNvCxnSpPr/>
            <p:nvPr>
              <p:custDataLst>
                <p:tags r:id="rId19"/>
              </p:custDataLst>
            </p:nvPr>
          </p:nvCxnSpPr>
          <p:spPr>
            <a:xfrm>
              <a:off x="2377068" y="4356190"/>
              <a:ext cx="28702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8" name="直接连接符 547">
              <a:extLst>
                <a:ext uri="{FF2B5EF4-FFF2-40B4-BE49-F238E27FC236}">
                  <a16:creationId xmlns:a16="http://schemas.microsoft.com/office/drawing/2014/main" id="{82837665-2873-418F-B321-B64E409E3BE6}"/>
                </a:ext>
              </a:extLst>
            </p:cNvPr>
            <p:cNvCxnSpPr/>
            <p:nvPr>
              <p:custDataLst>
                <p:tags r:id="rId20"/>
              </p:custDataLst>
            </p:nvPr>
          </p:nvCxnSpPr>
          <p:spPr>
            <a:xfrm>
              <a:off x="2377068" y="4356190"/>
              <a:ext cx="0" cy="17970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9" name="直接连接符 548">
              <a:extLst>
                <a:ext uri="{FF2B5EF4-FFF2-40B4-BE49-F238E27FC236}">
                  <a16:creationId xmlns:a16="http://schemas.microsoft.com/office/drawing/2014/main" id="{11B26792-1756-48FE-8F6C-B3B9EF33C22D}"/>
                </a:ext>
              </a:extLst>
            </p:cNvPr>
            <p:cNvCxnSpPr/>
            <p:nvPr>
              <p:custDataLst>
                <p:tags r:id="rId21"/>
              </p:custDataLst>
            </p:nvPr>
          </p:nvCxnSpPr>
          <p:spPr>
            <a:xfrm>
              <a:off x="1836000" y="4535895"/>
              <a:ext cx="540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0" name="直接连接符 549">
              <a:extLst>
                <a:ext uri="{FF2B5EF4-FFF2-40B4-BE49-F238E27FC236}">
                  <a16:creationId xmlns:a16="http://schemas.microsoft.com/office/drawing/2014/main" id="{FCA12098-4733-4C49-B3DD-8C6E4F4ACC5D}"/>
                </a:ext>
              </a:extLst>
            </p:cNvPr>
            <p:cNvCxnSpPr/>
            <p:nvPr>
              <p:custDataLst>
                <p:tags r:id="rId22"/>
              </p:custDataLst>
            </p:nvPr>
          </p:nvCxnSpPr>
          <p:spPr>
            <a:xfrm>
              <a:off x="2664088" y="4535895"/>
              <a:ext cx="57594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1" name="直接连接符 550">
              <a:extLst>
                <a:ext uri="{FF2B5EF4-FFF2-40B4-BE49-F238E27FC236}">
                  <a16:creationId xmlns:a16="http://schemas.microsoft.com/office/drawing/2014/main" id="{1FD03140-F396-4EA3-BFEC-8766E85F0938}"/>
                </a:ext>
              </a:extLst>
            </p:cNvPr>
            <p:cNvCxnSpPr/>
            <p:nvPr>
              <p:custDataLst>
                <p:tags r:id="rId23"/>
              </p:custDataLst>
            </p:nvPr>
          </p:nvCxnSpPr>
          <p:spPr>
            <a:xfrm>
              <a:off x="3526418" y="4356190"/>
              <a:ext cx="1270" cy="17970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直接连接符 551">
              <a:extLst>
                <a:ext uri="{FF2B5EF4-FFF2-40B4-BE49-F238E27FC236}">
                  <a16:creationId xmlns:a16="http://schemas.microsoft.com/office/drawing/2014/main" id="{FCE8B514-E0DA-46C3-AD9D-015FE88A9A83}"/>
                </a:ext>
              </a:extLst>
            </p:cNvPr>
            <p:cNvCxnSpPr/>
            <p:nvPr>
              <p:custDataLst>
                <p:tags r:id="rId24"/>
              </p:custDataLst>
            </p:nvPr>
          </p:nvCxnSpPr>
          <p:spPr>
            <a:xfrm>
              <a:off x="3240033" y="4356190"/>
              <a:ext cx="28702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3" name="直接连接符 552">
              <a:extLst>
                <a:ext uri="{FF2B5EF4-FFF2-40B4-BE49-F238E27FC236}">
                  <a16:creationId xmlns:a16="http://schemas.microsoft.com/office/drawing/2014/main" id="{CBBB4D90-47BF-41E5-90CC-DBCEE5CE3C9D}"/>
                </a:ext>
              </a:extLst>
            </p:cNvPr>
            <p:cNvCxnSpPr/>
            <p:nvPr>
              <p:custDataLst>
                <p:tags r:id="rId25"/>
              </p:custDataLst>
            </p:nvPr>
          </p:nvCxnSpPr>
          <p:spPr>
            <a:xfrm>
              <a:off x="3240033" y="4356190"/>
              <a:ext cx="0" cy="17970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4" name="直接连接符 553">
              <a:extLst>
                <a:ext uri="{FF2B5EF4-FFF2-40B4-BE49-F238E27FC236}">
                  <a16:creationId xmlns:a16="http://schemas.microsoft.com/office/drawing/2014/main" id="{9DCA6F57-33ED-4010-8D49-E7DD3FC0D50E}"/>
                </a:ext>
              </a:extLst>
            </p:cNvPr>
            <p:cNvCxnSpPr/>
            <p:nvPr>
              <p:custDataLst>
                <p:tags r:id="rId26"/>
              </p:custDataLst>
            </p:nvPr>
          </p:nvCxnSpPr>
          <p:spPr>
            <a:xfrm>
              <a:off x="3527688" y="4535895"/>
              <a:ext cx="39624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5" name="直接连接符 554">
              <a:extLst>
                <a:ext uri="{FF2B5EF4-FFF2-40B4-BE49-F238E27FC236}">
                  <a16:creationId xmlns:a16="http://schemas.microsoft.com/office/drawing/2014/main" id="{303B8861-71A0-4747-A56F-3C000853C6A9}"/>
                </a:ext>
              </a:extLst>
            </p:cNvPr>
            <p:cNvCxnSpPr/>
            <p:nvPr>
              <p:custDataLst>
                <p:tags r:id="rId27"/>
              </p:custDataLst>
            </p:nvPr>
          </p:nvCxnSpPr>
          <p:spPr>
            <a:xfrm>
              <a:off x="2952378" y="4608285"/>
              <a:ext cx="1270" cy="17970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6" name="直接连接符 555">
              <a:extLst>
                <a:ext uri="{FF2B5EF4-FFF2-40B4-BE49-F238E27FC236}">
                  <a16:creationId xmlns:a16="http://schemas.microsoft.com/office/drawing/2014/main" id="{7AF4F45F-D6F8-44FC-8C75-7053CDE9E862}"/>
                </a:ext>
              </a:extLst>
            </p:cNvPr>
            <p:cNvCxnSpPr/>
            <p:nvPr>
              <p:custDataLst>
                <p:tags r:id="rId28"/>
              </p:custDataLst>
            </p:nvPr>
          </p:nvCxnSpPr>
          <p:spPr>
            <a:xfrm>
              <a:off x="2665358" y="4608285"/>
              <a:ext cx="28702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7" name="直接连接符 556">
              <a:extLst>
                <a:ext uri="{FF2B5EF4-FFF2-40B4-BE49-F238E27FC236}">
                  <a16:creationId xmlns:a16="http://schemas.microsoft.com/office/drawing/2014/main" id="{4A019248-37E5-47A4-BA16-889A7CF5037E}"/>
                </a:ext>
              </a:extLst>
            </p:cNvPr>
            <p:cNvCxnSpPr/>
            <p:nvPr>
              <p:custDataLst>
                <p:tags r:id="rId29"/>
              </p:custDataLst>
            </p:nvPr>
          </p:nvCxnSpPr>
          <p:spPr>
            <a:xfrm>
              <a:off x="2665358" y="4608285"/>
              <a:ext cx="0" cy="17970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8" name="直接连接符 557">
              <a:extLst>
                <a:ext uri="{FF2B5EF4-FFF2-40B4-BE49-F238E27FC236}">
                  <a16:creationId xmlns:a16="http://schemas.microsoft.com/office/drawing/2014/main" id="{5729622F-8E02-4B60-BB27-B4DC282343CC}"/>
                </a:ext>
              </a:extLst>
            </p:cNvPr>
            <p:cNvCxnSpPr/>
            <p:nvPr>
              <p:custDataLst>
                <p:tags r:id="rId30"/>
              </p:custDataLst>
            </p:nvPr>
          </p:nvCxnSpPr>
          <p:spPr>
            <a:xfrm>
              <a:off x="1836000" y="4787990"/>
              <a:ext cx="828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9" name="直接连接符 558">
              <a:extLst>
                <a:ext uri="{FF2B5EF4-FFF2-40B4-BE49-F238E27FC236}">
                  <a16:creationId xmlns:a16="http://schemas.microsoft.com/office/drawing/2014/main" id="{831BEE18-EB43-4ED2-A5E7-E79343153CFE}"/>
                </a:ext>
              </a:extLst>
            </p:cNvPr>
            <p:cNvCxnSpPr/>
            <p:nvPr>
              <p:custDataLst>
                <p:tags r:id="rId31"/>
              </p:custDataLst>
            </p:nvPr>
          </p:nvCxnSpPr>
          <p:spPr>
            <a:xfrm>
              <a:off x="2952378" y="4787990"/>
              <a:ext cx="57594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0" name="直接连接符 559">
              <a:extLst>
                <a:ext uri="{FF2B5EF4-FFF2-40B4-BE49-F238E27FC236}">
                  <a16:creationId xmlns:a16="http://schemas.microsoft.com/office/drawing/2014/main" id="{952E5C7C-8E8A-4A73-B9E0-56BC8612D6AA}"/>
                </a:ext>
              </a:extLst>
            </p:cNvPr>
            <p:cNvCxnSpPr/>
            <p:nvPr>
              <p:custDataLst>
                <p:tags r:id="rId32"/>
              </p:custDataLst>
            </p:nvPr>
          </p:nvCxnSpPr>
          <p:spPr>
            <a:xfrm>
              <a:off x="3814708" y="4608285"/>
              <a:ext cx="1270" cy="17970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1" name="直接连接符 560">
              <a:extLst>
                <a:ext uri="{FF2B5EF4-FFF2-40B4-BE49-F238E27FC236}">
                  <a16:creationId xmlns:a16="http://schemas.microsoft.com/office/drawing/2014/main" id="{6ED75A49-3232-440A-99AE-4FFA9C833D2B}"/>
                </a:ext>
              </a:extLst>
            </p:cNvPr>
            <p:cNvCxnSpPr/>
            <p:nvPr>
              <p:custDataLst>
                <p:tags r:id="rId33"/>
              </p:custDataLst>
            </p:nvPr>
          </p:nvCxnSpPr>
          <p:spPr>
            <a:xfrm>
              <a:off x="3527688" y="4608285"/>
              <a:ext cx="28702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直接连接符 561">
              <a:extLst>
                <a:ext uri="{FF2B5EF4-FFF2-40B4-BE49-F238E27FC236}">
                  <a16:creationId xmlns:a16="http://schemas.microsoft.com/office/drawing/2014/main" id="{A1F1899D-EBD7-4DB6-9E20-8C0121279744}"/>
                </a:ext>
              </a:extLst>
            </p:cNvPr>
            <p:cNvCxnSpPr/>
            <p:nvPr>
              <p:custDataLst>
                <p:tags r:id="rId34"/>
              </p:custDataLst>
            </p:nvPr>
          </p:nvCxnSpPr>
          <p:spPr>
            <a:xfrm>
              <a:off x="3527688" y="4608285"/>
              <a:ext cx="0" cy="17970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3" name="直接连接符 562">
              <a:extLst>
                <a:ext uri="{FF2B5EF4-FFF2-40B4-BE49-F238E27FC236}">
                  <a16:creationId xmlns:a16="http://schemas.microsoft.com/office/drawing/2014/main" id="{36C22295-0632-415D-ABB2-A3FD6D07B9CB}"/>
                </a:ext>
              </a:extLst>
            </p:cNvPr>
            <p:cNvCxnSpPr/>
            <p:nvPr>
              <p:custDataLst>
                <p:tags r:id="rId35"/>
              </p:custDataLst>
            </p:nvPr>
          </p:nvCxnSpPr>
          <p:spPr>
            <a:xfrm>
              <a:off x="3815978" y="4787990"/>
              <a:ext cx="10795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4" name="TextBox 738">
              <a:extLst>
                <a:ext uri="{FF2B5EF4-FFF2-40B4-BE49-F238E27FC236}">
                  <a16:creationId xmlns:a16="http://schemas.microsoft.com/office/drawing/2014/main" id="{48869809-DF13-4F13-A66D-9A6EF7814A33}"/>
                </a:ext>
              </a:extLst>
            </p:cNvPr>
            <p:cNvSpPr txBox="1"/>
            <p:nvPr>
              <p:custDataLst>
                <p:tags r:id="rId36"/>
              </p:custDataLst>
            </p:nvPr>
          </p:nvSpPr>
          <p:spPr>
            <a:xfrm>
              <a:off x="1439585" y="4104095"/>
              <a:ext cx="252095" cy="17970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90000"/>
                </a:lnSpc>
                <a:defRPr sz="1600" b="1">
                  <a:latin typeface="+mn-ea"/>
                  <a:ea typeface="+mn-ea"/>
                  <a:cs typeface="Times New Roman" panose="02020603050405020304" pitchFamily="18" charset="0"/>
                </a:defRPr>
              </a:lvl1pPr>
            </a:lstStyle>
            <a:p>
              <a:r>
                <a:rPr lang="en-US" dirty="0" err="1"/>
                <a:t>T0</a:t>
              </a:r>
              <a:endParaRPr lang="en-US" dirty="0"/>
            </a:p>
          </p:txBody>
        </p:sp>
        <p:sp>
          <p:nvSpPr>
            <p:cNvPr id="565" name="TextBox 738">
              <a:extLst>
                <a:ext uri="{FF2B5EF4-FFF2-40B4-BE49-F238E27FC236}">
                  <a16:creationId xmlns:a16="http://schemas.microsoft.com/office/drawing/2014/main" id="{7E31AB30-D7CE-471B-B5B9-FAD5FB1A037C}"/>
                </a:ext>
              </a:extLst>
            </p:cNvPr>
            <p:cNvSpPr txBox="1"/>
            <p:nvPr>
              <p:custDataLst>
                <p:tags r:id="rId37"/>
              </p:custDataLst>
            </p:nvPr>
          </p:nvSpPr>
          <p:spPr>
            <a:xfrm>
              <a:off x="1439585" y="4356190"/>
              <a:ext cx="252095" cy="17970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90000"/>
                </a:lnSpc>
                <a:defRPr sz="1600" b="1">
                  <a:latin typeface="+mn-ea"/>
                  <a:ea typeface="+mn-ea"/>
                  <a:cs typeface="Times New Roman" panose="02020603050405020304" pitchFamily="18" charset="0"/>
                </a:defRPr>
              </a:lvl1pPr>
            </a:lstStyle>
            <a:p>
              <a:r>
                <a:rPr lang="en-US" dirty="0" err="1"/>
                <a:t>T1</a:t>
              </a:r>
              <a:endParaRPr lang="en-US" dirty="0"/>
            </a:p>
          </p:txBody>
        </p:sp>
        <p:sp>
          <p:nvSpPr>
            <p:cNvPr id="566" name="TextBox 738">
              <a:extLst>
                <a:ext uri="{FF2B5EF4-FFF2-40B4-BE49-F238E27FC236}">
                  <a16:creationId xmlns:a16="http://schemas.microsoft.com/office/drawing/2014/main" id="{8634EC68-41CC-4133-B06A-66238F9C2FBF}"/>
                </a:ext>
              </a:extLst>
            </p:cNvPr>
            <p:cNvSpPr txBox="1"/>
            <p:nvPr>
              <p:custDataLst>
                <p:tags r:id="rId38"/>
              </p:custDataLst>
            </p:nvPr>
          </p:nvSpPr>
          <p:spPr>
            <a:xfrm>
              <a:off x="1439585" y="4608285"/>
              <a:ext cx="252095" cy="17970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90000"/>
                </a:lnSpc>
                <a:defRPr sz="1600" b="1">
                  <a:latin typeface="+mn-ea"/>
                  <a:ea typeface="+mn-ea"/>
                  <a:cs typeface="Times New Roman" panose="02020603050405020304" pitchFamily="18" charset="0"/>
                </a:defRPr>
              </a:lvl1pPr>
            </a:lstStyle>
            <a:p>
              <a:r>
                <a:rPr lang="en-US" dirty="0" err="1"/>
                <a:t>T2</a:t>
              </a:r>
              <a:endParaRPr lang="en-US" dirty="0"/>
            </a:p>
          </p:txBody>
        </p:sp>
        <p:sp>
          <p:nvSpPr>
            <p:cNvPr id="567" name="Text Box 191">
              <a:extLst>
                <a:ext uri="{FF2B5EF4-FFF2-40B4-BE49-F238E27FC236}">
                  <a16:creationId xmlns:a16="http://schemas.microsoft.com/office/drawing/2014/main" id="{21866B2B-E34F-4FC1-9E1D-6851DE4CF0F5}"/>
                </a:ext>
              </a:extLst>
            </p:cNvPr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1440000" y="3852000"/>
              <a:ext cx="252095" cy="1800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CR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568" name="直接箭头连接符 567">
              <a:extLst>
                <a:ext uri="{FF2B5EF4-FFF2-40B4-BE49-F238E27FC236}">
                  <a16:creationId xmlns:a16="http://schemas.microsoft.com/office/drawing/2014/main" id="{1F3403AF-CBDD-44C7-A812-651959109C1D}"/>
                </a:ext>
              </a:extLst>
            </p:cNvPr>
            <p:cNvCxnSpPr/>
            <p:nvPr>
              <p:custDataLst>
                <p:tags r:id="rId40"/>
              </p:custDataLst>
            </p:nvPr>
          </p:nvCxnSpPr>
          <p:spPr bwMode="auto">
            <a:xfrm flipV="1">
              <a:off x="1458000" y="3852000"/>
              <a:ext cx="198120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569" name="直接连接符 568">
              <a:extLst>
                <a:ext uri="{FF2B5EF4-FFF2-40B4-BE49-F238E27FC236}">
                  <a16:creationId xmlns:a16="http://schemas.microsoft.com/office/drawing/2014/main" id="{40A0FD7E-9699-4308-B2F6-788ED59B58AE}"/>
                </a:ext>
              </a:extLst>
            </p:cNvPr>
            <p:cNvCxnSpPr/>
            <p:nvPr>
              <p:custDataLst>
                <p:tags r:id="rId41"/>
              </p:custDataLst>
            </p:nvPr>
          </p:nvCxnSpPr>
          <p:spPr>
            <a:xfrm>
              <a:off x="2230383" y="3600000"/>
              <a:ext cx="0" cy="179705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0" name="直接连接符 569">
              <a:extLst>
                <a:ext uri="{FF2B5EF4-FFF2-40B4-BE49-F238E27FC236}">
                  <a16:creationId xmlns:a16="http://schemas.microsoft.com/office/drawing/2014/main" id="{E9962A18-5F70-425B-B5D7-F6EF30718863}"/>
                </a:ext>
              </a:extLst>
            </p:cNvPr>
            <p:cNvCxnSpPr/>
            <p:nvPr>
              <p:custDataLst>
                <p:tags r:id="rId42"/>
              </p:custDataLst>
            </p:nvPr>
          </p:nvCxnSpPr>
          <p:spPr>
            <a:xfrm>
              <a:off x="2087508" y="3600000"/>
              <a:ext cx="0" cy="179705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1" name="直接连接符 570">
              <a:extLst>
                <a:ext uri="{FF2B5EF4-FFF2-40B4-BE49-F238E27FC236}">
                  <a16:creationId xmlns:a16="http://schemas.microsoft.com/office/drawing/2014/main" id="{006DBC89-A15F-4F8A-B5F3-758EC063E071}"/>
                </a:ext>
              </a:extLst>
            </p:cNvPr>
            <p:cNvCxnSpPr/>
            <p:nvPr>
              <p:custDataLst>
                <p:tags r:id="rId43"/>
              </p:custDataLst>
            </p:nvPr>
          </p:nvCxnSpPr>
          <p:spPr>
            <a:xfrm>
              <a:off x="2230383" y="3780340"/>
              <a:ext cx="145415" cy="0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2" name="直接连接符 571">
              <a:extLst>
                <a:ext uri="{FF2B5EF4-FFF2-40B4-BE49-F238E27FC236}">
                  <a16:creationId xmlns:a16="http://schemas.microsoft.com/office/drawing/2014/main" id="{0E7C4DBB-C861-4790-B5A1-52B213670532}"/>
                </a:ext>
              </a:extLst>
            </p:cNvPr>
            <p:cNvCxnSpPr/>
            <p:nvPr>
              <p:custDataLst>
                <p:tags r:id="rId44"/>
              </p:custDataLst>
            </p:nvPr>
          </p:nvCxnSpPr>
          <p:spPr>
            <a:xfrm>
              <a:off x="2517403" y="3600000"/>
              <a:ext cx="0" cy="179705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3" name="直接连接符 572">
              <a:extLst>
                <a:ext uri="{FF2B5EF4-FFF2-40B4-BE49-F238E27FC236}">
                  <a16:creationId xmlns:a16="http://schemas.microsoft.com/office/drawing/2014/main" id="{9324D107-3038-4554-97D0-D3611B3B5CCA}"/>
                </a:ext>
              </a:extLst>
            </p:cNvPr>
            <p:cNvCxnSpPr/>
            <p:nvPr>
              <p:custDataLst>
                <p:tags r:id="rId45"/>
              </p:custDataLst>
            </p:nvPr>
          </p:nvCxnSpPr>
          <p:spPr>
            <a:xfrm>
              <a:off x="2374528" y="3600000"/>
              <a:ext cx="0" cy="179705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4" name="直接连接符 573">
              <a:extLst>
                <a:ext uri="{FF2B5EF4-FFF2-40B4-BE49-F238E27FC236}">
                  <a16:creationId xmlns:a16="http://schemas.microsoft.com/office/drawing/2014/main" id="{9C21F3D7-C67E-4430-BA17-25A75018C70B}"/>
                </a:ext>
              </a:extLst>
            </p:cNvPr>
            <p:cNvCxnSpPr/>
            <p:nvPr>
              <p:custDataLst>
                <p:tags r:id="rId46"/>
              </p:custDataLst>
            </p:nvPr>
          </p:nvCxnSpPr>
          <p:spPr>
            <a:xfrm>
              <a:off x="2517403" y="3780340"/>
              <a:ext cx="145415" cy="0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5" name="直接连接符 574">
              <a:extLst>
                <a:ext uri="{FF2B5EF4-FFF2-40B4-BE49-F238E27FC236}">
                  <a16:creationId xmlns:a16="http://schemas.microsoft.com/office/drawing/2014/main" id="{46544109-285A-49B8-9D27-A908967F28CA}"/>
                </a:ext>
              </a:extLst>
            </p:cNvPr>
            <p:cNvCxnSpPr/>
            <p:nvPr>
              <p:custDataLst>
                <p:tags r:id="rId47"/>
              </p:custDataLst>
            </p:nvPr>
          </p:nvCxnSpPr>
          <p:spPr>
            <a:xfrm>
              <a:off x="2806963" y="3600000"/>
              <a:ext cx="0" cy="179705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6" name="直接连接符 575">
              <a:extLst>
                <a:ext uri="{FF2B5EF4-FFF2-40B4-BE49-F238E27FC236}">
                  <a16:creationId xmlns:a16="http://schemas.microsoft.com/office/drawing/2014/main" id="{DE31FCBD-136F-46E9-AC6B-5FE8DF60B511}"/>
                </a:ext>
              </a:extLst>
            </p:cNvPr>
            <p:cNvCxnSpPr/>
            <p:nvPr>
              <p:custDataLst>
                <p:tags r:id="rId48"/>
              </p:custDataLst>
            </p:nvPr>
          </p:nvCxnSpPr>
          <p:spPr>
            <a:xfrm>
              <a:off x="2664088" y="3600000"/>
              <a:ext cx="0" cy="179705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7" name="直接连接符 576">
              <a:extLst>
                <a:ext uri="{FF2B5EF4-FFF2-40B4-BE49-F238E27FC236}">
                  <a16:creationId xmlns:a16="http://schemas.microsoft.com/office/drawing/2014/main" id="{F145FE01-A68F-41D2-B5E4-455CAEDECFB7}"/>
                </a:ext>
              </a:extLst>
            </p:cNvPr>
            <p:cNvCxnSpPr/>
            <p:nvPr>
              <p:custDataLst>
                <p:tags r:id="rId49"/>
              </p:custDataLst>
            </p:nvPr>
          </p:nvCxnSpPr>
          <p:spPr>
            <a:xfrm>
              <a:off x="2806963" y="3780340"/>
              <a:ext cx="145415" cy="0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8" name="直接连接符 577">
              <a:extLst>
                <a:ext uri="{FF2B5EF4-FFF2-40B4-BE49-F238E27FC236}">
                  <a16:creationId xmlns:a16="http://schemas.microsoft.com/office/drawing/2014/main" id="{B3C7075C-FCCD-4134-8618-B47B00F2BB9D}"/>
                </a:ext>
              </a:extLst>
            </p:cNvPr>
            <p:cNvCxnSpPr/>
            <p:nvPr>
              <p:custDataLst>
                <p:tags r:id="rId50"/>
              </p:custDataLst>
            </p:nvPr>
          </p:nvCxnSpPr>
          <p:spPr>
            <a:xfrm>
              <a:off x="3093348" y="3600000"/>
              <a:ext cx="0" cy="179705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9" name="直接连接符 578">
              <a:extLst>
                <a:ext uri="{FF2B5EF4-FFF2-40B4-BE49-F238E27FC236}">
                  <a16:creationId xmlns:a16="http://schemas.microsoft.com/office/drawing/2014/main" id="{D6E8A021-B746-4CEE-8B06-519F7FEDC7BF}"/>
                </a:ext>
              </a:extLst>
            </p:cNvPr>
            <p:cNvCxnSpPr/>
            <p:nvPr>
              <p:custDataLst>
                <p:tags r:id="rId51"/>
              </p:custDataLst>
            </p:nvPr>
          </p:nvCxnSpPr>
          <p:spPr>
            <a:xfrm>
              <a:off x="2950473" y="3600000"/>
              <a:ext cx="0" cy="179705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0" name="直接连接符 579">
              <a:extLst>
                <a:ext uri="{FF2B5EF4-FFF2-40B4-BE49-F238E27FC236}">
                  <a16:creationId xmlns:a16="http://schemas.microsoft.com/office/drawing/2014/main" id="{F0ECB5EB-A52B-4B30-96BE-4E7063984305}"/>
                </a:ext>
              </a:extLst>
            </p:cNvPr>
            <p:cNvCxnSpPr/>
            <p:nvPr>
              <p:custDataLst>
                <p:tags r:id="rId52"/>
              </p:custDataLst>
            </p:nvPr>
          </p:nvCxnSpPr>
          <p:spPr>
            <a:xfrm>
              <a:off x="3093348" y="3780340"/>
              <a:ext cx="145415" cy="0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1" name="直接连接符 580">
              <a:extLst>
                <a:ext uri="{FF2B5EF4-FFF2-40B4-BE49-F238E27FC236}">
                  <a16:creationId xmlns:a16="http://schemas.microsoft.com/office/drawing/2014/main" id="{6F704A59-B1B6-4E8C-9BE8-A42107AD1E7B}"/>
                </a:ext>
              </a:extLst>
            </p:cNvPr>
            <p:cNvCxnSpPr/>
            <p:nvPr>
              <p:custDataLst>
                <p:tags r:id="rId53"/>
              </p:custDataLst>
            </p:nvPr>
          </p:nvCxnSpPr>
          <p:spPr>
            <a:xfrm>
              <a:off x="3381638" y="3600000"/>
              <a:ext cx="0" cy="179705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" name="直接连接符 581">
              <a:extLst>
                <a:ext uri="{FF2B5EF4-FFF2-40B4-BE49-F238E27FC236}">
                  <a16:creationId xmlns:a16="http://schemas.microsoft.com/office/drawing/2014/main" id="{CB981ED3-CB06-44A5-A794-79A198C2CF63}"/>
                </a:ext>
              </a:extLst>
            </p:cNvPr>
            <p:cNvCxnSpPr/>
            <p:nvPr>
              <p:custDataLst>
                <p:tags r:id="rId54"/>
              </p:custDataLst>
            </p:nvPr>
          </p:nvCxnSpPr>
          <p:spPr>
            <a:xfrm>
              <a:off x="3238763" y="3600000"/>
              <a:ext cx="0" cy="179705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3" name="直接连接符 582">
              <a:extLst>
                <a:ext uri="{FF2B5EF4-FFF2-40B4-BE49-F238E27FC236}">
                  <a16:creationId xmlns:a16="http://schemas.microsoft.com/office/drawing/2014/main" id="{324EAE01-054A-4BF8-BAFA-9FEC96EBCA3B}"/>
                </a:ext>
              </a:extLst>
            </p:cNvPr>
            <p:cNvCxnSpPr/>
            <p:nvPr>
              <p:custDataLst>
                <p:tags r:id="rId55"/>
              </p:custDataLst>
            </p:nvPr>
          </p:nvCxnSpPr>
          <p:spPr>
            <a:xfrm>
              <a:off x="3381638" y="3780340"/>
              <a:ext cx="145415" cy="0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" name="直接连接符 583">
              <a:extLst>
                <a:ext uri="{FF2B5EF4-FFF2-40B4-BE49-F238E27FC236}">
                  <a16:creationId xmlns:a16="http://schemas.microsoft.com/office/drawing/2014/main" id="{CB4A7C2A-ACB9-4187-A851-BA979DECB7D4}"/>
                </a:ext>
              </a:extLst>
            </p:cNvPr>
            <p:cNvCxnSpPr/>
            <p:nvPr>
              <p:custDataLst>
                <p:tags r:id="rId56"/>
              </p:custDataLst>
            </p:nvPr>
          </p:nvCxnSpPr>
          <p:spPr>
            <a:xfrm>
              <a:off x="3668658" y="3600000"/>
              <a:ext cx="0" cy="179705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5" name="直接连接符 584">
              <a:extLst>
                <a:ext uri="{FF2B5EF4-FFF2-40B4-BE49-F238E27FC236}">
                  <a16:creationId xmlns:a16="http://schemas.microsoft.com/office/drawing/2014/main" id="{D06FEFB6-20E5-4B2B-94D7-0B497D9B369C}"/>
                </a:ext>
              </a:extLst>
            </p:cNvPr>
            <p:cNvCxnSpPr/>
            <p:nvPr>
              <p:custDataLst>
                <p:tags r:id="rId57"/>
              </p:custDataLst>
            </p:nvPr>
          </p:nvCxnSpPr>
          <p:spPr>
            <a:xfrm>
              <a:off x="3525783" y="3600000"/>
              <a:ext cx="0" cy="179705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6" name="直接连接符 585">
              <a:extLst>
                <a:ext uri="{FF2B5EF4-FFF2-40B4-BE49-F238E27FC236}">
                  <a16:creationId xmlns:a16="http://schemas.microsoft.com/office/drawing/2014/main" id="{CC1D4281-8DA7-4D89-8F98-9129A86D85DC}"/>
                </a:ext>
              </a:extLst>
            </p:cNvPr>
            <p:cNvCxnSpPr/>
            <p:nvPr>
              <p:custDataLst>
                <p:tags r:id="rId58"/>
              </p:custDataLst>
            </p:nvPr>
          </p:nvCxnSpPr>
          <p:spPr>
            <a:xfrm>
              <a:off x="3668658" y="3780340"/>
              <a:ext cx="145415" cy="0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" name="直接连接符 586">
              <a:extLst>
                <a:ext uri="{FF2B5EF4-FFF2-40B4-BE49-F238E27FC236}">
                  <a16:creationId xmlns:a16="http://schemas.microsoft.com/office/drawing/2014/main" id="{7F2A9A96-88E1-4307-9C7A-445E9609A896}"/>
                </a:ext>
              </a:extLst>
            </p:cNvPr>
            <p:cNvCxnSpPr/>
            <p:nvPr>
              <p:custDataLst>
                <p:tags r:id="rId59"/>
              </p:custDataLst>
            </p:nvPr>
          </p:nvCxnSpPr>
          <p:spPr>
            <a:xfrm>
              <a:off x="2087508" y="3600000"/>
              <a:ext cx="142875" cy="0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8" name="直接连接符 587">
              <a:extLst>
                <a:ext uri="{FF2B5EF4-FFF2-40B4-BE49-F238E27FC236}">
                  <a16:creationId xmlns:a16="http://schemas.microsoft.com/office/drawing/2014/main" id="{346E01DA-C94C-4C48-A844-C6D251680358}"/>
                </a:ext>
              </a:extLst>
            </p:cNvPr>
            <p:cNvCxnSpPr/>
            <p:nvPr>
              <p:custDataLst>
                <p:tags r:id="rId60"/>
              </p:custDataLst>
            </p:nvPr>
          </p:nvCxnSpPr>
          <p:spPr>
            <a:xfrm>
              <a:off x="2374528" y="3600000"/>
              <a:ext cx="142875" cy="0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9" name="直接连接符 588">
              <a:extLst>
                <a:ext uri="{FF2B5EF4-FFF2-40B4-BE49-F238E27FC236}">
                  <a16:creationId xmlns:a16="http://schemas.microsoft.com/office/drawing/2014/main" id="{D38AF2D2-17C3-43C7-A995-2647052A2098}"/>
                </a:ext>
              </a:extLst>
            </p:cNvPr>
            <p:cNvCxnSpPr/>
            <p:nvPr>
              <p:custDataLst>
                <p:tags r:id="rId61"/>
              </p:custDataLst>
            </p:nvPr>
          </p:nvCxnSpPr>
          <p:spPr>
            <a:xfrm>
              <a:off x="2664088" y="3600000"/>
              <a:ext cx="142875" cy="0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0" name="直接连接符 589">
              <a:extLst>
                <a:ext uri="{FF2B5EF4-FFF2-40B4-BE49-F238E27FC236}">
                  <a16:creationId xmlns:a16="http://schemas.microsoft.com/office/drawing/2014/main" id="{F020D8B0-11ED-43D2-8CDE-EB8EF3412449}"/>
                </a:ext>
              </a:extLst>
            </p:cNvPr>
            <p:cNvCxnSpPr/>
            <p:nvPr>
              <p:custDataLst>
                <p:tags r:id="rId62"/>
              </p:custDataLst>
            </p:nvPr>
          </p:nvCxnSpPr>
          <p:spPr>
            <a:xfrm>
              <a:off x="2950473" y="3600000"/>
              <a:ext cx="142875" cy="0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1" name="直接连接符 590">
              <a:extLst>
                <a:ext uri="{FF2B5EF4-FFF2-40B4-BE49-F238E27FC236}">
                  <a16:creationId xmlns:a16="http://schemas.microsoft.com/office/drawing/2014/main" id="{8913C770-A5AD-4F36-9432-BBE4DCDD5522}"/>
                </a:ext>
              </a:extLst>
            </p:cNvPr>
            <p:cNvCxnSpPr/>
            <p:nvPr>
              <p:custDataLst>
                <p:tags r:id="rId63"/>
              </p:custDataLst>
            </p:nvPr>
          </p:nvCxnSpPr>
          <p:spPr>
            <a:xfrm>
              <a:off x="3238763" y="3600000"/>
              <a:ext cx="142875" cy="0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2" name="直接连接符 591">
              <a:extLst>
                <a:ext uri="{FF2B5EF4-FFF2-40B4-BE49-F238E27FC236}">
                  <a16:creationId xmlns:a16="http://schemas.microsoft.com/office/drawing/2014/main" id="{5ED23719-D261-4EF6-ACDC-312E72E5BCBA}"/>
                </a:ext>
              </a:extLst>
            </p:cNvPr>
            <p:cNvCxnSpPr/>
            <p:nvPr>
              <p:custDataLst>
                <p:tags r:id="rId64"/>
              </p:custDataLst>
            </p:nvPr>
          </p:nvCxnSpPr>
          <p:spPr>
            <a:xfrm>
              <a:off x="3525783" y="3600000"/>
              <a:ext cx="142875" cy="0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3" name="直接连接符 592">
              <a:extLst>
                <a:ext uri="{FF2B5EF4-FFF2-40B4-BE49-F238E27FC236}">
                  <a16:creationId xmlns:a16="http://schemas.microsoft.com/office/drawing/2014/main" id="{7938D1BF-9FBF-419D-ABBE-E16F4FD53DEF}"/>
                </a:ext>
              </a:extLst>
            </p:cNvPr>
            <p:cNvCxnSpPr/>
            <p:nvPr>
              <p:custDataLst>
                <p:tags r:id="rId65"/>
              </p:custDataLst>
            </p:nvPr>
          </p:nvCxnSpPr>
          <p:spPr>
            <a:xfrm>
              <a:off x="3814708" y="3600000"/>
              <a:ext cx="107950" cy="0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" name="直接连接符 593">
              <a:extLst>
                <a:ext uri="{FF2B5EF4-FFF2-40B4-BE49-F238E27FC236}">
                  <a16:creationId xmlns:a16="http://schemas.microsoft.com/office/drawing/2014/main" id="{B20EBE09-EA34-4A56-BF6B-01334E5D87D9}"/>
                </a:ext>
              </a:extLst>
            </p:cNvPr>
            <p:cNvCxnSpPr/>
            <p:nvPr>
              <p:custDataLst>
                <p:tags r:id="rId66"/>
              </p:custDataLst>
            </p:nvPr>
          </p:nvCxnSpPr>
          <p:spPr>
            <a:xfrm>
              <a:off x="3814708" y="3600000"/>
              <a:ext cx="0" cy="179705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5" name="直接连接符 594">
              <a:extLst>
                <a:ext uri="{FF2B5EF4-FFF2-40B4-BE49-F238E27FC236}">
                  <a16:creationId xmlns:a16="http://schemas.microsoft.com/office/drawing/2014/main" id="{95B09741-AC2B-4415-A6ED-A7B6E6187BFE}"/>
                </a:ext>
              </a:extLst>
            </p:cNvPr>
            <p:cNvCxnSpPr/>
            <p:nvPr>
              <p:custDataLst>
                <p:tags r:id="rId67"/>
              </p:custDataLst>
            </p:nvPr>
          </p:nvCxnSpPr>
          <p:spPr>
            <a:xfrm>
              <a:off x="2016000" y="3852000"/>
              <a:ext cx="1908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6" name="直接连接符 595">
              <a:extLst>
                <a:ext uri="{FF2B5EF4-FFF2-40B4-BE49-F238E27FC236}">
                  <a16:creationId xmlns:a16="http://schemas.microsoft.com/office/drawing/2014/main" id="{E6795970-26EC-40D9-8F62-39384BDC954C}"/>
                </a:ext>
              </a:extLst>
            </p:cNvPr>
            <p:cNvCxnSpPr/>
            <p:nvPr>
              <p:custDataLst>
                <p:tags r:id="rId68"/>
              </p:custDataLst>
            </p:nvPr>
          </p:nvCxnSpPr>
          <p:spPr>
            <a:xfrm>
              <a:off x="2016000" y="3852000"/>
              <a:ext cx="0" cy="17970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7" name="直接连接符 596">
              <a:extLst>
                <a:ext uri="{FF2B5EF4-FFF2-40B4-BE49-F238E27FC236}">
                  <a16:creationId xmlns:a16="http://schemas.microsoft.com/office/drawing/2014/main" id="{D5973D70-A291-4B1E-9BE3-135A74B7FD11}"/>
                </a:ext>
              </a:extLst>
            </p:cNvPr>
            <p:cNvCxnSpPr/>
            <p:nvPr>
              <p:custDataLst>
                <p:tags r:id="rId69"/>
              </p:custDataLst>
            </p:nvPr>
          </p:nvCxnSpPr>
          <p:spPr>
            <a:xfrm>
              <a:off x="1836000" y="4032000"/>
              <a:ext cx="180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8" name="直接连接符 597">
              <a:extLst>
                <a:ext uri="{FF2B5EF4-FFF2-40B4-BE49-F238E27FC236}">
                  <a16:creationId xmlns:a16="http://schemas.microsoft.com/office/drawing/2014/main" id="{BAF380A2-1DF5-4A90-ACEA-ECBE860DA1B0}"/>
                </a:ext>
              </a:extLst>
            </p:cNvPr>
            <p:cNvCxnSpPr/>
            <p:nvPr>
              <p:custDataLst>
                <p:tags r:id="rId70"/>
              </p:custDataLst>
            </p:nvPr>
          </p:nvCxnSpPr>
          <p:spPr>
            <a:xfrm>
              <a:off x="1836000" y="3852000"/>
              <a:ext cx="0" cy="17970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9" name="直接连接符 598">
              <a:extLst>
                <a:ext uri="{FF2B5EF4-FFF2-40B4-BE49-F238E27FC236}">
                  <a16:creationId xmlns:a16="http://schemas.microsoft.com/office/drawing/2014/main" id="{E3F55BAD-947E-48F2-82A1-B3E464EA34AC}"/>
                </a:ext>
              </a:extLst>
            </p:cNvPr>
            <p:cNvCxnSpPr/>
            <p:nvPr>
              <p:custDataLst>
                <p:tags r:id="rId71"/>
              </p:custDataLst>
            </p:nvPr>
          </p:nvCxnSpPr>
          <p:spPr>
            <a:xfrm>
              <a:off x="1692000" y="3852000"/>
              <a:ext cx="144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0" name="直接连接符 599">
              <a:extLst>
                <a:ext uri="{FF2B5EF4-FFF2-40B4-BE49-F238E27FC236}">
                  <a16:creationId xmlns:a16="http://schemas.microsoft.com/office/drawing/2014/main" id="{6CF66F29-578A-4400-AB95-611895CDD658}"/>
                </a:ext>
              </a:extLst>
            </p:cNvPr>
            <p:cNvCxnSpPr/>
            <p:nvPr>
              <p:custDataLst>
                <p:tags r:id="rId72"/>
              </p:custDataLst>
            </p:nvPr>
          </p:nvCxnSpPr>
          <p:spPr>
            <a:xfrm>
              <a:off x="1692000" y="3780000"/>
              <a:ext cx="108000" cy="0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1" name="直接连接符 600">
              <a:extLst>
                <a:ext uri="{FF2B5EF4-FFF2-40B4-BE49-F238E27FC236}">
                  <a16:creationId xmlns:a16="http://schemas.microsoft.com/office/drawing/2014/main" id="{D2D844CC-5386-4959-BF6F-C1B4F961CB88}"/>
                </a:ext>
              </a:extLst>
            </p:cNvPr>
            <p:cNvCxnSpPr/>
            <p:nvPr>
              <p:custDataLst>
                <p:tags r:id="rId73"/>
              </p:custDataLst>
            </p:nvPr>
          </p:nvCxnSpPr>
          <p:spPr>
            <a:xfrm>
              <a:off x="1944000" y="3600000"/>
              <a:ext cx="0" cy="179705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2" name="直接连接符 601">
              <a:extLst>
                <a:ext uri="{FF2B5EF4-FFF2-40B4-BE49-F238E27FC236}">
                  <a16:creationId xmlns:a16="http://schemas.microsoft.com/office/drawing/2014/main" id="{8EF3E6CA-DD5E-4A9C-A342-D12618ECE0FD}"/>
                </a:ext>
              </a:extLst>
            </p:cNvPr>
            <p:cNvCxnSpPr/>
            <p:nvPr>
              <p:custDataLst>
                <p:tags r:id="rId74"/>
              </p:custDataLst>
            </p:nvPr>
          </p:nvCxnSpPr>
          <p:spPr>
            <a:xfrm>
              <a:off x="1800000" y="3600000"/>
              <a:ext cx="0" cy="179705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3" name="直接连接符 602">
              <a:extLst>
                <a:ext uri="{FF2B5EF4-FFF2-40B4-BE49-F238E27FC236}">
                  <a16:creationId xmlns:a16="http://schemas.microsoft.com/office/drawing/2014/main" id="{E34244FD-86D9-4493-BD36-257F048A00B3}"/>
                </a:ext>
              </a:extLst>
            </p:cNvPr>
            <p:cNvCxnSpPr/>
            <p:nvPr>
              <p:custDataLst>
                <p:tags r:id="rId75"/>
              </p:custDataLst>
            </p:nvPr>
          </p:nvCxnSpPr>
          <p:spPr>
            <a:xfrm>
              <a:off x="1944000" y="3780000"/>
              <a:ext cx="145415" cy="0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4" name="直接连接符 603">
              <a:extLst>
                <a:ext uri="{FF2B5EF4-FFF2-40B4-BE49-F238E27FC236}">
                  <a16:creationId xmlns:a16="http://schemas.microsoft.com/office/drawing/2014/main" id="{35F08DA5-B196-4D59-ABE0-126A54FA5129}"/>
                </a:ext>
              </a:extLst>
            </p:cNvPr>
            <p:cNvCxnSpPr/>
            <p:nvPr>
              <p:custDataLst>
                <p:tags r:id="rId76"/>
              </p:custDataLst>
            </p:nvPr>
          </p:nvCxnSpPr>
          <p:spPr>
            <a:xfrm>
              <a:off x="1800000" y="3600000"/>
              <a:ext cx="142875" cy="0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5" name="直接连接符 604">
              <a:extLst>
                <a:ext uri="{FF2B5EF4-FFF2-40B4-BE49-F238E27FC236}">
                  <a16:creationId xmlns:a16="http://schemas.microsoft.com/office/drawing/2014/main" id="{93E61974-3299-4338-9C01-A05DD6781EA8}"/>
                </a:ext>
              </a:extLst>
            </p:cNvPr>
            <p:cNvCxnSpPr/>
            <p:nvPr>
              <p:custDataLst>
                <p:tags r:id="rId77"/>
              </p:custDataLst>
            </p:nvPr>
          </p:nvCxnSpPr>
          <p:spPr>
            <a:xfrm>
              <a:off x="1836000" y="4104000"/>
              <a:ext cx="0" cy="179705"/>
            </a:xfrm>
            <a:prstGeom prst="line">
              <a:avLst/>
            </a:prstGeom>
            <a:ln w="127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6" name="直接连接符 605">
              <a:extLst>
                <a:ext uri="{FF2B5EF4-FFF2-40B4-BE49-F238E27FC236}">
                  <a16:creationId xmlns:a16="http://schemas.microsoft.com/office/drawing/2014/main" id="{E5F94D64-E731-41AE-BCFB-44BFDD0D665C}"/>
                </a:ext>
              </a:extLst>
            </p:cNvPr>
            <p:cNvCxnSpPr/>
            <p:nvPr>
              <p:custDataLst>
                <p:tags r:id="rId78"/>
              </p:custDataLst>
            </p:nvPr>
          </p:nvCxnSpPr>
          <p:spPr>
            <a:xfrm>
              <a:off x="1836000" y="4356000"/>
              <a:ext cx="0" cy="179705"/>
            </a:xfrm>
            <a:prstGeom prst="line">
              <a:avLst/>
            </a:prstGeom>
            <a:ln w="127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7" name="直接连接符 606">
              <a:extLst>
                <a:ext uri="{FF2B5EF4-FFF2-40B4-BE49-F238E27FC236}">
                  <a16:creationId xmlns:a16="http://schemas.microsoft.com/office/drawing/2014/main" id="{EFE54A4D-889E-40A1-A8F4-B9A3FD8AFF9E}"/>
                </a:ext>
              </a:extLst>
            </p:cNvPr>
            <p:cNvCxnSpPr/>
            <p:nvPr>
              <p:custDataLst>
                <p:tags r:id="rId79"/>
              </p:custDataLst>
            </p:nvPr>
          </p:nvCxnSpPr>
          <p:spPr>
            <a:xfrm>
              <a:off x="1836000" y="4608000"/>
              <a:ext cx="0" cy="179705"/>
            </a:xfrm>
            <a:prstGeom prst="line">
              <a:avLst/>
            </a:prstGeom>
            <a:ln w="127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8" name="直接连接符 607">
              <a:extLst>
                <a:ext uri="{FF2B5EF4-FFF2-40B4-BE49-F238E27FC236}">
                  <a16:creationId xmlns:a16="http://schemas.microsoft.com/office/drawing/2014/main" id="{DE41937E-27D8-4973-9F3F-B94A30DC2A32}"/>
                </a:ext>
              </a:extLst>
            </p:cNvPr>
            <p:cNvCxnSpPr/>
            <p:nvPr>
              <p:custDataLst>
                <p:tags r:id="rId80"/>
              </p:custDataLst>
            </p:nvPr>
          </p:nvCxnSpPr>
          <p:spPr>
            <a:xfrm>
              <a:off x="1692000" y="4104000"/>
              <a:ext cx="144000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9" name="直接连接符 608">
              <a:extLst>
                <a:ext uri="{FF2B5EF4-FFF2-40B4-BE49-F238E27FC236}">
                  <a16:creationId xmlns:a16="http://schemas.microsoft.com/office/drawing/2014/main" id="{DAFE4A61-4DD6-45B2-B08C-C3C03177D71C}"/>
                </a:ext>
              </a:extLst>
            </p:cNvPr>
            <p:cNvCxnSpPr/>
            <p:nvPr>
              <p:custDataLst>
                <p:tags r:id="rId81"/>
              </p:custDataLst>
            </p:nvPr>
          </p:nvCxnSpPr>
          <p:spPr>
            <a:xfrm>
              <a:off x="1692000" y="4284000"/>
              <a:ext cx="144000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0" name="直接连接符 609">
              <a:extLst>
                <a:ext uri="{FF2B5EF4-FFF2-40B4-BE49-F238E27FC236}">
                  <a16:creationId xmlns:a16="http://schemas.microsoft.com/office/drawing/2014/main" id="{EDA7A134-CB22-4ADE-8039-2F6295B5122C}"/>
                </a:ext>
              </a:extLst>
            </p:cNvPr>
            <p:cNvCxnSpPr/>
            <p:nvPr>
              <p:custDataLst>
                <p:tags r:id="rId82"/>
              </p:custDataLst>
            </p:nvPr>
          </p:nvCxnSpPr>
          <p:spPr>
            <a:xfrm>
              <a:off x="1691680" y="4356000"/>
              <a:ext cx="144000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1" name="直接连接符 610">
              <a:extLst>
                <a:ext uri="{FF2B5EF4-FFF2-40B4-BE49-F238E27FC236}">
                  <a16:creationId xmlns:a16="http://schemas.microsoft.com/office/drawing/2014/main" id="{E1DE809A-4B95-46C6-9424-C1C70F895B1A}"/>
                </a:ext>
              </a:extLst>
            </p:cNvPr>
            <p:cNvCxnSpPr/>
            <p:nvPr>
              <p:custDataLst>
                <p:tags r:id="rId83"/>
              </p:custDataLst>
            </p:nvPr>
          </p:nvCxnSpPr>
          <p:spPr>
            <a:xfrm>
              <a:off x="1691680" y="4536000"/>
              <a:ext cx="144000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2" name="直接连接符 611">
              <a:extLst>
                <a:ext uri="{FF2B5EF4-FFF2-40B4-BE49-F238E27FC236}">
                  <a16:creationId xmlns:a16="http://schemas.microsoft.com/office/drawing/2014/main" id="{0E93AFB3-2FDD-47E9-B791-B971DC0D6C64}"/>
                </a:ext>
              </a:extLst>
            </p:cNvPr>
            <p:cNvCxnSpPr/>
            <p:nvPr>
              <p:custDataLst>
                <p:tags r:id="rId84"/>
              </p:custDataLst>
            </p:nvPr>
          </p:nvCxnSpPr>
          <p:spPr>
            <a:xfrm>
              <a:off x="1691680" y="4608000"/>
              <a:ext cx="144000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3" name="直接连接符 612">
              <a:extLst>
                <a:ext uri="{FF2B5EF4-FFF2-40B4-BE49-F238E27FC236}">
                  <a16:creationId xmlns:a16="http://schemas.microsoft.com/office/drawing/2014/main" id="{0F53F7EE-1B39-48AD-A281-4326C93FD9B1}"/>
                </a:ext>
              </a:extLst>
            </p:cNvPr>
            <p:cNvCxnSpPr/>
            <p:nvPr>
              <p:custDataLst>
                <p:tags r:id="rId85"/>
              </p:custDataLst>
            </p:nvPr>
          </p:nvCxnSpPr>
          <p:spPr>
            <a:xfrm>
              <a:off x="1691680" y="4788000"/>
              <a:ext cx="144000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4" name="直接连接符 613">
              <a:extLst>
                <a:ext uri="{FF2B5EF4-FFF2-40B4-BE49-F238E27FC236}">
                  <a16:creationId xmlns:a16="http://schemas.microsoft.com/office/drawing/2014/main" id="{28E8E6E7-F165-4FB8-8951-3EDE79EC9773}"/>
                </a:ext>
              </a:extLst>
            </p:cNvPr>
            <p:cNvCxnSpPr>
              <a:cxnSpLocks/>
            </p:cNvCxnSpPr>
            <p:nvPr>
              <p:custDataLst>
                <p:tags r:id="rId86"/>
              </p:custDataLst>
            </p:nvPr>
          </p:nvCxnSpPr>
          <p:spPr>
            <a:xfrm flipH="1">
              <a:off x="1764000" y="4104000"/>
              <a:ext cx="72000" cy="180000"/>
            </a:xfrm>
            <a:prstGeom prst="line">
              <a:avLst/>
            </a:prstGeom>
            <a:ln w="127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" name="直接连接符 614">
              <a:extLst>
                <a:ext uri="{FF2B5EF4-FFF2-40B4-BE49-F238E27FC236}">
                  <a16:creationId xmlns:a16="http://schemas.microsoft.com/office/drawing/2014/main" id="{304EA40E-510D-4976-9B85-8609AF978A5D}"/>
                </a:ext>
              </a:extLst>
            </p:cNvPr>
            <p:cNvCxnSpPr>
              <a:cxnSpLocks/>
            </p:cNvCxnSpPr>
            <p:nvPr>
              <p:custDataLst>
                <p:tags r:id="rId87"/>
              </p:custDataLst>
            </p:nvPr>
          </p:nvCxnSpPr>
          <p:spPr>
            <a:xfrm flipH="1">
              <a:off x="1692000" y="4104000"/>
              <a:ext cx="72000" cy="180000"/>
            </a:xfrm>
            <a:prstGeom prst="line">
              <a:avLst/>
            </a:prstGeom>
            <a:ln w="127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6" name="直接连接符 615">
              <a:extLst>
                <a:ext uri="{FF2B5EF4-FFF2-40B4-BE49-F238E27FC236}">
                  <a16:creationId xmlns:a16="http://schemas.microsoft.com/office/drawing/2014/main" id="{440C026E-8AEB-474B-AB8D-95FE116FAD43}"/>
                </a:ext>
              </a:extLst>
            </p:cNvPr>
            <p:cNvCxnSpPr>
              <a:cxnSpLocks/>
            </p:cNvCxnSpPr>
            <p:nvPr>
              <p:custDataLst>
                <p:tags r:id="rId88"/>
              </p:custDataLst>
            </p:nvPr>
          </p:nvCxnSpPr>
          <p:spPr>
            <a:xfrm flipH="1">
              <a:off x="1763680" y="4356000"/>
              <a:ext cx="72000" cy="180000"/>
            </a:xfrm>
            <a:prstGeom prst="line">
              <a:avLst/>
            </a:prstGeom>
            <a:ln w="127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7" name="直接连接符 616">
              <a:extLst>
                <a:ext uri="{FF2B5EF4-FFF2-40B4-BE49-F238E27FC236}">
                  <a16:creationId xmlns:a16="http://schemas.microsoft.com/office/drawing/2014/main" id="{3D42DACA-1739-40B0-AC88-1E56FF7C5AAB}"/>
                </a:ext>
              </a:extLst>
            </p:cNvPr>
            <p:cNvCxnSpPr>
              <a:cxnSpLocks/>
            </p:cNvCxnSpPr>
            <p:nvPr>
              <p:custDataLst>
                <p:tags r:id="rId89"/>
              </p:custDataLst>
            </p:nvPr>
          </p:nvCxnSpPr>
          <p:spPr>
            <a:xfrm flipH="1">
              <a:off x="1691680" y="4356000"/>
              <a:ext cx="72000" cy="180000"/>
            </a:xfrm>
            <a:prstGeom prst="line">
              <a:avLst/>
            </a:prstGeom>
            <a:ln w="127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8" name="直接连接符 617">
              <a:extLst>
                <a:ext uri="{FF2B5EF4-FFF2-40B4-BE49-F238E27FC236}">
                  <a16:creationId xmlns:a16="http://schemas.microsoft.com/office/drawing/2014/main" id="{0B6F4B08-3FE9-42CF-869B-D15C6A777A79}"/>
                </a:ext>
              </a:extLst>
            </p:cNvPr>
            <p:cNvCxnSpPr>
              <a:cxnSpLocks/>
            </p:cNvCxnSpPr>
            <p:nvPr>
              <p:custDataLst>
                <p:tags r:id="rId90"/>
              </p:custDataLst>
            </p:nvPr>
          </p:nvCxnSpPr>
          <p:spPr>
            <a:xfrm flipH="1">
              <a:off x="1763680" y="4608000"/>
              <a:ext cx="72000" cy="180000"/>
            </a:xfrm>
            <a:prstGeom prst="line">
              <a:avLst/>
            </a:prstGeom>
            <a:ln w="127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9" name="直接连接符 618">
              <a:extLst>
                <a:ext uri="{FF2B5EF4-FFF2-40B4-BE49-F238E27FC236}">
                  <a16:creationId xmlns:a16="http://schemas.microsoft.com/office/drawing/2014/main" id="{55D38070-CCFA-44B9-8606-BBCA02E242E1}"/>
                </a:ext>
              </a:extLst>
            </p:cNvPr>
            <p:cNvCxnSpPr>
              <a:cxnSpLocks/>
            </p:cNvCxnSpPr>
            <p:nvPr>
              <p:custDataLst>
                <p:tags r:id="rId91"/>
              </p:custDataLst>
            </p:nvPr>
          </p:nvCxnSpPr>
          <p:spPr>
            <a:xfrm flipH="1">
              <a:off x="1691680" y="4608000"/>
              <a:ext cx="72000" cy="180000"/>
            </a:xfrm>
            <a:prstGeom prst="line">
              <a:avLst/>
            </a:prstGeom>
            <a:ln w="127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0" name="AutoShape 455">
            <a:hlinkClick r:id="rId190" action="ppaction://hlinksldjump" highlightClick="1"/>
            <a:extLst>
              <a:ext uri="{FF2B5EF4-FFF2-40B4-BE49-F238E27FC236}">
                <a16:creationId xmlns:a16="http://schemas.microsoft.com/office/drawing/2014/main" id="{78237CF1-CFAD-4BAF-BC2D-F5AF6D4753BC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 rot="10800000">
            <a:off x="2988518" y="6523705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4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4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4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1" dur="500"/>
                                        <p:tgtEl>
                                          <p:spTgt spid="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ext Box 7">
            <a:extLst>
              <a:ext uri="{FF2B5EF4-FFF2-40B4-BE49-F238E27FC236}">
                <a16:creationId xmlns:a16="http://schemas.microsoft.com/office/drawing/2014/main" id="{843DFA81-A15D-4E84-B3F3-A2C2709710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406" y="332656"/>
            <a:ext cx="3083560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功能集成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310" name="组合 309">
            <a:extLst>
              <a:ext uri="{FF2B5EF4-FFF2-40B4-BE49-F238E27FC236}">
                <a16:creationId xmlns:a16="http://schemas.microsoft.com/office/drawing/2014/main" id="{B0F88834-3A5D-43FA-BB61-E2E9C63CB270}"/>
              </a:ext>
            </a:extLst>
          </p:cNvPr>
          <p:cNvGrpSpPr/>
          <p:nvPr/>
        </p:nvGrpSpPr>
        <p:grpSpPr>
          <a:xfrm>
            <a:off x="1475656" y="4509120"/>
            <a:ext cx="5076190" cy="1691640"/>
            <a:chOff x="1475656" y="4509120"/>
            <a:chExt cx="5076190" cy="1691640"/>
          </a:xfrm>
        </p:grpSpPr>
        <p:sp>
          <p:nvSpPr>
            <p:cNvPr id="183" name="矩形 182">
              <a:extLst>
                <a:ext uri="{FF2B5EF4-FFF2-40B4-BE49-F238E27FC236}">
                  <a16:creationId xmlns:a16="http://schemas.microsoft.com/office/drawing/2014/main" id="{F07802D8-1B80-4725-83E8-770C350E3896}"/>
                </a:ext>
              </a:extLst>
            </p:cNvPr>
            <p:cNvSpPr/>
            <p:nvPr/>
          </p:nvSpPr>
          <p:spPr>
            <a:xfrm>
              <a:off x="2123991" y="4796775"/>
              <a:ext cx="4427855" cy="1403985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84" name="Text Box 191">
              <a:extLst>
                <a:ext uri="{FF2B5EF4-FFF2-40B4-BE49-F238E27FC236}">
                  <a16:creationId xmlns:a16="http://schemas.microsoft.com/office/drawing/2014/main" id="{7E4D6C27-3F68-40C2-94E2-82C09E328217}"/>
                </a:ext>
              </a:extLst>
            </p:cNvPr>
            <p:cNvSpPr txBox="1">
              <a:spLocks noChangeArrowheads="1"/>
            </p:cNvSpPr>
            <p:nvPr>
              <p:custDataLst>
                <p:tags r:id="rId171"/>
              </p:custDataLst>
            </p:nvPr>
          </p:nvSpPr>
          <p:spPr bwMode="auto">
            <a:xfrm>
              <a:off x="1800141" y="5552425"/>
              <a:ext cx="252095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CP</a:t>
              </a:r>
            </a:p>
          </p:txBody>
        </p:sp>
        <p:sp>
          <p:nvSpPr>
            <p:cNvPr id="185" name="Text Box 191">
              <a:extLst>
                <a:ext uri="{FF2B5EF4-FFF2-40B4-BE49-F238E27FC236}">
                  <a16:creationId xmlns:a16="http://schemas.microsoft.com/office/drawing/2014/main" id="{689B31E9-E52B-4AD8-8E7B-8A7165CA24EF}"/>
                </a:ext>
              </a:extLst>
            </p:cNvPr>
            <p:cNvSpPr txBox="1">
              <a:spLocks noChangeArrowheads="1"/>
            </p:cNvSpPr>
            <p:nvPr>
              <p:custDataLst>
                <p:tags r:id="rId172"/>
              </p:custDataLst>
            </p:nvPr>
          </p:nvSpPr>
          <p:spPr bwMode="auto">
            <a:xfrm>
              <a:off x="1800141" y="5120625"/>
              <a:ext cx="252095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CR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86" name="直接箭头连接符 185">
              <a:extLst>
                <a:ext uri="{FF2B5EF4-FFF2-40B4-BE49-F238E27FC236}">
                  <a16:creationId xmlns:a16="http://schemas.microsoft.com/office/drawing/2014/main" id="{DA1DFAC0-CF70-4FF2-970F-D03DAB8B7956}"/>
                </a:ext>
              </a:extLst>
            </p:cNvPr>
            <p:cNvCxnSpPr/>
            <p:nvPr>
              <p:custDataLst>
                <p:tags r:id="rId173"/>
              </p:custDataLst>
            </p:nvPr>
          </p:nvCxnSpPr>
          <p:spPr bwMode="auto">
            <a:xfrm flipV="1">
              <a:off x="1828716" y="5120625"/>
              <a:ext cx="198120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grpSp>
          <p:nvGrpSpPr>
            <p:cNvPr id="187" name="组合 186">
              <a:extLst>
                <a:ext uri="{FF2B5EF4-FFF2-40B4-BE49-F238E27FC236}">
                  <a16:creationId xmlns:a16="http://schemas.microsoft.com/office/drawing/2014/main" id="{612BF376-D9BF-4588-9114-F0D87093FC17}"/>
                </a:ext>
              </a:extLst>
            </p:cNvPr>
            <p:cNvGrpSpPr/>
            <p:nvPr/>
          </p:nvGrpSpPr>
          <p:grpSpPr>
            <a:xfrm>
              <a:off x="2052236" y="4724385"/>
              <a:ext cx="2089150" cy="1259840"/>
              <a:chOff x="5611" y="4465"/>
              <a:chExt cx="3290" cy="1984"/>
            </a:xfrm>
          </p:grpSpPr>
          <p:sp>
            <p:nvSpPr>
              <p:cNvPr id="225" name="Text Box 36">
                <a:extLst>
                  <a:ext uri="{FF2B5EF4-FFF2-40B4-BE49-F238E27FC236}">
                    <a16:creationId xmlns:a16="http://schemas.microsoft.com/office/drawing/2014/main" id="{1F722B2E-A614-4E27-928B-6547AA434C69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09"/>
                </p:custDataLst>
              </p:nvPr>
            </p:nvSpPr>
            <p:spPr bwMode="auto">
              <a:xfrm>
                <a:off x="6236" y="4805"/>
                <a:ext cx="2438" cy="1361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horz" wrap="square" lIns="17780" tIns="0" rIns="0" bIns="0" anchor="t" anchorCtr="0">
                <a:noAutofit/>
              </a:bodyPr>
              <a:lstStyle/>
              <a:p>
                <a:pPr algn="l">
                  <a:lnSpc>
                    <a:spcPct val="90000"/>
                  </a:lnSpc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   Q</a:t>
                </a:r>
                <a:r>
                  <a:rPr lang="en-US" altLang="zh-CN" sz="1600" b="1" u="none" baseline="-25000" dirty="0">
                    <a:latin typeface="宋体" panose="02010600030101010101" pitchFamily="2" charset="-122"/>
                  </a:rPr>
                  <a:t>0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</a:t>
                </a:r>
                <a:r>
                  <a:rPr lang="en-US" altLang="zh-CN" sz="1600" b="1" u="none" baseline="-25000" dirty="0">
                    <a:latin typeface="宋体" panose="02010600030101010101" pitchFamily="2" charset="-122"/>
                  </a:rPr>
                  <a:t>1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</a:t>
                </a:r>
                <a:r>
                  <a:rPr lang="en-US" altLang="zh-CN" sz="1600" b="1" u="none" baseline="-25000" dirty="0">
                    <a:latin typeface="宋体" panose="02010600030101010101" pitchFamily="2" charset="-122"/>
                  </a:rPr>
                  <a:t>2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</a:t>
                </a:r>
                <a:r>
                  <a:rPr lang="en-US" altLang="zh-CN" sz="1600" b="1" u="none" baseline="-25000" dirty="0">
                    <a:latin typeface="宋体" panose="02010600030101010101" pitchFamily="2" charset="-122"/>
                  </a:rPr>
                  <a:t>3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 </a:t>
                </a:r>
              </a:p>
              <a:p>
                <a:pPr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CR          </a:t>
                </a:r>
                <a:r>
                  <a:rPr lang="en-US" altLang="zh-CN" sz="1400" b="1" u="none" dirty="0">
                    <a:latin typeface="宋体" panose="02010600030101010101" pitchFamily="2" charset="-122"/>
                  </a:rPr>
                  <a:t>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S</a:t>
                </a:r>
                <a:r>
                  <a:rPr lang="en-US" altLang="zh-CN" sz="1600" b="1" u="none" baseline="-25000" dirty="0">
                    <a:latin typeface="宋体" panose="02010600030101010101" pitchFamily="2" charset="-122"/>
                  </a:rPr>
                  <a:t>1</a:t>
                </a:r>
                <a:endParaRPr lang="en-US" altLang="zh-CN" sz="1600" b="1" u="none" dirty="0">
                  <a:latin typeface="宋体" panose="02010600030101010101" pitchFamily="2" charset="-122"/>
                </a:endParaRPr>
              </a:p>
              <a:p>
                <a:pPr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000" b="1" u="none" dirty="0">
                    <a:latin typeface="宋体" panose="02010600030101010101" pitchFamily="2" charset="-122"/>
                  </a:rPr>
                  <a:t>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CP</a:t>
                </a:r>
                <a:r>
                  <a:rPr lang="en-US" altLang="zh-CN" sz="1600" b="1" u="none" baseline="-25000" dirty="0">
                    <a:latin typeface="宋体" panose="02010600030101010101" pitchFamily="2" charset="-122"/>
                  </a:rPr>
                  <a:t> </a:t>
                </a:r>
                <a:r>
                  <a:rPr lang="en-US" altLang="zh-CN" sz="1200" b="1" u="none" dirty="0">
                    <a:latin typeface="宋体" panose="02010600030101010101" pitchFamily="2" charset="-122"/>
                  </a:rPr>
                  <a:t>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        </a:t>
                </a:r>
                <a:r>
                  <a:rPr lang="en-US" altLang="zh-CN" sz="1400" b="1" u="none" dirty="0">
                    <a:latin typeface="宋体" panose="02010600030101010101" pitchFamily="2" charset="-122"/>
                  </a:rPr>
                  <a:t>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S</a:t>
                </a:r>
                <a:r>
                  <a:rPr lang="en-US" altLang="zh-CN" sz="1600" b="1" u="none" baseline="-25000" dirty="0">
                    <a:latin typeface="宋体" panose="02010600030101010101" pitchFamily="2" charset="-122"/>
                  </a:rPr>
                  <a:t>0</a:t>
                </a:r>
                <a:endParaRPr lang="en-US" altLang="zh-CN" sz="1600" b="1" dirty="0">
                  <a:latin typeface="宋体" panose="02010600030101010101" pitchFamily="2" charset="-122"/>
                  <a:sym typeface="+mn-ea"/>
                </a:endParaRPr>
              </a:p>
              <a:p>
                <a:pPr algn="l">
                  <a:lnSpc>
                    <a:spcPct val="80000"/>
                  </a:lnSpc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  <a:sym typeface="+mn-ea"/>
                  </a:rPr>
                  <a:t>D</a:t>
                </a:r>
                <a:r>
                  <a:rPr lang="en-US" altLang="zh-CN" sz="1600" b="1" u="none" baseline="-25000" dirty="0">
                    <a:latin typeface="宋体" panose="02010600030101010101" pitchFamily="2" charset="-122"/>
                    <a:sym typeface="+mn-ea"/>
                  </a:rPr>
                  <a:t>SR </a:t>
                </a:r>
                <a:r>
                  <a:rPr lang="en-US" altLang="zh-CN" sz="1600" b="1" dirty="0">
                    <a:latin typeface="宋体" panose="02010600030101010101" pitchFamily="2" charset="-122"/>
                    <a:sym typeface="+mn-ea"/>
                  </a:rPr>
                  <a:t>D</a:t>
                </a:r>
                <a:r>
                  <a:rPr lang="en-US" altLang="zh-CN" sz="1600" b="1" baseline="-25000" dirty="0">
                    <a:latin typeface="宋体" panose="02010600030101010101" pitchFamily="2" charset="-122"/>
                    <a:sym typeface="+mn-ea"/>
                  </a:rPr>
                  <a:t>0 </a:t>
                </a:r>
                <a:r>
                  <a:rPr lang="en-US" altLang="zh-CN" sz="1600" b="1" dirty="0">
                    <a:latin typeface="宋体" panose="02010600030101010101" pitchFamily="2" charset="-122"/>
                    <a:sym typeface="+mn-ea"/>
                  </a:rPr>
                  <a:t>D</a:t>
                </a:r>
                <a:r>
                  <a:rPr lang="en-US" altLang="zh-CN" sz="1600" b="1" baseline="-25000" dirty="0">
                    <a:latin typeface="宋体" panose="02010600030101010101" pitchFamily="2" charset="-122"/>
                    <a:sym typeface="+mn-ea"/>
                  </a:rPr>
                  <a:t>1 </a:t>
                </a:r>
                <a:r>
                  <a:rPr lang="en-US" altLang="zh-CN" sz="1600" b="1" dirty="0">
                    <a:latin typeface="宋体" panose="02010600030101010101" pitchFamily="2" charset="-122"/>
                    <a:sym typeface="+mn-ea"/>
                  </a:rPr>
                  <a:t>D</a:t>
                </a:r>
                <a:r>
                  <a:rPr lang="en-US" altLang="zh-CN" sz="1600" b="1" baseline="-25000" dirty="0">
                    <a:latin typeface="宋体" panose="02010600030101010101" pitchFamily="2" charset="-122"/>
                    <a:sym typeface="+mn-ea"/>
                  </a:rPr>
                  <a:t>2 </a:t>
                </a:r>
                <a:r>
                  <a:rPr lang="en-US" altLang="zh-CN" sz="1600" b="1" dirty="0">
                    <a:latin typeface="宋体" panose="02010600030101010101" pitchFamily="2" charset="-122"/>
                    <a:sym typeface="+mn-ea"/>
                  </a:rPr>
                  <a:t>D</a:t>
                </a:r>
                <a:r>
                  <a:rPr lang="en-US" altLang="zh-CN" sz="1600" b="1" baseline="-25000" dirty="0">
                    <a:latin typeface="宋体" panose="02010600030101010101" pitchFamily="2" charset="-122"/>
                    <a:sym typeface="+mn-ea"/>
                  </a:rPr>
                  <a:t>3</a:t>
                </a:r>
                <a:r>
                  <a:rPr lang="en-US" altLang="zh-CN" sz="1400" b="1" dirty="0"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dirty="0">
                    <a:latin typeface="宋体" panose="02010600030101010101" pitchFamily="2" charset="-122"/>
                    <a:sym typeface="+mn-ea"/>
                  </a:rPr>
                  <a:t>D</a:t>
                </a:r>
                <a:r>
                  <a:rPr lang="en-US" altLang="zh-CN" sz="1600" b="1" baseline="-25000" dirty="0">
                    <a:latin typeface="宋体" panose="02010600030101010101" pitchFamily="2" charset="-122"/>
                    <a:sym typeface="+mn-ea"/>
                  </a:rPr>
                  <a:t>SL</a:t>
                </a:r>
                <a:endParaRPr lang="en-US" altLang="zh-CN" sz="1600" b="1" u="none" baseline="-25000" dirty="0">
                  <a:latin typeface="宋体" panose="02010600030101010101" pitchFamily="2" charset="-122"/>
                  <a:sym typeface="+mn-ea"/>
                </a:endParaRPr>
              </a:p>
            </p:txBody>
          </p:sp>
          <p:cxnSp>
            <p:nvCxnSpPr>
              <p:cNvPr id="226" name="直接箭头连接符 225">
                <a:extLst>
                  <a:ext uri="{FF2B5EF4-FFF2-40B4-BE49-F238E27FC236}">
                    <a16:creationId xmlns:a16="http://schemas.microsoft.com/office/drawing/2014/main" id="{722F754C-A0FA-4BDE-9591-5F614B9D0E47}"/>
                  </a:ext>
                </a:extLst>
              </p:cNvPr>
              <p:cNvCxnSpPr/>
              <p:nvPr>
                <p:custDataLst>
                  <p:tags r:id="rId210"/>
                </p:custDataLst>
              </p:nvPr>
            </p:nvCxnSpPr>
            <p:spPr bwMode="auto">
              <a:xfrm flipV="1">
                <a:off x="8674" y="5329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227" name="等腰三角形 226">
                <a:extLst>
                  <a:ext uri="{FF2B5EF4-FFF2-40B4-BE49-F238E27FC236}">
                    <a16:creationId xmlns:a16="http://schemas.microsoft.com/office/drawing/2014/main" id="{EDCAE7B9-4515-45A9-A156-FED0975E9101}"/>
                  </a:ext>
                </a:extLst>
              </p:cNvPr>
              <p:cNvSpPr/>
              <p:nvPr>
                <p:custDataLst>
                  <p:tags r:id="rId211"/>
                </p:custDataLst>
              </p:nvPr>
            </p:nvSpPr>
            <p:spPr>
              <a:xfrm>
                <a:off x="6180" y="5556"/>
                <a:ext cx="227" cy="113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1620000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28" name="Text Box 191">
                <a:extLst>
                  <a:ext uri="{FF2B5EF4-FFF2-40B4-BE49-F238E27FC236}">
                    <a16:creationId xmlns:a16="http://schemas.microsoft.com/office/drawing/2014/main" id="{71B139A2-BC38-44DC-B396-C46B818EAAFC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12"/>
                </p:custDataLst>
              </p:nvPr>
            </p:nvSpPr>
            <p:spPr bwMode="auto">
              <a:xfrm>
                <a:off x="6973" y="5329"/>
                <a:ext cx="1020" cy="34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74194</a:t>
                </a:r>
              </a:p>
            </p:txBody>
          </p:sp>
          <p:cxnSp>
            <p:nvCxnSpPr>
              <p:cNvPr id="229" name="直接箭头连接符 228">
                <a:extLst>
                  <a:ext uri="{FF2B5EF4-FFF2-40B4-BE49-F238E27FC236}">
                    <a16:creationId xmlns:a16="http://schemas.microsoft.com/office/drawing/2014/main" id="{70FFC4D8-A863-41B3-84A0-DA2B777C9666}"/>
                  </a:ext>
                </a:extLst>
              </p:cNvPr>
              <p:cNvCxnSpPr/>
              <p:nvPr>
                <p:custDataLst>
                  <p:tags r:id="rId213"/>
                </p:custDataLst>
              </p:nvPr>
            </p:nvCxnSpPr>
            <p:spPr bwMode="auto">
              <a:xfrm flipV="1">
                <a:off x="8674" y="5613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sm" len="sm"/>
              </a:ln>
              <a:effectLst/>
            </p:spPr>
          </p:cxnSp>
          <p:cxnSp>
            <p:nvCxnSpPr>
              <p:cNvPr id="230" name="直接箭头连接符 229">
                <a:extLst>
                  <a:ext uri="{FF2B5EF4-FFF2-40B4-BE49-F238E27FC236}">
                    <a16:creationId xmlns:a16="http://schemas.microsoft.com/office/drawing/2014/main" id="{0001BB8A-967A-464F-B11A-931956664FD1}"/>
                  </a:ext>
                </a:extLst>
              </p:cNvPr>
              <p:cNvCxnSpPr/>
              <p:nvPr>
                <p:custDataLst>
                  <p:tags r:id="rId214"/>
                </p:custDataLst>
              </p:nvPr>
            </p:nvCxnSpPr>
            <p:spPr bwMode="auto">
              <a:xfrm flipV="1">
                <a:off x="6860" y="4465"/>
                <a:ext cx="0" cy="34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31" name="直接箭头连接符 230">
                <a:extLst>
                  <a:ext uri="{FF2B5EF4-FFF2-40B4-BE49-F238E27FC236}">
                    <a16:creationId xmlns:a16="http://schemas.microsoft.com/office/drawing/2014/main" id="{FCB95D5E-02CE-4121-BC1D-DDAFCBA594B7}"/>
                  </a:ext>
                </a:extLst>
              </p:cNvPr>
              <p:cNvCxnSpPr/>
              <p:nvPr>
                <p:custDataLst>
                  <p:tags r:id="rId215"/>
                </p:custDataLst>
              </p:nvPr>
            </p:nvCxnSpPr>
            <p:spPr bwMode="auto">
              <a:xfrm flipV="1">
                <a:off x="7200" y="4465"/>
                <a:ext cx="0" cy="34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32" name="直接箭头连接符 231">
                <a:extLst>
                  <a:ext uri="{FF2B5EF4-FFF2-40B4-BE49-F238E27FC236}">
                    <a16:creationId xmlns:a16="http://schemas.microsoft.com/office/drawing/2014/main" id="{E8E9F158-383B-4DA5-8C08-287C0935012A}"/>
                  </a:ext>
                </a:extLst>
              </p:cNvPr>
              <p:cNvCxnSpPr/>
              <p:nvPr>
                <p:custDataLst>
                  <p:tags r:id="rId216"/>
                </p:custDataLst>
              </p:nvPr>
            </p:nvCxnSpPr>
            <p:spPr bwMode="auto">
              <a:xfrm flipV="1">
                <a:off x="7597" y="4465"/>
                <a:ext cx="0" cy="34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33" name="直接箭头连接符 232">
                <a:extLst>
                  <a:ext uri="{FF2B5EF4-FFF2-40B4-BE49-F238E27FC236}">
                    <a16:creationId xmlns:a16="http://schemas.microsoft.com/office/drawing/2014/main" id="{CE167AE4-6789-48C9-9CC4-45019F179F5E}"/>
                  </a:ext>
                </a:extLst>
              </p:cNvPr>
              <p:cNvCxnSpPr/>
              <p:nvPr>
                <p:custDataLst>
                  <p:tags r:id="rId217"/>
                </p:custDataLst>
              </p:nvPr>
            </p:nvCxnSpPr>
            <p:spPr bwMode="auto">
              <a:xfrm flipV="1">
                <a:off x="7937" y="4465"/>
                <a:ext cx="0" cy="34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34" name="直接箭头连接符 233">
                <a:extLst>
                  <a:ext uri="{FF2B5EF4-FFF2-40B4-BE49-F238E27FC236}">
                    <a16:creationId xmlns:a16="http://schemas.microsoft.com/office/drawing/2014/main" id="{B086A2B8-911E-4890-B243-1B89A137218E}"/>
                  </a:ext>
                </a:extLst>
              </p:cNvPr>
              <p:cNvCxnSpPr/>
              <p:nvPr>
                <p:custDataLst>
                  <p:tags r:id="rId218"/>
                </p:custDataLst>
              </p:nvPr>
            </p:nvCxnSpPr>
            <p:spPr bwMode="auto">
              <a:xfrm flipV="1">
                <a:off x="5611" y="5270"/>
                <a:ext cx="51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235" name="椭圆 234">
                <a:extLst>
                  <a:ext uri="{FF2B5EF4-FFF2-40B4-BE49-F238E27FC236}">
                    <a16:creationId xmlns:a16="http://schemas.microsoft.com/office/drawing/2014/main" id="{6C6BFB24-5355-4694-A4D4-36EB2E0F4E4A}"/>
                  </a:ext>
                </a:extLst>
              </p:cNvPr>
              <p:cNvSpPr/>
              <p:nvPr>
                <p:custDataLst>
                  <p:tags r:id="rId219"/>
                </p:custDataLst>
              </p:nvPr>
            </p:nvSpPr>
            <p:spPr>
              <a:xfrm>
                <a:off x="6123" y="5213"/>
                <a:ext cx="113" cy="113"/>
              </a:xfrm>
              <a:prstGeom prst="ellips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236" name="直接箭头连接符 235">
                <a:extLst>
                  <a:ext uri="{FF2B5EF4-FFF2-40B4-BE49-F238E27FC236}">
                    <a16:creationId xmlns:a16="http://schemas.microsoft.com/office/drawing/2014/main" id="{8D84F1DC-6D97-4B27-987B-6E5DC3245E72}"/>
                  </a:ext>
                </a:extLst>
              </p:cNvPr>
              <p:cNvCxnSpPr/>
              <p:nvPr>
                <p:custDataLst>
                  <p:tags r:id="rId220"/>
                </p:custDataLst>
              </p:nvPr>
            </p:nvCxnSpPr>
            <p:spPr bwMode="auto">
              <a:xfrm flipV="1">
                <a:off x="5953" y="5610"/>
                <a:ext cx="17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237" name="椭圆 236">
                <a:extLst>
                  <a:ext uri="{FF2B5EF4-FFF2-40B4-BE49-F238E27FC236}">
                    <a16:creationId xmlns:a16="http://schemas.microsoft.com/office/drawing/2014/main" id="{A6EFDE5F-9971-4576-A892-780AA973E71F}"/>
                  </a:ext>
                </a:extLst>
              </p:cNvPr>
              <p:cNvSpPr/>
              <p:nvPr>
                <p:custDataLst>
                  <p:tags r:id="rId221"/>
                </p:custDataLst>
              </p:nvPr>
            </p:nvSpPr>
            <p:spPr>
              <a:xfrm>
                <a:off x="6123" y="5553"/>
                <a:ext cx="113" cy="113"/>
              </a:xfrm>
              <a:prstGeom prst="ellips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238" name="直接箭头连接符 237">
                <a:extLst>
                  <a:ext uri="{FF2B5EF4-FFF2-40B4-BE49-F238E27FC236}">
                    <a16:creationId xmlns:a16="http://schemas.microsoft.com/office/drawing/2014/main" id="{B3A0C4F7-AED1-4FE2-9F19-2B6FE632D3BB}"/>
                  </a:ext>
                </a:extLst>
              </p:cNvPr>
              <p:cNvCxnSpPr/>
              <p:nvPr>
                <p:custDataLst>
                  <p:tags r:id="rId222"/>
                </p:custDataLst>
              </p:nvPr>
            </p:nvCxnSpPr>
            <p:spPr bwMode="auto">
              <a:xfrm flipV="1">
                <a:off x="6281" y="5150"/>
                <a:ext cx="306" cy="0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39" name="直接箭头连接符 238">
                <a:extLst>
                  <a:ext uri="{FF2B5EF4-FFF2-40B4-BE49-F238E27FC236}">
                    <a16:creationId xmlns:a16="http://schemas.microsoft.com/office/drawing/2014/main" id="{6B2CF785-76B6-4700-8095-3482C6E46790}"/>
                  </a:ext>
                </a:extLst>
              </p:cNvPr>
              <p:cNvCxnSpPr/>
              <p:nvPr>
                <p:custDataLst>
                  <p:tags r:id="rId223"/>
                </p:custDataLst>
              </p:nvPr>
            </p:nvCxnSpPr>
            <p:spPr bwMode="auto">
              <a:xfrm flipV="1">
                <a:off x="6364" y="5473"/>
                <a:ext cx="306" cy="0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40" name="直接箭头连接符 239">
                <a:extLst>
                  <a:ext uri="{FF2B5EF4-FFF2-40B4-BE49-F238E27FC236}">
                    <a16:creationId xmlns:a16="http://schemas.microsoft.com/office/drawing/2014/main" id="{FE4D627E-BE0A-4579-9C54-CB337C47CB28}"/>
                  </a:ext>
                </a:extLst>
              </p:cNvPr>
              <p:cNvCxnSpPr/>
              <p:nvPr>
                <p:custDataLst>
                  <p:tags r:id="rId224"/>
                </p:custDataLst>
              </p:nvPr>
            </p:nvCxnSpPr>
            <p:spPr bwMode="auto">
              <a:xfrm flipV="1">
                <a:off x="6860" y="6166"/>
                <a:ext cx="0" cy="283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41" name="直接箭头连接符 240">
                <a:extLst>
                  <a:ext uri="{FF2B5EF4-FFF2-40B4-BE49-F238E27FC236}">
                    <a16:creationId xmlns:a16="http://schemas.microsoft.com/office/drawing/2014/main" id="{7C6D242C-BD26-4290-A68B-B6860593F23C}"/>
                  </a:ext>
                </a:extLst>
              </p:cNvPr>
              <p:cNvCxnSpPr/>
              <p:nvPr>
                <p:custDataLst>
                  <p:tags r:id="rId225"/>
                </p:custDataLst>
              </p:nvPr>
            </p:nvCxnSpPr>
            <p:spPr bwMode="auto">
              <a:xfrm flipV="1">
                <a:off x="7200" y="6166"/>
                <a:ext cx="0" cy="283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242" name="直接箭头连接符 241">
                <a:extLst>
                  <a:ext uri="{FF2B5EF4-FFF2-40B4-BE49-F238E27FC236}">
                    <a16:creationId xmlns:a16="http://schemas.microsoft.com/office/drawing/2014/main" id="{3583F587-91B7-4FF6-9B5C-48F6161FD1DF}"/>
                  </a:ext>
                </a:extLst>
              </p:cNvPr>
              <p:cNvCxnSpPr/>
              <p:nvPr>
                <p:custDataLst>
                  <p:tags r:id="rId226"/>
                </p:custDataLst>
              </p:nvPr>
            </p:nvCxnSpPr>
            <p:spPr bwMode="auto">
              <a:xfrm flipV="1">
                <a:off x="7597" y="6166"/>
                <a:ext cx="0" cy="283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243" name="直接箭头连接符 242">
                <a:extLst>
                  <a:ext uri="{FF2B5EF4-FFF2-40B4-BE49-F238E27FC236}">
                    <a16:creationId xmlns:a16="http://schemas.microsoft.com/office/drawing/2014/main" id="{435D449D-1324-4801-A72F-AF7682E3C7E9}"/>
                  </a:ext>
                </a:extLst>
              </p:cNvPr>
              <p:cNvCxnSpPr/>
              <p:nvPr>
                <p:custDataLst>
                  <p:tags r:id="rId227"/>
                </p:custDataLst>
              </p:nvPr>
            </p:nvCxnSpPr>
            <p:spPr bwMode="auto">
              <a:xfrm flipV="1">
                <a:off x="7937" y="6166"/>
                <a:ext cx="0" cy="283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244" name="直接箭头连接符 243">
                <a:extLst>
                  <a:ext uri="{FF2B5EF4-FFF2-40B4-BE49-F238E27FC236}">
                    <a16:creationId xmlns:a16="http://schemas.microsoft.com/office/drawing/2014/main" id="{E3867DAC-B078-4C2B-85C0-4FEAE2A97A7D}"/>
                  </a:ext>
                </a:extLst>
              </p:cNvPr>
              <p:cNvCxnSpPr/>
              <p:nvPr>
                <p:custDataLst>
                  <p:tags r:id="rId228"/>
                </p:custDataLst>
              </p:nvPr>
            </p:nvCxnSpPr>
            <p:spPr bwMode="auto">
              <a:xfrm flipV="1">
                <a:off x="8391" y="6166"/>
                <a:ext cx="0" cy="283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245" name="直接箭头连接符 244">
                <a:extLst>
                  <a:ext uri="{FF2B5EF4-FFF2-40B4-BE49-F238E27FC236}">
                    <a16:creationId xmlns:a16="http://schemas.microsoft.com/office/drawing/2014/main" id="{62E38679-16AF-459C-A802-C18F5F555ACC}"/>
                  </a:ext>
                </a:extLst>
              </p:cNvPr>
              <p:cNvCxnSpPr/>
              <p:nvPr>
                <p:custDataLst>
                  <p:tags r:id="rId229"/>
                </p:custDataLst>
              </p:nvPr>
            </p:nvCxnSpPr>
            <p:spPr bwMode="auto">
              <a:xfrm flipV="1">
                <a:off x="6406" y="6166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</p:grpSp>
        <p:grpSp>
          <p:nvGrpSpPr>
            <p:cNvPr id="188" name="组合 187">
              <a:extLst>
                <a:ext uri="{FF2B5EF4-FFF2-40B4-BE49-F238E27FC236}">
                  <a16:creationId xmlns:a16="http://schemas.microsoft.com/office/drawing/2014/main" id="{97A333C6-349A-410D-AB35-F49E6ED9358A}"/>
                </a:ext>
              </a:extLst>
            </p:cNvPr>
            <p:cNvGrpSpPr/>
            <p:nvPr/>
          </p:nvGrpSpPr>
          <p:grpSpPr>
            <a:xfrm>
              <a:off x="4392211" y="4724385"/>
              <a:ext cx="1943735" cy="1259840"/>
              <a:chOff x="5840" y="4465"/>
              <a:chExt cx="3061" cy="1984"/>
            </a:xfrm>
          </p:grpSpPr>
          <p:sp>
            <p:nvSpPr>
              <p:cNvPr id="204" name="Text Box 36">
                <a:extLst>
                  <a:ext uri="{FF2B5EF4-FFF2-40B4-BE49-F238E27FC236}">
                    <a16:creationId xmlns:a16="http://schemas.microsoft.com/office/drawing/2014/main" id="{68DB94E8-7D1A-406C-8A8E-D165E952B670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88"/>
                </p:custDataLst>
              </p:nvPr>
            </p:nvSpPr>
            <p:spPr bwMode="auto">
              <a:xfrm>
                <a:off x="6236" y="4805"/>
                <a:ext cx="2438" cy="1361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horz" wrap="square" lIns="17780" tIns="0" rIns="0" bIns="0" anchor="t" anchorCtr="0">
                <a:noAutofit/>
              </a:bodyPr>
              <a:lstStyle/>
              <a:p>
                <a:pPr algn="l">
                  <a:lnSpc>
                    <a:spcPct val="90000"/>
                  </a:lnSpc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   Q</a:t>
                </a:r>
                <a:r>
                  <a:rPr lang="en-US" altLang="zh-CN" sz="1600" b="1" u="none" baseline="-25000" dirty="0">
                    <a:latin typeface="宋体" panose="02010600030101010101" pitchFamily="2" charset="-122"/>
                  </a:rPr>
                  <a:t>0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</a:t>
                </a:r>
                <a:r>
                  <a:rPr lang="en-US" altLang="zh-CN" sz="1600" b="1" u="none" baseline="-25000" dirty="0">
                    <a:latin typeface="宋体" panose="02010600030101010101" pitchFamily="2" charset="-122"/>
                  </a:rPr>
                  <a:t>1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</a:t>
                </a:r>
                <a:r>
                  <a:rPr lang="en-US" altLang="zh-CN" sz="1600" b="1" u="none" baseline="-25000" dirty="0">
                    <a:latin typeface="宋体" panose="02010600030101010101" pitchFamily="2" charset="-122"/>
                  </a:rPr>
                  <a:t>2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</a:t>
                </a:r>
                <a:r>
                  <a:rPr lang="en-US" altLang="zh-CN" sz="1600" b="1" u="none" baseline="-25000" dirty="0">
                    <a:latin typeface="宋体" panose="02010600030101010101" pitchFamily="2" charset="-122"/>
                  </a:rPr>
                  <a:t>3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 </a:t>
                </a:r>
              </a:p>
              <a:p>
                <a:pPr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CR          </a:t>
                </a:r>
                <a:r>
                  <a:rPr lang="en-US" altLang="zh-CN" sz="1400" b="1" u="none" dirty="0">
                    <a:latin typeface="宋体" panose="02010600030101010101" pitchFamily="2" charset="-122"/>
                  </a:rPr>
                  <a:t>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S</a:t>
                </a:r>
                <a:r>
                  <a:rPr lang="en-US" altLang="zh-CN" sz="1600" b="1" u="none" baseline="-25000" dirty="0">
                    <a:latin typeface="宋体" panose="02010600030101010101" pitchFamily="2" charset="-122"/>
                  </a:rPr>
                  <a:t>1</a:t>
                </a:r>
                <a:endParaRPr lang="en-US" altLang="zh-CN" sz="1600" b="1" u="none" dirty="0">
                  <a:latin typeface="宋体" panose="02010600030101010101" pitchFamily="2" charset="-122"/>
                </a:endParaRPr>
              </a:p>
              <a:p>
                <a:pPr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000" b="1" u="none" dirty="0">
                    <a:latin typeface="宋体" panose="02010600030101010101" pitchFamily="2" charset="-122"/>
                  </a:rPr>
                  <a:t>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CP</a:t>
                </a:r>
                <a:r>
                  <a:rPr lang="en-US" altLang="zh-CN" sz="1600" b="1" u="none" baseline="-25000" dirty="0">
                    <a:latin typeface="宋体" panose="02010600030101010101" pitchFamily="2" charset="-122"/>
                  </a:rPr>
                  <a:t> </a:t>
                </a:r>
                <a:r>
                  <a:rPr lang="en-US" altLang="zh-CN" sz="1200" b="1" u="none" dirty="0">
                    <a:latin typeface="宋体" panose="02010600030101010101" pitchFamily="2" charset="-122"/>
                  </a:rPr>
                  <a:t>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        </a:t>
                </a:r>
                <a:r>
                  <a:rPr lang="en-US" altLang="zh-CN" sz="1400" b="1" u="none" dirty="0">
                    <a:latin typeface="宋体" panose="02010600030101010101" pitchFamily="2" charset="-122"/>
                  </a:rPr>
                  <a:t>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S</a:t>
                </a:r>
                <a:r>
                  <a:rPr lang="en-US" altLang="zh-CN" sz="1600" b="1" u="none" baseline="-25000" dirty="0">
                    <a:latin typeface="宋体" panose="02010600030101010101" pitchFamily="2" charset="-122"/>
                  </a:rPr>
                  <a:t>0</a:t>
                </a:r>
                <a:endParaRPr lang="en-US" altLang="zh-CN" sz="1600" b="1" dirty="0">
                  <a:latin typeface="宋体" panose="02010600030101010101" pitchFamily="2" charset="-122"/>
                  <a:sym typeface="+mn-ea"/>
                </a:endParaRPr>
              </a:p>
              <a:p>
                <a:pPr algn="l">
                  <a:lnSpc>
                    <a:spcPct val="80000"/>
                  </a:lnSpc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  <a:sym typeface="+mn-ea"/>
                  </a:rPr>
                  <a:t>D</a:t>
                </a:r>
                <a:r>
                  <a:rPr lang="en-US" altLang="zh-CN" sz="1600" b="1" u="none" baseline="-25000" dirty="0">
                    <a:latin typeface="宋体" panose="02010600030101010101" pitchFamily="2" charset="-122"/>
                    <a:sym typeface="+mn-ea"/>
                  </a:rPr>
                  <a:t>SR </a:t>
                </a:r>
                <a:r>
                  <a:rPr lang="en-US" altLang="zh-CN" sz="1600" b="1" dirty="0">
                    <a:latin typeface="宋体" panose="02010600030101010101" pitchFamily="2" charset="-122"/>
                    <a:sym typeface="+mn-ea"/>
                  </a:rPr>
                  <a:t>D</a:t>
                </a:r>
                <a:r>
                  <a:rPr lang="en-US" altLang="zh-CN" sz="1600" b="1" baseline="-25000" dirty="0">
                    <a:latin typeface="宋体" panose="02010600030101010101" pitchFamily="2" charset="-122"/>
                    <a:sym typeface="+mn-ea"/>
                  </a:rPr>
                  <a:t>0 </a:t>
                </a:r>
                <a:r>
                  <a:rPr lang="en-US" altLang="zh-CN" sz="1600" b="1" dirty="0">
                    <a:latin typeface="宋体" panose="02010600030101010101" pitchFamily="2" charset="-122"/>
                    <a:sym typeface="+mn-ea"/>
                  </a:rPr>
                  <a:t>D</a:t>
                </a:r>
                <a:r>
                  <a:rPr lang="en-US" altLang="zh-CN" sz="1600" b="1" baseline="-25000" dirty="0">
                    <a:latin typeface="宋体" panose="02010600030101010101" pitchFamily="2" charset="-122"/>
                    <a:sym typeface="+mn-ea"/>
                  </a:rPr>
                  <a:t>1 </a:t>
                </a:r>
                <a:r>
                  <a:rPr lang="en-US" altLang="zh-CN" sz="1600" b="1" dirty="0">
                    <a:latin typeface="宋体" panose="02010600030101010101" pitchFamily="2" charset="-122"/>
                    <a:sym typeface="+mn-ea"/>
                  </a:rPr>
                  <a:t>D</a:t>
                </a:r>
                <a:r>
                  <a:rPr lang="en-US" altLang="zh-CN" sz="1600" b="1" baseline="-25000" dirty="0">
                    <a:latin typeface="宋体" panose="02010600030101010101" pitchFamily="2" charset="-122"/>
                    <a:sym typeface="+mn-ea"/>
                  </a:rPr>
                  <a:t>2 </a:t>
                </a:r>
                <a:r>
                  <a:rPr lang="en-US" altLang="zh-CN" sz="1600" b="1" dirty="0">
                    <a:latin typeface="宋体" panose="02010600030101010101" pitchFamily="2" charset="-122"/>
                    <a:sym typeface="+mn-ea"/>
                  </a:rPr>
                  <a:t>D</a:t>
                </a:r>
                <a:r>
                  <a:rPr lang="en-US" altLang="zh-CN" sz="1600" b="1" baseline="-25000" dirty="0">
                    <a:latin typeface="宋体" panose="02010600030101010101" pitchFamily="2" charset="-122"/>
                    <a:sym typeface="+mn-ea"/>
                  </a:rPr>
                  <a:t>3</a:t>
                </a:r>
                <a:r>
                  <a:rPr lang="en-US" altLang="zh-CN" sz="1400" b="1" dirty="0"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dirty="0">
                    <a:latin typeface="宋体" panose="02010600030101010101" pitchFamily="2" charset="-122"/>
                    <a:sym typeface="+mn-ea"/>
                  </a:rPr>
                  <a:t>D</a:t>
                </a:r>
                <a:r>
                  <a:rPr lang="en-US" altLang="zh-CN" sz="1600" b="1" baseline="-25000" dirty="0">
                    <a:latin typeface="宋体" panose="02010600030101010101" pitchFamily="2" charset="-122"/>
                    <a:sym typeface="+mn-ea"/>
                  </a:rPr>
                  <a:t>SL</a:t>
                </a:r>
                <a:endParaRPr lang="en-US" altLang="zh-CN" sz="1600" b="1" u="none" baseline="-25000" dirty="0">
                  <a:latin typeface="宋体" panose="02010600030101010101" pitchFamily="2" charset="-122"/>
                  <a:sym typeface="+mn-ea"/>
                </a:endParaRPr>
              </a:p>
            </p:txBody>
          </p:sp>
          <p:cxnSp>
            <p:nvCxnSpPr>
              <p:cNvPr id="205" name="直接箭头连接符 204">
                <a:extLst>
                  <a:ext uri="{FF2B5EF4-FFF2-40B4-BE49-F238E27FC236}">
                    <a16:creationId xmlns:a16="http://schemas.microsoft.com/office/drawing/2014/main" id="{E943DA30-96AC-40B0-9CDE-C9CB19FD7874}"/>
                  </a:ext>
                </a:extLst>
              </p:cNvPr>
              <p:cNvCxnSpPr/>
              <p:nvPr>
                <p:custDataLst>
                  <p:tags r:id="rId189"/>
                </p:custDataLst>
              </p:nvPr>
            </p:nvCxnSpPr>
            <p:spPr bwMode="auto">
              <a:xfrm flipV="1">
                <a:off x="8674" y="5329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206" name="等腰三角形 205">
                <a:extLst>
                  <a:ext uri="{FF2B5EF4-FFF2-40B4-BE49-F238E27FC236}">
                    <a16:creationId xmlns:a16="http://schemas.microsoft.com/office/drawing/2014/main" id="{D3F56AFB-86D6-4BF8-9923-2C058265A83B}"/>
                  </a:ext>
                </a:extLst>
              </p:cNvPr>
              <p:cNvSpPr/>
              <p:nvPr>
                <p:custDataLst>
                  <p:tags r:id="rId190"/>
                </p:custDataLst>
              </p:nvPr>
            </p:nvSpPr>
            <p:spPr>
              <a:xfrm>
                <a:off x="6180" y="5556"/>
                <a:ext cx="227" cy="113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1620000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" name="Text Box 191">
                <a:extLst>
                  <a:ext uri="{FF2B5EF4-FFF2-40B4-BE49-F238E27FC236}">
                    <a16:creationId xmlns:a16="http://schemas.microsoft.com/office/drawing/2014/main" id="{D32C176B-8F04-4EEE-9C91-5D90B1D4155E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91"/>
                </p:custDataLst>
              </p:nvPr>
            </p:nvSpPr>
            <p:spPr bwMode="auto">
              <a:xfrm>
                <a:off x="6973" y="5329"/>
                <a:ext cx="1020" cy="34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74194</a:t>
                </a:r>
              </a:p>
            </p:txBody>
          </p:sp>
          <p:cxnSp>
            <p:nvCxnSpPr>
              <p:cNvPr id="208" name="直接箭头连接符 207">
                <a:extLst>
                  <a:ext uri="{FF2B5EF4-FFF2-40B4-BE49-F238E27FC236}">
                    <a16:creationId xmlns:a16="http://schemas.microsoft.com/office/drawing/2014/main" id="{FC1EB651-E2F4-4446-9F9F-49109D6C7AF5}"/>
                  </a:ext>
                </a:extLst>
              </p:cNvPr>
              <p:cNvCxnSpPr/>
              <p:nvPr>
                <p:custDataLst>
                  <p:tags r:id="rId192"/>
                </p:custDataLst>
              </p:nvPr>
            </p:nvCxnSpPr>
            <p:spPr bwMode="auto">
              <a:xfrm flipV="1">
                <a:off x="8674" y="5613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sm" len="sm"/>
              </a:ln>
              <a:effectLst/>
            </p:spPr>
          </p:cxnSp>
          <p:cxnSp>
            <p:nvCxnSpPr>
              <p:cNvPr id="209" name="直接箭头连接符 208">
                <a:extLst>
                  <a:ext uri="{FF2B5EF4-FFF2-40B4-BE49-F238E27FC236}">
                    <a16:creationId xmlns:a16="http://schemas.microsoft.com/office/drawing/2014/main" id="{19A0E1B4-B0DE-4343-8BCE-759CA103CA17}"/>
                  </a:ext>
                </a:extLst>
              </p:cNvPr>
              <p:cNvCxnSpPr/>
              <p:nvPr>
                <p:custDataLst>
                  <p:tags r:id="rId193"/>
                </p:custDataLst>
              </p:nvPr>
            </p:nvCxnSpPr>
            <p:spPr bwMode="auto">
              <a:xfrm flipV="1">
                <a:off x="6860" y="4465"/>
                <a:ext cx="0" cy="34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10" name="直接箭头连接符 209">
                <a:extLst>
                  <a:ext uri="{FF2B5EF4-FFF2-40B4-BE49-F238E27FC236}">
                    <a16:creationId xmlns:a16="http://schemas.microsoft.com/office/drawing/2014/main" id="{54D2024B-1A87-4791-BFB1-85469EE1D334}"/>
                  </a:ext>
                </a:extLst>
              </p:cNvPr>
              <p:cNvCxnSpPr/>
              <p:nvPr>
                <p:custDataLst>
                  <p:tags r:id="rId194"/>
                </p:custDataLst>
              </p:nvPr>
            </p:nvCxnSpPr>
            <p:spPr bwMode="auto">
              <a:xfrm flipV="1">
                <a:off x="7200" y="4465"/>
                <a:ext cx="0" cy="34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11" name="直接箭头连接符 210">
                <a:extLst>
                  <a:ext uri="{FF2B5EF4-FFF2-40B4-BE49-F238E27FC236}">
                    <a16:creationId xmlns:a16="http://schemas.microsoft.com/office/drawing/2014/main" id="{A877B43B-63F1-48E3-A5A4-5FE072D690E7}"/>
                  </a:ext>
                </a:extLst>
              </p:cNvPr>
              <p:cNvCxnSpPr/>
              <p:nvPr>
                <p:custDataLst>
                  <p:tags r:id="rId195"/>
                </p:custDataLst>
              </p:nvPr>
            </p:nvCxnSpPr>
            <p:spPr bwMode="auto">
              <a:xfrm flipV="1">
                <a:off x="7597" y="4465"/>
                <a:ext cx="0" cy="34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12" name="直接箭头连接符 211">
                <a:extLst>
                  <a:ext uri="{FF2B5EF4-FFF2-40B4-BE49-F238E27FC236}">
                    <a16:creationId xmlns:a16="http://schemas.microsoft.com/office/drawing/2014/main" id="{3346C005-3373-4AB9-B666-971823511FF4}"/>
                  </a:ext>
                </a:extLst>
              </p:cNvPr>
              <p:cNvCxnSpPr/>
              <p:nvPr>
                <p:custDataLst>
                  <p:tags r:id="rId196"/>
                </p:custDataLst>
              </p:nvPr>
            </p:nvCxnSpPr>
            <p:spPr bwMode="auto">
              <a:xfrm flipV="1">
                <a:off x="7937" y="4465"/>
                <a:ext cx="0" cy="34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13" name="直接箭头连接符 212">
                <a:extLst>
                  <a:ext uri="{FF2B5EF4-FFF2-40B4-BE49-F238E27FC236}">
                    <a16:creationId xmlns:a16="http://schemas.microsoft.com/office/drawing/2014/main" id="{F200C634-C14E-492F-A8D8-D052ADE767CB}"/>
                  </a:ext>
                </a:extLst>
              </p:cNvPr>
              <p:cNvCxnSpPr/>
              <p:nvPr>
                <p:custDataLst>
                  <p:tags r:id="rId197"/>
                </p:custDataLst>
              </p:nvPr>
            </p:nvCxnSpPr>
            <p:spPr bwMode="auto">
              <a:xfrm flipV="1">
                <a:off x="5840" y="5270"/>
                <a:ext cx="283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214" name="椭圆 213">
                <a:extLst>
                  <a:ext uri="{FF2B5EF4-FFF2-40B4-BE49-F238E27FC236}">
                    <a16:creationId xmlns:a16="http://schemas.microsoft.com/office/drawing/2014/main" id="{031650F7-AC3E-4338-ABAF-9C6D101E0CCD}"/>
                  </a:ext>
                </a:extLst>
              </p:cNvPr>
              <p:cNvSpPr/>
              <p:nvPr>
                <p:custDataLst>
                  <p:tags r:id="rId198"/>
                </p:custDataLst>
              </p:nvPr>
            </p:nvSpPr>
            <p:spPr>
              <a:xfrm>
                <a:off x="6123" y="5213"/>
                <a:ext cx="113" cy="113"/>
              </a:xfrm>
              <a:prstGeom prst="ellips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215" name="直接箭头连接符 214">
                <a:extLst>
                  <a:ext uri="{FF2B5EF4-FFF2-40B4-BE49-F238E27FC236}">
                    <a16:creationId xmlns:a16="http://schemas.microsoft.com/office/drawing/2014/main" id="{8353BF7A-2AA9-44FB-828C-564B0AC3B177}"/>
                  </a:ext>
                </a:extLst>
              </p:cNvPr>
              <p:cNvCxnSpPr/>
              <p:nvPr>
                <p:custDataLst>
                  <p:tags r:id="rId199"/>
                </p:custDataLst>
              </p:nvPr>
            </p:nvCxnSpPr>
            <p:spPr bwMode="auto">
              <a:xfrm flipV="1">
                <a:off x="5953" y="5610"/>
                <a:ext cx="17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216" name="椭圆 215">
                <a:extLst>
                  <a:ext uri="{FF2B5EF4-FFF2-40B4-BE49-F238E27FC236}">
                    <a16:creationId xmlns:a16="http://schemas.microsoft.com/office/drawing/2014/main" id="{580E3E10-B16C-4BC6-8B4D-C4ADB3878997}"/>
                  </a:ext>
                </a:extLst>
              </p:cNvPr>
              <p:cNvSpPr/>
              <p:nvPr>
                <p:custDataLst>
                  <p:tags r:id="rId200"/>
                </p:custDataLst>
              </p:nvPr>
            </p:nvSpPr>
            <p:spPr>
              <a:xfrm>
                <a:off x="6123" y="5553"/>
                <a:ext cx="113" cy="113"/>
              </a:xfrm>
              <a:prstGeom prst="ellips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217" name="直接箭头连接符 216">
                <a:extLst>
                  <a:ext uri="{FF2B5EF4-FFF2-40B4-BE49-F238E27FC236}">
                    <a16:creationId xmlns:a16="http://schemas.microsoft.com/office/drawing/2014/main" id="{838D8858-F072-4C12-A02E-DC02D3CE4EC2}"/>
                  </a:ext>
                </a:extLst>
              </p:cNvPr>
              <p:cNvCxnSpPr/>
              <p:nvPr>
                <p:custDataLst>
                  <p:tags r:id="rId201"/>
                </p:custDataLst>
              </p:nvPr>
            </p:nvCxnSpPr>
            <p:spPr bwMode="auto">
              <a:xfrm flipV="1">
                <a:off x="6281" y="5150"/>
                <a:ext cx="306" cy="0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18" name="直接箭头连接符 217">
                <a:extLst>
                  <a:ext uri="{FF2B5EF4-FFF2-40B4-BE49-F238E27FC236}">
                    <a16:creationId xmlns:a16="http://schemas.microsoft.com/office/drawing/2014/main" id="{A7DF8BF9-A1E1-46BD-A4A3-F2CC3F14CA19}"/>
                  </a:ext>
                </a:extLst>
              </p:cNvPr>
              <p:cNvCxnSpPr/>
              <p:nvPr>
                <p:custDataLst>
                  <p:tags r:id="rId202"/>
                </p:custDataLst>
              </p:nvPr>
            </p:nvCxnSpPr>
            <p:spPr bwMode="auto">
              <a:xfrm flipV="1">
                <a:off x="6364" y="5473"/>
                <a:ext cx="306" cy="0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19" name="直接箭头连接符 218">
                <a:extLst>
                  <a:ext uri="{FF2B5EF4-FFF2-40B4-BE49-F238E27FC236}">
                    <a16:creationId xmlns:a16="http://schemas.microsoft.com/office/drawing/2014/main" id="{1B7A5E70-FE37-4030-9D32-99D5657D79E4}"/>
                  </a:ext>
                </a:extLst>
              </p:cNvPr>
              <p:cNvCxnSpPr/>
              <p:nvPr>
                <p:custDataLst>
                  <p:tags r:id="rId203"/>
                </p:custDataLst>
              </p:nvPr>
            </p:nvCxnSpPr>
            <p:spPr bwMode="auto">
              <a:xfrm flipV="1">
                <a:off x="6860" y="6166"/>
                <a:ext cx="0" cy="283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220" name="直接箭头连接符 219">
                <a:extLst>
                  <a:ext uri="{FF2B5EF4-FFF2-40B4-BE49-F238E27FC236}">
                    <a16:creationId xmlns:a16="http://schemas.microsoft.com/office/drawing/2014/main" id="{44242DC8-54F8-4F80-A099-9BA80E7AE05B}"/>
                  </a:ext>
                </a:extLst>
              </p:cNvPr>
              <p:cNvCxnSpPr/>
              <p:nvPr>
                <p:custDataLst>
                  <p:tags r:id="rId204"/>
                </p:custDataLst>
              </p:nvPr>
            </p:nvCxnSpPr>
            <p:spPr bwMode="auto">
              <a:xfrm flipV="1">
                <a:off x="7200" y="6166"/>
                <a:ext cx="0" cy="283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221" name="直接箭头连接符 220">
                <a:extLst>
                  <a:ext uri="{FF2B5EF4-FFF2-40B4-BE49-F238E27FC236}">
                    <a16:creationId xmlns:a16="http://schemas.microsoft.com/office/drawing/2014/main" id="{929319D2-7109-4B08-BF90-9A57E657405D}"/>
                  </a:ext>
                </a:extLst>
              </p:cNvPr>
              <p:cNvCxnSpPr/>
              <p:nvPr>
                <p:custDataLst>
                  <p:tags r:id="rId205"/>
                </p:custDataLst>
              </p:nvPr>
            </p:nvCxnSpPr>
            <p:spPr bwMode="auto">
              <a:xfrm flipV="1">
                <a:off x="7597" y="6166"/>
                <a:ext cx="0" cy="283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222" name="直接箭头连接符 221">
                <a:extLst>
                  <a:ext uri="{FF2B5EF4-FFF2-40B4-BE49-F238E27FC236}">
                    <a16:creationId xmlns:a16="http://schemas.microsoft.com/office/drawing/2014/main" id="{54E17257-5048-44AA-8C26-BA845BA45148}"/>
                  </a:ext>
                </a:extLst>
              </p:cNvPr>
              <p:cNvCxnSpPr/>
              <p:nvPr>
                <p:custDataLst>
                  <p:tags r:id="rId206"/>
                </p:custDataLst>
              </p:nvPr>
            </p:nvCxnSpPr>
            <p:spPr bwMode="auto">
              <a:xfrm flipV="1">
                <a:off x="7937" y="6166"/>
                <a:ext cx="0" cy="283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223" name="直接箭头连接符 222">
                <a:extLst>
                  <a:ext uri="{FF2B5EF4-FFF2-40B4-BE49-F238E27FC236}">
                    <a16:creationId xmlns:a16="http://schemas.microsoft.com/office/drawing/2014/main" id="{2B168FAD-60F5-446C-981E-D2450645193E}"/>
                  </a:ext>
                </a:extLst>
              </p:cNvPr>
              <p:cNvCxnSpPr/>
              <p:nvPr>
                <p:custDataLst>
                  <p:tags r:id="rId207"/>
                </p:custDataLst>
              </p:nvPr>
            </p:nvCxnSpPr>
            <p:spPr bwMode="auto">
              <a:xfrm flipV="1">
                <a:off x="8391" y="6166"/>
                <a:ext cx="0" cy="283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224" name="直接箭头连接符 223">
                <a:extLst>
                  <a:ext uri="{FF2B5EF4-FFF2-40B4-BE49-F238E27FC236}">
                    <a16:creationId xmlns:a16="http://schemas.microsoft.com/office/drawing/2014/main" id="{CEA7848C-F61C-4392-B388-B65C49C109DD}"/>
                  </a:ext>
                </a:extLst>
              </p:cNvPr>
              <p:cNvCxnSpPr/>
              <p:nvPr>
                <p:custDataLst>
                  <p:tags r:id="rId208"/>
                </p:custDataLst>
              </p:nvPr>
            </p:nvCxnSpPr>
            <p:spPr bwMode="auto">
              <a:xfrm flipV="1">
                <a:off x="6406" y="6166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</p:grpSp>
        <p:cxnSp>
          <p:nvCxnSpPr>
            <p:cNvPr id="189" name="直接箭头连接符 188">
              <a:extLst>
                <a:ext uri="{FF2B5EF4-FFF2-40B4-BE49-F238E27FC236}">
                  <a16:creationId xmlns:a16="http://schemas.microsoft.com/office/drawing/2014/main" id="{704E181F-7BA3-4899-9397-46B03EAD2E78}"/>
                </a:ext>
              </a:extLst>
            </p:cNvPr>
            <p:cNvCxnSpPr/>
            <p:nvPr>
              <p:custDataLst>
                <p:tags r:id="rId174"/>
              </p:custDataLst>
            </p:nvPr>
          </p:nvCxnSpPr>
          <p:spPr bwMode="auto">
            <a:xfrm flipV="1">
              <a:off x="2052236" y="5660375"/>
              <a:ext cx="21590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190" name="直接箭头连接符 189">
              <a:extLst>
                <a:ext uri="{FF2B5EF4-FFF2-40B4-BE49-F238E27FC236}">
                  <a16:creationId xmlns:a16="http://schemas.microsoft.com/office/drawing/2014/main" id="{0529A222-63AA-43DC-ADA5-D83C79A9A003}"/>
                </a:ext>
              </a:extLst>
            </p:cNvPr>
            <p:cNvCxnSpPr/>
            <p:nvPr>
              <p:custDataLst>
                <p:tags r:id="rId175"/>
              </p:custDataLst>
            </p:nvPr>
          </p:nvCxnSpPr>
          <p:spPr bwMode="auto">
            <a:xfrm flipV="1">
              <a:off x="2052236" y="5912470"/>
              <a:ext cx="50419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91" name="Text Box 191">
              <a:extLst>
                <a:ext uri="{FF2B5EF4-FFF2-40B4-BE49-F238E27FC236}">
                  <a16:creationId xmlns:a16="http://schemas.microsoft.com/office/drawing/2014/main" id="{CB5E1937-953B-4C44-AC8E-FA34090606E6}"/>
                </a:ext>
              </a:extLst>
            </p:cNvPr>
            <p:cNvSpPr txBox="1">
              <a:spLocks noChangeArrowheads="1"/>
            </p:cNvSpPr>
            <p:nvPr>
              <p:custDataLst>
                <p:tags r:id="rId176"/>
              </p:custDataLst>
            </p:nvPr>
          </p:nvSpPr>
          <p:spPr bwMode="auto">
            <a:xfrm>
              <a:off x="1475656" y="5804520"/>
              <a:ext cx="575945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输入</a:t>
              </a: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X</a:t>
              </a:r>
            </a:p>
          </p:txBody>
        </p:sp>
        <p:grpSp>
          <p:nvGrpSpPr>
            <p:cNvPr id="192" name="组合 191">
              <a:extLst>
                <a:ext uri="{FF2B5EF4-FFF2-40B4-BE49-F238E27FC236}">
                  <a16:creationId xmlns:a16="http://schemas.microsoft.com/office/drawing/2014/main" id="{BCBE847D-778A-4170-9BC9-BDD93B075360}"/>
                </a:ext>
              </a:extLst>
            </p:cNvPr>
            <p:cNvGrpSpPr/>
            <p:nvPr/>
          </p:nvGrpSpPr>
          <p:grpSpPr>
            <a:xfrm>
              <a:off x="2771691" y="4509120"/>
              <a:ext cx="900430" cy="215900"/>
              <a:chOff x="3798" y="4990"/>
              <a:chExt cx="1418" cy="340"/>
            </a:xfrm>
          </p:grpSpPr>
          <p:sp>
            <p:nvSpPr>
              <p:cNvPr id="200" name="Text Box 191">
                <a:extLst>
                  <a:ext uri="{FF2B5EF4-FFF2-40B4-BE49-F238E27FC236}">
                    <a16:creationId xmlns:a16="http://schemas.microsoft.com/office/drawing/2014/main" id="{57707825-23AD-4643-8166-0400CC108C98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84"/>
                </p:custDataLst>
              </p:nvPr>
            </p:nvSpPr>
            <p:spPr bwMode="auto">
              <a:xfrm>
                <a:off x="3798" y="4990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Q</a:t>
                </a:r>
                <a:r>
                  <a:rPr lang="en-US" altLang="zh-CN" sz="1600" b="1" baseline="-250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201" name="Text Box 191">
                <a:extLst>
                  <a:ext uri="{FF2B5EF4-FFF2-40B4-BE49-F238E27FC236}">
                    <a16:creationId xmlns:a16="http://schemas.microsoft.com/office/drawing/2014/main" id="{DBDD3ECE-5466-4BF6-BAA5-65AEBA02189E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85"/>
                </p:custDataLst>
              </p:nvPr>
            </p:nvSpPr>
            <p:spPr bwMode="auto">
              <a:xfrm>
                <a:off x="4139" y="4990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Q</a:t>
                </a:r>
                <a:r>
                  <a:rPr lang="en-US" altLang="zh-CN" sz="1600" b="1" baseline="-250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202" name="Text Box 191">
                <a:extLst>
                  <a:ext uri="{FF2B5EF4-FFF2-40B4-BE49-F238E27FC236}">
                    <a16:creationId xmlns:a16="http://schemas.microsoft.com/office/drawing/2014/main" id="{073EA45B-39C3-4CEC-BD73-AB2E9D285834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86"/>
                </p:custDataLst>
              </p:nvPr>
            </p:nvSpPr>
            <p:spPr bwMode="auto">
              <a:xfrm>
                <a:off x="4535" y="4990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Q</a:t>
                </a:r>
                <a:r>
                  <a:rPr lang="en-US" altLang="zh-CN" sz="1600" b="1" baseline="-250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3</a:t>
                </a:r>
              </a:p>
            </p:txBody>
          </p:sp>
          <p:sp>
            <p:nvSpPr>
              <p:cNvPr id="203" name="Text Box 191">
                <a:extLst>
                  <a:ext uri="{FF2B5EF4-FFF2-40B4-BE49-F238E27FC236}">
                    <a16:creationId xmlns:a16="http://schemas.microsoft.com/office/drawing/2014/main" id="{2399E4EB-C8FB-46CD-A410-2603E107A2D3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87"/>
                </p:custDataLst>
              </p:nvPr>
            </p:nvSpPr>
            <p:spPr bwMode="auto">
              <a:xfrm>
                <a:off x="4876" y="4990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Q</a:t>
                </a:r>
                <a:r>
                  <a:rPr lang="en-US" altLang="zh-CN" sz="1600" b="1" baseline="-250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3</a:t>
                </a:r>
              </a:p>
            </p:txBody>
          </p:sp>
        </p:grpSp>
        <p:grpSp>
          <p:nvGrpSpPr>
            <p:cNvPr id="193" name="组合 192">
              <a:extLst>
                <a:ext uri="{FF2B5EF4-FFF2-40B4-BE49-F238E27FC236}">
                  <a16:creationId xmlns:a16="http://schemas.microsoft.com/office/drawing/2014/main" id="{98C9341D-E396-4B9E-BD42-2BB5CB6B6D85}"/>
                </a:ext>
              </a:extLst>
            </p:cNvPr>
            <p:cNvGrpSpPr/>
            <p:nvPr/>
          </p:nvGrpSpPr>
          <p:grpSpPr>
            <a:xfrm>
              <a:off x="4968156" y="4509120"/>
              <a:ext cx="899795" cy="215900"/>
              <a:chOff x="3799" y="4990"/>
              <a:chExt cx="1417" cy="340"/>
            </a:xfrm>
          </p:grpSpPr>
          <p:sp>
            <p:nvSpPr>
              <p:cNvPr id="196" name="Text Box 191">
                <a:extLst>
                  <a:ext uri="{FF2B5EF4-FFF2-40B4-BE49-F238E27FC236}">
                    <a16:creationId xmlns:a16="http://schemas.microsoft.com/office/drawing/2014/main" id="{5203F39B-0681-4FE4-AA56-A4BDBE6413C1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80"/>
                </p:custDataLst>
              </p:nvPr>
            </p:nvSpPr>
            <p:spPr bwMode="auto">
              <a:xfrm>
                <a:off x="3799" y="4990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Q</a:t>
                </a:r>
                <a:r>
                  <a:rPr lang="en-US" altLang="zh-CN" sz="1600" b="1" baseline="-250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4</a:t>
                </a:r>
              </a:p>
            </p:txBody>
          </p:sp>
          <p:sp>
            <p:nvSpPr>
              <p:cNvPr id="197" name="Text Box 191">
                <a:extLst>
                  <a:ext uri="{FF2B5EF4-FFF2-40B4-BE49-F238E27FC236}">
                    <a16:creationId xmlns:a16="http://schemas.microsoft.com/office/drawing/2014/main" id="{726667B3-A5E7-4473-B6ED-13C4BC7523D4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81"/>
                </p:custDataLst>
              </p:nvPr>
            </p:nvSpPr>
            <p:spPr bwMode="auto">
              <a:xfrm>
                <a:off x="4139" y="4990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Q</a:t>
                </a:r>
                <a:r>
                  <a:rPr lang="en-US" altLang="zh-CN" sz="1600" b="1" baseline="-250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5</a:t>
                </a:r>
              </a:p>
            </p:txBody>
          </p:sp>
          <p:sp>
            <p:nvSpPr>
              <p:cNvPr id="198" name="Text Box 191">
                <a:extLst>
                  <a:ext uri="{FF2B5EF4-FFF2-40B4-BE49-F238E27FC236}">
                    <a16:creationId xmlns:a16="http://schemas.microsoft.com/office/drawing/2014/main" id="{246E1EBF-183C-4BB3-9B13-0FD6A7E5D836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82"/>
                </p:custDataLst>
              </p:nvPr>
            </p:nvSpPr>
            <p:spPr bwMode="auto">
              <a:xfrm>
                <a:off x="4536" y="4990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Q</a:t>
                </a:r>
                <a:r>
                  <a:rPr lang="en-US" altLang="zh-CN" sz="1600" b="1" baseline="-250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6</a:t>
                </a:r>
              </a:p>
            </p:txBody>
          </p:sp>
          <p:sp>
            <p:nvSpPr>
              <p:cNvPr id="199" name="Text Box 191">
                <a:extLst>
                  <a:ext uri="{FF2B5EF4-FFF2-40B4-BE49-F238E27FC236}">
                    <a16:creationId xmlns:a16="http://schemas.microsoft.com/office/drawing/2014/main" id="{823E42F4-83FF-458A-B8A8-34773D55B5CB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83"/>
                </p:custDataLst>
              </p:nvPr>
            </p:nvSpPr>
            <p:spPr bwMode="auto">
              <a:xfrm>
                <a:off x="4876" y="4990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Q</a:t>
                </a:r>
                <a:r>
                  <a:rPr lang="en-US" altLang="zh-CN" sz="1600" b="1" baseline="-250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7</a:t>
                </a:r>
              </a:p>
            </p:txBody>
          </p:sp>
        </p:grpSp>
        <p:cxnSp>
          <p:nvCxnSpPr>
            <p:cNvPr id="307" name="直接箭头连接符 306">
              <a:extLst>
                <a:ext uri="{FF2B5EF4-FFF2-40B4-BE49-F238E27FC236}">
                  <a16:creationId xmlns:a16="http://schemas.microsoft.com/office/drawing/2014/main" id="{705CC590-7B0D-4831-854E-6C9CC97A6C74}"/>
                </a:ext>
              </a:extLst>
            </p:cNvPr>
            <p:cNvCxnSpPr/>
            <p:nvPr>
              <p:custDataLst>
                <p:tags r:id="rId177"/>
              </p:custDataLst>
            </p:nvPr>
          </p:nvCxnSpPr>
          <p:spPr bwMode="auto">
            <a:xfrm flipV="1">
              <a:off x="3527976" y="4863815"/>
              <a:ext cx="791845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308" name="直接箭头连接符 307">
              <a:extLst>
                <a:ext uri="{FF2B5EF4-FFF2-40B4-BE49-F238E27FC236}">
                  <a16:creationId xmlns:a16="http://schemas.microsoft.com/office/drawing/2014/main" id="{31A667F9-85DF-4FED-997D-7C9F2C2E2DDB}"/>
                </a:ext>
              </a:extLst>
            </p:cNvPr>
            <p:cNvCxnSpPr/>
            <p:nvPr>
              <p:custDataLst>
                <p:tags r:id="rId178"/>
              </p:custDataLst>
            </p:nvPr>
          </p:nvCxnSpPr>
          <p:spPr bwMode="auto">
            <a:xfrm flipV="1">
              <a:off x="4319821" y="5907755"/>
              <a:ext cx="4318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09" name="直接箭头连接符 308">
              <a:extLst>
                <a:ext uri="{FF2B5EF4-FFF2-40B4-BE49-F238E27FC236}">
                  <a16:creationId xmlns:a16="http://schemas.microsoft.com/office/drawing/2014/main" id="{A6D025C8-6DDE-4BBD-B05B-1AFC45E68C04}"/>
                </a:ext>
              </a:extLst>
            </p:cNvPr>
            <p:cNvCxnSpPr/>
            <p:nvPr>
              <p:custDataLst>
                <p:tags r:id="rId179"/>
              </p:custDataLst>
            </p:nvPr>
          </p:nvCxnSpPr>
          <p:spPr bwMode="auto">
            <a:xfrm flipV="1">
              <a:off x="4319821" y="4863815"/>
              <a:ext cx="0" cy="104394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87FFEFF-DE28-45E9-9912-8103A3958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21</a:t>
            </a:fld>
            <a:endParaRPr lang="en-US" altLang="zh-CN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4F9304C9-CA42-4F6C-B8D2-4A3218F12A3F}"/>
              </a:ext>
            </a:extLst>
          </p:cNvPr>
          <p:cNvGrpSpPr/>
          <p:nvPr/>
        </p:nvGrpSpPr>
        <p:grpSpPr>
          <a:xfrm>
            <a:off x="1979940" y="476672"/>
            <a:ext cx="1871980" cy="1078230"/>
            <a:chOff x="5953" y="4635"/>
            <a:chExt cx="2948" cy="1698"/>
          </a:xfrm>
        </p:grpSpPr>
        <p:sp>
          <p:nvSpPr>
            <p:cNvPr id="4" name="Text Box 36">
              <a:extLst>
                <a:ext uri="{FF2B5EF4-FFF2-40B4-BE49-F238E27FC236}">
                  <a16:creationId xmlns:a16="http://schemas.microsoft.com/office/drawing/2014/main" id="{E9832BB4-B069-454A-B729-AA2DE688C47B}"/>
                </a:ext>
              </a:extLst>
            </p:cNvPr>
            <p:cNvSpPr txBox="1">
              <a:spLocks noChangeArrowheads="1"/>
            </p:cNvSpPr>
            <p:nvPr>
              <p:custDataLst>
                <p:tags r:id="rId150"/>
              </p:custDataLst>
            </p:nvPr>
          </p:nvSpPr>
          <p:spPr bwMode="auto">
            <a:xfrm>
              <a:off x="6236" y="4805"/>
              <a:ext cx="2438" cy="1361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wrap="square" lIns="17780" tIns="0" rIns="0" bIns="0" anchor="t" anchorCtr="0">
              <a:noAutofit/>
            </a:bodyPr>
            <a:lstStyle/>
            <a:p>
              <a:pPr algn="l">
                <a:lnSpc>
                  <a:spcPct val="90000"/>
                </a:lnSpc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   Q</a:t>
              </a:r>
              <a:r>
                <a:rPr lang="en-US" altLang="zh-CN" sz="1600" b="1" u="none" baseline="-25000" dirty="0">
                  <a:latin typeface="宋体" panose="02010600030101010101" pitchFamily="2" charset="-122"/>
                </a:rPr>
                <a:t>0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Q</a:t>
              </a:r>
              <a:r>
                <a:rPr lang="en-US" altLang="zh-CN" sz="1600" b="1" u="none" baseline="-25000" dirty="0">
                  <a:latin typeface="宋体" panose="02010600030101010101" pitchFamily="2" charset="-122"/>
                </a:rPr>
                <a:t>1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Q</a:t>
              </a:r>
              <a:r>
                <a:rPr lang="en-US" altLang="zh-CN" sz="1600" b="1" u="none" baseline="-25000" dirty="0">
                  <a:latin typeface="宋体" panose="02010600030101010101" pitchFamily="2" charset="-122"/>
                </a:rPr>
                <a:t>2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Q</a:t>
              </a:r>
              <a:r>
                <a:rPr lang="en-US" altLang="zh-CN" sz="1600" b="1" u="none" baseline="-25000" dirty="0">
                  <a:latin typeface="宋体" panose="02010600030101010101" pitchFamily="2" charset="-122"/>
                </a:rPr>
                <a:t>3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</a:t>
              </a:r>
            </a:p>
            <a:p>
              <a:pPr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CR          </a:t>
              </a:r>
              <a:r>
                <a:rPr lang="en-US" altLang="zh-CN" sz="1400" b="1" u="none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S</a:t>
              </a:r>
              <a:r>
                <a:rPr lang="en-US" altLang="zh-CN" sz="1600" b="1" u="none" baseline="-25000" dirty="0">
                  <a:latin typeface="宋体" panose="02010600030101010101" pitchFamily="2" charset="-122"/>
                </a:rPr>
                <a:t>1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00" b="1" u="none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CP</a:t>
              </a:r>
              <a:r>
                <a:rPr lang="en-US" altLang="zh-CN" sz="1600" b="1" u="none" baseline="-25000" dirty="0">
                  <a:latin typeface="宋体" panose="02010600030101010101" pitchFamily="2" charset="-122"/>
                </a:rPr>
                <a:t> </a:t>
              </a:r>
              <a:r>
                <a:rPr lang="en-US" altLang="zh-CN" sz="1200" b="1" u="none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       </a:t>
              </a:r>
              <a:r>
                <a:rPr lang="en-US" altLang="zh-CN" sz="1400" b="1" u="none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S</a:t>
              </a:r>
              <a:r>
                <a:rPr lang="en-US" altLang="zh-CN" sz="1600" b="1" u="none" baseline="-25000" dirty="0">
                  <a:latin typeface="宋体" panose="02010600030101010101" pitchFamily="2" charset="-122"/>
                </a:rPr>
                <a:t>0</a:t>
              </a:r>
              <a:endParaRPr lang="en-US" altLang="zh-CN" sz="1600" b="1" dirty="0">
                <a:latin typeface="宋体" panose="02010600030101010101" pitchFamily="2" charset="-122"/>
                <a:sym typeface="+mn-ea"/>
              </a:endParaRPr>
            </a:p>
            <a:p>
              <a:pPr algn="l">
                <a:lnSpc>
                  <a:spcPct val="80000"/>
                </a:lnSpc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  <a:sym typeface="+mn-ea"/>
                </a:rPr>
                <a:t>D</a:t>
              </a:r>
              <a:r>
                <a:rPr lang="en-US" altLang="zh-CN" sz="1600" b="1" u="none" baseline="-25000" dirty="0">
                  <a:latin typeface="宋体" panose="02010600030101010101" pitchFamily="2" charset="-122"/>
                  <a:sym typeface="+mn-ea"/>
                </a:rPr>
                <a:t>SR 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D</a:t>
              </a:r>
              <a:r>
                <a:rPr lang="en-US" altLang="zh-CN" sz="1600" b="1" baseline="-25000" dirty="0">
                  <a:latin typeface="宋体" panose="02010600030101010101" pitchFamily="2" charset="-122"/>
                  <a:sym typeface="+mn-ea"/>
                </a:rPr>
                <a:t>0 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D</a:t>
              </a:r>
              <a:r>
                <a:rPr lang="en-US" altLang="zh-CN" sz="1600" b="1" baseline="-25000" dirty="0">
                  <a:latin typeface="宋体" panose="02010600030101010101" pitchFamily="2" charset="-122"/>
                  <a:sym typeface="+mn-ea"/>
                </a:rPr>
                <a:t>1 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D</a:t>
              </a:r>
              <a:r>
                <a:rPr lang="en-US" altLang="zh-CN" sz="1600" b="1" baseline="-25000" dirty="0">
                  <a:latin typeface="宋体" panose="02010600030101010101" pitchFamily="2" charset="-122"/>
                  <a:sym typeface="+mn-ea"/>
                </a:rPr>
                <a:t>2 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D</a:t>
              </a:r>
              <a:r>
                <a:rPr lang="en-US" altLang="zh-CN" sz="1600" b="1" baseline="-25000" dirty="0">
                  <a:latin typeface="宋体" panose="02010600030101010101" pitchFamily="2" charset="-122"/>
                  <a:sym typeface="+mn-ea"/>
                </a:rPr>
                <a:t>3</a:t>
              </a:r>
              <a:r>
                <a:rPr lang="en-US" altLang="zh-CN" sz="1400" b="1" dirty="0">
                  <a:latin typeface="宋体" panose="02010600030101010101" pitchFamily="2" charset="-122"/>
                  <a:sym typeface="+mn-ea"/>
                </a:rPr>
                <a:t> 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D</a:t>
              </a:r>
              <a:r>
                <a:rPr lang="en-US" altLang="zh-CN" sz="1600" b="1" baseline="-25000" dirty="0">
                  <a:latin typeface="宋体" panose="02010600030101010101" pitchFamily="2" charset="-122"/>
                  <a:sym typeface="+mn-ea"/>
                </a:rPr>
                <a:t>SL</a:t>
              </a:r>
              <a:endParaRPr lang="en-US" altLang="zh-CN" sz="1600" b="1" u="none" baseline="-25000" dirty="0">
                <a:latin typeface="宋体" panose="02010600030101010101" pitchFamily="2" charset="-122"/>
                <a:sym typeface="+mn-ea"/>
              </a:endParaRPr>
            </a:p>
          </p:txBody>
        </p:sp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FBC50ADB-6E32-419A-8916-71F63CEE7634}"/>
                </a:ext>
              </a:extLst>
            </p:cNvPr>
            <p:cNvCxnSpPr/>
            <p:nvPr>
              <p:custDataLst>
                <p:tags r:id="rId151"/>
              </p:custDataLst>
            </p:nvPr>
          </p:nvCxnSpPr>
          <p:spPr bwMode="auto">
            <a:xfrm flipV="1">
              <a:off x="8674" y="5329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6" name="等腰三角形 5">
              <a:extLst>
                <a:ext uri="{FF2B5EF4-FFF2-40B4-BE49-F238E27FC236}">
                  <a16:creationId xmlns:a16="http://schemas.microsoft.com/office/drawing/2014/main" id="{C47F3102-363E-453F-9AF4-CAFE7A4DB60B}"/>
                </a:ext>
              </a:extLst>
            </p:cNvPr>
            <p:cNvSpPr/>
            <p:nvPr>
              <p:custDataLst>
                <p:tags r:id="rId152"/>
              </p:custDataLst>
            </p:nvPr>
          </p:nvSpPr>
          <p:spPr>
            <a:xfrm>
              <a:off x="6180" y="5556"/>
              <a:ext cx="227" cy="113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scene3d>
              <a:camera prst="orthographicFront">
                <a:rot lat="0" lon="0" rev="16200000"/>
              </a:camera>
              <a:lightRig rig="threePt" dir="t"/>
            </a:scene3d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" name="Text Box 191">
              <a:extLst>
                <a:ext uri="{FF2B5EF4-FFF2-40B4-BE49-F238E27FC236}">
                  <a16:creationId xmlns:a16="http://schemas.microsoft.com/office/drawing/2014/main" id="{50DE2B40-603D-4250-A3CD-9D20FF3D6768}"/>
                </a:ext>
              </a:extLst>
            </p:cNvPr>
            <p:cNvSpPr txBox="1">
              <a:spLocks noChangeArrowheads="1"/>
            </p:cNvSpPr>
            <p:nvPr>
              <p:custDataLst>
                <p:tags r:id="rId153"/>
              </p:custDataLst>
            </p:nvPr>
          </p:nvSpPr>
          <p:spPr bwMode="auto">
            <a:xfrm>
              <a:off x="6973" y="5329"/>
              <a:ext cx="1020" cy="34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74194</a:t>
              </a:r>
            </a:p>
          </p:txBody>
        </p: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EB3A86A1-892F-4585-B399-2B1AB0B99671}"/>
                </a:ext>
              </a:extLst>
            </p:cNvPr>
            <p:cNvCxnSpPr/>
            <p:nvPr>
              <p:custDataLst>
                <p:tags r:id="rId154"/>
              </p:custDataLst>
            </p:nvPr>
          </p:nvCxnSpPr>
          <p:spPr bwMode="auto">
            <a:xfrm flipV="1">
              <a:off x="8674" y="5613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</p:cxn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962DF696-7DDB-4723-9269-8A42432C383F}"/>
                </a:ext>
              </a:extLst>
            </p:cNvPr>
            <p:cNvCxnSpPr/>
            <p:nvPr>
              <p:custDataLst>
                <p:tags r:id="rId155"/>
              </p:custDataLst>
            </p:nvPr>
          </p:nvCxnSpPr>
          <p:spPr bwMode="auto">
            <a:xfrm flipV="1">
              <a:off x="6860" y="4635"/>
              <a:ext cx="0" cy="17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B3A12383-A491-4541-955C-CA4FA037523A}"/>
                </a:ext>
              </a:extLst>
            </p:cNvPr>
            <p:cNvCxnSpPr/>
            <p:nvPr>
              <p:custDataLst>
                <p:tags r:id="rId156"/>
              </p:custDataLst>
            </p:nvPr>
          </p:nvCxnSpPr>
          <p:spPr bwMode="auto">
            <a:xfrm flipV="1">
              <a:off x="7200" y="4635"/>
              <a:ext cx="0" cy="17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12FCCD75-022E-4042-9DC2-456069F3D91D}"/>
                </a:ext>
              </a:extLst>
            </p:cNvPr>
            <p:cNvCxnSpPr/>
            <p:nvPr>
              <p:custDataLst>
                <p:tags r:id="rId157"/>
              </p:custDataLst>
            </p:nvPr>
          </p:nvCxnSpPr>
          <p:spPr bwMode="auto">
            <a:xfrm flipV="1">
              <a:off x="7597" y="4635"/>
              <a:ext cx="0" cy="17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69FB702A-70EE-42FF-BD22-B1EC8BBC9DBC}"/>
                </a:ext>
              </a:extLst>
            </p:cNvPr>
            <p:cNvCxnSpPr/>
            <p:nvPr>
              <p:custDataLst>
                <p:tags r:id="rId158"/>
              </p:custDataLst>
            </p:nvPr>
          </p:nvCxnSpPr>
          <p:spPr bwMode="auto">
            <a:xfrm flipV="1">
              <a:off x="7937" y="4635"/>
              <a:ext cx="0" cy="17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2D9E0311-1681-4739-938B-A0E051060E5B}"/>
                </a:ext>
              </a:extLst>
            </p:cNvPr>
            <p:cNvCxnSpPr/>
            <p:nvPr>
              <p:custDataLst>
                <p:tags r:id="rId159"/>
              </p:custDataLst>
            </p:nvPr>
          </p:nvCxnSpPr>
          <p:spPr bwMode="auto">
            <a:xfrm flipV="1">
              <a:off x="5953" y="5270"/>
              <a:ext cx="17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45DBDBBA-62BB-4F0E-9B73-E81E8065E724}"/>
                </a:ext>
              </a:extLst>
            </p:cNvPr>
            <p:cNvSpPr/>
            <p:nvPr>
              <p:custDataLst>
                <p:tags r:id="rId160"/>
              </p:custDataLst>
            </p:nvPr>
          </p:nvSpPr>
          <p:spPr>
            <a:xfrm>
              <a:off x="6123" y="5213"/>
              <a:ext cx="113" cy="113"/>
            </a:xfrm>
            <a:prstGeom prst="ellips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BD76EBAA-79D3-4556-B214-82C74AF9A7E7}"/>
                </a:ext>
              </a:extLst>
            </p:cNvPr>
            <p:cNvCxnSpPr/>
            <p:nvPr>
              <p:custDataLst>
                <p:tags r:id="rId161"/>
              </p:custDataLst>
            </p:nvPr>
          </p:nvCxnSpPr>
          <p:spPr bwMode="auto">
            <a:xfrm flipV="1">
              <a:off x="5953" y="5610"/>
              <a:ext cx="17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DF2BEF31-EECB-419E-8467-54793823265F}"/>
                </a:ext>
              </a:extLst>
            </p:cNvPr>
            <p:cNvSpPr/>
            <p:nvPr>
              <p:custDataLst>
                <p:tags r:id="rId162"/>
              </p:custDataLst>
            </p:nvPr>
          </p:nvSpPr>
          <p:spPr>
            <a:xfrm>
              <a:off x="6123" y="5553"/>
              <a:ext cx="113" cy="113"/>
            </a:xfrm>
            <a:prstGeom prst="ellips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04851EED-9B7C-4387-A863-29AF5962BC8C}"/>
                </a:ext>
              </a:extLst>
            </p:cNvPr>
            <p:cNvCxnSpPr/>
            <p:nvPr>
              <p:custDataLst>
                <p:tags r:id="rId163"/>
              </p:custDataLst>
            </p:nvPr>
          </p:nvCxnSpPr>
          <p:spPr bwMode="auto">
            <a:xfrm flipV="1">
              <a:off x="6281" y="5150"/>
              <a:ext cx="306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D5FE3D89-EE05-4556-9C0F-7F1C63C0F825}"/>
                </a:ext>
              </a:extLst>
            </p:cNvPr>
            <p:cNvCxnSpPr/>
            <p:nvPr>
              <p:custDataLst>
                <p:tags r:id="rId164"/>
              </p:custDataLst>
            </p:nvPr>
          </p:nvCxnSpPr>
          <p:spPr bwMode="auto">
            <a:xfrm flipV="1">
              <a:off x="6364" y="5473"/>
              <a:ext cx="306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208CB5FB-5386-46EF-A65D-54026B0BBAB8}"/>
                </a:ext>
              </a:extLst>
            </p:cNvPr>
            <p:cNvCxnSpPr/>
            <p:nvPr>
              <p:custDataLst>
                <p:tags r:id="rId165"/>
              </p:custDataLst>
            </p:nvPr>
          </p:nvCxnSpPr>
          <p:spPr bwMode="auto">
            <a:xfrm flipV="1">
              <a:off x="6860" y="6163"/>
              <a:ext cx="0" cy="17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427C9905-5087-4BDF-9E26-83F54197DF16}"/>
                </a:ext>
              </a:extLst>
            </p:cNvPr>
            <p:cNvCxnSpPr/>
            <p:nvPr>
              <p:custDataLst>
                <p:tags r:id="rId166"/>
              </p:custDataLst>
            </p:nvPr>
          </p:nvCxnSpPr>
          <p:spPr bwMode="auto">
            <a:xfrm flipV="1">
              <a:off x="7200" y="6163"/>
              <a:ext cx="0" cy="17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CDFCC337-FD49-4CB6-A4D2-98A78F4626A2}"/>
                </a:ext>
              </a:extLst>
            </p:cNvPr>
            <p:cNvCxnSpPr/>
            <p:nvPr>
              <p:custDataLst>
                <p:tags r:id="rId167"/>
              </p:custDataLst>
            </p:nvPr>
          </p:nvCxnSpPr>
          <p:spPr bwMode="auto">
            <a:xfrm flipV="1">
              <a:off x="7597" y="6163"/>
              <a:ext cx="0" cy="17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EB8D21C3-746F-4700-A08B-8785BA76D7E2}"/>
                </a:ext>
              </a:extLst>
            </p:cNvPr>
            <p:cNvCxnSpPr/>
            <p:nvPr>
              <p:custDataLst>
                <p:tags r:id="rId168"/>
              </p:custDataLst>
            </p:nvPr>
          </p:nvCxnSpPr>
          <p:spPr bwMode="auto">
            <a:xfrm flipV="1">
              <a:off x="7937" y="6163"/>
              <a:ext cx="0" cy="17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D8A9D9F9-A058-4B45-8750-2A4C3C13FCAC}"/>
                </a:ext>
              </a:extLst>
            </p:cNvPr>
            <p:cNvCxnSpPr/>
            <p:nvPr>
              <p:custDataLst>
                <p:tags r:id="rId169"/>
              </p:custDataLst>
            </p:nvPr>
          </p:nvCxnSpPr>
          <p:spPr bwMode="auto">
            <a:xfrm flipV="1">
              <a:off x="8391" y="6163"/>
              <a:ext cx="0" cy="17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EE6C04E0-E55E-4E8F-AC2E-297098A8F384}"/>
                </a:ext>
              </a:extLst>
            </p:cNvPr>
            <p:cNvCxnSpPr/>
            <p:nvPr>
              <p:custDataLst>
                <p:tags r:id="rId170"/>
              </p:custDataLst>
            </p:nvPr>
          </p:nvCxnSpPr>
          <p:spPr bwMode="auto">
            <a:xfrm flipV="1">
              <a:off x="6406" y="6163"/>
              <a:ext cx="0" cy="17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B637DE13-37D1-415B-81E4-EC90C5F6141E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73954867"/>
              </p:ext>
            </p:extLst>
          </p:nvPr>
        </p:nvGraphicFramePr>
        <p:xfrm>
          <a:off x="936490" y="1628800"/>
          <a:ext cx="3574679" cy="158407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41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49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6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97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72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750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</a:t>
                      </a: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 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a:t>CP</a:t>
                      </a: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Q</a:t>
                      </a:r>
                      <a:r>
                        <a:rPr lang="en-US" altLang="zh-CN" sz="1600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0</a:t>
                      </a:r>
                      <a:r>
                        <a:rPr lang="en-US" altLang="zh-CN" sz="1600" baseline="30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*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Q</a:t>
                      </a:r>
                      <a:r>
                        <a:rPr lang="en-US" altLang="zh-CN" sz="1600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1</a:t>
                      </a:r>
                      <a:r>
                        <a:rPr lang="en-US" altLang="zh-CN" sz="1600" baseline="30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*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Q</a:t>
                      </a:r>
                      <a:r>
                        <a:rPr lang="en-US" altLang="zh-CN" sz="1600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2</a:t>
                      </a:r>
                      <a:r>
                        <a:rPr lang="en-US" altLang="zh-CN" sz="1600" baseline="30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*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Q</a:t>
                      </a:r>
                      <a:r>
                        <a:rPr lang="en-US" altLang="zh-CN" sz="1600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3</a:t>
                      </a:r>
                      <a:r>
                        <a:rPr lang="en-US" altLang="zh-CN" sz="1600" baseline="30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*</a:t>
                      </a:r>
                      <a:endParaRPr lang="en-US" altLang="zh-CN" sz="1600" b="1" baseline="300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工作方式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789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××</a:t>
                      </a: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×</a:t>
                      </a: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rgbClr val="9900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异步</a:t>
                      </a:r>
                      <a:r>
                        <a:rPr lang="zh-CN" altLang="en-US" sz="1600" b="1" dirty="0">
                          <a:solidFill>
                            <a:srgbClr val="FF33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清零</a:t>
                      </a: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789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0 0</a:t>
                      </a: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×</a:t>
                      </a: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Q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0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Q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1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Q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2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Q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3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rgbClr val="FF33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保持</a:t>
                      </a: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789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0 1</a:t>
                      </a: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↑</a:t>
                      </a: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rgbClr val="990099"/>
                          </a:solidFill>
                          <a:latin typeface="宋体" panose="02010600030101010101" pitchFamily="2" charset="-122"/>
                          <a:sym typeface="+mn-ea"/>
                        </a:rPr>
                        <a:t>D</a:t>
                      </a:r>
                      <a:r>
                        <a:rPr lang="en-US" altLang="zh-CN" sz="1600" b="1" baseline="-25000" dirty="0">
                          <a:solidFill>
                            <a:srgbClr val="990099"/>
                          </a:solidFill>
                          <a:latin typeface="宋体" panose="02010600030101010101" pitchFamily="2" charset="-122"/>
                          <a:sym typeface="+mn-ea"/>
                        </a:rPr>
                        <a:t>SR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Q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0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Q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1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Q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2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rgbClr val="FF33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右移</a:t>
                      </a: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789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1 0</a:t>
                      </a: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↑</a:t>
                      </a: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Q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1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Q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2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Q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3</a:t>
                      </a:r>
                      <a:r>
                        <a:rPr lang="en-US" altLang="zh-CN" sz="1600" b="1" dirty="0">
                          <a:solidFill>
                            <a:srgbClr val="990099"/>
                          </a:solidFill>
                          <a:latin typeface="宋体" panose="02010600030101010101" pitchFamily="2" charset="-122"/>
                          <a:sym typeface="+mn-ea"/>
                        </a:rPr>
                        <a:t>D</a:t>
                      </a:r>
                      <a:r>
                        <a:rPr lang="en-US" altLang="zh-CN" sz="1600" b="1" baseline="-25000" dirty="0">
                          <a:solidFill>
                            <a:srgbClr val="990099"/>
                          </a:solidFill>
                          <a:latin typeface="宋体" panose="02010600030101010101" pitchFamily="2" charset="-122"/>
                          <a:sym typeface="+mn-ea"/>
                        </a:rPr>
                        <a:t>SL</a:t>
                      </a:r>
                      <a:endParaRPr lang="en-US" altLang="zh-CN" sz="1600" b="1" baseline="-25000" dirty="0">
                        <a:solidFill>
                          <a:srgbClr val="99009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dirty="0">
                          <a:solidFill>
                            <a:srgbClr val="FF33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左移</a:t>
                      </a: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414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1 1</a:t>
                      </a: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↑</a:t>
                      </a: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D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0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D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1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D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2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D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3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rgbClr val="FF33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置数</a:t>
                      </a: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6" name="Text Box 4">
            <a:extLst>
              <a:ext uri="{FF2B5EF4-FFF2-40B4-BE49-F238E27FC236}">
                <a16:creationId xmlns:a16="http://schemas.microsoft.com/office/drawing/2014/main" id="{1DA446EA-A774-4E96-86D6-8F2158ECB08D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320000" y="548680"/>
            <a:ext cx="4500000" cy="575945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195" tIns="10795" rIns="36195" bIns="10795">
            <a:noAutofit/>
          </a:bodyPr>
          <a:lstStyle/>
          <a:p>
            <a:pPr marL="412750" indent="-412750">
              <a:lnSpc>
                <a:spcPct val="100000"/>
              </a:lnSpc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思考：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触发器每个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CP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都写入，</a:t>
            </a:r>
            <a:r>
              <a:rPr 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数据保持如何实现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？触发器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D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端连接</a:t>
            </a:r>
            <a:r>
              <a:rPr 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的信号有几种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？</a:t>
            </a:r>
            <a:endParaRPr lang="zh-CN" altLang="en-US" sz="18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C04A49F3-C569-438C-8459-ABE89EC0D2CE}"/>
              </a:ext>
            </a:extLst>
          </p:cNvPr>
          <p:cNvGrpSpPr/>
          <p:nvPr/>
        </p:nvGrpSpPr>
        <p:grpSpPr>
          <a:xfrm>
            <a:off x="4752082" y="1162462"/>
            <a:ext cx="4176395" cy="2410460"/>
            <a:chOff x="3175" y="5164"/>
            <a:chExt cx="6577" cy="3796"/>
          </a:xfrm>
        </p:grpSpPr>
        <p:sp>
          <p:nvSpPr>
            <p:cNvPr id="28" name="Text Box 36">
              <a:extLst>
                <a:ext uri="{FF2B5EF4-FFF2-40B4-BE49-F238E27FC236}">
                  <a16:creationId xmlns:a16="http://schemas.microsoft.com/office/drawing/2014/main" id="{32DA49CB-F76D-4422-A2F6-F0A88714D384}"/>
                </a:ext>
              </a:extLst>
            </p:cNvPr>
            <p:cNvSpPr txBox="1">
              <a:spLocks noChangeArrowheads="1"/>
            </p:cNvSpPr>
            <p:nvPr>
              <p:custDataLst>
                <p:tags r:id="rId96"/>
              </p:custDataLst>
            </p:nvPr>
          </p:nvSpPr>
          <p:spPr bwMode="auto">
            <a:xfrm>
              <a:off x="3742" y="5613"/>
              <a:ext cx="5443" cy="3005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9" name="Text Box 191">
              <a:extLst>
                <a:ext uri="{FF2B5EF4-FFF2-40B4-BE49-F238E27FC236}">
                  <a16:creationId xmlns:a16="http://schemas.microsoft.com/office/drawing/2014/main" id="{BD96E398-BC23-454C-9E5C-27C6343F52BB}"/>
                </a:ext>
              </a:extLst>
            </p:cNvPr>
            <p:cNvSpPr txBox="1">
              <a:spLocks noChangeArrowheads="1"/>
            </p:cNvSpPr>
            <p:nvPr>
              <p:custDataLst>
                <p:tags r:id="rId97"/>
              </p:custDataLst>
            </p:nvPr>
          </p:nvSpPr>
          <p:spPr bwMode="auto">
            <a:xfrm>
              <a:off x="3232" y="6746"/>
              <a:ext cx="39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CP</a:t>
              </a:r>
            </a:p>
          </p:txBody>
        </p:sp>
        <p:sp>
          <p:nvSpPr>
            <p:cNvPr id="30" name="Text Box 191">
              <a:extLst>
                <a:ext uri="{FF2B5EF4-FFF2-40B4-BE49-F238E27FC236}">
                  <a16:creationId xmlns:a16="http://schemas.microsoft.com/office/drawing/2014/main" id="{717C2669-3B43-49AE-9505-45860113CB07}"/>
                </a:ext>
              </a:extLst>
            </p:cNvPr>
            <p:cNvSpPr txBox="1">
              <a:spLocks noChangeArrowheads="1"/>
            </p:cNvSpPr>
            <p:nvPr>
              <p:custDataLst>
                <p:tags r:id="rId98"/>
              </p:custDataLst>
            </p:nvPr>
          </p:nvSpPr>
          <p:spPr bwMode="auto">
            <a:xfrm>
              <a:off x="9298" y="7710"/>
              <a:ext cx="45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D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SL</a:t>
              </a:r>
            </a:p>
          </p:txBody>
        </p:sp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BEE43309-FC54-4886-AEE5-067D52335062}"/>
                </a:ext>
              </a:extLst>
            </p:cNvPr>
            <p:cNvGrpSpPr/>
            <p:nvPr/>
          </p:nvGrpSpPr>
          <p:grpSpPr>
            <a:xfrm>
              <a:off x="4535" y="8620"/>
              <a:ext cx="3742" cy="340"/>
              <a:chOff x="5273" y="4538"/>
              <a:chExt cx="3742" cy="340"/>
            </a:xfrm>
          </p:grpSpPr>
          <p:sp>
            <p:nvSpPr>
              <p:cNvPr id="84" name="Text Box 191">
                <a:extLst>
                  <a:ext uri="{FF2B5EF4-FFF2-40B4-BE49-F238E27FC236}">
                    <a16:creationId xmlns:a16="http://schemas.microsoft.com/office/drawing/2014/main" id="{96DCC351-D463-4C6C-B2C2-1EAAD2EE65C0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47"/>
                </p:custDataLst>
              </p:nvPr>
            </p:nvSpPr>
            <p:spPr bwMode="auto">
              <a:xfrm>
                <a:off x="6974" y="4538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D</a:t>
                </a:r>
                <a:r>
                  <a:rPr lang="en-US" altLang="zh-CN" sz="1600" b="1" baseline="-250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85" name="Text Box 191">
                <a:extLst>
                  <a:ext uri="{FF2B5EF4-FFF2-40B4-BE49-F238E27FC236}">
                    <a16:creationId xmlns:a16="http://schemas.microsoft.com/office/drawing/2014/main" id="{22FA8882-783A-4081-85A6-BF6C4632D2A3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48"/>
                </p:custDataLst>
              </p:nvPr>
            </p:nvSpPr>
            <p:spPr bwMode="auto">
              <a:xfrm>
                <a:off x="8675" y="4538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D</a:t>
                </a:r>
                <a:r>
                  <a:rPr lang="en-US" altLang="zh-CN" sz="1600" b="1" baseline="-250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2</a:t>
                </a:r>
              </a:p>
            </p:txBody>
          </p:sp>
          <p:sp>
            <p:nvSpPr>
              <p:cNvPr id="86" name="Text Box 191">
                <a:extLst>
                  <a:ext uri="{FF2B5EF4-FFF2-40B4-BE49-F238E27FC236}">
                    <a16:creationId xmlns:a16="http://schemas.microsoft.com/office/drawing/2014/main" id="{8DC1F6B9-AC86-4976-B73A-D2D72681353B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49"/>
                </p:custDataLst>
              </p:nvPr>
            </p:nvSpPr>
            <p:spPr bwMode="auto">
              <a:xfrm>
                <a:off x="5273" y="4538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D</a:t>
                </a:r>
                <a:r>
                  <a:rPr lang="en-US" altLang="zh-CN" sz="1600" b="1" baseline="-250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</p:grpSp>
        <p:sp>
          <p:nvSpPr>
            <p:cNvPr id="32" name="Text Box 191">
              <a:extLst>
                <a:ext uri="{FF2B5EF4-FFF2-40B4-BE49-F238E27FC236}">
                  <a16:creationId xmlns:a16="http://schemas.microsoft.com/office/drawing/2014/main" id="{31DB0299-36E6-4BD9-B2DE-B79E89D674A5}"/>
                </a:ext>
              </a:extLst>
            </p:cNvPr>
            <p:cNvSpPr txBox="1">
              <a:spLocks noChangeArrowheads="1"/>
            </p:cNvSpPr>
            <p:nvPr>
              <p:custDataLst>
                <p:tags r:id="rId99"/>
              </p:custDataLst>
            </p:nvPr>
          </p:nvSpPr>
          <p:spPr bwMode="auto">
            <a:xfrm>
              <a:off x="3175" y="7597"/>
              <a:ext cx="45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D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SR</a:t>
              </a:r>
            </a:p>
          </p:txBody>
        </p:sp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0BDF461C-5F91-4968-8831-41B35C2E84CF}"/>
                </a:ext>
              </a:extLst>
            </p:cNvPr>
            <p:cNvGrpSpPr/>
            <p:nvPr/>
          </p:nvGrpSpPr>
          <p:grpSpPr>
            <a:xfrm>
              <a:off x="4536" y="5164"/>
              <a:ext cx="3741" cy="340"/>
              <a:chOff x="5273" y="1933"/>
              <a:chExt cx="3741" cy="340"/>
            </a:xfrm>
          </p:grpSpPr>
          <p:sp>
            <p:nvSpPr>
              <p:cNvPr id="81" name="Text Box 191">
                <a:extLst>
                  <a:ext uri="{FF2B5EF4-FFF2-40B4-BE49-F238E27FC236}">
                    <a16:creationId xmlns:a16="http://schemas.microsoft.com/office/drawing/2014/main" id="{B5F20F2B-CE70-4B80-89FA-3180705FBD9B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44"/>
                </p:custDataLst>
              </p:nvPr>
            </p:nvSpPr>
            <p:spPr bwMode="auto">
              <a:xfrm>
                <a:off x="6973" y="1933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Q</a:t>
                </a:r>
                <a:r>
                  <a:rPr lang="en-US" altLang="zh-CN" sz="1600" b="1" baseline="-250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82" name="Text Box 191">
                <a:extLst>
                  <a:ext uri="{FF2B5EF4-FFF2-40B4-BE49-F238E27FC236}">
                    <a16:creationId xmlns:a16="http://schemas.microsoft.com/office/drawing/2014/main" id="{90115FAC-CF9C-479D-B6E9-C844D8746DB0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45"/>
                </p:custDataLst>
              </p:nvPr>
            </p:nvSpPr>
            <p:spPr bwMode="auto">
              <a:xfrm>
                <a:off x="8674" y="1933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Q</a:t>
                </a:r>
                <a:r>
                  <a:rPr lang="en-US" altLang="zh-CN" sz="1600" b="1" baseline="-250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2</a:t>
                </a:r>
              </a:p>
            </p:txBody>
          </p:sp>
          <p:sp>
            <p:nvSpPr>
              <p:cNvPr id="83" name="Text Box 191">
                <a:extLst>
                  <a:ext uri="{FF2B5EF4-FFF2-40B4-BE49-F238E27FC236}">
                    <a16:creationId xmlns:a16="http://schemas.microsoft.com/office/drawing/2014/main" id="{785EC327-5E3E-476C-AD1A-F0B70D48AD67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46"/>
                </p:custDataLst>
              </p:nvPr>
            </p:nvSpPr>
            <p:spPr bwMode="auto">
              <a:xfrm>
                <a:off x="5273" y="1933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Q</a:t>
                </a:r>
                <a:r>
                  <a:rPr lang="en-US" altLang="zh-CN" sz="1600" b="1" baseline="-250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</p:grp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57A58DFA-331F-4041-A9BB-C11EFDE00332}"/>
                </a:ext>
              </a:extLst>
            </p:cNvPr>
            <p:cNvCxnSpPr/>
            <p:nvPr>
              <p:custDataLst>
                <p:tags r:id="rId100"/>
              </p:custDataLst>
            </p:nvPr>
          </p:nvCxnSpPr>
          <p:spPr bwMode="auto">
            <a:xfrm flipH="1" flipV="1">
              <a:off x="5273" y="6804"/>
              <a:ext cx="4025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61EAE1AC-5900-4DBE-B142-FC26567F9FEC}"/>
                </a:ext>
              </a:extLst>
            </p:cNvPr>
            <p:cNvGrpSpPr/>
            <p:nvPr/>
          </p:nvGrpSpPr>
          <p:grpSpPr>
            <a:xfrm>
              <a:off x="6008" y="5499"/>
              <a:ext cx="1191" cy="1532"/>
              <a:chOff x="5556" y="4706"/>
              <a:chExt cx="1191" cy="1532"/>
            </a:xfrm>
          </p:grpSpPr>
          <p:sp>
            <p:nvSpPr>
              <p:cNvPr id="71" name="Text Box 36">
                <a:extLst>
                  <a:ext uri="{FF2B5EF4-FFF2-40B4-BE49-F238E27FC236}">
                    <a16:creationId xmlns:a16="http://schemas.microsoft.com/office/drawing/2014/main" id="{9C04232A-1916-4F5C-8957-90A31045D1F0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34"/>
                </p:custDataLst>
              </p:nvPr>
            </p:nvSpPr>
            <p:spPr bwMode="auto">
              <a:xfrm>
                <a:off x="5556" y="5046"/>
                <a:ext cx="1191" cy="737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horz" wrap="squar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200" b="1" u="none" dirty="0">
                    <a:latin typeface="宋体" panose="02010600030101010101" pitchFamily="2" charset="-122"/>
                  </a:rPr>
                  <a:t> 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 </a:t>
                </a:r>
                <a:r>
                  <a:rPr lang="en-US" altLang="zh-CN" sz="1600" b="1" u="none" baseline="-25000" dirty="0">
                    <a:latin typeface="宋体" panose="02010600030101010101" pitchFamily="2" charset="-122"/>
                  </a:rPr>
                  <a:t> 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</a:t>
                </a:r>
              </a:p>
              <a:p>
                <a:pPr algn="l">
                  <a:lnSpc>
                    <a:spcPct val="90000"/>
                  </a:lnSpc>
                  <a:spcBef>
                    <a:spcPts val="100"/>
                  </a:spcBef>
                  <a:spcAft>
                    <a:spcPts val="0"/>
                  </a:spcAft>
                </a:pPr>
                <a:r>
                  <a:rPr lang="en-US" altLang="zh-CN" sz="12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D  </a:t>
                </a:r>
                <a:r>
                  <a:rPr lang="en-US" altLang="zh-CN" sz="14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R</a:t>
                </a:r>
                <a:endParaRPr lang="en-US" altLang="zh-CN" sz="1600" b="1" u="none" dirty="0">
                  <a:latin typeface="宋体" panose="02010600030101010101" pitchFamily="2" charset="-122"/>
                  <a:sym typeface="+mn-ea"/>
                </a:endParaRPr>
              </a:p>
            </p:txBody>
          </p:sp>
          <p:cxnSp>
            <p:nvCxnSpPr>
              <p:cNvPr id="72" name="直接箭头连接符 71">
                <a:extLst>
                  <a:ext uri="{FF2B5EF4-FFF2-40B4-BE49-F238E27FC236}">
                    <a16:creationId xmlns:a16="http://schemas.microsoft.com/office/drawing/2014/main" id="{33E38283-3CD6-4AF4-B4D5-C8649A438C4D}"/>
                  </a:ext>
                </a:extLst>
              </p:cNvPr>
              <p:cNvCxnSpPr/>
              <p:nvPr>
                <p:custDataLst>
                  <p:tags r:id="rId135"/>
                </p:custDataLst>
              </p:nvPr>
            </p:nvCxnSpPr>
            <p:spPr bwMode="auto">
              <a:xfrm flipH="1" flipV="1">
                <a:off x="5783" y="5784"/>
                <a:ext cx="1" cy="454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73" name="直接箭头连接符 72">
                <a:extLst>
                  <a:ext uri="{FF2B5EF4-FFF2-40B4-BE49-F238E27FC236}">
                    <a16:creationId xmlns:a16="http://schemas.microsoft.com/office/drawing/2014/main" id="{E18B6F31-BD46-4B71-994C-E39DFF03C5B5}"/>
                  </a:ext>
                </a:extLst>
              </p:cNvPr>
              <p:cNvCxnSpPr/>
              <p:nvPr>
                <p:custDataLst>
                  <p:tags r:id="rId136"/>
                </p:custDataLst>
              </p:nvPr>
            </p:nvCxnSpPr>
            <p:spPr bwMode="auto">
              <a:xfrm flipV="1">
                <a:off x="6335" y="5100"/>
                <a:ext cx="170" cy="0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74" name="Text Box 191">
                <a:extLst>
                  <a:ext uri="{FF2B5EF4-FFF2-40B4-BE49-F238E27FC236}">
                    <a16:creationId xmlns:a16="http://schemas.microsoft.com/office/drawing/2014/main" id="{D1F37AA7-9F05-4286-AB71-50FD1780BAAC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37"/>
                </p:custDataLst>
              </p:nvPr>
            </p:nvSpPr>
            <p:spPr bwMode="auto">
              <a:xfrm>
                <a:off x="6010" y="5415"/>
                <a:ext cx="283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C</a:t>
                </a:r>
              </a:p>
            </p:txBody>
          </p:sp>
          <p:sp>
            <p:nvSpPr>
              <p:cNvPr id="75" name="等腰三角形 74">
                <a:extLst>
                  <a:ext uri="{FF2B5EF4-FFF2-40B4-BE49-F238E27FC236}">
                    <a16:creationId xmlns:a16="http://schemas.microsoft.com/office/drawing/2014/main" id="{80CE67CF-A93A-4A12-953D-8611FEC79762}"/>
                  </a:ext>
                </a:extLst>
              </p:cNvPr>
              <p:cNvSpPr/>
              <p:nvPr>
                <p:custDataLst>
                  <p:tags r:id="rId138"/>
                </p:custDataLst>
              </p:nvPr>
            </p:nvSpPr>
            <p:spPr>
              <a:xfrm>
                <a:off x="6010" y="5670"/>
                <a:ext cx="227" cy="113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76" name="直接箭头连接符 75">
                <a:extLst>
                  <a:ext uri="{FF2B5EF4-FFF2-40B4-BE49-F238E27FC236}">
                    <a16:creationId xmlns:a16="http://schemas.microsoft.com/office/drawing/2014/main" id="{E549CFFC-CA4C-4E56-B413-976B8349902B}"/>
                  </a:ext>
                </a:extLst>
              </p:cNvPr>
              <p:cNvCxnSpPr/>
              <p:nvPr>
                <p:custDataLst>
                  <p:tags r:id="rId139"/>
                </p:custDataLst>
              </p:nvPr>
            </p:nvCxnSpPr>
            <p:spPr bwMode="auto">
              <a:xfrm flipH="1" flipV="1">
                <a:off x="5896" y="4706"/>
                <a:ext cx="1" cy="34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77" name="直接箭头连接符 76">
                <a:extLst>
                  <a:ext uri="{FF2B5EF4-FFF2-40B4-BE49-F238E27FC236}">
                    <a16:creationId xmlns:a16="http://schemas.microsoft.com/office/drawing/2014/main" id="{9BA2B4DA-16C1-4ADA-8AE9-33DAC8239E60}"/>
                  </a:ext>
                </a:extLst>
              </p:cNvPr>
              <p:cNvCxnSpPr/>
              <p:nvPr>
                <p:custDataLst>
                  <p:tags r:id="rId140"/>
                </p:custDataLst>
              </p:nvPr>
            </p:nvCxnSpPr>
            <p:spPr bwMode="auto">
              <a:xfrm flipH="1" flipV="1">
                <a:off x="6123" y="5897"/>
                <a:ext cx="1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 w="sm" len="sm"/>
              </a:ln>
              <a:effectLst/>
            </p:spPr>
          </p:cxnSp>
          <p:sp>
            <p:nvSpPr>
              <p:cNvPr id="78" name="椭圆 77">
                <a:extLst>
                  <a:ext uri="{FF2B5EF4-FFF2-40B4-BE49-F238E27FC236}">
                    <a16:creationId xmlns:a16="http://schemas.microsoft.com/office/drawing/2014/main" id="{ACA30F8C-C04E-42C0-BEF2-47476DD9BBF9}"/>
                  </a:ext>
                </a:extLst>
              </p:cNvPr>
              <p:cNvSpPr/>
              <p:nvPr>
                <p:custDataLst>
                  <p:tags r:id="rId141"/>
                </p:custDataLst>
              </p:nvPr>
            </p:nvSpPr>
            <p:spPr>
              <a:xfrm>
                <a:off x="6066" y="5784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79" name="直接箭头连接符 78">
                <a:extLst>
                  <a:ext uri="{FF2B5EF4-FFF2-40B4-BE49-F238E27FC236}">
                    <a16:creationId xmlns:a16="http://schemas.microsoft.com/office/drawing/2014/main" id="{9743A58A-A791-42B9-83AA-EB1AB610A8E8}"/>
                  </a:ext>
                </a:extLst>
              </p:cNvPr>
              <p:cNvCxnSpPr/>
              <p:nvPr>
                <p:custDataLst>
                  <p:tags r:id="rId142"/>
                </p:custDataLst>
              </p:nvPr>
            </p:nvCxnSpPr>
            <p:spPr bwMode="auto">
              <a:xfrm flipH="1" flipV="1">
                <a:off x="6520" y="5783"/>
                <a:ext cx="1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 w="sm" len="sm"/>
              </a:ln>
              <a:effectLst/>
            </p:spPr>
          </p:cxnSp>
          <p:sp>
            <p:nvSpPr>
              <p:cNvPr id="80" name="椭圆 79">
                <a:extLst>
                  <a:ext uri="{FF2B5EF4-FFF2-40B4-BE49-F238E27FC236}">
                    <a16:creationId xmlns:a16="http://schemas.microsoft.com/office/drawing/2014/main" id="{490F40B9-BB43-4BF5-8B91-64F698129550}"/>
                  </a:ext>
                </a:extLst>
              </p:cNvPr>
              <p:cNvSpPr/>
              <p:nvPr>
                <p:custDataLst>
                  <p:tags r:id="rId143"/>
                </p:custDataLst>
              </p:nvPr>
            </p:nvSpPr>
            <p:spPr>
              <a:xfrm>
                <a:off x="6463" y="5783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46F73D69-AA2F-4533-AF94-B7A06D652E48}"/>
                </a:ext>
              </a:extLst>
            </p:cNvPr>
            <p:cNvGrpSpPr/>
            <p:nvPr/>
          </p:nvGrpSpPr>
          <p:grpSpPr>
            <a:xfrm>
              <a:off x="4309" y="5499"/>
              <a:ext cx="1191" cy="1532"/>
              <a:chOff x="5556" y="4706"/>
              <a:chExt cx="1191" cy="1532"/>
            </a:xfrm>
          </p:grpSpPr>
          <p:sp>
            <p:nvSpPr>
              <p:cNvPr id="61" name="Text Box 36">
                <a:extLst>
                  <a:ext uri="{FF2B5EF4-FFF2-40B4-BE49-F238E27FC236}">
                    <a16:creationId xmlns:a16="http://schemas.microsoft.com/office/drawing/2014/main" id="{C27447E7-D507-414E-A1F6-1474FA41E927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24"/>
                </p:custDataLst>
              </p:nvPr>
            </p:nvSpPr>
            <p:spPr bwMode="auto">
              <a:xfrm>
                <a:off x="5556" y="5046"/>
                <a:ext cx="1191" cy="737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horz" wrap="squar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200" b="1" u="none" dirty="0">
                    <a:latin typeface="宋体" panose="02010600030101010101" pitchFamily="2" charset="-122"/>
                  </a:rPr>
                  <a:t> 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 </a:t>
                </a:r>
                <a:r>
                  <a:rPr lang="en-US" altLang="zh-CN" sz="1600" b="1" u="none" baseline="-25000" dirty="0">
                    <a:latin typeface="宋体" panose="02010600030101010101" pitchFamily="2" charset="-122"/>
                  </a:rPr>
                  <a:t> 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</a:t>
                </a:r>
              </a:p>
              <a:p>
                <a:pPr algn="l">
                  <a:lnSpc>
                    <a:spcPct val="90000"/>
                  </a:lnSpc>
                  <a:spcBef>
                    <a:spcPts val="100"/>
                  </a:spcBef>
                  <a:spcAft>
                    <a:spcPts val="0"/>
                  </a:spcAft>
                </a:pPr>
                <a:r>
                  <a:rPr lang="en-US" altLang="zh-CN" sz="12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D  </a:t>
                </a:r>
                <a:r>
                  <a:rPr lang="en-US" altLang="zh-CN" sz="14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R</a:t>
                </a:r>
                <a:endParaRPr lang="en-US" altLang="zh-CN" sz="1600" b="1" u="none" dirty="0">
                  <a:latin typeface="宋体" panose="02010600030101010101" pitchFamily="2" charset="-122"/>
                  <a:sym typeface="+mn-ea"/>
                </a:endParaRPr>
              </a:p>
            </p:txBody>
          </p:sp>
          <p:cxnSp>
            <p:nvCxnSpPr>
              <p:cNvPr id="62" name="直接箭头连接符 61">
                <a:extLst>
                  <a:ext uri="{FF2B5EF4-FFF2-40B4-BE49-F238E27FC236}">
                    <a16:creationId xmlns:a16="http://schemas.microsoft.com/office/drawing/2014/main" id="{A6D02E22-3CA4-4260-9ABE-B48C0D214F51}"/>
                  </a:ext>
                </a:extLst>
              </p:cNvPr>
              <p:cNvCxnSpPr/>
              <p:nvPr>
                <p:custDataLst>
                  <p:tags r:id="rId125"/>
                </p:custDataLst>
              </p:nvPr>
            </p:nvCxnSpPr>
            <p:spPr bwMode="auto">
              <a:xfrm flipH="1" flipV="1">
                <a:off x="5783" y="5784"/>
                <a:ext cx="1" cy="454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63" name="直接箭头连接符 62">
                <a:extLst>
                  <a:ext uri="{FF2B5EF4-FFF2-40B4-BE49-F238E27FC236}">
                    <a16:creationId xmlns:a16="http://schemas.microsoft.com/office/drawing/2014/main" id="{03B015A9-BFD2-4189-97F3-0BE46BDB1357}"/>
                  </a:ext>
                </a:extLst>
              </p:cNvPr>
              <p:cNvCxnSpPr/>
              <p:nvPr>
                <p:custDataLst>
                  <p:tags r:id="rId126"/>
                </p:custDataLst>
              </p:nvPr>
            </p:nvCxnSpPr>
            <p:spPr bwMode="auto">
              <a:xfrm flipV="1">
                <a:off x="6335" y="5100"/>
                <a:ext cx="170" cy="0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64" name="Text Box 191">
                <a:extLst>
                  <a:ext uri="{FF2B5EF4-FFF2-40B4-BE49-F238E27FC236}">
                    <a16:creationId xmlns:a16="http://schemas.microsoft.com/office/drawing/2014/main" id="{F3777A07-407A-44FC-8D15-51BCB94FBEBC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27"/>
                </p:custDataLst>
              </p:nvPr>
            </p:nvSpPr>
            <p:spPr bwMode="auto">
              <a:xfrm>
                <a:off x="6010" y="5415"/>
                <a:ext cx="283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C</a:t>
                </a:r>
              </a:p>
            </p:txBody>
          </p:sp>
          <p:sp>
            <p:nvSpPr>
              <p:cNvPr id="65" name="等腰三角形 64">
                <a:extLst>
                  <a:ext uri="{FF2B5EF4-FFF2-40B4-BE49-F238E27FC236}">
                    <a16:creationId xmlns:a16="http://schemas.microsoft.com/office/drawing/2014/main" id="{4A56BA35-E345-46A9-B146-9FFF81CDD552}"/>
                  </a:ext>
                </a:extLst>
              </p:cNvPr>
              <p:cNvSpPr/>
              <p:nvPr>
                <p:custDataLst>
                  <p:tags r:id="rId128"/>
                </p:custDataLst>
              </p:nvPr>
            </p:nvSpPr>
            <p:spPr>
              <a:xfrm>
                <a:off x="6010" y="5670"/>
                <a:ext cx="227" cy="113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66" name="直接箭头连接符 65">
                <a:extLst>
                  <a:ext uri="{FF2B5EF4-FFF2-40B4-BE49-F238E27FC236}">
                    <a16:creationId xmlns:a16="http://schemas.microsoft.com/office/drawing/2014/main" id="{CB3D765D-DC19-4B3A-9CFC-75F73717CF18}"/>
                  </a:ext>
                </a:extLst>
              </p:cNvPr>
              <p:cNvCxnSpPr/>
              <p:nvPr>
                <p:custDataLst>
                  <p:tags r:id="rId129"/>
                </p:custDataLst>
              </p:nvPr>
            </p:nvCxnSpPr>
            <p:spPr bwMode="auto">
              <a:xfrm flipH="1" flipV="1">
                <a:off x="5896" y="4706"/>
                <a:ext cx="1" cy="34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67" name="直接箭头连接符 66">
                <a:extLst>
                  <a:ext uri="{FF2B5EF4-FFF2-40B4-BE49-F238E27FC236}">
                    <a16:creationId xmlns:a16="http://schemas.microsoft.com/office/drawing/2014/main" id="{D2F0CD1D-CE0E-4BCB-8193-30257E387872}"/>
                  </a:ext>
                </a:extLst>
              </p:cNvPr>
              <p:cNvCxnSpPr/>
              <p:nvPr>
                <p:custDataLst>
                  <p:tags r:id="rId130"/>
                </p:custDataLst>
              </p:nvPr>
            </p:nvCxnSpPr>
            <p:spPr bwMode="auto">
              <a:xfrm flipH="1" flipV="1">
                <a:off x="6123" y="5897"/>
                <a:ext cx="1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 w="sm" len="sm"/>
              </a:ln>
              <a:effectLst/>
            </p:spPr>
          </p:cxnSp>
          <p:sp>
            <p:nvSpPr>
              <p:cNvPr id="68" name="椭圆 67">
                <a:extLst>
                  <a:ext uri="{FF2B5EF4-FFF2-40B4-BE49-F238E27FC236}">
                    <a16:creationId xmlns:a16="http://schemas.microsoft.com/office/drawing/2014/main" id="{591DD7B7-F5BE-42BD-B231-03CDECD7F63F}"/>
                  </a:ext>
                </a:extLst>
              </p:cNvPr>
              <p:cNvSpPr/>
              <p:nvPr>
                <p:custDataLst>
                  <p:tags r:id="rId131"/>
                </p:custDataLst>
              </p:nvPr>
            </p:nvSpPr>
            <p:spPr>
              <a:xfrm>
                <a:off x="6066" y="5784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69" name="直接箭头连接符 68">
                <a:extLst>
                  <a:ext uri="{FF2B5EF4-FFF2-40B4-BE49-F238E27FC236}">
                    <a16:creationId xmlns:a16="http://schemas.microsoft.com/office/drawing/2014/main" id="{F8617DEC-9B60-4AC1-BB73-E9375B641A9A}"/>
                  </a:ext>
                </a:extLst>
              </p:cNvPr>
              <p:cNvCxnSpPr/>
              <p:nvPr>
                <p:custDataLst>
                  <p:tags r:id="rId132"/>
                </p:custDataLst>
              </p:nvPr>
            </p:nvCxnSpPr>
            <p:spPr bwMode="auto">
              <a:xfrm flipH="1" flipV="1">
                <a:off x="6520" y="5783"/>
                <a:ext cx="1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sp>
            <p:nvSpPr>
              <p:cNvPr id="70" name="椭圆 69">
                <a:extLst>
                  <a:ext uri="{FF2B5EF4-FFF2-40B4-BE49-F238E27FC236}">
                    <a16:creationId xmlns:a16="http://schemas.microsoft.com/office/drawing/2014/main" id="{8FAE3497-E9BF-4123-80BA-63CB2AD679EC}"/>
                  </a:ext>
                </a:extLst>
              </p:cNvPr>
              <p:cNvSpPr/>
              <p:nvPr>
                <p:custDataLst>
                  <p:tags r:id="rId133"/>
                </p:custDataLst>
              </p:nvPr>
            </p:nvSpPr>
            <p:spPr>
              <a:xfrm>
                <a:off x="6463" y="5783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9D71B88C-6515-482D-ABB5-F7BED8120F19}"/>
                </a:ext>
              </a:extLst>
            </p:cNvPr>
            <p:cNvGrpSpPr/>
            <p:nvPr/>
          </p:nvGrpSpPr>
          <p:grpSpPr>
            <a:xfrm>
              <a:off x="7710" y="5499"/>
              <a:ext cx="1191" cy="1532"/>
              <a:chOff x="5556" y="4706"/>
              <a:chExt cx="1191" cy="1532"/>
            </a:xfrm>
          </p:grpSpPr>
          <p:sp>
            <p:nvSpPr>
              <p:cNvPr id="51" name="Text Box 36">
                <a:extLst>
                  <a:ext uri="{FF2B5EF4-FFF2-40B4-BE49-F238E27FC236}">
                    <a16:creationId xmlns:a16="http://schemas.microsoft.com/office/drawing/2014/main" id="{0E4F8550-E78E-4D7B-8AEC-99C3D6EC11D1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14"/>
                </p:custDataLst>
              </p:nvPr>
            </p:nvSpPr>
            <p:spPr bwMode="auto">
              <a:xfrm>
                <a:off x="5556" y="5046"/>
                <a:ext cx="1191" cy="737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horz" wrap="squar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200" b="1" u="none" dirty="0">
                    <a:latin typeface="宋体" panose="02010600030101010101" pitchFamily="2" charset="-122"/>
                  </a:rPr>
                  <a:t> 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 </a:t>
                </a:r>
                <a:r>
                  <a:rPr lang="en-US" altLang="zh-CN" sz="1600" b="1" u="none" baseline="-25000" dirty="0">
                    <a:latin typeface="宋体" panose="02010600030101010101" pitchFamily="2" charset="-122"/>
                  </a:rPr>
                  <a:t> 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</a:t>
                </a:r>
              </a:p>
              <a:p>
                <a:pPr algn="l">
                  <a:lnSpc>
                    <a:spcPct val="90000"/>
                  </a:lnSpc>
                  <a:spcBef>
                    <a:spcPts val="100"/>
                  </a:spcBef>
                  <a:spcAft>
                    <a:spcPts val="0"/>
                  </a:spcAft>
                </a:pPr>
                <a:r>
                  <a:rPr lang="en-US" altLang="zh-CN" sz="12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D  </a:t>
                </a:r>
                <a:r>
                  <a:rPr lang="en-US" altLang="zh-CN" sz="14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R</a:t>
                </a:r>
                <a:endParaRPr lang="en-US" altLang="zh-CN" sz="1600" b="1" u="none" dirty="0">
                  <a:latin typeface="宋体" panose="02010600030101010101" pitchFamily="2" charset="-122"/>
                  <a:sym typeface="+mn-ea"/>
                </a:endParaRPr>
              </a:p>
            </p:txBody>
          </p:sp>
          <p:cxnSp>
            <p:nvCxnSpPr>
              <p:cNvPr id="52" name="直接箭头连接符 51">
                <a:extLst>
                  <a:ext uri="{FF2B5EF4-FFF2-40B4-BE49-F238E27FC236}">
                    <a16:creationId xmlns:a16="http://schemas.microsoft.com/office/drawing/2014/main" id="{E50EB13E-8B67-4F22-9C14-9064081011D1}"/>
                  </a:ext>
                </a:extLst>
              </p:cNvPr>
              <p:cNvCxnSpPr/>
              <p:nvPr>
                <p:custDataLst>
                  <p:tags r:id="rId115"/>
                </p:custDataLst>
              </p:nvPr>
            </p:nvCxnSpPr>
            <p:spPr bwMode="auto">
              <a:xfrm flipH="1" flipV="1">
                <a:off x="5783" y="5784"/>
                <a:ext cx="1" cy="454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53" name="直接箭头连接符 52">
                <a:extLst>
                  <a:ext uri="{FF2B5EF4-FFF2-40B4-BE49-F238E27FC236}">
                    <a16:creationId xmlns:a16="http://schemas.microsoft.com/office/drawing/2014/main" id="{B34F1C80-CEB4-4B0A-9C06-19A84A9E880C}"/>
                  </a:ext>
                </a:extLst>
              </p:cNvPr>
              <p:cNvCxnSpPr/>
              <p:nvPr>
                <p:custDataLst>
                  <p:tags r:id="rId116"/>
                </p:custDataLst>
              </p:nvPr>
            </p:nvCxnSpPr>
            <p:spPr bwMode="auto">
              <a:xfrm flipV="1">
                <a:off x="6335" y="5100"/>
                <a:ext cx="170" cy="0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54" name="Text Box 191">
                <a:extLst>
                  <a:ext uri="{FF2B5EF4-FFF2-40B4-BE49-F238E27FC236}">
                    <a16:creationId xmlns:a16="http://schemas.microsoft.com/office/drawing/2014/main" id="{377B79CD-DB36-4725-A62E-BD0EB2648C36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17"/>
                </p:custDataLst>
              </p:nvPr>
            </p:nvSpPr>
            <p:spPr bwMode="auto">
              <a:xfrm>
                <a:off x="6010" y="5415"/>
                <a:ext cx="283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C</a:t>
                </a:r>
              </a:p>
            </p:txBody>
          </p:sp>
          <p:sp>
            <p:nvSpPr>
              <p:cNvPr id="55" name="等腰三角形 54">
                <a:extLst>
                  <a:ext uri="{FF2B5EF4-FFF2-40B4-BE49-F238E27FC236}">
                    <a16:creationId xmlns:a16="http://schemas.microsoft.com/office/drawing/2014/main" id="{C36EBDD2-7FA2-4832-8B1E-675FA454D99C}"/>
                  </a:ext>
                </a:extLst>
              </p:cNvPr>
              <p:cNvSpPr/>
              <p:nvPr>
                <p:custDataLst>
                  <p:tags r:id="rId118"/>
                </p:custDataLst>
              </p:nvPr>
            </p:nvSpPr>
            <p:spPr>
              <a:xfrm>
                <a:off x="6010" y="5670"/>
                <a:ext cx="227" cy="113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56" name="直接箭头连接符 55">
                <a:extLst>
                  <a:ext uri="{FF2B5EF4-FFF2-40B4-BE49-F238E27FC236}">
                    <a16:creationId xmlns:a16="http://schemas.microsoft.com/office/drawing/2014/main" id="{7612E520-CEDA-4A18-9163-4FDA16EBD042}"/>
                  </a:ext>
                </a:extLst>
              </p:cNvPr>
              <p:cNvCxnSpPr/>
              <p:nvPr>
                <p:custDataLst>
                  <p:tags r:id="rId119"/>
                </p:custDataLst>
              </p:nvPr>
            </p:nvCxnSpPr>
            <p:spPr bwMode="auto">
              <a:xfrm flipH="1" flipV="1">
                <a:off x="5896" y="4706"/>
                <a:ext cx="1" cy="34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57" name="直接箭头连接符 56">
                <a:extLst>
                  <a:ext uri="{FF2B5EF4-FFF2-40B4-BE49-F238E27FC236}">
                    <a16:creationId xmlns:a16="http://schemas.microsoft.com/office/drawing/2014/main" id="{278C5D59-880C-49C6-9067-AC5BED8EA554}"/>
                  </a:ext>
                </a:extLst>
              </p:cNvPr>
              <p:cNvCxnSpPr/>
              <p:nvPr>
                <p:custDataLst>
                  <p:tags r:id="rId120"/>
                </p:custDataLst>
              </p:nvPr>
            </p:nvCxnSpPr>
            <p:spPr bwMode="auto">
              <a:xfrm flipH="1" flipV="1">
                <a:off x="6123" y="5897"/>
                <a:ext cx="1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B517F8AC-5A83-44E2-A373-385494784EE0}"/>
                  </a:ext>
                </a:extLst>
              </p:cNvPr>
              <p:cNvSpPr/>
              <p:nvPr>
                <p:custDataLst>
                  <p:tags r:id="rId121"/>
                </p:custDataLst>
              </p:nvPr>
            </p:nvSpPr>
            <p:spPr>
              <a:xfrm>
                <a:off x="6066" y="5784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59" name="直接箭头连接符 58">
                <a:extLst>
                  <a:ext uri="{FF2B5EF4-FFF2-40B4-BE49-F238E27FC236}">
                    <a16:creationId xmlns:a16="http://schemas.microsoft.com/office/drawing/2014/main" id="{E429038A-F5F8-4A3B-B997-9992396D204D}"/>
                  </a:ext>
                </a:extLst>
              </p:cNvPr>
              <p:cNvCxnSpPr/>
              <p:nvPr>
                <p:custDataLst>
                  <p:tags r:id="rId122"/>
                </p:custDataLst>
              </p:nvPr>
            </p:nvCxnSpPr>
            <p:spPr bwMode="auto">
              <a:xfrm flipH="1" flipV="1">
                <a:off x="6520" y="5783"/>
                <a:ext cx="1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 w="sm" len="sm"/>
              </a:ln>
              <a:effectLst/>
            </p:spPr>
          </p:cxnSp>
          <p:sp>
            <p:nvSpPr>
              <p:cNvPr id="60" name="椭圆 59">
                <a:extLst>
                  <a:ext uri="{FF2B5EF4-FFF2-40B4-BE49-F238E27FC236}">
                    <a16:creationId xmlns:a16="http://schemas.microsoft.com/office/drawing/2014/main" id="{A282FE18-28F2-4DB9-BFBA-D338ECFD9575}"/>
                  </a:ext>
                </a:extLst>
              </p:cNvPr>
              <p:cNvSpPr/>
              <p:nvPr>
                <p:custDataLst>
                  <p:tags r:id="rId123"/>
                </p:custDataLst>
              </p:nvPr>
            </p:nvSpPr>
            <p:spPr>
              <a:xfrm>
                <a:off x="6463" y="5783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C030D373-4210-4B53-A4A2-5D8362E1F0CB}"/>
                </a:ext>
              </a:extLst>
            </p:cNvPr>
            <p:cNvCxnSpPr/>
            <p:nvPr>
              <p:custDataLst>
                <p:tags r:id="rId101"/>
              </p:custDataLst>
            </p:nvPr>
          </p:nvCxnSpPr>
          <p:spPr bwMode="auto">
            <a:xfrm flipH="1" flipV="1">
              <a:off x="3628" y="6917"/>
              <a:ext cx="4649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39" name="直接箭头连接符 38">
              <a:extLst>
                <a:ext uri="{FF2B5EF4-FFF2-40B4-BE49-F238E27FC236}">
                  <a16:creationId xmlns:a16="http://schemas.microsoft.com/office/drawing/2014/main" id="{53F0EA34-6A42-446D-93B4-A9452F114466}"/>
                </a:ext>
              </a:extLst>
            </p:cNvPr>
            <p:cNvCxnSpPr/>
            <p:nvPr>
              <p:custDataLst>
                <p:tags r:id="rId102"/>
              </p:custDataLst>
            </p:nvPr>
          </p:nvCxnSpPr>
          <p:spPr bwMode="auto">
            <a:xfrm flipH="1" flipV="1">
              <a:off x="8617" y="7880"/>
              <a:ext cx="68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E66F28FC-784E-4CF4-AF12-647278BE1A8A}"/>
                </a:ext>
              </a:extLst>
            </p:cNvPr>
            <p:cNvCxnSpPr/>
            <p:nvPr>
              <p:custDataLst>
                <p:tags r:id="rId103"/>
              </p:custDataLst>
            </p:nvPr>
          </p:nvCxnSpPr>
          <p:spPr bwMode="auto">
            <a:xfrm flipH="1" flipV="1">
              <a:off x="3628" y="7767"/>
              <a:ext cx="56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C93E627F-A1CF-49C2-99BB-52CE8E2046AB}"/>
                </a:ext>
              </a:extLst>
            </p:cNvPr>
            <p:cNvCxnSpPr/>
            <p:nvPr>
              <p:custDataLst>
                <p:tags r:id="rId104"/>
              </p:custDataLst>
            </p:nvPr>
          </p:nvCxnSpPr>
          <p:spPr bwMode="auto">
            <a:xfrm flipV="1">
              <a:off x="7937" y="7767"/>
              <a:ext cx="0" cy="964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15D319AB-DA8C-4580-A9B6-0659BE4A9C72}"/>
                </a:ext>
              </a:extLst>
            </p:cNvPr>
            <p:cNvCxnSpPr/>
            <p:nvPr>
              <p:custDataLst>
                <p:tags r:id="rId105"/>
              </p:custDataLst>
            </p:nvPr>
          </p:nvCxnSpPr>
          <p:spPr bwMode="auto">
            <a:xfrm flipV="1">
              <a:off x="6236" y="7767"/>
              <a:ext cx="0" cy="964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E246E25C-CA57-43ED-88B5-A9AFBDD08C4A}"/>
                </a:ext>
              </a:extLst>
            </p:cNvPr>
            <p:cNvCxnSpPr/>
            <p:nvPr>
              <p:custDataLst>
                <p:tags r:id="rId106"/>
              </p:custDataLst>
            </p:nvPr>
          </p:nvCxnSpPr>
          <p:spPr bwMode="auto">
            <a:xfrm flipV="1">
              <a:off x="4535" y="7767"/>
              <a:ext cx="0" cy="964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44" name="Text Box 191">
              <a:extLst>
                <a:ext uri="{FF2B5EF4-FFF2-40B4-BE49-F238E27FC236}">
                  <a16:creationId xmlns:a16="http://schemas.microsoft.com/office/drawing/2014/main" id="{F3709B00-7646-4123-BF96-F418A28508AC}"/>
                </a:ext>
              </a:extLst>
            </p:cNvPr>
            <p:cNvSpPr txBox="1">
              <a:spLocks noChangeArrowheads="1"/>
            </p:cNvSpPr>
            <p:nvPr>
              <p:custDataLst>
                <p:tags r:id="rId107"/>
              </p:custDataLst>
            </p:nvPr>
          </p:nvSpPr>
          <p:spPr bwMode="auto">
            <a:xfrm>
              <a:off x="9354" y="6648"/>
              <a:ext cx="39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CR</a:t>
              </a:r>
            </a:p>
          </p:txBody>
        </p: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8B056035-7346-437F-A156-2BB2A4054B27}"/>
                </a:ext>
              </a:extLst>
            </p:cNvPr>
            <p:cNvCxnSpPr/>
            <p:nvPr>
              <p:custDataLst>
                <p:tags r:id="rId108"/>
              </p:custDataLst>
            </p:nvPr>
          </p:nvCxnSpPr>
          <p:spPr bwMode="auto">
            <a:xfrm flipH="1" flipV="1">
              <a:off x="3628" y="8220"/>
              <a:ext cx="51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sp>
          <p:nvSpPr>
            <p:cNvPr id="46" name="Text Box 191">
              <a:extLst>
                <a:ext uri="{FF2B5EF4-FFF2-40B4-BE49-F238E27FC236}">
                  <a16:creationId xmlns:a16="http://schemas.microsoft.com/office/drawing/2014/main" id="{677C97D9-BB2D-41F0-B21F-575406B74381}"/>
                </a:ext>
              </a:extLst>
            </p:cNvPr>
            <p:cNvSpPr txBox="1">
              <a:spLocks noChangeArrowheads="1"/>
            </p:cNvSpPr>
            <p:nvPr>
              <p:custDataLst>
                <p:tags r:id="rId109"/>
              </p:custDataLst>
            </p:nvPr>
          </p:nvSpPr>
          <p:spPr bwMode="auto">
            <a:xfrm>
              <a:off x="3288" y="8050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S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47" name="Text Box 191">
              <a:extLst>
                <a:ext uri="{FF2B5EF4-FFF2-40B4-BE49-F238E27FC236}">
                  <a16:creationId xmlns:a16="http://schemas.microsoft.com/office/drawing/2014/main" id="{2557EB6B-5D42-44F1-99F7-26ACA42B3802}"/>
                </a:ext>
              </a:extLst>
            </p:cNvPr>
            <p:cNvSpPr txBox="1">
              <a:spLocks noChangeArrowheads="1"/>
            </p:cNvSpPr>
            <p:nvPr>
              <p:custDataLst>
                <p:tags r:id="rId110"/>
              </p:custDataLst>
            </p:nvPr>
          </p:nvSpPr>
          <p:spPr bwMode="auto">
            <a:xfrm>
              <a:off x="9298" y="8050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S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F2A99950-3D64-4375-A2DE-016BC72B465F}"/>
                </a:ext>
              </a:extLst>
            </p:cNvPr>
            <p:cNvCxnSpPr/>
            <p:nvPr>
              <p:custDataLst>
                <p:tags r:id="rId111"/>
              </p:custDataLst>
            </p:nvPr>
          </p:nvCxnSpPr>
          <p:spPr bwMode="auto">
            <a:xfrm flipH="1" flipV="1">
              <a:off x="9071" y="8220"/>
              <a:ext cx="227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F473FA05-CEEC-4FCD-9516-B3B5D3FB36E1}"/>
                </a:ext>
              </a:extLst>
            </p:cNvPr>
            <p:cNvCxnSpPr/>
            <p:nvPr>
              <p:custDataLst>
                <p:tags r:id="rId112"/>
              </p:custDataLst>
            </p:nvPr>
          </p:nvCxnSpPr>
          <p:spPr bwMode="auto">
            <a:xfrm flipV="1">
              <a:off x="9071" y="7994"/>
              <a:ext cx="0" cy="227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51588D8B-5FA7-436F-8556-587105A5EC64}"/>
                </a:ext>
              </a:extLst>
            </p:cNvPr>
            <p:cNvCxnSpPr/>
            <p:nvPr>
              <p:custDataLst>
                <p:tags r:id="rId113"/>
              </p:custDataLst>
            </p:nvPr>
          </p:nvCxnSpPr>
          <p:spPr bwMode="auto">
            <a:xfrm flipV="1">
              <a:off x="9396" y="6647"/>
              <a:ext cx="312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42C4727B-A9C6-414A-9DA2-8E74B0CAFA28}"/>
              </a:ext>
            </a:extLst>
          </p:cNvPr>
          <p:cNvGrpSpPr/>
          <p:nvPr/>
        </p:nvGrpSpPr>
        <p:grpSpPr>
          <a:xfrm>
            <a:off x="5363957" y="2347467"/>
            <a:ext cx="3024000" cy="539753"/>
            <a:chOff x="4139" y="7030"/>
            <a:chExt cx="4762" cy="850"/>
          </a:xfrm>
        </p:grpSpPr>
        <p:grpSp>
          <p:nvGrpSpPr>
            <p:cNvPr id="88" name="组合 87">
              <a:extLst>
                <a:ext uri="{FF2B5EF4-FFF2-40B4-BE49-F238E27FC236}">
                  <a16:creationId xmlns:a16="http://schemas.microsoft.com/office/drawing/2014/main" id="{000CBF06-29A4-4152-8482-104D2BC1107B}"/>
                </a:ext>
              </a:extLst>
            </p:cNvPr>
            <p:cNvGrpSpPr/>
            <p:nvPr/>
          </p:nvGrpSpPr>
          <p:grpSpPr>
            <a:xfrm>
              <a:off x="4139" y="7030"/>
              <a:ext cx="1361" cy="850"/>
              <a:chOff x="5556" y="7030"/>
              <a:chExt cx="1361" cy="850"/>
            </a:xfrm>
          </p:grpSpPr>
          <p:sp>
            <p:nvSpPr>
              <p:cNvPr id="111" name="Text Box 36">
                <a:extLst>
                  <a:ext uri="{FF2B5EF4-FFF2-40B4-BE49-F238E27FC236}">
                    <a16:creationId xmlns:a16="http://schemas.microsoft.com/office/drawing/2014/main" id="{8B585E50-ADF7-430B-8DA0-868D1E190282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87"/>
                </p:custDataLst>
              </p:nvPr>
            </p:nvSpPr>
            <p:spPr bwMode="auto">
              <a:xfrm>
                <a:off x="5556" y="7030"/>
                <a:ext cx="1361" cy="283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200" b="1" u="none" dirty="0">
                    <a:latin typeface="宋体" panose="02010600030101010101" pitchFamily="2" charset="-122"/>
                  </a:rPr>
                  <a:t>≥</a:t>
                </a:r>
                <a:r>
                  <a:rPr lang="en-US" altLang="zh-CN" sz="1400" b="1" u="none" dirty="0">
                    <a:latin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112" name="Text Box 36">
                <a:extLst>
                  <a:ext uri="{FF2B5EF4-FFF2-40B4-BE49-F238E27FC236}">
                    <a16:creationId xmlns:a16="http://schemas.microsoft.com/office/drawing/2014/main" id="{393A873D-9AD1-4105-8375-7CC45A23C8A8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88"/>
                </p:custDataLst>
              </p:nvPr>
            </p:nvSpPr>
            <p:spPr bwMode="auto">
              <a:xfrm>
                <a:off x="5556" y="7313"/>
                <a:ext cx="340" cy="283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sp>
            <p:nvSpPr>
              <p:cNvPr id="113" name="Text Box 36">
                <a:extLst>
                  <a:ext uri="{FF2B5EF4-FFF2-40B4-BE49-F238E27FC236}">
                    <a16:creationId xmlns:a16="http://schemas.microsoft.com/office/drawing/2014/main" id="{AE38A7FA-343E-448D-8DDD-D7EC27D25491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89"/>
                </p:custDataLst>
              </p:nvPr>
            </p:nvSpPr>
            <p:spPr bwMode="auto">
              <a:xfrm>
                <a:off x="5896" y="7313"/>
                <a:ext cx="340" cy="283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sp>
            <p:nvSpPr>
              <p:cNvPr id="114" name="Text Box 36">
                <a:extLst>
                  <a:ext uri="{FF2B5EF4-FFF2-40B4-BE49-F238E27FC236}">
                    <a16:creationId xmlns:a16="http://schemas.microsoft.com/office/drawing/2014/main" id="{5B16317F-4974-4FE2-A6D7-F80B66730C5B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90"/>
                </p:custDataLst>
              </p:nvPr>
            </p:nvSpPr>
            <p:spPr bwMode="auto">
              <a:xfrm>
                <a:off x="6236" y="7313"/>
                <a:ext cx="340" cy="283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sp>
            <p:nvSpPr>
              <p:cNvPr id="115" name="Text Box 36">
                <a:extLst>
                  <a:ext uri="{FF2B5EF4-FFF2-40B4-BE49-F238E27FC236}">
                    <a16:creationId xmlns:a16="http://schemas.microsoft.com/office/drawing/2014/main" id="{A0382C01-FF6D-4DB1-BA52-48FE147F60CD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91"/>
                </p:custDataLst>
              </p:nvPr>
            </p:nvSpPr>
            <p:spPr bwMode="auto">
              <a:xfrm>
                <a:off x="6576" y="7313"/>
                <a:ext cx="340" cy="283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cxnSp>
            <p:nvCxnSpPr>
              <p:cNvPr id="116" name="直接箭头连接符 115">
                <a:extLst>
                  <a:ext uri="{FF2B5EF4-FFF2-40B4-BE49-F238E27FC236}">
                    <a16:creationId xmlns:a16="http://schemas.microsoft.com/office/drawing/2014/main" id="{884DEE78-B075-4C39-808C-42C17A9E716B}"/>
                  </a:ext>
                </a:extLst>
              </p:cNvPr>
              <p:cNvCxnSpPr/>
              <p:nvPr>
                <p:custDataLst>
                  <p:tags r:id="rId92"/>
                </p:custDataLst>
              </p:nvPr>
            </p:nvCxnSpPr>
            <p:spPr bwMode="auto">
              <a:xfrm flipV="1">
                <a:off x="5613" y="7597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17" name="直接箭头连接符 116">
                <a:extLst>
                  <a:ext uri="{FF2B5EF4-FFF2-40B4-BE49-F238E27FC236}">
                    <a16:creationId xmlns:a16="http://schemas.microsoft.com/office/drawing/2014/main" id="{464AF437-3FA9-46E6-8B3B-870A088ADF5F}"/>
                  </a:ext>
                </a:extLst>
              </p:cNvPr>
              <p:cNvCxnSpPr/>
              <p:nvPr>
                <p:custDataLst>
                  <p:tags r:id="rId93"/>
                </p:custDataLst>
              </p:nvPr>
            </p:nvCxnSpPr>
            <p:spPr bwMode="auto">
              <a:xfrm flipV="1">
                <a:off x="5953" y="7597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18" name="直接箭头连接符 117">
                <a:extLst>
                  <a:ext uri="{FF2B5EF4-FFF2-40B4-BE49-F238E27FC236}">
                    <a16:creationId xmlns:a16="http://schemas.microsoft.com/office/drawing/2014/main" id="{290DCCFE-8B3F-45AE-B37F-EA010154C1EA}"/>
                  </a:ext>
                </a:extLst>
              </p:cNvPr>
              <p:cNvCxnSpPr/>
              <p:nvPr>
                <p:custDataLst>
                  <p:tags r:id="rId94"/>
                </p:custDataLst>
              </p:nvPr>
            </p:nvCxnSpPr>
            <p:spPr bwMode="auto">
              <a:xfrm flipV="1">
                <a:off x="6293" y="7597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19" name="直接箭头连接符 118">
                <a:extLst>
                  <a:ext uri="{FF2B5EF4-FFF2-40B4-BE49-F238E27FC236}">
                    <a16:creationId xmlns:a16="http://schemas.microsoft.com/office/drawing/2014/main" id="{89F6CA6C-FE55-4040-9721-1A997E57E21C}"/>
                  </a:ext>
                </a:extLst>
              </p:cNvPr>
              <p:cNvCxnSpPr/>
              <p:nvPr>
                <p:custDataLst>
                  <p:tags r:id="rId95"/>
                </p:custDataLst>
              </p:nvPr>
            </p:nvCxnSpPr>
            <p:spPr bwMode="auto">
              <a:xfrm flipV="1">
                <a:off x="6633" y="7597"/>
                <a:ext cx="0" cy="283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</p:grpSp>
        <p:grpSp>
          <p:nvGrpSpPr>
            <p:cNvPr id="89" name="组合 88">
              <a:extLst>
                <a:ext uri="{FF2B5EF4-FFF2-40B4-BE49-F238E27FC236}">
                  <a16:creationId xmlns:a16="http://schemas.microsoft.com/office/drawing/2014/main" id="{6CF0CC5B-7E29-4734-B784-815FB4C18B7C}"/>
                </a:ext>
              </a:extLst>
            </p:cNvPr>
            <p:cNvGrpSpPr/>
            <p:nvPr/>
          </p:nvGrpSpPr>
          <p:grpSpPr>
            <a:xfrm>
              <a:off x="5839" y="7030"/>
              <a:ext cx="1361" cy="850"/>
              <a:chOff x="5556" y="7030"/>
              <a:chExt cx="1361" cy="850"/>
            </a:xfrm>
          </p:grpSpPr>
          <p:sp>
            <p:nvSpPr>
              <p:cNvPr id="101" name="Text Box 36">
                <a:extLst>
                  <a:ext uri="{FF2B5EF4-FFF2-40B4-BE49-F238E27FC236}">
                    <a16:creationId xmlns:a16="http://schemas.microsoft.com/office/drawing/2014/main" id="{2071BE10-D65B-400F-B30D-5476D0C9AFD1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78"/>
                </p:custDataLst>
              </p:nvPr>
            </p:nvSpPr>
            <p:spPr bwMode="auto">
              <a:xfrm>
                <a:off x="5556" y="7030"/>
                <a:ext cx="1361" cy="283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200" b="1" u="none" dirty="0">
                    <a:latin typeface="宋体" panose="02010600030101010101" pitchFamily="2" charset="-122"/>
                  </a:rPr>
                  <a:t>≥</a:t>
                </a:r>
                <a:r>
                  <a:rPr lang="en-US" altLang="zh-CN" sz="1400" b="1" u="none" dirty="0">
                    <a:latin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102" name="Text Box 36">
                <a:extLst>
                  <a:ext uri="{FF2B5EF4-FFF2-40B4-BE49-F238E27FC236}">
                    <a16:creationId xmlns:a16="http://schemas.microsoft.com/office/drawing/2014/main" id="{FAB4F568-2AA8-459F-BE46-88D07882C5D8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79"/>
                </p:custDataLst>
              </p:nvPr>
            </p:nvSpPr>
            <p:spPr bwMode="auto">
              <a:xfrm>
                <a:off x="5556" y="7313"/>
                <a:ext cx="340" cy="283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sp>
            <p:nvSpPr>
              <p:cNvPr id="103" name="Text Box 36">
                <a:extLst>
                  <a:ext uri="{FF2B5EF4-FFF2-40B4-BE49-F238E27FC236}">
                    <a16:creationId xmlns:a16="http://schemas.microsoft.com/office/drawing/2014/main" id="{5E17A818-4C52-4587-A06D-34AB23485632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80"/>
                </p:custDataLst>
              </p:nvPr>
            </p:nvSpPr>
            <p:spPr bwMode="auto">
              <a:xfrm>
                <a:off x="5896" y="7313"/>
                <a:ext cx="340" cy="283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sp>
            <p:nvSpPr>
              <p:cNvPr id="104" name="Text Box 36">
                <a:extLst>
                  <a:ext uri="{FF2B5EF4-FFF2-40B4-BE49-F238E27FC236}">
                    <a16:creationId xmlns:a16="http://schemas.microsoft.com/office/drawing/2014/main" id="{E568E1FD-9353-420A-8F15-E81A89056990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81"/>
                </p:custDataLst>
              </p:nvPr>
            </p:nvSpPr>
            <p:spPr bwMode="auto">
              <a:xfrm>
                <a:off x="6236" y="7313"/>
                <a:ext cx="340" cy="283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sp>
            <p:nvSpPr>
              <p:cNvPr id="105" name="Text Box 36">
                <a:extLst>
                  <a:ext uri="{FF2B5EF4-FFF2-40B4-BE49-F238E27FC236}">
                    <a16:creationId xmlns:a16="http://schemas.microsoft.com/office/drawing/2014/main" id="{D344B468-E121-41C5-95D8-579019FDA4C2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82"/>
                </p:custDataLst>
              </p:nvPr>
            </p:nvSpPr>
            <p:spPr bwMode="auto">
              <a:xfrm>
                <a:off x="6576" y="7313"/>
                <a:ext cx="340" cy="283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cxnSp>
            <p:nvCxnSpPr>
              <p:cNvPr id="106" name="直接箭头连接符 105">
                <a:extLst>
                  <a:ext uri="{FF2B5EF4-FFF2-40B4-BE49-F238E27FC236}">
                    <a16:creationId xmlns:a16="http://schemas.microsoft.com/office/drawing/2014/main" id="{A0AE15AB-20FE-4B54-823E-E1A608F8608F}"/>
                  </a:ext>
                </a:extLst>
              </p:cNvPr>
              <p:cNvCxnSpPr/>
              <p:nvPr>
                <p:custDataLst>
                  <p:tags r:id="rId83"/>
                </p:custDataLst>
              </p:nvPr>
            </p:nvCxnSpPr>
            <p:spPr bwMode="auto">
              <a:xfrm flipV="1">
                <a:off x="5613" y="7597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07" name="直接箭头连接符 106">
                <a:extLst>
                  <a:ext uri="{FF2B5EF4-FFF2-40B4-BE49-F238E27FC236}">
                    <a16:creationId xmlns:a16="http://schemas.microsoft.com/office/drawing/2014/main" id="{0E4C991E-128C-4B76-834E-778E5986F67C}"/>
                  </a:ext>
                </a:extLst>
              </p:cNvPr>
              <p:cNvCxnSpPr/>
              <p:nvPr>
                <p:custDataLst>
                  <p:tags r:id="rId84"/>
                </p:custDataLst>
              </p:nvPr>
            </p:nvCxnSpPr>
            <p:spPr bwMode="auto">
              <a:xfrm flipV="1">
                <a:off x="5953" y="7597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08" name="直接箭头连接符 107">
                <a:extLst>
                  <a:ext uri="{FF2B5EF4-FFF2-40B4-BE49-F238E27FC236}">
                    <a16:creationId xmlns:a16="http://schemas.microsoft.com/office/drawing/2014/main" id="{4297FDB1-AE67-4BC1-8E1B-D3FBEDE1451A}"/>
                  </a:ext>
                </a:extLst>
              </p:cNvPr>
              <p:cNvCxnSpPr/>
              <p:nvPr>
                <p:custDataLst>
                  <p:tags r:id="rId85"/>
                </p:custDataLst>
              </p:nvPr>
            </p:nvCxnSpPr>
            <p:spPr bwMode="auto">
              <a:xfrm flipV="1">
                <a:off x="6293" y="7597"/>
                <a:ext cx="0" cy="283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09" name="直接箭头连接符 108">
                <a:extLst>
                  <a:ext uri="{FF2B5EF4-FFF2-40B4-BE49-F238E27FC236}">
                    <a16:creationId xmlns:a16="http://schemas.microsoft.com/office/drawing/2014/main" id="{A827A12B-E1BB-40E1-B66A-43BCF5B2AB6C}"/>
                  </a:ext>
                </a:extLst>
              </p:cNvPr>
              <p:cNvCxnSpPr/>
              <p:nvPr>
                <p:custDataLst>
                  <p:tags r:id="rId86"/>
                </p:custDataLst>
              </p:nvPr>
            </p:nvCxnSpPr>
            <p:spPr bwMode="auto">
              <a:xfrm flipV="1">
                <a:off x="6633" y="7597"/>
                <a:ext cx="0" cy="283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</p:grpSp>
        <p:grpSp>
          <p:nvGrpSpPr>
            <p:cNvPr id="90" name="组合 89">
              <a:extLst>
                <a:ext uri="{FF2B5EF4-FFF2-40B4-BE49-F238E27FC236}">
                  <a16:creationId xmlns:a16="http://schemas.microsoft.com/office/drawing/2014/main" id="{12FC6BCD-BD5F-4BF0-AB1D-6AD207E8FC5D}"/>
                </a:ext>
              </a:extLst>
            </p:cNvPr>
            <p:cNvGrpSpPr/>
            <p:nvPr/>
          </p:nvGrpSpPr>
          <p:grpSpPr>
            <a:xfrm>
              <a:off x="7540" y="7030"/>
              <a:ext cx="1361" cy="850"/>
              <a:chOff x="5556" y="7030"/>
              <a:chExt cx="1361" cy="850"/>
            </a:xfrm>
          </p:grpSpPr>
          <p:sp>
            <p:nvSpPr>
              <p:cNvPr id="91" name="Text Box 36">
                <a:extLst>
                  <a:ext uri="{FF2B5EF4-FFF2-40B4-BE49-F238E27FC236}">
                    <a16:creationId xmlns:a16="http://schemas.microsoft.com/office/drawing/2014/main" id="{F77C2369-0DE0-4038-8D6E-538C8B6ECA2C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69"/>
                </p:custDataLst>
              </p:nvPr>
            </p:nvSpPr>
            <p:spPr bwMode="auto">
              <a:xfrm>
                <a:off x="5556" y="7030"/>
                <a:ext cx="1361" cy="283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200" b="1" u="none" dirty="0">
                    <a:latin typeface="宋体" panose="02010600030101010101" pitchFamily="2" charset="-122"/>
                  </a:rPr>
                  <a:t>≥</a:t>
                </a:r>
                <a:r>
                  <a:rPr lang="en-US" altLang="zh-CN" sz="1400" b="1" u="none" dirty="0">
                    <a:latin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92" name="Text Box 36">
                <a:extLst>
                  <a:ext uri="{FF2B5EF4-FFF2-40B4-BE49-F238E27FC236}">
                    <a16:creationId xmlns:a16="http://schemas.microsoft.com/office/drawing/2014/main" id="{3499BB81-A6BB-4EF6-BBFB-48FD562551B0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70"/>
                </p:custDataLst>
              </p:nvPr>
            </p:nvSpPr>
            <p:spPr bwMode="auto">
              <a:xfrm>
                <a:off x="5556" y="7313"/>
                <a:ext cx="340" cy="283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sp>
            <p:nvSpPr>
              <p:cNvPr id="93" name="Text Box 36">
                <a:extLst>
                  <a:ext uri="{FF2B5EF4-FFF2-40B4-BE49-F238E27FC236}">
                    <a16:creationId xmlns:a16="http://schemas.microsoft.com/office/drawing/2014/main" id="{8151A454-E784-4454-BA70-873025B07E2D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71"/>
                </p:custDataLst>
              </p:nvPr>
            </p:nvSpPr>
            <p:spPr bwMode="auto">
              <a:xfrm>
                <a:off x="5896" y="7313"/>
                <a:ext cx="340" cy="283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sp>
            <p:nvSpPr>
              <p:cNvPr id="94" name="Text Box 36">
                <a:extLst>
                  <a:ext uri="{FF2B5EF4-FFF2-40B4-BE49-F238E27FC236}">
                    <a16:creationId xmlns:a16="http://schemas.microsoft.com/office/drawing/2014/main" id="{824D1D73-80A2-4902-B642-7535CAEADBCC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72"/>
                </p:custDataLst>
              </p:nvPr>
            </p:nvSpPr>
            <p:spPr bwMode="auto">
              <a:xfrm>
                <a:off x="6236" y="7313"/>
                <a:ext cx="340" cy="283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sp>
            <p:nvSpPr>
              <p:cNvPr id="95" name="Text Box 36">
                <a:extLst>
                  <a:ext uri="{FF2B5EF4-FFF2-40B4-BE49-F238E27FC236}">
                    <a16:creationId xmlns:a16="http://schemas.microsoft.com/office/drawing/2014/main" id="{659F2407-70F8-4F2A-A18C-8E75A5A3C836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73"/>
                </p:custDataLst>
              </p:nvPr>
            </p:nvSpPr>
            <p:spPr bwMode="auto">
              <a:xfrm>
                <a:off x="6576" y="7313"/>
                <a:ext cx="340" cy="283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cxnSp>
            <p:nvCxnSpPr>
              <p:cNvPr id="96" name="直接箭头连接符 95">
                <a:extLst>
                  <a:ext uri="{FF2B5EF4-FFF2-40B4-BE49-F238E27FC236}">
                    <a16:creationId xmlns:a16="http://schemas.microsoft.com/office/drawing/2014/main" id="{0AE36E92-1AEE-4383-B6F6-99653C5199A6}"/>
                  </a:ext>
                </a:extLst>
              </p:cNvPr>
              <p:cNvCxnSpPr/>
              <p:nvPr>
                <p:custDataLst>
                  <p:tags r:id="rId74"/>
                </p:custDataLst>
              </p:nvPr>
            </p:nvCxnSpPr>
            <p:spPr bwMode="auto">
              <a:xfrm flipV="1">
                <a:off x="5613" y="7597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97" name="直接箭头连接符 96">
                <a:extLst>
                  <a:ext uri="{FF2B5EF4-FFF2-40B4-BE49-F238E27FC236}">
                    <a16:creationId xmlns:a16="http://schemas.microsoft.com/office/drawing/2014/main" id="{5BA8C5EF-11DD-4DB2-80D6-A0020C061D58}"/>
                  </a:ext>
                </a:extLst>
              </p:cNvPr>
              <p:cNvCxnSpPr/>
              <p:nvPr>
                <p:custDataLst>
                  <p:tags r:id="rId75"/>
                </p:custDataLst>
              </p:nvPr>
            </p:nvCxnSpPr>
            <p:spPr bwMode="auto">
              <a:xfrm flipV="1">
                <a:off x="5953" y="7597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98" name="直接箭头连接符 97">
                <a:extLst>
                  <a:ext uri="{FF2B5EF4-FFF2-40B4-BE49-F238E27FC236}">
                    <a16:creationId xmlns:a16="http://schemas.microsoft.com/office/drawing/2014/main" id="{DB32404C-6606-49B9-92FA-70DF45406370}"/>
                  </a:ext>
                </a:extLst>
              </p:cNvPr>
              <p:cNvCxnSpPr/>
              <p:nvPr>
                <p:custDataLst>
                  <p:tags r:id="rId76"/>
                </p:custDataLst>
              </p:nvPr>
            </p:nvCxnSpPr>
            <p:spPr bwMode="auto">
              <a:xfrm flipV="1">
                <a:off x="6293" y="7597"/>
                <a:ext cx="0" cy="283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99" name="直接箭头连接符 98">
                <a:extLst>
                  <a:ext uri="{FF2B5EF4-FFF2-40B4-BE49-F238E27FC236}">
                    <a16:creationId xmlns:a16="http://schemas.microsoft.com/office/drawing/2014/main" id="{477B80FE-3A56-4939-ADA3-7415B4CE90BD}"/>
                  </a:ext>
                </a:extLst>
              </p:cNvPr>
              <p:cNvCxnSpPr/>
              <p:nvPr>
                <p:custDataLst>
                  <p:tags r:id="rId77"/>
                </p:custDataLst>
              </p:nvPr>
            </p:nvCxnSpPr>
            <p:spPr bwMode="auto">
              <a:xfrm flipV="1">
                <a:off x="6633" y="7597"/>
                <a:ext cx="0" cy="283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</p:grpSp>
      </p:grpSp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9E1EA72B-F7D8-4ED1-9FB2-30EA0E5A0BD5}"/>
              </a:ext>
            </a:extLst>
          </p:cNvPr>
          <p:cNvGrpSpPr/>
          <p:nvPr/>
        </p:nvGrpSpPr>
        <p:grpSpPr>
          <a:xfrm>
            <a:off x="5688072" y="1519332"/>
            <a:ext cx="2807970" cy="1367790"/>
            <a:chOff x="8943" y="6856"/>
            <a:chExt cx="4422" cy="2154"/>
          </a:xfrm>
        </p:grpSpPr>
        <p:cxnSp>
          <p:nvCxnSpPr>
            <p:cNvPr id="122" name="直接箭头连接符 121">
              <a:extLst>
                <a:ext uri="{FF2B5EF4-FFF2-40B4-BE49-F238E27FC236}">
                  <a16:creationId xmlns:a16="http://schemas.microsoft.com/office/drawing/2014/main" id="{7F38EFE1-2B57-4B3D-B293-A95D7ED42FD3}"/>
                </a:ext>
              </a:extLst>
            </p:cNvPr>
            <p:cNvCxnSpPr/>
            <p:nvPr>
              <p:custDataLst>
                <p:tags r:id="rId58"/>
              </p:custDataLst>
            </p:nvPr>
          </p:nvCxnSpPr>
          <p:spPr bwMode="auto">
            <a:xfrm flipV="1">
              <a:off x="11664" y="6856"/>
              <a:ext cx="0" cy="2041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123" name="直接箭头连接符 122">
              <a:extLst>
                <a:ext uri="{FF2B5EF4-FFF2-40B4-BE49-F238E27FC236}">
                  <a16:creationId xmlns:a16="http://schemas.microsoft.com/office/drawing/2014/main" id="{9025E986-0A56-4AC6-BFF8-9A10C97982E0}"/>
                </a:ext>
              </a:extLst>
            </p:cNvPr>
            <p:cNvCxnSpPr/>
            <p:nvPr>
              <p:custDataLst>
                <p:tags r:id="rId59"/>
              </p:custDataLst>
            </p:nvPr>
          </p:nvCxnSpPr>
          <p:spPr bwMode="auto">
            <a:xfrm flipV="1">
              <a:off x="9963" y="6856"/>
              <a:ext cx="0" cy="2041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124" name="直接箭头连接符 123">
              <a:extLst>
                <a:ext uri="{FF2B5EF4-FFF2-40B4-BE49-F238E27FC236}">
                  <a16:creationId xmlns:a16="http://schemas.microsoft.com/office/drawing/2014/main" id="{0910C5AE-8A0F-47AF-987A-CF281A337B02}"/>
                </a:ext>
              </a:extLst>
            </p:cNvPr>
            <p:cNvCxnSpPr/>
            <p:nvPr>
              <p:custDataLst>
                <p:tags r:id="rId60"/>
              </p:custDataLst>
            </p:nvPr>
          </p:nvCxnSpPr>
          <p:spPr bwMode="auto">
            <a:xfrm flipH="1" flipV="1">
              <a:off x="12344" y="6856"/>
              <a:ext cx="102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125" name="直接箭头连接符 124">
              <a:extLst>
                <a:ext uri="{FF2B5EF4-FFF2-40B4-BE49-F238E27FC236}">
                  <a16:creationId xmlns:a16="http://schemas.microsoft.com/office/drawing/2014/main" id="{CFCC9B9C-CF08-4B9E-A215-31182D20A9A2}"/>
                </a:ext>
              </a:extLst>
            </p:cNvPr>
            <p:cNvCxnSpPr/>
            <p:nvPr>
              <p:custDataLst>
                <p:tags r:id="rId61"/>
              </p:custDataLst>
            </p:nvPr>
          </p:nvCxnSpPr>
          <p:spPr bwMode="auto">
            <a:xfrm flipH="1" flipV="1">
              <a:off x="10643" y="6856"/>
              <a:ext cx="102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126" name="直接箭头连接符 125">
              <a:extLst>
                <a:ext uri="{FF2B5EF4-FFF2-40B4-BE49-F238E27FC236}">
                  <a16:creationId xmlns:a16="http://schemas.microsoft.com/office/drawing/2014/main" id="{6649936A-B21F-459F-873D-36359960B975}"/>
                </a:ext>
              </a:extLst>
            </p:cNvPr>
            <p:cNvCxnSpPr/>
            <p:nvPr>
              <p:custDataLst>
                <p:tags r:id="rId62"/>
              </p:custDataLst>
            </p:nvPr>
          </p:nvCxnSpPr>
          <p:spPr bwMode="auto">
            <a:xfrm flipV="1">
              <a:off x="13365" y="6856"/>
              <a:ext cx="0" cy="2041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127" name="直接箭头连接符 126">
              <a:extLst>
                <a:ext uri="{FF2B5EF4-FFF2-40B4-BE49-F238E27FC236}">
                  <a16:creationId xmlns:a16="http://schemas.microsoft.com/office/drawing/2014/main" id="{0089C53B-0D4D-4E24-9CCB-E2B01B46974F}"/>
                </a:ext>
              </a:extLst>
            </p:cNvPr>
            <p:cNvCxnSpPr/>
            <p:nvPr>
              <p:custDataLst>
                <p:tags r:id="rId63"/>
              </p:custDataLst>
            </p:nvPr>
          </p:nvCxnSpPr>
          <p:spPr bwMode="auto">
            <a:xfrm flipH="1" flipV="1">
              <a:off x="8943" y="6856"/>
              <a:ext cx="102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128" name="直接箭头连接符 127">
              <a:extLst>
                <a:ext uri="{FF2B5EF4-FFF2-40B4-BE49-F238E27FC236}">
                  <a16:creationId xmlns:a16="http://schemas.microsoft.com/office/drawing/2014/main" id="{C5CBCAE5-C631-4B8C-8995-589DFDD648E6}"/>
                </a:ext>
              </a:extLst>
            </p:cNvPr>
            <p:cNvCxnSpPr/>
            <p:nvPr>
              <p:custDataLst>
                <p:tags r:id="rId64"/>
              </p:custDataLst>
            </p:nvPr>
          </p:nvCxnSpPr>
          <p:spPr bwMode="auto">
            <a:xfrm flipH="1" flipV="1">
              <a:off x="10870" y="8897"/>
              <a:ext cx="102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oval" w="sm" len="sm"/>
            </a:ln>
            <a:effectLst/>
          </p:spPr>
        </p:cxnSp>
        <p:cxnSp>
          <p:nvCxnSpPr>
            <p:cNvPr id="129" name="直接箭头连接符 128">
              <a:extLst>
                <a:ext uri="{FF2B5EF4-FFF2-40B4-BE49-F238E27FC236}">
                  <a16:creationId xmlns:a16="http://schemas.microsoft.com/office/drawing/2014/main" id="{A09F0119-E773-4BD2-A12E-85BAF3A389EC}"/>
                </a:ext>
              </a:extLst>
            </p:cNvPr>
            <p:cNvCxnSpPr/>
            <p:nvPr>
              <p:custDataLst>
                <p:tags r:id="rId65"/>
              </p:custDataLst>
            </p:nvPr>
          </p:nvCxnSpPr>
          <p:spPr bwMode="auto">
            <a:xfrm flipH="1" flipV="1">
              <a:off x="12571" y="8897"/>
              <a:ext cx="79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oval" w="sm" len="sm"/>
            </a:ln>
            <a:effectLst/>
          </p:spPr>
        </p:cxnSp>
        <p:cxnSp>
          <p:nvCxnSpPr>
            <p:cNvPr id="130" name="直接箭头连接符 129">
              <a:extLst>
                <a:ext uri="{FF2B5EF4-FFF2-40B4-BE49-F238E27FC236}">
                  <a16:creationId xmlns:a16="http://schemas.microsoft.com/office/drawing/2014/main" id="{2FB320F4-13B1-4028-9654-F34A0A4365F2}"/>
                </a:ext>
              </a:extLst>
            </p:cNvPr>
            <p:cNvCxnSpPr/>
            <p:nvPr>
              <p:custDataLst>
                <p:tags r:id="rId66"/>
              </p:custDataLst>
            </p:nvPr>
          </p:nvCxnSpPr>
          <p:spPr bwMode="auto">
            <a:xfrm flipH="1" flipV="1">
              <a:off x="9170" y="8897"/>
              <a:ext cx="102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31" name="直接箭头连接符 130">
              <a:extLst>
                <a:ext uri="{FF2B5EF4-FFF2-40B4-BE49-F238E27FC236}">
                  <a16:creationId xmlns:a16="http://schemas.microsoft.com/office/drawing/2014/main" id="{9A3261B9-4B33-445F-8CEC-3F1B7153A795}"/>
                </a:ext>
              </a:extLst>
            </p:cNvPr>
            <p:cNvCxnSpPr/>
            <p:nvPr>
              <p:custDataLst>
                <p:tags r:id="rId67"/>
              </p:custDataLst>
            </p:nvPr>
          </p:nvCxnSpPr>
          <p:spPr bwMode="auto">
            <a:xfrm flipH="1" flipV="1">
              <a:off x="9510" y="9010"/>
              <a:ext cx="1361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132" name="直接箭头连接符 131">
              <a:extLst>
                <a:ext uri="{FF2B5EF4-FFF2-40B4-BE49-F238E27FC236}">
                  <a16:creationId xmlns:a16="http://schemas.microsoft.com/office/drawing/2014/main" id="{2AF5D6DD-123F-4FC3-8926-CE1F65DE837E}"/>
                </a:ext>
              </a:extLst>
            </p:cNvPr>
            <p:cNvCxnSpPr/>
            <p:nvPr>
              <p:custDataLst>
                <p:tags r:id="rId68"/>
              </p:custDataLst>
            </p:nvPr>
          </p:nvCxnSpPr>
          <p:spPr bwMode="auto">
            <a:xfrm flipH="1" flipV="1">
              <a:off x="11211" y="9010"/>
              <a:ext cx="1361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</p:grpSp>
      <p:cxnSp>
        <p:nvCxnSpPr>
          <p:cNvPr id="133" name="直接箭头连接符 132">
            <a:extLst>
              <a:ext uri="{FF2B5EF4-FFF2-40B4-BE49-F238E27FC236}">
                <a16:creationId xmlns:a16="http://schemas.microsoft.com/office/drawing/2014/main" id="{8B4BE352-D66B-495D-933E-288FE3A92A7C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V="1">
            <a:off x="1062000" y="1665045"/>
            <a:ext cx="198000" cy="0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134" name="AutoShape 338">
            <a:extLst>
              <a:ext uri="{FF2B5EF4-FFF2-40B4-BE49-F238E27FC236}">
                <a16:creationId xmlns:a16="http://schemas.microsoft.com/office/drawing/2014/main" id="{5FA689B0-193E-43F8-A9DC-D8CBB1283655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1763688" y="3284984"/>
            <a:ext cx="3096000" cy="252000"/>
          </a:xfrm>
          <a:prstGeom prst="borderCallout2">
            <a:avLst>
              <a:gd name="adj1" fmla="val 50028"/>
              <a:gd name="adj2" fmla="val 100053"/>
              <a:gd name="adj3" fmla="val 50878"/>
              <a:gd name="adj4" fmla="val 105608"/>
              <a:gd name="adj5" fmla="val -343014"/>
              <a:gd name="adj6" fmla="val 122495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 anchorCtr="0"/>
          <a:lstStyle/>
          <a:p>
            <a:pPr algn="ctr">
              <a:lnSpc>
                <a:spcPct val="90000"/>
              </a:lnSpc>
            </a:pP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右移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置数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保持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左移，无效端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=0</a:t>
            </a:r>
            <a:endParaRPr lang="zh-CN" altLang="en-US" sz="1600" b="1" u="none" dirty="0">
              <a:latin typeface="宋体" panose="02010600030101010101" pitchFamily="2" charset="-122"/>
            </a:endParaRPr>
          </a:p>
        </p:txBody>
      </p:sp>
      <p:grpSp>
        <p:nvGrpSpPr>
          <p:cNvPr id="135" name="组合 134">
            <a:extLst>
              <a:ext uri="{FF2B5EF4-FFF2-40B4-BE49-F238E27FC236}">
                <a16:creationId xmlns:a16="http://schemas.microsoft.com/office/drawing/2014/main" id="{7651E76E-FEF4-45FC-B4B7-EB7725C50630}"/>
              </a:ext>
            </a:extLst>
          </p:cNvPr>
          <p:cNvGrpSpPr/>
          <p:nvPr/>
        </p:nvGrpSpPr>
        <p:grpSpPr>
          <a:xfrm>
            <a:off x="5183882" y="2707417"/>
            <a:ext cx="3312160" cy="612775"/>
            <a:chOff x="5183882" y="5587737"/>
            <a:chExt cx="3312160" cy="612775"/>
          </a:xfrm>
        </p:grpSpPr>
        <p:grpSp>
          <p:nvGrpSpPr>
            <p:cNvPr id="136" name="组合 135">
              <a:extLst>
                <a:ext uri="{FF2B5EF4-FFF2-40B4-BE49-F238E27FC236}">
                  <a16:creationId xmlns:a16="http://schemas.microsoft.com/office/drawing/2014/main" id="{FEB11CFB-C1C6-4CD8-A1BB-3FD03F66363E}"/>
                </a:ext>
              </a:extLst>
            </p:cNvPr>
            <p:cNvGrpSpPr/>
            <p:nvPr/>
          </p:nvGrpSpPr>
          <p:grpSpPr>
            <a:xfrm>
              <a:off x="5472172" y="5587737"/>
              <a:ext cx="2879090" cy="467360"/>
              <a:chOff x="8603" y="8727"/>
              <a:chExt cx="4534" cy="736"/>
            </a:xfrm>
          </p:grpSpPr>
          <p:cxnSp>
            <p:nvCxnSpPr>
              <p:cNvPr id="156" name="直接箭头连接符 155">
                <a:extLst>
                  <a:ext uri="{FF2B5EF4-FFF2-40B4-BE49-F238E27FC236}">
                    <a16:creationId xmlns:a16="http://schemas.microsoft.com/office/drawing/2014/main" id="{1CACB74C-48A1-4EE7-AF49-39C79C2C441E}"/>
                  </a:ext>
                </a:extLst>
              </p:cNvPr>
              <p:cNvCxnSpPr/>
              <p:nvPr>
                <p:custDataLst>
                  <p:tags r:id="rId34"/>
                </p:custDataLst>
              </p:nvPr>
            </p:nvCxnSpPr>
            <p:spPr bwMode="auto">
              <a:xfrm flipV="1">
                <a:off x="12797" y="8727"/>
                <a:ext cx="0" cy="51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990099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157" name="直接箭头连接符 156">
                <a:extLst>
                  <a:ext uri="{FF2B5EF4-FFF2-40B4-BE49-F238E27FC236}">
                    <a16:creationId xmlns:a16="http://schemas.microsoft.com/office/drawing/2014/main" id="{6043AA3F-5EE7-44F3-8534-62175B758E81}"/>
                  </a:ext>
                </a:extLst>
              </p:cNvPr>
              <p:cNvCxnSpPr/>
              <p:nvPr>
                <p:custDataLst>
                  <p:tags r:id="rId35"/>
                </p:custDataLst>
              </p:nvPr>
            </p:nvCxnSpPr>
            <p:spPr bwMode="auto">
              <a:xfrm flipV="1">
                <a:off x="8603" y="8727"/>
                <a:ext cx="0" cy="737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990099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158" name="直接箭头连接符 157">
                <a:extLst>
                  <a:ext uri="{FF2B5EF4-FFF2-40B4-BE49-F238E27FC236}">
                    <a16:creationId xmlns:a16="http://schemas.microsoft.com/office/drawing/2014/main" id="{463F1A42-D8D4-46E9-AA9C-B52BCCDE1D75}"/>
                  </a:ext>
                </a:extLst>
              </p:cNvPr>
              <p:cNvCxnSpPr/>
              <p:nvPr>
                <p:custDataLst>
                  <p:tags r:id="rId36"/>
                </p:custDataLst>
              </p:nvPr>
            </p:nvCxnSpPr>
            <p:spPr bwMode="auto">
              <a:xfrm flipV="1">
                <a:off x="8716" y="8727"/>
                <a:ext cx="0" cy="397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159" name="直接箭头连接符 158">
                <a:extLst>
                  <a:ext uri="{FF2B5EF4-FFF2-40B4-BE49-F238E27FC236}">
                    <a16:creationId xmlns:a16="http://schemas.microsoft.com/office/drawing/2014/main" id="{62405FE0-39C4-4CC7-8E3D-BC53649ECC23}"/>
                  </a:ext>
                </a:extLst>
              </p:cNvPr>
              <p:cNvCxnSpPr/>
              <p:nvPr>
                <p:custDataLst>
                  <p:tags r:id="rId37"/>
                </p:custDataLst>
              </p:nvPr>
            </p:nvCxnSpPr>
            <p:spPr bwMode="auto">
              <a:xfrm flipV="1">
                <a:off x="8943" y="8727"/>
                <a:ext cx="0" cy="624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3399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160" name="直接箭头连接符 159">
                <a:extLst>
                  <a:ext uri="{FF2B5EF4-FFF2-40B4-BE49-F238E27FC236}">
                    <a16:creationId xmlns:a16="http://schemas.microsoft.com/office/drawing/2014/main" id="{0F66C99C-85B0-4A73-AC4E-F9883CFE138C}"/>
                  </a:ext>
                </a:extLst>
              </p:cNvPr>
              <p:cNvCxnSpPr/>
              <p:nvPr>
                <p:custDataLst>
                  <p:tags r:id="rId38"/>
                </p:custDataLst>
              </p:nvPr>
            </p:nvCxnSpPr>
            <p:spPr bwMode="auto">
              <a:xfrm flipV="1">
                <a:off x="9056" y="8727"/>
                <a:ext cx="0" cy="397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3399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161" name="直接箭头连接符 160">
                <a:extLst>
                  <a:ext uri="{FF2B5EF4-FFF2-40B4-BE49-F238E27FC236}">
                    <a16:creationId xmlns:a16="http://schemas.microsoft.com/office/drawing/2014/main" id="{24B95C95-DDA2-4049-BDB5-B4CEE4CF92E6}"/>
                  </a:ext>
                </a:extLst>
              </p:cNvPr>
              <p:cNvCxnSpPr/>
              <p:nvPr>
                <p:custDataLst>
                  <p:tags r:id="rId39"/>
                </p:custDataLst>
              </p:nvPr>
            </p:nvCxnSpPr>
            <p:spPr bwMode="auto">
              <a:xfrm flipV="1">
                <a:off x="9283" y="8727"/>
                <a:ext cx="0" cy="737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990099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162" name="直接箭头连接符 161">
                <a:extLst>
                  <a:ext uri="{FF2B5EF4-FFF2-40B4-BE49-F238E27FC236}">
                    <a16:creationId xmlns:a16="http://schemas.microsoft.com/office/drawing/2014/main" id="{9DFE5747-D2CC-4A53-B08D-812C6C9ADCF3}"/>
                  </a:ext>
                </a:extLst>
              </p:cNvPr>
              <p:cNvCxnSpPr/>
              <p:nvPr>
                <p:custDataLst>
                  <p:tags r:id="rId40"/>
                </p:custDataLst>
              </p:nvPr>
            </p:nvCxnSpPr>
            <p:spPr bwMode="auto">
              <a:xfrm flipV="1">
                <a:off x="9396" y="8727"/>
                <a:ext cx="0" cy="51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990099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163" name="直接箭头连接符 162">
                <a:extLst>
                  <a:ext uri="{FF2B5EF4-FFF2-40B4-BE49-F238E27FC236}">
                    <a16:creationId xmlns:a16="http://schemas.microsoft.com/office/drawing/2014/main" id="{DCD1D45D-C9DF-4BC8-AB3A-B0A11BE7D60F}"/>
                  </a:ext>
                </a:extLst>
              </p:cNvPr>
              <p:cNvCxnSpPr/>
              <p:nvPr>
                <p:custDataLst>
                  <p:tags r:id="rId41"/>
                </p:custDataLst>
              </p:nvPr>
            </p:nvCxnSpPr>
            <p:spPr bwMode="auto">
              <a:xfrm flipV="1">
                <a:off x="9623" y="8727"/>
                <a:ext cx="0" cy="624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3399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164" name="直接箭头连接符 163">
                <a:extLst>
                  <a:ext uri="{FF2B5EF4-FFF2-40B4-BE49-F238E27FC236}">
                    <a16:creationId xmlns:a16="http://schemas.microsoft.com/office/drawing/2014/main" id="{6F1E169C-E747-4764-9422-C39F369598C1}"/>
                  </a:ext>
                </a:extLst>
              </p:cNvPr>
              <p:cNvCxnSpPr/>
              <p:nvPr>
                <p:custDataLst>
                  <p:tags r:id="rId42"/>
                </p:custDataLst>
              </p:nvPr>
            </p:nvCxnSpPr>
            <p:spPr bwMode="auto">
              <a:xfrm flipV="1">
                <a:off x="9736" y="8727"/>
                <a:ext cx="0" cy="51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990099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165" name="直接箭头连接符 164">
                <a:extLst>
                  <a:ext uri="{FF2B5EF4-FFF2-40B4-BE49-F238E27FC236}">
                    <a16:creationId xmlns:a16="http://schemas.microsoft.com/office/drawing/2014/main" id="{A5C22D49-B9EC-430B-83C7-C9F008F8D695}"/>
                  </a:ext>
                </a:extLst>
              </p:cNvPr>
              <p:cNvCxnSpPr/>
              <p:nvPr>
                <p:custDataLst>
                  <p:tags r:id="rId43"/>
                </p:custDataLst>
              </p:nvPr>
            </p:nvCxnSpPr>
            <p:spPr bwMode="auto">
              <a:xfrm flipV="1">
                <a:off x="10303" y="8727"/>
                <a:ext cx="0" cy="737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990099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166" name="直接箭头连接符 165">
                <a:extLst>
                  <a:ext uri="{FF2B5EF4-FFF2-40B4-BE49-F238E27FC236}">
                    <a16:creationId xmlns:a16="http://schemas.microsoft.com/office/drawing/2014/main" id="{907E8BD7-7632-4707-A576-D1AD07CE3667}"/>
                  </a:ext>
                </a:extLst>
              </p:cNvPr>
              <p:cNvCxnSpPr/>
              <p:nvPr>
                <p:custDataLst>
                  <p:tags r:id="rId44"/>
                </p:custDataLst>
              </p:nvPr>
            </p:nvCxnSpPr>
            <p:spPr bwMode="auto">
              <a:xfrm flipV="1">
                <a:off x="10416" y="8727"/>
                <a:ext cx="0" cy="397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3399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167" name="直接箭头连接符 166">
                <a:extLst>
                  <a:ext uri="{FF2B5EF4-FFF2-40B4-BE49-F238E27FC236}">
                    <a16:creationId xmlns:a16="http://schemas.microsoft.com/office/drawing/2014/main" id="{A4205BD4-F687-4434-BE57-5F35065D71C2}"/>
                  </a:ext>
                </a:extLst>
              </p:cNvPr>
              <p:cNvCxnSpPr/>
              <p:nvPr>
                <p:custDataLst>
                  <p:tags r:id="rId45"/>
                </p:custDataLst>
              </p:nvPr>
            </p:nvCxnSpPr>
            <p:spPr bwMode="auto">
              <a:xfrm flipV="1">
                <a:off x="10643" y="8727"/>
                <a:ext cx="0" cy="624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3399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168" name="直接箭头连接符 167">
                <a:extLst>
                  <a:ext uri="{FF2B5EF4-FFF2-40B4-BE49-F238E27FC236}">
                    <a16:creationId xmlns:a16="http://schemas.microsoft.com/office/drawing/2014/main" id="{83D7EAD0-9658-4BD6-AE2C-A16BB4618F51}"/>
                  </a:ext>
                </a:extLst>
              </p:cNvPr>
              <p:cNvCxnSpPr/>
              <p:nvPr>
                <p:custDataLst>
                  <p:tags r:id="rId46"/>
                </p:custDataLst>
              </p:nvPr>
            </p:nvCxnSpPr>
            <p:spPr bwMode="auto">
              <a:xfrm flipV="1">
                <a:off x="10756" y="8727"/>
                <a:ext cx="0" cy="397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3399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169" name="直接箭头连接符 168">
                <a:extLst>
                  <a:ext uri="{FF2B5EF4-FFF2-40B4-BE49-F238E27FC236}">
                    <a16:creationId xmlns:a16="http://schemas.microsoft.com/office/drawing/2014/main" id="{782321B7-9014-45A4-B2E3-9DF72A1055E0}"/>
                  </a:ext>
                </a:extLst>
              </p:cNvPr>
              <p:cNvCxnSpPr/>
              <p:nvPr>
                <p:custDataLst>
                  <p:tags r:id="rId47"/>
                </p:custDataLst>
              </p:nvPr>
            </p:nvCxnSpPr>
            <p:spPr bwMode="auto">
              <a:xfrm flipV="1">
                <a:off x="10983" y="8727"/>
                <a:ext cx="0" cy="737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990099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170" name="直接箭头连接符 169">
                <a:extLst>
                  <a:ext uri="{FF2B5EF4-FFF2-40B4-BE49-F238E27FC236}">
                    <a16:creationId xmlns:a16="http://schemas.microsoft.com/office/drawing/2014/main" id="{5E25C441-140C-4D05-8639-43C712AAEFD7}"/>
                  </a:ext>
                </a:extLst>
              </p:cNvPr>
              <p:cNvCxnSpPr/>
              <p:nvPr>
                <p:custDataLst>
                  <p:tags r:id="rId48"/>
                </p:custDataLst>
              </p:nvPr>
            </p:nvCxnSpPr>
            <p:spPr bwMode="auto">
              <a:xfrm flipV="1">
                <a:off x="11096" y="8727"/>
                <a:ext cx="0" cy="51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990099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171" name="直接箭头连接符 170">
                <a:extLst>
                  <a:ext uri="{FF2B5EF4-FFF2-40B4-BE49-F238E27FC236}">
                    <a16:creationId xmlns:a16="http://schemas.microsoft.com/office/drawing/2014/main" id="{DC24AE2E-1A3D-405C-8870-BA82408DF48A}"/>
                  </a:ext>
                </a:extLst>
              </p:cNvPr>
              <p:cNvCxnSpPr/>
              <p:nvPr>
                <p:custDataLst>
                  <p:tags r:id="rId49"/>
                </p:custDataLst>
              </p:nvPr>
            </p:nvCxnSpPr>
            <p:spPr bwMode="auto">
              <a:xfrm flipV="1">
                <a:off x="11323" y="8727"/>
                <a:ext cx="0" cy="624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3399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172" name="直接箭头连接符 171">
                <a:extLst>
                  <a:ext uri="{FF2B5EF4-FFF2-40B4-BE49-F238E27FC236}">
                    <a16:creationId xmlns:a16="http://schemas.microsoft.com/office/drawing/2014/main" id="{30625C34-9996-4AC9-B4C4-4A3B148EC81F}"/>
                  </a:ext>
                </a:extLst>
              </p:cNvPr>
              <p:cNvCxnSpPr/>
              <p:nvPr>
                <p:custDataLst>
                  <p:tags r:id="rId50"/>
                </p:custDataLst>
              </p:nvPr>
            </p:nvCxnSpPr>
            <p:spPr bwMode="auto">
              <a:xfrm flipV="1">
                <a:off x="11436" y="8727"/>
                <a:ext cx="0" cy="51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990099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173" name="直接箭头连接符 172">
                <a:extLst>
                  <a:ext uri="{FF2B5EF4-FFF2-40B4-BE49-F238E27FC236}">
                    <a16:creationId xmlns:a16="http://schemas.microsoft.com/office/drawing/2014/main" id="{2BA4D711-EA5F-4004-9D39-A6B7FE28B23E}"/>
                  </a:ext>
                </a:extLst>
              </p:cNvPr>
              <p:cNvCxnSpPr/>
              <p:nvPr>
                <p:custDataLst>
                  <p:tags r:id="rId51"/>
                </p:custDataLst>
              </p:nvPr>
            </p:nvCxnSpPr>
            <p:spPr bwMode="auto">
              <a:xfrm flipV="1">
                <a:off x="12004" y="8727"/>
                <a:ext cx="0" cy="737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990099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174" name="直接箭头连接符 173">
                <a:extLst>
                  <a:ext uri="{FF2B5EF4-FFF2-40B4-BE49-F238E27FC236}">
                    <a16:creationId xmlns:a16="http://schemas.microsoft.com/office/drawing/2014/main" id="{60F36F7E-15FF-4630-A134-3A417103A150}"/>
                  </a:ext>
                </a:extLst>
              </p:cNvPr>
              <p:cNvCxnSpPr/>
              <p:nvPr>
                <p:custDataLst>
                  <p:tags r:id="rId52"/>
                </p:custDataLst>
              </p:nvPr>
            </p:nvCxnSpPr>
            <p:spPr bwMode="auto">
              <a:xfrm flipV="1">
                <a:off x="12117" y="8727"/>
                <a:ext cx="0" cy="397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3399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175" name="直接箭头连接符 174">
                <a:extLst>
                  <a:ext uri="{FF2B5EF4-FFF2-40B4-BE49-F238E27FC236}">
                    <a16:creationId xmlns:a16="http://schemas.microsoft.com/office/drawing/2014/main" id="{FA5809D2-53FF-4FE9-AFB7-9D79AAACA7D5}"/>
                  </a:ext>
                </a:extLst>
              </p:cNvPr>
              <p:cNvCxnSpPr/>
              <p:nvPr>
                <p:custDataLst>
                  <p:tags r:id="rId53"/>
                </p:custDataLst>
              </p:nvPr>
            </p:nvCxnSpPr>
            <p:spPr bwMode="auto">
              <a:xfrm flipV="1">
                <a:off x="12344" y="8727"/>
                <a:ext cx="0" cy="624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3399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176" name="直接箭头连接符 175">
                <a:extLst>
                  <a:ext uri="{FF2B5EF4-FFF2-40B4-BE49-F238E27FC236}">
                    <a16:creationId xmlns:a16="http://schemas.microsoft.com/office/drawing/2014/main" id="{DB06CB68-1444-4F7B-9DDA-65106A466E07}"/>
                  </a:ext>
                </a:extLst>
              </p:cNvPr>
              <p:cNvCxnSpPr/>
              <p:nvPr>
                <p:custDataLst>
                  <p:tags r:id="rId54"/>
                </p:custDataLst>
              </p:nvPr>
            </p:nvCxnSpPr>
            <p:spPr bwMode="auto">
              <a:xfrm flipV="1">
                <a:off x="12457" y="8727"/>
                <a:ext cx="0" cy="397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3399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177" name="直接箭头连接符 176">
                <a:extLst>
                  <a:ext uri="{FF2B5EF4-FFF2-40B4-BE49-F238E27FC236}">
                    <a16:creationId xmlns:a16="http://schemas.microsoft.com/office/drawing/2014/main" id="{74974650-493C-4A54-9414-A56E474F0E7D}"/>
                  </a:ext>
                </a:extLst>
              </p:cNvPr>
              <p:cNvCxnSpPr/>
              <p:nvPr>
                <p:custDataLst>
                  <p:tags r:id="rId55"/>
                </p:custDataLst>
              </p:nvPr>
            </p:nvCxnSpPr>
            <p:spPr bwMode="auto">
              <a:xfrm flipV="1">
                <a:off x="12684" y="8727"/>
                <a:ext cx="0" cy="737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990099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178" name="直接箭头连接符 177">
                <a:extLst>
                  <a:ext uri="{FF2B5EF4-FFF2-40B4-BE49-F238E27FC236}">
                    <a16:creationId xmlns:a16="http://schemas.microsoft.com/office/drawing/2014/main" id="{96A084EC-5909-4A1A-AEDB-56A4B5563EE2}"/>
                  </a:ext>
                </a:extLst>
              </p:cNvPr>
              <p:cNvCxnSpPr/>
              <p:nvPr>
                <p:custDataLst>
                  <p:tags r:id="rId56"/>
                </p:custDataLst>
              </p:nvPr>
            </p:nvCxnSpPr>
            <p:spPr bwMode="auto">
              <a:xfrm flipV="1">
                <a:off x="13024" y="8727"/>
                <a:ext cx="0" cy="624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179" name="直接箭头连接符 178">
                <a:extLst>
                  <a:ext uri="{FF2B5EF4-FFF2-40B4-BE49-F238E27FC236}">
                    <a16:creationId xmlns:a16="http://schemas.microsoft.com/office/drawing/2014/main" id="{1327CB8D-45A9-4BF5-8BA0-30FBB659672A}"/>
                  </a:ext>
                </a:extLst>
              </p:cNvPr>
              <p:cNvCxnSpPr/>
              <p:nvPr>
                <p:custDataLst>
                  <p:tags r:id="rId57"/>
                </p:custDataLst>
              </p:nvPr>
            </p:nvCxnSpPr>
            <p:spPr bwMode="auto">
              <a:xfrm flipV="1">
                <a:off x="13137" y="8727"/>
                <a:ext cx="0" cy="51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990099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</p:grpSp>
        <p:grpSp>
          <p:nvGrpSpPr>
            <p:cNvPr id="137" name="组合 136">
              <a:extLst>
                <a:ext uri="{FF2B5EF4-FFF2-40B4-BE49-F238E27FC236}">
                  <a16:creationId xmlns:a16="http://schemas.microsoft.com/office/drawing/2014/main" id="{9D852A62-626A-41AC-B509-5ECF517494C4}"/>
                </a:ext>
              </a:extLst>
            </p:cNvPr>
            <p:cNvGrpSpPr/>
            <p:nvPr/>
          </p:nvGrpSpPr>
          <p:grpSpPr>
            <a:xfrm>
              <a:off x="5183882" y="5839832"/>
              <a:ext cx="3312160" cy="360680"/>
              <a:chOff x="3855" y="7994"/>
              <a:chExt cx="5216" cy="568"/>
            </a:xfrm>
          </p:grpSpPr>
          <p:cxnSp>
            <p:nvCxnSpPr>
              <p:cNvPr id="138" name="直接箭头连接符 137">
                <a:extLst>
                  <a:ext uri="{FF2B5EF4-FFF2-40B4-BE49-F238E27FC236}">
                    <a16:creationId xmlns:a16="http://schemas.microsoft.com/office/drawing/2014/main" id="{99F93161-0E53-47EB-9DA2-BD9A6A1E4B90}"/>
                  </a:ext>
                </a:extLst>
              </p:cNvPr>
              <p:cNvCxnSpPr/>
              <p:nvPr>
                <p:custDataLst>
                  <p:tags r:id="rId18"/>
                </p:custDataLst>
              </p:nvPr>
            </p:nvCxnSpPr>
            <p:spPr bwMode="auto">
              <a:xfrm flipV="1">
                <a:off x="4422" y="7994"/>
                <a:ext cx="4649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39" name="直接箭头连接符 138">
                <a:extLst>
                  <a:ext uri="{FF2B5EF4-FFF2-40B4-BE49-F238E27FC236}">
                    <a16:creationId xmlns:a16="http://schemas.microsoft.com/office/drawing/2014/main" id="{F43A18F6-20B2-4AA9-9A82-AB13A9A5ECB2}"/>
                  </a:ext>
                </a:extLst>
              </p:cNvPr>
              <p:cNvCxnSpPr/>
              <p:nvPr>
                <p:custDataLst>
                  <p:tags r:id="rId19"/>
                </p:custDataLst>
              </p:nvPr>
            </p:nvCxnSpPr>
            <p:spPr bwMode="auto">
              <a:xfrm flipV="1">
                <a:off x="5102" y="8107"/>
                <a:ext cx="3742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40" name="直接箭头连接符 139">
                <a:extLst>
                  <a:ext uri="{FF2B5EF4-FFF2-40B4-BE49-F238E27FC236}">
                    <a16:creationId xmlns:a16="http://schemas.microsoft.com/office/drawing/2014/main" id="{B1652013-B628-4501-BEF1-3A34FB2F0614}"/>
                  </a:ext>
                </a:extLst>
              </p:cNvPr>
              <p:cNvCxnSpPr/>
              <p:nvPr>
                <p:custDataLst>
                  <p:tags r:id="rId20"/>
                </p:custDataLst>
              </p:nvPr>
            </p:nvCxnSpPr>
            <p:spPr bwMode="auto">
              <a:xfrm flipV="1">
                <a:off x="4138" y="8220"/>
                <a:ext cx="4592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41" name="直接箭头连接符 140">
                <a:extLst>
                  <a:ext uri="{FF2B5EF4-FFF2-40B4-BE49-F238E27FC236}">
                    <a16:creationId xmlns:a16="http://schemas.microsoft.com/office/drawing/2014/main" id="{62235AB8-63E3-472B-97FD-5B10FA53434F}"/>
                  </a:ext>
                </a:extLst>
              </p:cNvPr>
              <p:cNvCxnSpPr/>
              <p:nvPr>
                <p:custDataLst>
                  <p:tags r:id="rId21"/>
                </p:custDataLst>
              </p:nvPr>
            </p:nvCxnSpPr>
            <p:spPr bwMode="auto">
              <a:xfrm flipV="1">
                <a:off x="4309" y="8334"/>
                <a:ext cx="4082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grpSp>
            <p:nvGrpSpPr>
              <p:cNvPr id="142" name="组合 141">
                <a:extLst>
                  <a:ext uri="{FF2B5EF4-FFF2-40B4-BE49-F238E27FC236}">
                    <a16:creationId xmlns:a16="http://schemas.microsoft.com/office/drawing/2014/main" id="{4B29A5BB-C928-4A4D-B9B0-2C630F6BDCC6}"/>
                  </a:ext>
                </a:extLst>
              </p:cNvPr>
              <p:cNvGrpSpPr/>
              <p:nvPr/>
            </p:nvGrpSpPr>
            <p:grpSpPr>
              <a:xfrm>
                <a:off x="3855" y="8220"/>
                <a:ext cx="567" cy="342"/>
                <a:chOff x="3855" y="8220"/>
                <a:chExt cx="567" cy="342"/>
              </a:xfrm>
            </p:grpSpPr>
            <p:cxnSp>
              <p:nvCxnSpPr>
                <p:cNvPr id="150" name="直接箭头连接符 149">
                  <a:extLst>
                    <a:ext uri="{FF2B5EF4-FFF2-40B4-BE49-F238E27FC236}">
                      <a16:creationId xmlns:a16="http://schemas.microsoft.com/office/drawing/2014/main" id="{92D69B06-186C-45C4-924D-23FC42DC279D}"/>
                    </a:ext>
                  </a:extLst>
                </p:cNvPr>
                <p:cNvCxnSpPr/>
                <p:nvPr>
                  <p:custDataLst>
                    <p:tags r:id="rId28"/>
                  </p:custDataLst>
                </p:nvPr>
              </p:nvCxnSpPr>
              <p:spPr bwMode="auto">
                <a:xfrm flipH="1" flipV="1">
                  <a:off x="3855" y="8450"/>
                  <a:ext cx="113" cy="0"/>
                </a:xfrm>
                <a:prstGeom prst="straightConnector1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/>
                </a:ln>
                <a:effectLst/>
              </p:spPr>
            </p:cxnSp>
            <p:cxnSp>
              <p:nvCxnSpPr>
                <p:cNvPr id="151" name="直接箭头连接符 150">
                  <a:extLst>
                    <a:ext uri="{FF2B5EF4-FFF2-40B4-BE49-F238E27FC236}">
                      <a16:creationId xmlns:a16="http://schemas.microsoft.com/office/drawing/2014/main" id="{6BC7102F-6E1A-4860-8F21-D7628403151F}"/>
                    </a:ext>
                  </a:extLst>
                </p:cNvPr>
                <p:cNvCxnSpPr/>
                <p:nvPr>
                  <p:custDataLst>
                    <p:tags r:id="rId29"/>
                  </p:custDataLst>
                </p:nvPr>
              </p:nvCxnSpPr>
              <p:spPr bwMode="auto">
                <a:xfrm flipH="1" flipV="1">
                  <a:off x="4422" y="8334"/>
                  <a:ext cx="0" cy="113"/>
                </a:xfrm>
                <a:prstGeom prst="straightConnector1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oval" w="sm" len="sm"/>
                </a:ln>
                <a:effectLst/>
              </p:spPr>
            </p:cxnSp>
            <p:cxnSp>
              <p:nvCxnSpPr>
                <p:cNvPr id="152" name="直接箭头连接符 151">
                  <a:extLst>
                    <a:ext uri="{FF2B5EF4-FFF2-40B4-BE49-F238E27FC236}">
                      <a16:creationId xmlns:a16="http://schemas.microsoft.com/office/drawing/2014/main" id="{70180C85-5CEF-4163-A16F-FEBA00785BAE}"/>
                    </a:ext>
                  </a:extLst>
                </p:cNvPr>
                <p:cNvCxnSpPr/>
                <p:nvPr>
                  <p:custDataLst>
                    <p:tags r:id="rId30"/>
                  </p:custDataLst>
                </p:nvPr>
              </p:nvCxnSpPr>
              <p:spPr bwMode="auto">
                <a:xfrm flipH="1" flipV="1">
                  <a:off x="3855" y="8220"/>
                  <a:ext cx="0" cy="227"/>
                </a:xfrm>
                <a:prstGeom prst="straightConnector1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oval" w="sm" len="sm"/>
                </a:ln>
                <a:effectLst/>
              </p:spPr>
            </p:cxnSp>
            <p:sp>
              <p:nvSpPr>
                <p:cNvPr id="153" name="Text Box 36">
                  <a:extLst>
                    <a:ext uri="{FF2B5EF4-FFF2-40B4-BE49-F238E27FC236}">
                      <a16:creationId xmlns:a16="http://schemas.microsoft.com/office/drawing/2014/main" id="{52831BA8-8ADC-47C1-8BB1-57EE0F5DE9CC}"/>
                    </a:ext>
                  </a:extLst>
                </p:cNvPr>
                <p:cNvSpPr txBox="1">
                  <a:spLocks noChangeArrowheads="1"/>
                </p:cNvSpPr>
                <p:nvPr>
                  <p:custDataLst>
                    <p:tags r:id="rId31"/>
                  </p:custDataLst>
                </p:nvPr>
              </p:nvSpPr>
              <p:spPr bwMode="auto">
                <a:xfrm>
                  <a:off x="3969" y="8279"/>
                  <a:ext cx="227" cy="283"/>
                </a:xfrm>
                <a:prstGeom prst="rect">
                  <a:avLst/>
                </a:prstGeom>
                <a:solidFill>
                  <a:schemeClr val="bg1"/>
                </a:solidFill>
                <a:ln w="1587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vert="horz" wrap="square" lIns="0" tIns="0" rIns="0" bIns="0" anchor="ctr" anchorCtr="0">
                  <a:noAutofit/>
                </a:bodyPr>
                <a:lstStyle/>
                <a:p>
                  <a:pPr algn="ctr">
                    <a:lnSpc>
                      <a:spcPct val="90000"/>
                    </a:lnSpc>
                  </a:pPr>
                  <a:r>
                    <a:rPr lang="en-US" altLang="zh-CN" sz="1400" b="1" u="none" dirty="0">
                      <a:latin typeface="宋体" panose="02010600030101010101" pitchFamily="2" charset="-122"/>
                    </a:rPr>
                    <a:t>1</a:t>
                  </a:r>
                </a:p>
              </p:txBody>
            </p:sp>
            <p:sp>
              <p:nvSpPr>
                <p:cNvPr id="154" name="椭圆 153">
                  <a:extLst>
                    <a:ext uri="{FF2B5EF4-FFF2-40B4-BE49-F238E27FC236}">
                      <a16:creationId xmlns:a16="http://schemas.microsoft.com/office/drawing/2014/main" id="{97E4F6F7-B1A5-4ED3-AA0A-BC6670E1648F}"/>
                    </a:ext>
                  </a:extLst>
                </p:cNvPr>
                <p:cNvSpPr/>
                <p:nvPr>
                  <p:custDataLst>
                    <p:tags r:id="rId32"/>
                  </p:custDataLst>
                </p:nvPr>
              </p:nvSpPr>
              <p:spPr>
                <a:xfrm>
                  <a:off x="4195" y="8393"/>
                  <a:ext cx="113" cy="113"/>
                </a:xfrm>
                <a:prstGeom prst="ellipse">
                  <a:avLst/>
                </a:prstGeom>
                <a:solidFill>
                  <a:schemeClr val="bg1"/>
                </a:solidFill>
                <a:ln w="158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cxnSp>
              <p:nvCxnSpPr>
                <p:cNvPr id="155" name="直接箭头连接符 154">
                  <a:extLst>
                    <a:ext uri="{FF2B5EF4-FFF2-40B4-BE49-F238E27FC236}">
                      <a16:creationId xmlns:a16="http://schemas.microsoft.com/office/drawing/2014/main" id="{804944B2-4B66-4AB3-985A-837298A4B88C}"/>
                    </a:ext>
                  </a:extLst>
                </p:cNvPr>
                <p:cNvCxnSpPr/>
                <p:nvPr>
                  <p:custDataLst>
                    <p:tags r:id="rId33"/>
                  </p:custDataLst>
                </p:nvPr>
              </p:nvCxnSpPr>
              <p:spPr bwMode="auto">
                <a:xfrm flipH="1" flipV="1">
                  <a:off x="4309" y="8450"/>
                  <a:ext cx="113" cy="0"/>
                </a:xfrm>
                <a:prstGeom prst="straightConnector1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/>
                </a:ln>
                <a:effectLst/>
              </p:spPr>
            </p:cxnSp>
          </p:grpSp>
          <p:grpSp>
            <p:nvGrpSpPr>
              <p:cNvPr id="143" name="组合 142">
                <a:extLst>
                  <a:ext uri="{FF2B5EF4-FFF2-40B4-BE49-F238E27FC236}">
                    <a16:creationId xmlns:a16="http://schemas.microsoft.com/office/drawing/2014/main" id="{E0D599CA-CE05-46CC-AAC9-5AD5B1599D7F}"/>
                  </a:ext>
                </a:extLst>
              </p:cNvPr>
              <p:cNvGrpSpPr/>
              <p:nvPr/>
            </p:nvGrpSpPr>
            <p:grpSpPr>
              <a:xfrm>
                <a:off x="8503" y="8107"/>
                <a:ext cx="568" cy="455"/>
                <a:chOff x="6745" y="8107"/>
                <a:chExt cx="568" cy="455"/>
              </a:xfrm>
            </p:grpSpPr>
            <p:cxnSp>
              <p:nvCxnSpPr>
                <p:cNvPr id="144" name="直接箭头连接符 143">
                  <a:extLst>
                    <a:ext uri="{FF2B5EF4-FFF2-40B4-BE49-F238E27FC236}">
                      <a16:creationId xmlns:a16="http://schemas.microsoft.com/office/drawing/2014/main" id="{95D663C3-B18F-4619-8346-12FA826B0173}"/>
                    </a:ext>
                  </a:extLst>
                </p:cNvPr>
                <p:cNvCxnSpPr/>
                <p:nvPr>
                  <p:custDataLst>
                    <p:tags r:id="rId22"/>
                  </p:custDataLst>
                </p:nvPr>
              </p:nvCxnSpPr>
              <p:spPr bwMode="auto">
                <a:xfrm flipH="1" flipV="1">
                  <a:off x="7200" y="8450"/>
                  <a:ext cx="113" cy="0"/>
                </a:xfrm>
                <a:prstGeom prst="straightConnector1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/>
                </a:ln>
                <a:effectLst/>
              </p:spPr>
            </p:cxnSp>
            <p:cxnSp>
              <p:nvCxnSpPr>
                <p:cNvPr id="145" name="直接箭头连接符 144">
                  <a:extLst>
                    <a:ext uri="{FF2B5EF4-FFF2-40B4-BE49-F238E27FC236}">
                      <a16:creationId xmlns:a16="http://schemas.microsoft.com/office/drawing/2014/main" id="{FECFCC0E-F6C8-40C8-8CB3-559DF94321AD}"/>
                    </a:ext>
                  </a:extLst>
                </p:cNvPr>
                <p:cNvCxnSpPr/>
                <p:nvPr>
                  <p:custDataLst>
                    <p:tags r:id="rId23"/>
                  </p:custDataLst>
                </p:nvPr>
              </p:nvCxnSpPr>
              <p:spPr bwMode="auto">
                <a:xfrm flipH="1" flipV="1">
                  <a:off x="7313" y="8223"/>
                  <a:ext cx="0" cy="227"/>
                </a:xfrm>
                <a:prstGeom prst="straightConnector1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oval" w="sm" len="sm"/>
                </a:ln>
                <a:effectLst/>
              </p:spPr>
            </p:cxnSp>
            <p:sp>
              <p:nvSpPr>
                <p:cNvPr id="146" name="Text Box 36">
                  <a:extLst>
                    <a:ext uri="{FF2B5EF4-FFF2-40B4-BE49-F238E27FC236}">
                      <a16:creationId xmlns:a16="http://schemas.microsoft.com/office/drawing/2014/main" id="{42A5F56D-D549-4360-B21E-10B4DBA8B2AE}"/>
                    </a:ext>
                  </a:extLst>
                </p:cNvPr>
                <p:cNvSpPr txBox="1">
                  <a:spLocks noChangeArrowheads="1"/>
                </p:cNvSpPr>
                <p:nvPr>
                  <p:custDataLst>
                    <p:tags r:id="rId24"/>
                  </p:custDataLst>
                </p:nvPr>
              </p:nvSpPr>
              <p:spPr bwMode="auto">
                <a:xfrm>
                  <a:off x="6973" y="8279"/>
                  <a:ext cx="227" cy="283"/>
                </a:xfrm>
                <a:prstGeom prst="rect">
                  <a:avLst/>
                </a:prstGeom>
                <a:solidFill>
                  <a:schemeClr val="bg1"/>
                </a:solidFill>
                <a:ln w="1587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vert="horz" wrap="square" lIns="0" tIns="0" rIns="0" bIns="0" anchor="ctr" anchorCtr="0">
                  <a:noAutofit/>
                </a:bodyPr>
                <a:lstStyle/>
                <a:p>
                  <a:pPr algn="ctr">
                    <a:lnSpc>
                      <a:spcPct val="90000"/>
                    </a:lnSpc>
                  </a:pPr>
                  <a:r>
                    <a:rPr lang="en-US" altLang="zh-CN" sz="1400" b="1" u="none" dirty="0">
                      <a:latin typeface="宋体" panose="02010600030101010101" pitchFamily="2" charset="-122"/>
                    </a:rPr>
                    <a:t>1</a:t>
                  </a:r>
                </a:p>
              </p:txBody>
            </p:sp>
            <p:sp>
              <p:nvSpPr>
                <p:cNvPr id="147" name="椭圆 146">
                  <a:extLst>
                    <a:ext uri="{FF2B5EF4-FFF2-40B4-BE49-F238E27FC236}">
                      <a16:creationId xmlns:a16="http://schemas.microsoft.com/office/drawing/2014/main" id="{38D47765-658A-43F5-8D44-F841BC322EB5}"/>
                    </a:ext>
                  </a:extLst>
                </p:cNvPr>
                <p:cNvSpPr/>
                <p:nvPr>
                  <p:custDataLst>
                    <p:tags r:id="rId25"/>
                  </p:custDataLst>
                </p:nvPr>
              </p:nvSpPr>
              <p:spPr>
                <a:xfrm>
                  <a:off x="6859" y="8393"/>
                  <a:ext cx="113" cy="113"/>
                </a:xfrm>
                <a:prstGeom prst="ellipse">
                  <a:avLst/>
                </a:prstGeom>
                <a:solidFill>
                  <a:schemeClr val="bg1"/>
                </a:solidFill>
                <a:ln w="158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cxnSp>
              <p:nvCxnSpPr>
                <p:cNvPr id="148" name="直接箭头连接符 147">
                  <a:extLst>
                    <a:ext uri="{FF2B5EF4-FFF2-40B4-BE49-F238E27FC236}">
                      <a16:creationId xmlns:a16="http://schemas.microsoft.com/office/drawing/2014/main" id="{0857706B-18E9-43B9-9A69-7B6B489BD03C}"/>
                    </a:ext>
                  </a:extLst>
                </p:cNvPr>
                <p:cNvCxnSpPr/>
                <p:nvPr>
                  <p:custDataLst>
                    <p:tags r:id="rId26"/>
                  </p:custDataLst>
                </p:nvPr>
              </p:nvCxnSpPr>
              <p:spPr bwMode="auto">
                <a:xfrm flipH="1" flipV="1">
                  <a:off x="6746" y="8450"/>
                  <a:ext cx="113" cy="0"/>
                </a:xfrm>
                <a:prstGeom prst="straightConnector1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/>
                </a:ln>
                <a:effectLst/>
              </p:spPr>
            </p:cxnSp>
            <p:cxnSp>
              <p:nvCxnSpPr>
                <p:cNvPr id="149" name="直接箭头连接符 148">
                  <a:extLst>
                    <a:ext uri="{FF2B5EF4-FFF2-40B4-BE49-F238E27FC236}">
                      <a16:creationId xmlns:a16="http://schemas.microsoft.com/office/drawing/2014/main" id="{7D82FE03-5DDE-43F5-9FFC-CABCE788CC31}"/>
                    </a:ext>
                  </a:extLst>
                </p:cNvPr>
                <p:cNvCxnSpPr/>
                <p:nvPr>
                  <p:custDataLst>
                    <p:tags r:id="rId27"/>
                  </p:custDataLst>
                </p:nvPr>
              </p:nvCxnSpPr>
              <p:spPr bwMode="auto">
                <a:xfrm flipH="1" flipV="1">
                  <a:off x="6745" y="8107"/>
                  <a:ext cx="0" cy="340"/>
                </a:xfrm>
                <a:prstGeom prst="straightConnector1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oval" w="sm" len="sm"/>
                </a:ln>
                <a:effectLst/>
              </p:spPr>
            </p:cxnSp>
          </p:grpSp>
        </p:grpSp>
      </p:grpSp>
      <p:sp>
        <p:nvSpPr>
          <p:cNvPr id="181" name="Text Box 6">
            <a:extLst>
              <a:ext uri="{FF2B5EF4-FFF2-40B4-BE49-F238E27FC236}">
                <a16:creationId xmlns:a16="http://schemas.microsoft.com/office/drawing/2014/main" id="{D29C3EEC-7FB2-4DDD-8197-D4E640E35276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83569" y="3645024"/>
            <a:ext cx="8244274" cy="80887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anchor="t" anchorCtr="0">
            <a:spAutoFit/>
          </a:bodyPr>
          <a:lstStyle/>
          <a:p>
            <a:pPr marL="490855" indent="-490855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例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：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用</a:t>
            </a:r>
            <a:r>
              <a:rPr lang="en-US" altLang="zh-CN" sz="20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74194</a:t>
            </a:r>
            <a:r>
              <a:rPr lang="zh-CN" altLang="en-US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设计一个</a:t>
            </a:r>
            <a:r>
              <a:rPr lang="en-US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8</a:t>
            </a:r>
            <a:r>
              <a:rPr lang="zh-CN" altLang="en-US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位</a:t>
            </a:r>
            <a:r>
              <a:rPr lang="zh-CN" altLang="en-US" sz="2000" b="1" u="sng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串</a:t>
            </a:r>
            <a:r>
              <a:rPr lang="en-US" altLang="zh-CN" sz="2000" b="1" u="sng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-</a:t>
            </a:r>
            <a:r>
              <a:rPr lang="zh-CN" altLang="en-US" sz="2000" b="1" u="sng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并转换器</a:t>
            </a:r>
            <a:r>
              <a:rPr lang="en-US" altLang="zh-CN" sz="2000" b="1" u="sng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2000" b="1" u="sng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右移</a:t>
            </a:r>
            <a:r>
              <a:rPr lang="en-US" altLang="zh-CN" sz="2000" b="1" u="sng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zh-CN" altLang="zh-CN" sz="2000" b="1" kern="100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490855" indent="-490855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解</a:t>
            </a:r>
            <a:r>
              <a:rPr lang="zh-CN" altLang="zh-CN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r>
              <a:rPr lang="zh-CN" altLang="en-US" sz="20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需</a:t>
            </a:r>
            <a:r>
              <a:rPr lang="zh-CN" altLang="en-US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用</a:t>
            </a:r>
            <a:r>
              <a:rPr lang="en-US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片</a:t>
            </a:r>
            <a:r>
              <a:rPr lang="en-US" altLang="zh-CN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74191</a:t>
            </a:r>
            <a:r>
              <a:rPr lang="zh-CN" altLang="en-US" sz="2000" b="1" u="sng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级联</a:t>
            </a:r>
            <a:r>
              <a:rPr lang="zh-CN" altLang="zh-CN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zh-CN" altLang="en-US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选用</a:t>
            </a:r>
            <a:r>
              <a:rPr lang="zh-CN" altLang="zh-CN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右移</a:t>
            </a:r>
            <a:r>
              <a:rPr lang="zh-CN" altLang="en-US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功能</a:t>
            </a:r>
            <a:r>
              <a:rPr lang="en-US" altLang="zh-CN" sz="16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(S</a:t>
            </a:r>
            <a:r>
              <a:rPr lang="en-US" altLang="zh-CN" sz="1600" b="1" kern="100" baseline="-18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en-US" altLang="zh-CN" sz="16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S</a:t>
            </a:r>
            <a:r>
              <a:rPr lang="en-US" altLang="zh-CN" sz="1600" b="1" kern="100" baseline="-18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r>
              <a:rPr lang="zh-CN" altLang="en-US" sz="16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16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01</a:t>
            </a:r>
            <a:r>
              <a:rPr lang="en-US" altLang="zh-CN" sz="16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</a:p>
        </p:txBody>
      </p:sp>
      <p:grpSp>
        <p:nvGrpSpPr>
          <p:cNvPr id="246" name="组合 245">
            <a:extLst>
              <a:ext uri="{FF2B5EF4-FFF2-40B4-BE49-F238E27FC236}">
                <a16:creationId xmlns:a16="http://schemas.microsoft.com/office/drawing/2014/main" id="{44B52701-B692-4521-A865-91A0CBADD419}"/>
              </a:ext>
            </a:extLst>
          </p:cNvPr>
          <p:cNvGrpSpPr/>
          <p:nvPr/>
        </p:nvGrpSpPr>
        <p:grpSpPr>
          <a:xfrm>
            <a:off x="2195746" y="5151470"/>
            <a:ext cx="4284345" cy="972185"/>
            <a:chOff x="2891" y="6009"/>
            <a:chExt cx="6747" cy="1531"/>
          </a:xfrm>
        </p:grpSpPr>
        <p:cxnSp>
          <p:nvCxnSpPr>
            <p:cNvPr id="247" name="直接箭头连接符 246">
              <a:extLst>
                <a:ext uri="{FF2B5EF4-FFF2-40B4-BE49-F238E27FC236}">
                  <a16:creationId xmlns:a16="http://schemas.microsoft.com/office/drawing/2014/main" id="{4677E657-A3BC-4657-8D09-682B5E99A6DF}"/>
                </a:ext>
              </a:extLst>
            </p:cNvPr>
            <p:cNvCxnSpPr/>
            <p:nvPr>
              <p:custDataLst>
                <p:tags r:id="rId6"/>
              </p:custDataLst>
            </p:nvPr>
          </p:nvCxnSpPr>
          <p:spPr bwMode="auto">
            <a:xfrm flipV="1">
              <a:off x="3004" y="7540"/>
              <a:ext cx="3458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48" name="直接箭头连接符 247">
              <a:extLst>
                <a:ext uri="{FF2B5EF4-FFF2-40B4-BE49-F238E27FC236}">
                  <a16:creationId xmlns:a16="http://schemas.microsoft.com/office/drawing/2014/main" id="{48B5875E-B795-4CB3-A8CB-2D6A90DB6026}"/>
                </a:ext>
              </a:extLst>
            </p:cNvPr>
            <p:cNvCxnSpPr/>
            <p:nvPr>
              <p:custDataLst>
                <p:tags r:id="rId7"/>
              </p:custDataLst>
            </p:nvPr>
          </p:nvCxnSpPr>
          <p:spPr bwMode="auto">
            <a:xfrm flipV="1">
              <a:off x="2891" y="7427"/>
              <a:ext cx="3458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49" name="直接箭头连接符 248">
              <a:extLst>
                <a:ext uri="{FF2B5EF4-FFF2-40B4-BE49-F238E27FC236}">
                  <a16:creationId xmlns:a16="http://schemas.microsoft.com/office/drawing/2014/main" id="{FF02C8C4-3E54-4219-898A-987C53AABA52}"/>
                </a:ext>
              </a:extLst>
            </p:cNvPr>
            <p:cNvCxnSpPr/>
            <p:nvPr>
              <p:custDataLst>
                <p:tags r:id="rId8"/>
              </p:custDataLst>
            </p:nvPr>
          </p:nvCxnSpPr>
          <p:spPr bwMode="auto">
            <a:xfrm>
              <a:off x="6350" y="6134"/>
              <a:ext cx="0" cy="1304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</p:cxnSp>
        <p:cxnSp>
          <p:nvCxnSpPr>
            <p:cNvPr id="250" name="直接箭头连接符 249">
              <a:extLst>
                <a:ext uri="{FF2B5EF4-FFF2-40B4-BE49-F238E27FC236}">
                  <a16:creationId xmlns:a16="http://schemas.microsoft.com/office/drawing/2014/main" id="{9D39154E-F919-4DB9-AD43-D213BA20D940}"/>
                </a:ext>
              </a:extLst>
            </p:cNvPr>
            <p:cNvCxnSpPr/>
            <p:nvPr>
              <p:custDataLst>
                <p:tags r:id="rId9"/>
              </p:custDataLst>
            </p:nvPr>
          </p:nvCxnSpPr>
          <p:spPr bwMode="auto">
            <a:xfrm>
              <a:off x="6463" y="6463"/>
              <a:ext cx="0" cy="1077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</p:cxnSp>
        <p:cxnSp>
          <p:nvCxnSpPr>
            <p:cNvPr id="251" name="直接箭头连接符 250">
              <a:extLst>
                <a:ext uri="{FF2B5EF4-FFF2-40B4-BE49-F238E27FC236}">
                  <a16:creationId xmlns:a16="http://schemas.microsoft.com/office/drawing/2014/main" id="{1764542D-23D3-4F06-A821-F81E16308823}"/>
                </a:ext>
              </a:extLst>
            </p:cNvPr>
            <p:cNvCxnSpPr/>
            <p:nvPr>
              <p:custDataLst>
                <p:tags r:id="rId10"/>
              </p:custDataLst>
            </p:nvPr>
          </p:nvCxnSpPr>
          <p:spPr bwMode="auto">
            <a:xfrm>
              <a:off x="2891" y="6134"/>
              <a:ext cx="0" cy="1304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252" name="直接箭头连接符 251">
              <a:extLst>
                <a:ext uri="{FF2B5EF4-FFF2-40B4-BE49-F238E27FC236}">
                  <a16:creationId xmlns:a16="http://schemas.microsoft.com/office/drawing/2014/main" id="{34F2AD10-34E6-4A08-B888-8503DE78A276}"/>
                </a:ext>
              </a:extLst>
            </p:cNvPr>
            <p:cNvCxnSpPr/>
            <p:nvPr>
              <p:custDataLst>
                <p:tags r:id="rId11"/>
              </p:custDataLst>
            </p:nvPr>
          </p:nvCxnSpPr>
          <p:spPr bwMode="auto">
            <a:xfrm>
              <a:off x="3007" y="6463"/>
              <a:ext cx="0" cy="1077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56" name="Text Box 191">
              <a:extLst>
                <a:ext uri="{FF2B5EF4-FFF2-40B4-BE49-F238E27FC236}">
                  <a16:creationId xmlns:a16="http://schemas.microsoft.com/office/drawing/2014/main" id="{89152333-3E79-4AE3-A934-D7E9E3715EE3}"/>
                </a:ext>
              </a:extLst>
            </p:cNvPr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5953" y="6293"/>
              <a:ext cx="22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257" name="Text Box 191">
              <a:extLst>
                <a:ext uri="{FF2B5EF4-FFF2-40B4-BE49-F238E27FC236}">
                  <a16:creationId xmlns:a16="http://schemas.microsoft.com/office/drawing/2014/main" id="{33108837-5E62-400C-AEAD-DE1E4CEFF6BE}"/>
                </a:ext>
              </a:extLst>
            </p:cNvPr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5953" y="6009"/>
              <a:ext cx="22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258" name="Text Box 191">
              <a:extLst>
                <a:ext uri="{FF2B5EF4-FFF2-40B4-BE49-F238E27FC236}">
                  <a16:creationId xmlns:a16="http://schemas.microsoft.com/office/drawing/2014/main" id="{DEAF40E9-EE3E-4A48-A67F-4D1237701CC1}"/>
                </a:ext>
              </a:extLst>
            </p:cNvPr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9411" y="6293"/>
              <a:ext cx="22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259" name="Text Box 191">
              <a:extLst>
                <a:ext uri="{FF2B5EF4-FFF2-40B4-BE49-F238E27FC236}">
                  <a16:creationId xmlns:a16="http://schemas.microsoft.com/office/drawing/2014/main" id="{2329AE8B-F812-4606-9C93-BAC61B0B3003}"/>
                </a:ext>
              </a:extLst>
            </p:cNvPr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9411" y="6009"/>
              <a:ext cx="22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  <p:cxnSp>
          <p:nvCxnSpPr>
            <p:cNvPr id="260" name="直接箭头连接符 259">
              <a:extLst>
                <a:ext uri="{FF2B5EF4-FFF2-40B4-BE49-F238E27FC236}">
                  <a16:creationId xmlns:a16="http://schemas.microsoft.com/office/drawing/2014/main" id="{651B4057-38F9-4AA0-B374-7C0214AE06BB}"/>
                </a:ext>
              </a:extLst>
            </p:cNvPr>
            <p:cNvCxnSpPr/>
            <p:nvPr>
              <p:custDataLst>
                <p:tags r:id="rId16"/>
              </p:custDataLst>
            </p:nvPr>
          </p:nvCxnSpPr>
          <p:spPr bwMode="auto">
            <a:xfrm flipV="1">
              <a:off x="3911" y="7319"/>
              <a:ext cx="5159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61" name="Text Box 191">
              <a:extLst>
                <a:ext uri="{FF2B5EF4-FFF2-40B4-BE49-F238E27FC236}">
                  <a16:creationId xmlns:a16="http://schemas.microsoft.com/office/drawing/2014/main" id="{AD53BCED-33FE-465A-9DEA-B767864C0183}"/>
                </a:ext>
              </a:extLst>
            </p:cNvPr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9071" y="7143"/>
              <a:ext cx="22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30589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bldLvl="0" animBg="1"/>
      <p:bldP spid="134" grpId="0" bldLvl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22</a:t>
            </a:fld>
            <a:endParaRPr lang="en-US" altLang="zh-CN"/>
          </a:p>
        </p:txBody>
      </p:sp>
      <p:sp>
        <p:nvSpPr>
          <p:cNvPr id="4" name="Text Box 7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070" y="332656"/>
            <a:ext cx="4370070" cy="45502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、计数器</a:t>
            </a: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功能</a:t>
            </a:r>
            <a:r>
              <a:rPr 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zh-CN" sz="16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sz="18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sz="18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分类：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即计数器属性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按</a:t>
            </a:r>
            <a:r>
              <a:rPr 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有无时钟定时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按计数方式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按编码方式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5" name="Text Box 7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332000" y="764704"/>
            <a:ext cx="7704496" cy="469314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1080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统计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输入脉冲的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个数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，含存储功能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16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←用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+1/-1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实现    </a:t>
            </a:r>
            <a:r>
              <a:rPr lang="en-US" altLang="zh-CN" sz="16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←称为计数值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如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4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位二进制计数器</a:t>
            </a:r>
            <a:r>
              <a:rPr 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中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endParaRPr lang="en-US" altLang="zh-CN" sz="18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含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4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个触发器，计数值的模为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16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输入第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15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16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17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个脉冲后，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Q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分别＝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1111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0000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0001(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有模运算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zh-CN" altLang="en-US" sz="18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同步、异步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←指各触发器是否</a:t>
            </a:r>
            <a:r>
              <a:rPr lang="zh-CN" altLang="en-US" sz="16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同时翻转</a:t>
            </a:r>
            <a:endParaRPr lang="en-US" altLang="zh-CN" sz="2200" b="1" dirty="0">
              <a:solidFill>
                <a:srgbClr val="0070C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加法、减法、可逆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可选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</a:t>
            </a:r>
            <a:r>
              <a:rPr lang="en-US" altLang="zh-CN" sz="16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└───┴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←为有模运算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en-US" altLang="zh-CN" sz="16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0000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→…→</a:t>
            </a:r>
            <a:r>
              <a:rPr lang="en-US" altLang="zh-CN" sz="16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1111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→</a:t>
            </a:r>
            <a:r>
              <a:rPr lang="en-US" altLang="zh-CN" sz="16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0000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→…)</a:t>
            </a:r>
            <a:endParaRPr lang="zh-CN" altLang="en-US" sz="16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二进制、十进制</a:t>
            </a:r>
            <a:r>
              <a:rPr 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等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←指计数值的表示与运算</a:t>
            </a:r>
            <a:endParaRPr lang="en-US" altLang="zh-CN" sz="16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</a:t>
            </a:r>
            <a:r>
              <a:rPr lang="en-US" altLang="zh-CN" sz="16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│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</a:t>
            </a:r>
            <a:r>
              <a:rPr lang="en-US" altLang="zh-CN" sz="16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←即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1000→</a:t>
            </a:r>
            <a:r>
              <a:rPr lang="en-US" altLang="zh-CN" sz="16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1001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→</a:t>
            </a:r>
            <a:r>
              <a:rPr lang="en-US" altLang="zh-CN" sz="16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0000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→0001→…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</a:t>
            </a:r>
            <a:r>
              <a:rPr lang="en-US" altLang="zh-CN" sz="16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←即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1000→1001→…→</a:t>
            </a:r>
            <a:r>
              <a:rPr lang="en-US" altLang="zh-CN" sz="16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1111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→</a:t>
            </a:r>
            <a:r>
              <a:rPr lang="en-US" altLang="zh-CN" sz="16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0000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→0001→…</a:t>
            </a:r>
            <a:endParaRPr lang="en-US" altLang="zh-CN" sz="16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实例：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异步</a:t>
            </a:r>
            <a:r>
              <a:rPr lang="zh-CN" altLang="en-US" sz="20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二进制</a:t>
            </a:r>
            <a:r>
              <a:rPr lang="zh-CN" altLang="en-US" sz="20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加法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计数器、同步</a:t>
            </a:r>
            <a:r>
              <a:rPr lang="zh-CN" altLang="en-US" sz="20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十进制</a:t>
            </a:r>
            <a:r>
              <a:rPr lang="zh-CN" altLang="en-US" sz="20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减法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计数器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6084168" y="908720"/>
            <a:ext cx="2447925" cy="359410"/>
            <a:chOff x="3515" y="9014"/>
            <a:chExt cx="3855" cy="566"/>
          </a:xfrm>
        </p:grpSpPr>
        <p:sp>
          <p:nvSpPr>
            <p:cNvPr id="365" name="Text Box 36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5101" y="9014"/>
              <a:ext cx="1361" cy="567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计数器</a:t>
              </a:r>
            </a:p>
          </p:txBody>
        </p:sp>
        <p:cxnSp>
          <p:nvCxnSpPr>
            <p:cNvPr id="367" name="直接箭头连接符 366"/>
            <p:cNvCxnSpPr/>
            <p:nvPr>
              <p:custDataLst>
                <p:tags r:id="rId4"/>
              </p:custDataLst>
            </p:nvPr>
          </p:nvCxnSpPr>
          <p:spPr bwMode="auto">
            <a:xfrm>
              <a:off x="6463" y="9299"/>
              <a:ext cx="56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68" name="直接箭头连接符 367"/>
            <p:cNvCxnSpPr/>
            <p:nvPr>
              <p:custDataLst>
                <p:tags r:id="rId5"/>
              </p:custDataLst>
            </p:nvPr>
          </p:nvCxnSpPr>
          <p:spPr bwMode="auto">
            <a:xfrm>
              <a:off x="6576" y="9213"/>
              <a:ext cx="170" cy="171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70" name="Text Box 191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7030" y="9128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Q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74" name="Text Box 191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3515" y="9128"/>
              <a:ext cx="102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脉冲</a:t>
              </a: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CP</a:t>
              </a:r>
            </a:p>
          </p:txBody>
        </p:sp>
        <p:cxnSp>
          <p:nvCxnSpPr>
            <p:cNvPr id="375" name="直接箭头连接符 374"/>
            <p:cNvCxnSpPr/>
            <p:nvPr>
              <p:custDataLst>
                <p:tags r:id="rId8"/>
              </p:custDataLst>
            </p:nvPr>
          </p:nvCxnSpPr>
          <p:spPr bwMode="auto">
            <a:xfrm flipV="1">
              <a:off x="4535" y="9298"/>
              <a:ext cx="56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6" name="Text Box 191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6611" y="9047"/>
              <a:ext cx="227" cy="2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n</a:t>
              </a:r>
              <a:endParaRPr lang="en-US" altLang="zh-CN" sz="14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7" name="直接箭头连接符 6"/>
            <p:cNvCxnSpPr/>
            <p:nvPr>
              <p:custDataLst>
                <p:tags r:id="rId10"/>
              </p:custDataLst>
            </p:nvPr>
          </p:nvCxnSpPr>
          <p:spPr bwMode="auto">
            <a:xfrm>
              <a:off x="4649" y="9213"/>
              <a:ext cx="170" cy="171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8" name="Text Box 191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4664" y="9071"/>
              <a:ext cx="227" cy="2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1</a:t>
              </a:r>
              <a:endParaRPr lang="en-US" altLang="zh-CN" sz="14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23</a:t>
            </a:fld>
            <a:endParaRPr lang="en-US" altLang="zh-CN"/>
          </a:p>
        </p:txBody>
      </p:sp>
      <p:sp>
        <p:nvSpPr>
          <p:cNvPr id="182" name="Text Box 7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070" y="332656"/>
            <a:ext cx="4139565" cy="407989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异步二进制加法计数器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组成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加法原理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计数原理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</a:p>
          <a:p>
            <a:pPr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68" name="Text Box 7"/>
          <p:cNvSpPr txBox="1">
            <a:spLocks noChangeArrowheads="1"/>
          </p:cNvSpPr>
          <p:nvPr/>
        </p:nvSpPr>
        <p:spPr bwMode="auto">
          <a:xfrm>
            <a:off x="1188085" y="764704"/>
            <a:ext cx="7809230" cy="363962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28800">
            <a:spAutoFit/>
          </a:bodyPr>
          <a:lstStyle/>
          <a:p>
            <a:pPr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包含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多个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触发器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(T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或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D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等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各触发器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独立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变化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异步所致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                                               </a:t>
            </a:r>
            <a:r>
              <a:rPr lang="zh-CN" altLang="en-US" sz="16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→各位加法</a:t>
            </a:r>
            <a:r>
              <a:rPr lang="zh-CN" altLang="en-US" sz="16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串行完成</a:t>
            </a:r>
            <a:endParaRPr lang="en-US" altLang="zh-CN" sz="1600" b="1" dirty="0">
              <a:solidFill>
                <a:srgbClr val="0070C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6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Q</a:t>
            </a:r>
            <a:r>
              <a:rPr lang="en-US" altLang="zh-CN" sz="2200" b="1" baseline="-25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i+1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在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Q</a:t>
            </a:r>
            <a:r>
              <a:rPr lang="en-US" altLang="zh-CN" sz="2200" b="1" baseline="-25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从</a:t>
            </a:r>
            <a:r>
              <a:rPr lang="en-US" altLang="zh-CN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→</a:t>
            </a:r>
            <a:r>
              <a:rPr lang="en-US" altLang="zh-CN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不变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、从</a:t>
            </a:r>
            <a:r>
              <a:rPr lang="en-US" altLang="zh-CN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→</a:t>
            </a:r>
            <a:r>
              <a:rPr lang="en-US" altLang="zh-CN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翻转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；</a:t>
            </a:r>
            <a:endParaRPr lang="zh-CN" altLang="en-US" sz="2200" b="1" u="sng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 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无进位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   (+0)     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有进位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  (+1)   ←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即</a:t>
            </a:r>
            <a:r>
              <a:rPr lang="zh-CN" altLang="en-US" sz="1600" b="1" dirty="0">
                <a:highlight>
                  <a:srgbClr val="CCFFFF"/>
                </a:highligh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＋进位位</a:t>
            </a:r>
            <a:endParaRPr lang="en-US" altLang="zh-CN" sz="1600" b="1" dirty="0">
              <a:highlight>
                <a:srgbClr val="CCFFFF"/>
              </a:highlight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各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Q</a:t>
            </a:r>
            <a:r>
              <a:rPr lang="en-US" altLang="zh-CN" sz="2200" b="1" baseline="-25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i+1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改变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依次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进行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串行进位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仅依赖于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Q</a:t>
            </a:r>
            <a:r>
              <a:rPr lang="en-US" altLang="zh-CN" sz="2200" b="1" baseline="-25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二进制加法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 </a:t>
            </a: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Q</a:t>
            </a:r>
            <a:r>
              <a:rPr lang="en-US" altLang="zh-CN" sz="2200" b="1" baseline="-25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随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每个</a:t>
            </a:r>
            <a:r>
              <a:rPr lang="en-US" altLang="zh-CN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CP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翻转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＋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1)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，其他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Q</a:t>
            </a:r>
            <a:r>
              <a:rPr lang="en-US" altLang="zh-CN" sz="2200" b="1" baseline="-25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相应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改变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＋</a:t>
            </a:r>
            <a:r>
              <a:rPr 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进位位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；</a:t>
            </a:r>
            <a:endParaRPr lang="en-US" altLang="zh-CN" sz="16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     </a:t>
            </a:r>
            <a:r>
              <a:rPr lang="en-US" altLang="zh-CN" sz="16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→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无进位、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→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有进位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状态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计数值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变化为</a:t>
            </a:r>
            <a:r>
              <a:rPr lang="en-US" altLang="zh-CN" sz="2000" b="1" spc="-50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0000→</a:t>
            </a:r>
            <a:r>
              <a:rPr lang="en-US" altLang="zh-CN" sz="2000" b="1" spc="-50" dirty="0">
                <a:solidFill>
                  <a:srgbClr val="0070C0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0001</a:t>
            </a:r>
            <a:r>
              <a:rPr lang="en-US" altLang="zh-CN" sz="2000" b="1" spc="-50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→…→</a:t>
            </a:r>
            <a:r>
              <a:rPr lang="en-US" altLang="zh-CN" sz="2000" b="1" spc="-50" dirty="0">
                <a:solidFill>
                  <a:srgbClr val="0070C0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1111</a:t>
            </a:r>
            <a:r>
              <a:rPr lang="en-US" altLang="zh-CN" sz="2000" b="1" spc="-50" dirty="0">
                <a:solidFill>
                  <a:srgbClr val="FF3399"/>
                </a:solidFill>
                <a:highlight>
                  <a:srgbClr val="FFFF00"/>
                </a:highlight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→</a:t>
            </a:r>
            <a:r>
              <a:rPr lang="en-US" altLang="zh-CN" sz="2000" b="1" spc="-50" dirty="0">
                <a:solidFill>
                  <a:srgbClr val="7030A0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0000</a:t>
            </a:r>
            <a:r>
              <a:rPr lang="en-US" altLang="zh-CN" sz="2000" b="1" spc="-50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→…</a:t>
            </a: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699" name="组合 698"/>
          <p:cNvGrpSpPr/>
          <p:nvPr/>
        </p:nvGrpSpPr>
        <p:grpSpPr>
          <a:xfrm>
            <a:off x="2339796" y="4508867"/>
            <a:ext cx="756920" cy="396240"/>
            <a:chOff x="4025" y="6335"/>
            <a:chExt cx="1192" cy="624"/>
          </a:xfrm>
        </p:grpSpPr>
        <p:sp>
          <p:nvSpPr>
            <p:cNvPr id="697" name="椭圆 696"/>
            <p:cNvSpPr/>
            <p:nvPr>
              <p:custDataLst>
                <p:tags r:id="rId207"/>
              </p:custDataLst>
            </p:nvPr>
          </p:nvSpPr>
          <p:spPr>
            <a:xfrm>
              <a:off x="4025" y="6335"/>
              <a:ext cx="283" cy="624"/>
            </a:xfrm>
            <a:prstGeom prst="ellipse">
              <a:avLst/>
            </a:prstGeom>
            <a:solidFill>
              <a:srgbClr val="CCFFFF"/>
            </a:solidFill>
            <a:ln w="9525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98" name="椭圆 697"/>
            <p:cNvSpPr/>
            <p:nvPr>
              <p:custDataLst>
                <p:tags r:id="rId208"/>
              </p:custDataLst>
            </p:nvPr>
          </p:nvSpPr>
          <p:spPr>
            <a:xfrm>
              <a:off x="4935" y="6335"/>
              <a:ext cx="283" cy="624"/>
            </a:xfrm>
            <a:prstGeom prst="ellipse">
              <a:avLst/>
            </a:prstGeom>
            <a:solidFill>
              <a:srgbClr val="CCFFFF"/>
            </a:solidFill>
            <a:ln w="9525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73" name="组合 672"/>
          <p:cNvGrpSpPr/>
          <p:nvPr/>
        </p:nvGrpSpPr>
        <p:grpSpPr>
          <a:xfrm>
            <a:off x="1800046" y="4437112"/>
            <a:ext cx="6516370" cy="1367790"/>
            <a:chOff x="3175" y="2041"/>
            <a:chExt cx="10262" cy="2154"/>
          </a:xfrm>
        </p:grpSpPr>
        <p:sp>
          <p:nvSpPr>
            <p:cNvPr id="535" name="Text Box 191"/>
            <p:cNvSpPr txBox="1">
              <a:spLocks noChangeArrowheads="1"/>
            </p:cNvSpPr>
            <p:nvPr>
              <p:custDataLst>
                <p:tags r:id="rId61"/>
              </p:custDataLst>
            </p:nvPr>
          </p:nvSpPr>
          <p:spPr bwMode="auto">
            <a:xfrm>
              <a:off x="3175" y="2041"/>
              <a:ext cx="39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CP</a:t>
              </a:r>
            </a:p>
          </p:txBody>
        </p:sp>
        <p:sp>
          <p:nvSpPr>
            <p:cNvPr id="536" name="Text Box 191"/>
            <p:cNvSpPr txBox="1">
              <a:spLocks noChangeArrowheads="1"/>
            </p:cNvSpPr>
            <p:nvPr>
              <p:custDataLst>
                <p:tags r:id="rId62"/>
              </p:custDataLst>
            </p:nvPr>
          </p:nvSpPr>
          <p:spPr bwMode="auto">
            <a:xfrm>
              <a:off x="3232" y="2494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Q</a:t>
              </a:r>
              <a:r>
                <a:rPr lang="en-US" altLang="zh-CN" sz="1600" b="1" baseline="-25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  <p:cxnSp>
          <p:nvCxnSpPr>
            <p:cNvPr id="537" name="直接连接符 536"/>
            <p:cNvCxnSpPr/>
            <p:nvPr>
              <p:custDataLst>
                <p:tags r:id="rId63"/>
              </p:custDataLst>
            </p:nvPr>
          </p:nvCxnSpPr>
          <p:spPr bwMode="auto">
            <a:xfrm flipV="1">
              <a:off x="3572" y="2834"/>
              <a:ext cx="56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38" name="直接连接符 537"/>
            <p:cNvCxnSpPr/>
            <p:nvPr>
              <p:custDataLst>
                <p:tags r:id="rId64"/>
              </p:custDataLst>
            </p:nvPr>
          </p:nvCxnSpPr>
          <p:spPr bwMode="auto">
            <a:xfrm flipV="1">
              <a:off x="4252" y="2494"/>
              <a:ext cx="79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39" name="直接连接符 538"/>
            <p:cNvCxnSpPr/>
            <p:nvPr>
              <p:custDataLst>
                <p:tags r:id="rId65"/>
              </p:custDataLst>
            </p:nvPr>
          </p:nvCxnSpPr>
          <p:spPr bwMode="auto">
            <a:xfrm flipH="1">
              <a:off x="4139" y="2494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40" name="直接连接符 539"/>
            <p:cNvCxnSpPr/>
            <p:nvPr>
              <p:custDataLst>
                <p:tags r:id="rId66"/>
              </p:custDataLst>
            </p:nvPr>
          </p:nvCxnSpPr>
          <p:spPr bwMode="auto">
            <a:xfrm>
              <a:off x="5046" y="2494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41" name="直接连接符 540"/>
            <p:cNvCxnSpPr/>
            <p:nvPr>
              <p:custDataLst>
                <p:tags r:id="rId67"/>
              </p:custDataLst>
            </p:nvPr>
          </p:nvCxnSpPr>
          <p:spPr bwMode="auto">
            <a:xfrm flipV="1">
              <a:off x="5160" y="2834"/>
              <a:ext cx="79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42" name="直接连接符 541"/>
            <p:cNvCxnSpPr/>
            <p:nvPr>
              <p:custDataLst>
                <p:tags r:id="rId68"/>
              </p:custDataLst>
            </p:nvPr>
          </p:nvCxnSpPr>
          <p:spPr bwMode="auto">
            <a:xfrm flipV="1">
              <a:off x="6066" y="2494"/>
              <a:ext cx="79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43" name="直接连接符 542"/>
            <p:cNvCxnSpPr/>
            <p:nvPr>
              <p:custDataLst>
                <p:tags r:id="rId69"/>
              </p:custDataLst>
            </p:nvPr>
          </p:nvCxnSpPr>
          <p:spPr bwMode="auto">
            <a:xfrm flipH="1">
              <a:off x="5953" y="2494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44" name="直接连接符 543"/>
            <p:cNvCxnSpPr/>
            <p:nvPr>
              <p:custDataLst>
                <p:tags r:id="rId70"/>
              </p:custDataLst>
            </p:nvPr>
          </p:nvCxnSpPr>
          <p:spPr bwMode="auto">
            <a:xfrm>
              <a:off x="6860" y="2494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45" name="直接连接符 544"/>
            <p:cNvCxnSpPr/>
            <p:nvPr>
              <p:custDataLst>
                <p:tags r:id="rId71"/>
              </p:custDataLst>
            </p:nvPr>
          </p:nvCxnSpPr>
          <p:spPr bwMode="auto">
            <a:xfrm flipV="1">
              <a:off x="6974" y="2834"/>
              <a:ext cx="79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46" name="直接连接符 545"/>
            <p:cNvCxnSpPr/>
            <p:nvPr>
              <p:custDataLst>
                <p:tags r:id="rId72"/>
              </p:custDataLst>
            </p:nvPr>
          </p:nvCxnSpPr>
          <p:spPr bwMode="auto">
            <a:xfrm flipV="1">
              <a:off x="7880" y="2494"/>
              <a:ext cx="79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47" name="直接连接符 546"/>
            <p:cNvCxnSpPr/>
            <p:nvPr>
              <p:custDataLst>
                <p:tags r:id="rId73"/>
              </p:custDataLst>
            </p:nvPr>
          </p:nvCxnSpPr>
          <p:spPr bwMode="auto">
            <a:xfrm flipH="1">
              <a:off x="7767" y="2494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48" name="直接连接符 547"/>
            <p:cNvCxnSpPr/>
            <p:nvPr>
              <p:custDataLst>
                <p:tags r:id="rId74"/>
              </p:custDataLst>
            </p:nvPr>
          </p:nvCxnSpPr>
          <p:spPr bwMode="auto">
            <a:xfrm>
              <a:off x="8674" y="2494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49" name="直接连接符 548"/>
            <p:cNvCxnSpPr/>
            <p:nvPr>
              <p:custDataLst>
                <p:tags r:id="rId75"/>
              </p:custDataLst>
            </p:nvPr>
          </p:nvCxnSpPr>
          <p:spPr bwMode="auto">
            <a:xfrm flipV="1">
              <a:off x="8788" y="2834"/>
              <a:ext cx="79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50" name="直接连接符 549"/>
            <p:cNvCxnSpPr/>
            <p:nvPr>
              <p:custDataLst>
                <p:tags r:id="rId76"/>
              </p:custDataLst>
            </p:nvPr>
          </p:nvCxnSpPr>
          <p:spPr bwMode="auto">
            <a:xfrm flipV="1">
              <a:off x="9694" y="2494"/>
              <a:ext cx="79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51" name="直接连接符 550"/>
            <p:cNvCxnSpPr/>
            <p:nvPr>
              <p:custDataLst>
                <p:tags r:id="rId77"/>
              </p:custDataLst>
            </p:nvPr>
          </p:nvCxnSpPr>
          <p:spPr bwMode="auto">
            <a:xfrm flipH="1">
              <a:off x="9581" y="2494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52" name="直接连接符 551"/>
            <p:cNvCxnSpPr/>
            <p:nvPr>
              <p:custDataLst>
                <p:tags r:id="rId78"/>
              </p:custDataLst>
            </p:nvPr>
          </p:nvCxnSpPr>
          <p:spPr bwMode="auto">
            <a:xfrm>
              <a:off x="10488" y="2494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53" name="直接连接符 552"/>
            <p:cNvCxnSpPr/>
            <p:nvPr>
              <p:custDataLst>
                <p:tags r:id="rId79"/>
              </p:custDataLst>
            </p:nvPr>
          </p:nvCxnSpPr>
          <p:spPr bwMode="auto">
            <a:xfrm flipV="1">
              <a:off x="10602" y="2834"/>
              <a:ext cx="79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54" name="直接连接符 553"/>
            <p:cNvCxnSpPr/>
            <p:nvPr>
              <p:custDataLst>
                <p:tags r:id="rId80"/>
              </p:custDataLst>
            </p:nvPr>
          </p:nvCxnSpPr>
          <p:spPr bwMode="auto">
            <a:xfrm flipV="1">
              <a:off x="11509" y="2494"/>
              <a:ext cx="79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55" name="直接连接符 554"/>
            <p:cNvCxnSpPr/>
            <p:nvPr>
              <p:custDataLst>
                <p:tags r:id="rId81"/>
              </p:custDataLst>
            </p:nvPr>
          </p:nvCxnSpPr>
          <p:spPr bwMode="auto">
            <a:xfrm flipH="1">
              <a:off x="11396" y="2494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56" name="直接连接符 555"/>
            <p:cNvCxnSpPr/>
            <p:nvPr>
              <p:custDataLst>
                <p:tags r:id="rId82"/>
              </p:custDataLst>
            </p:nvPr>
          </p:nvCxnSpPr>
          <p:spPr bwMode="auto">
            <a:xfrm>
              <a:off x="12303" y="2494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57" name="直接连接符 556"/>
            <p:cNvCxnSpPr/>
            <p:nvPr>
              <p:custDataLst>
                <p:tags r:id="rId83"/>
              </p:custDataLst>
            </p:nvPr>
          </p:nvCxnSpPr>
          <p:spPr bwMode="auto">
            <a:xfrm flipV="1">
              <a:off x="12417" y="2834"/>
              <a:ext cx="79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58" name="直接连接符 557"/>
            <p:cNvCxnSpPr/>
            <p:nvPr>
              <p:custDataLst>
                <p:tags r:id="rId84"/>
              </p:custDataLst>
            </p:nvPr>
          </p:nvCxnSpPr>
          <p:spPr bwMode="auto">
            <a:xfrm flipV="1">
              <a:off x="13323" y="2494"/>
              <a:ext cx="113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59" name="直接连接符 558"/>
            <p:cNvCxnSpPr/>
            <p:nvPr>
              <p:custDataLst>
                <p:tags r:id="rId85"/>
              </p:custDataLst>
            </p:nvPr>
          </p:nvCxnSpPr>
          <p:spPr bwMode="auto">
            <a:xfrm flipH="1">
              <a:off x="13210" y="2494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60" name="直接连接符 559"/>
            <p:cNvCxnSpPr/>
            <p:nvPr>
              <p:custDataLst>
                <p:tags r:id="rId86"/>
              </p:custDataLst>
            </p:nvPr>
          </p:nvCxnSpPr>
          <p:spPr bwMode="auto">
            <a:xfrm flipV="1">
              <a:off x="5386" y="2948"/>
              <a:ext cx="1701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61" name="直接连接符 560"/>
            <p:cNvCxnSpPr/>
            <p:nvPr>
              <p:custDataLst>
                <p:tags r:id="rId87"/>
              </p:custDataLst>
            </p:nvPr>
          </p:nvCxnSpPr>
          <p:spPr bwMode="auto">
            <a:xfrm flipH="1">
              <a:off x="5272" y="2948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62" name="直接连接符 561"/>
            <p:cNvCxnSpPr/>
            <p:nvPr>
              <p:custDataLst>
                <p:tags r:id="rId88"/>
              </p:custDataLst>
            </p:nvPr>
          </p:nvCxnSpPr>
          <p:spPr bwMode="auto">
            <a:xfrm>
              <a:off x="7087" y="2948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63" name="直接连接符 562"/>
            <p:cNvCxnSpPr/>
            <p:nvPr>
              <p:custDataLst>
                <p:tags r:id="rId89"/>
              </p:custDataLst>
            </p:nvPr>
          </p:nvCxnSpPr>
          <p:spPr bwMode="auto">
            <a:xfrm flipV="1">
              <a:off x="7200" y="3288"/>
              <a:ext cx="1701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64" name="直接连接符 563"/>
            <p:cNvCxnSpPr/>
            <p:nvPr>
              <p:custDataLst>
                <p:tags r:id="rId90"/>
              </p:custDataLst>
            </p:nvPr>
          </p:nvCxnSpPr>
          <p:spPr bwMode="auto">
            <a:xfrm flipV="1">
              <a:off x="9014" y="2948"/>
              <a:ext cx="1701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65" name="直接连接符 564"/>
            <p:cNvCxnSpPr/>
            <p:nvPr>
              <p:custDataLst>
                <p:tags r:id="rId91"/>
              </p:custDataLst>
            </p:nvPr>
          </p:nvCxnSpPr>
          <p:spPr bwMode="auto">
            <a:xfrm flipH="1">
              <a:off x="8901" y="2948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66" name="直接连接符 565"/>
            <p:cNvCxnSpPr/>
            <p:nvPr>
              <p:custDataLst>
                <p:tags r:id="rId92"/>
              </p:custDataLst>
            </p:nvPr>
          </p:nvCxnSpPr>
          <p:spPr bwMode="auto">
            <a:xfrm>
              <a:off x="10715" y="2948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67" name="直接连接符 566"/>
            <p:cNvCxnSpPr/>
            <p:nvPr>
              <p:custDataLst>
                <p:tags r:id="rId93"/>
              </p:custDataLst>
            </p:nvPr>
          </p:nvCxnSpPr>
          <p:spPr bwMode="auto">
            <a:xfrm flipV="1">
              <a:off x="10828" y="3288"/>
              <a:ext cx="1701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68" name="直接连接符 567"/>
            <p:cNvCxnSpPr/>
            <p:nvPr>
              <p:custDataLst>
                <p:tags r:id="rId94"/>
              </p:custDataLst>
            </p:nvPr>
          </p:nvCxnSpPr>
          <p:spPr bwMode="auto">
            <a:xfrm flipV="1">
              <a:off x="12643" y="2948"/>
              <a:ext cx="79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69" name="直接连接符 568"/>
            <p:cNvCxnSpPr/>
            <p:nvPr>
              <p:custDataLst>
                <p:tags r:id="rId95"/>
              </p:custDataLst>
            </p:nvPr>
          </p:nvCxnSpPr>
          <p:spPr bwMode="auto">
            <a:xfrm flipH="1">
              <a:off x="12529" y="2948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70" name="Text Box 191"/>
            <p:cNvSpPr txBox="1">
              <a:spLocks noChangeArrowheads="1"/>
            </p:cNvSpPr>
            <p:nvPr>
              <p:custDataLst>
                <p:tags r:id="rId96"/>
              </p:custDataLst>
            </p:nvPr>
          </p:nvSpPr>
          <p:spPr bwMode="auto">
            <a:xfrm>
              <a:off x="3232" y="2948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Q</a:t>
              </a:r>
              <a:r>
                <a:rPr lang="en-US" altLang="zh-CN" sz="1600" b="1" baseline="-25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cxnSp>
          <p:nvCxnSpPr>
            <p:cNvPr id="571" name="直接连接符 570"/>
            <p:cNvCxnSpPr/>
            <p:nvPr>
              <p:custDataLst>
                <p:tags r:id="rId97"/>
              </p:custDataLst>
            </p:nvPr>
          </p:nvCxnSpPr>
          <p:spPr bwMode="auto">
            <a:xfrm flipV="1">
              <a:off x="3572" y="3288"/>
              <a:ext cx="1701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72" name="Text Box 191"/>
            <p:cNvSpPr txBox="1">
              <a:spLocks noChangeArrowheads="1"/>
            </p:cNvSpPr>
            <p:nvPr>
              <p:custDataLst>
                <p:tags r:id="rId98"/>
              </p:custDataLst>
            </p:nvPr>
          </p:nvSpPr>
          <p:spPr bwMode="auto">
            <a:xfrm>
              <a:off x="3232" y="3401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Q</a:t>
              </a:r>
              <a:r>
                <a:rPr lang="en-US" altLang="zh-CN" sz="1600" b="1" baseline="-25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2</a:t>
              </a:r>
            </a:p>
          </p:txBody>
        </p:sp>
        <p:cxnSp>
          <p:nvCxnSpPr>
            <p:cNvPr id="573" name="直接连接符 572"/>
            <p:cNvCxnSpPr/>
            <p:nvPr>
              <p:custDataLst>
                <p:tags r:id="rId99"/>
              </p:custDataLst>
            </p:nvPr>
          </p:nvCxnSpPr>
          <p:spPr bwMode="auto">
            <a:xfrm flipV="1">
              <a:off x="3572" y="3741"/>
              <a:ext cx="3742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74" name="直接连接符 573"/>
            <p:cNvCxnSpPr/>
            <p:nvPr>
              <p:custDataLst>
                <p:tags r:id="rId100"/>
              </p:custDataLst>
            </p:nvPr>
          </p:nvCxnSpPr>
          <p:spPr bwMode="auto">
            <a:xfrm flipV="1">
              <a:off x="7427" y="3401"/>
              <a:ext cx="3515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75" name="直接连接符 574"/>
            <p:cNvCxnSpPr/>
            <p:nvPr>
              <p:custDataLst>
                <p:tags r:id="rId101"/>
              </p:custDataLst>
            </p:nvPr>
          </p:nvCxnSpPr>
          <p:spPr bwMode="auto">
            <a:xfrm flipH="1">
              <a:off x="7313" y="3401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76" name="直接连接符 575"/>
            <p:cNvCxnSpPr/>
            <p:nvPr>
              <p:custDataLst>
                <p:tags r:id="rId102"/>
              </p:custDataLst>
            </p:nvPr>
          </p:nvCxnSpPr>
          <p:spPr bwMode="auto">
            <a:xfrm flipV="1">
              <a:off x="7880" y="3401"/>
              <a:ext cx="79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77" name="直接连接符 576"/>
            <p:cNvCxnSpPr/>
            <p:nvPr>
              <p:custDataLst>
                <p:tags r:id="rId103"/>
              </p:custDataLst>
            </p:nvPr>
          </p:nvCxnSpPr>
          <p:spPr bwMode="auto">
            <a:xfrm>
              <a:off x="10942" y="3401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78" name="直接连接符 577"/>
            <p:cNvCxnSpPr/>
            <p:nvPr>
              <p:custDataLst>
                <p:tags r:id="rId104"/>
              </p:custDataLst>
            </p:nvPr>
          </p:nvCxnSpPr>
          <p:spPr bwMode="auto">
            <a:xfrm flipV="1">
              <a:off x="11055" y="3741"/>
              <a:ext cx="2381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79" name="直接连接符 578"/>
            <p:cNvCxnSpPr/>
            <p:nvPr>
              <p:custDataLst>
                <p:tags r:id="rId105"/>
              </p:custDataLst>
            </p:nvPr>
          </p:nvCxnSpPr>
          <p:spPr bwMode="auto">
            <a:xfrm flipV="1">
              <a:off x="11225" y="3855"/>
              <a:ext cx="2211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80" name="直接连接符 579"/>
            <p:cNvCxnSpPr/>
            <p:nvPr>
              <p:custDataLst>
                <p:tags r:id="rId106"/>
              </p:custDataLst>
            </p:nvPr>
          </p:nvCxnSpPr>
          <p:spPr bwMode="auto">
            <a:xfrm flipH="1">
              <a:off x="11112" y="3855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81" name="Text Box 191"/>
            <p:cNvSpPr txBox="1">
              <a:spLocks noChangeArrowheads="1"/>
            </p:cNvSpPr>
            <p:nvPr>
              <p:custDataLst>
                <p:tags r:id="rId107"/>
              </p:custDataLst>
            </p:nvPr>
          </p:nvSpPr>
          <p:spPr bwMode="auto">
            <a:xfrm>
              <a:off x="3232" y="3855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Q</a:t>
              </a:r>
              <a:r>
                <a:rPr lang="en-US" altLang="zh-CN" sz="1600" b="1" baseline="-25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3</a:t>
              </a:r>
            </a:p>
          </p:txBody>
        </p:sp>
        <p:cxnSp>
          <p:nvCxnSpPr>
            <p:cNvPr id="582" name="直接连接符 581"/>
            <p:cNvCxnSpPr/>
            <p:nvPr>
              <p:custDataLst>
                <p:tags r:id="rId108"/>
              </p:custDataLst>
            </p:nvPr>
          </p:nvCxnSpPr>
          <p:spPr bwMode="auto">
            <a:xfrm flipV="1">
              <a:off x="3628" y="4195"/>
              <a:ext cx="7483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583" name="组合 582"/>
            <p:cNvGrpSpPr/>
            <p:nvPr/>
          </p:nvGrpSpPr>
          <p:grpSpPr>
            <a:xfrm>
              <a:off x="3572" y="2041"/>
              <a:ext cx="9864" cy="2154"/>
              <a:chOff x="3572" y="2041"/>
              <a:chExt cx="9864" cy="2154"/>
            </a:xfrm>
          </p:grpSpPr>
          <p:cxnSp>
            <p:nvCxnSpPr>
              <p:cNvPr id="584" name="直接连接符 583"/>
              <p:cNvCxnSpPr/>
              <p:nvPr>
                <p:custDataLst>
                  <p:tags r:id="rId153"/>
                </p:custDataLst>
              </p:nvPr>
            </p:nvCxnSpPr>
            <p:spPr bwMode="auto">
              <a:xfrm flipH="1">
                <a:off x="4139" y="2381"/>
                <a:ext cx="0" cy="1814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00000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85" name="直接连接符 584"/>
              <p:cNvCxnSpPr/>
              <p:nvPr>
                <p:custDataLst>
                  <p:tags r:id="rId154"/>
                </p:custDataLst>
              </p:nvPr>
            </p:nvCxnSpPr>
            <p:spPr bwMode="auto">
              <a:xfrm flipV="1">
                <a:off x="3572" y="2381"/>
                <a:ext cx="567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86" name="直接连接符 585"/>
              <p:cNvCxnSpPr/>
              <p:nvPr>
                <p:custDataLst>
                  <p:tags r:id="rId155"/>
                </p:custDataLst>
              </p:nvPr>
            </p:nvCxnSpPr>
            <p:spPr bwMode="auto">
              <a:xfrm flipV="1">
                <a:off x="4139" y="2041"/>
                <a:ext cx="454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87" name="直接连接符 586"/>
              <p:cNvCxnSpPr/>
              <p:nvPr>
                <p:custDataLst>
                  <p:tags r:id="rId156"/>
                </p:custDataLst>
              </p:nvPr>
            </p:nvCxnSpPr>
            <p:spPr bwMode="auto">
              <a:xfrm flipH="1">
                <a:off x="4139" y="2041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88" name="直接连接符 587"/>
              <p:cNvCxnSpPr/>
              <p:nvPr>
                <p:custDataLst>
                  <p:tags r:id="rId157"/>
                </p:custDataLst>
              </p:nvPr>
            </p:nvCxnSpPr>
            <p:spPr bwMode="auto">
              <a:xfrm flipH="1">
                <a:off x="4593" y="2041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89" name="直接连接符 588"/>
              <p:cNvCxnSpPr/>
              <p:nvPr>
                <p:custDataLst>
                  <p:tags r:id="rId158"/>
                </p:custDataLst>
              </p:nvPr>
            </p:nvCxnSpPr>
            <p:spPr bwMode="auto">
              <a:xfrm flipV="1">
                <a:off x="4593" y="2381"/>
                <a:ext cx="454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90" name="直接连接符 589"/>
              <p:cNvCxnSpPr/>
              <p:nvPr>
                <p:custDataLst>
                  <p:tags r:id="rId159"/>
                </p:custDataLst>
              </p:nvPr>
            </p:nvCxnSpPr>
            <p:spPr bwMode="auto">
              <a:xfrm flipV="1">
                <a:off x="5046" y="2041"/>
                <a:ext cx="454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91" name="直接连接符 590"/>
              <p:cNvCxnSpPr/>
              <p:nvPr>
                <p:custDataLst>
                  <p:tags r:id="rId160"/>
                </p:custDataLst>
              </p:nvPr>
            </p:nvCxnSpPr>
            <p:spPr bwMode="auto">
              <a:xfrm flipH="1">
                <a:off x="5046" y="2041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92" name="直接连接符 591"/>
              <p:cNvCxnSpPr/>
              <p:nvPr>
                <p:custDataLst>
                  <p:tags r:id="rId161"/>
                </p:custDataLst>
              </p:nvPr>
            </p:nvCxnSpPr>
            <p:spPr bwMode="auto">
              <a:xfrm flipH="1">
                <a:off x="5500" y="2041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93" name="直接连接符 592"/>
              <p:cNvCxnSpPr/>
              <p:nvPr>
                <p:custDataLst>
                  <p:tags r:id="rId162"/>
                </p:custDataLst>
              </p:nvPr>
            </p:nvCxnSpPr>
            <p:spPr bwMode="auto">
              <a:xfrm flipV="1">
                <a:off x="5500" y="2381"/>
                <a:ext cx="454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94" name="直接连接符 593"/>
              <p:cNvCxnSpPr/>
              <p:nvPr>
                <p:custDataLst>
                  <p:tags r:id="rId163"/>
                </p:custDataLst>
              </p:nvPr>
            </p:nvCxnSpPr>
            <p:spPr bwMode="auto">
              <a:xfrm flipV="1">
                <a:off x="5953" y="2041"/>
                <a:ext cx="454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95" name="直接连接符 594"/>
              <p:cNvCxnSpPr/>
              <p:nvPr>
                <p:custDataLst>
                  <p:tags r:id="rId164"/>
                </p:custDataLst>
              </p:nvPr>
            </p:nvCxnSpPr>
            <p:spPr bwMode="auto">
              <a:xfrm flipH="1">
                <a:off x="5953" y="2041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96" name="直接连接符 595"/>
              <p:cNvCxnSpPr/>
              <p:nvPr>
                <p:custDataLst>
                  <p:tags r:id="rId165"/>
                </p:custDataLst>
              </p:nvPr>
            </p:nvCxnSpPr>
            <p:spPr bwMode="auto">
              <a:xfrm flipH="1">
                <a:off x="6407" y="2041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97" name="直接连接符 596"/>
              <p:cNvCxnSpPr/>
              <p:nvPr>
                <p:custDataLst>
                  <p:tags r:id="rId166"/>
                </p:custDataLst>
              </p:nvPr>
            </p:nvCxnSpPr>
            <p:spPr bwMode="auto">
              <a:xfrm flipV="1">
                <a:off x="6407" y="2381"/>
                <a:ext cx="454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98" name="直接连接符 597"/>
              <p:cNvCxnSpPr/>
              <p:nvPr>
                <p:custDataLst>
                  <p:tags r:id="rId167"/>
                </p:custDataLst>
              </p:nvPr>
            </p:nvCxnSpPr>
            <p:spPr bwMode="auto">
              <a:xfrm flipV="1">
                <a:off x="6860" y="2041"/>
                <a:ext cx="454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99" name="直接连接符 598"/>
              <p:cNvCxnSpPr/>
              <p:nvPr>
                <p:custDataLst>
                  <p:tags r:id="rId168"/>
                </p:custDataLst>
              </p:nvPr>
            </p:nvCxnSpPr>
            <p:spPr bwMode="auto">
              <a:xfrm flipH="1">
                <a:off x="6860" y="2041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00" name="直接连接符 599"/>
              <p:cNvCxnSpPr/>
              <p:nvPr>
                <p:custDataLst>
                  <p:tags r:id="rId169"/>
                </p:custDataLst>
              </p:nvPr>
            </p:nvCxnSpPr>
            <p:spPr bwMode="auto">
              <a:xfrm flipH="1">
                <a:off x="7314" y="2041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01" name="直接连接符 600"/>
              <p:cNvCxnSpPr/>
              <p:nvPr>
                <p:custDataLst>
                  <p:tags r:id="rId170"/>
                </p:custDataLst>
              </p:nvPr>
            </p:nvCxnSpPr>
            <p:spPr bwMode="auto">
              <a:xfrm flipV="1">
                <a:off x="7314" y="2381"/>
                <a:ext cx="454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02" name="直接连接符 601"/>
              <p:cNvCxnSpPr/>
              <p:nvPr>
                <p:custDataLst>
                  <p:tags r:id="rId171"/>
                </p:custDataLst>
              </p:nvPr>
            </p:nvCxnSpPr>
            <p:spPr bwMode="auto">
              <a:xfrm flipV="1">
                <a:off x="7767" y="2041"/>
                <a:ext cx="454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03" name="直接连接符 602"/>
              <p:cNvCxnSpPr/>
              <p:nvPr>
                <p:custDataLst>
                  <p:tags r:id="rId172"/>
                </p:custDataLst>
              </p:nvPr>
            </p:nvCxnSpPr>
            <p:spPr bwMode="auto">
              <a:xfrm flipH="1">
                <a:off x="7767" y="2041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04" name="直接连接符 603"/>
              <p:cNvCxnSpPr/>
              <p:nvPr>
                <p:custDataLst>
                  <p:tags r:id="rId173"/>
                </p:custDataLst>
              </p:nvPr>
            </p:nvCxnSpPr>
            <p:spPr bwMode="auto">
              <a:xfrm flipH="1">
                <a:off x="8221" y="2041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05" name="直接连接符 604"/>
              <p:cNvCxnSpPr/>
              <p:nvPr>
                <p:custDataLst>
                  <p:tags r:id="rId174"/>
                </p:custDataLst>
              </p:nvPr>
            </p:nvCxnSpPr>
            <p:spPr bwMode="auto">
              <a:xfrm flipV="1">
                <a:off x="8221" y="2381"/>
                <a:ext cx="454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06" name="直接连接符 605"/>
              <p:cNvCxnSpPr/>
              <p:nvPr>
                <p:custDataLst>
                  <p:tags r:id="rId175"/>
                </p:custDataLst>
              </p:nvPr>
            </p:nvCxnSpPr>
            <p:spPr bwMode="auto">
              <a:xfrm flipV="1">
                <a:off x="8674" y="2041"/>
                <a:ext cx="454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07" name="直接连接符 606"/>
              <p:cNvCxnSpPr/>
              <p:nvPr>
                <p:custDataLst>
                  <p:tags r:id="rId176"/>
                </p:custDataLst>
              </p:nvPr>
            </p:nvCxnSpPr>
            <p:spPr bwMode="auto">
              <a:xfrm flipH="1">
                <a:off x="8674" y="2041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08" name="直接连接符 607"/>
              <p:cNvCxnSpPr/>
              <p:nvPr>
                <p:custDataLst>
                  <p:tags r:id="rId177"/>
                </p:custDataLst>
              </p:nvPr>
            </p:nvCxnSpPr>
            <p:spPr bwMode="auto">
              <a:xfrm flipH="1">
                <a:off x="9128" y="2041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09" name="直接连接符 608"/>
              <p:cNvCxnSpPr/>
              <p:nvPr>
                <p:custDataLst>
                  <p:tags r:id="rId178"/>
                </p:custDataLst>
              </p:nvPr>
            </p:nvCxnSpPr>
            <p:spPr bwMode="auto">
              <a:xfrm flipV="1">
                <a:off x="9128" y="2381"/>
                <a:ext cx="454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grpSp>
            <p:nvGrpSpPr>
              <p:cNvPr id="610" name="组合 609"/>
              <p:cNvGrpSpPr/>
              <p:nvPr/>
            </p:nvGrpSpPr>
            <p:grpSpPr>
              <a:xfrm>
                <a:off x="9581" y="2041"/>
                <a:ext cx="1815" cy="340"/>
                <a:chOff x="7823" y="7824"/>
                <a:chExt cx="1815" cy="340"/>
              </a:xfrm>
            </p:grpSpPr>
            <p:cxnSp>
              <p:nvCxnSpPr>
                <p:cNvPr id="611" name="直接连接符 610"/>
                <p:cNvCxnSpPr/>
                <p:nvPr>
                  <p:custDataLst>
                    <p:tags r:id="rId199"/>
                  </p:custDataLst>
                </p:nvPr>
              </p:nvCxnSpPr>
              <p:spPr bwMode="auto">
                <a:xfrm flipV="1">
                  <a:off x="7823" y="7824"/>
                  <a:ext cx="454" cy="0"/>
                </a:xfrm>
                <a:prstGeom prst="line">
                  <a:avLst/>
                </a:prstGeom>
                <a:solidFill>
                  <a:schemeClr val="accent1"/>
                </a:solidFill>
                <a:ln w="158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612" name="直接连接符 611"/>
                <p:cNvCxnSpPr/>
                <p:nvPr>
                  <p:custDataLst>
                    <p:tags r:id="rId200"/>
                  </p:custDataLst>
                </p:nvPr>
              </p:nvCxnSpPr>
              <p:spPr bwMode="auto">
                <a:xfrm flipH="1">
                  <a:off x="7823" y="7824"/>
                  <a:ext cx="0" cy="340"/>
                </a:xfrm>
                <a:prstGeom prst="line">
                  <a:avLst/>
                </a:prstGeom>
                <a:solidFill>
                  <a:schemeClr val="accent1"/>
                </a:solidFill>
                <a:ln w="158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613" name="直接连接符 612"/>
                <p:cNvCxnSpPr/>
                <p:nvPr>
                  <p:custDataLst>
                    <p:tags r:id="rId201"/>
                  </p:custDataLst>
                </p:nvPr>
              </p:nvCxnSpPr>
              <p:spPr bwMode="auto">
                <a:xfrm flipH="1">
                  <a:off x="8277" y="7824"/>
                  <a:ext cx="0" cy="340"/>
                </a:xfrm>
                <a:prstGeom prst="line">
                  <a:avLst/>
                </a:prstGeom>
                <a:solidFill>
                  <a:schemeClr val="accent1"/>
                </a:solidFill>
                <a:ln w="158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614" name="直接连接符 613"/>
                <p:cNvCxnSpPr/>
                <p:nvPr>
                  <p:custDataLst>
                    <p:tags r:id="rId202"/>
                  </p:custDataLst>
                </p:nvPr>
              </p:nvCxnSpPr>
              <p:spPr bwMode="auto">
                <a:xfrm flipV="1">
                  <a:off x="8277" y="8164"/>
                  <a:ext cx="454" cy="0"/>
                </a:xfrm>
                <a:prstGeom prst="line">
                  <a:avLst/>
                </a:prstGeom>
                <a:solidFill>
                  <a:schemeClr val="accent1"/>
                </a:solidFill>
                <a:ln w="158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615" name="直接连接符 614"/>
                <p:cNvCxnSpPr/>
                <p:nvPr>
                  <p:custDataLst>
                    <p:tags r:id="rId203"/>
                  </p:custDataLst>
                </p:nvPr>
              </p:nvCxnSpPr>
              <p:spPr bwMode="auto">
                <a:xfrm flipV="1">
                  <a:off x="8730" y="7824"/>
                  <a:ext cx="454" cy="0"/>
                </a:xfrm>
                <a:prstGeom prst="line">
                  <a:avLst/>
                </a:prstGeom>
                <a:solidFill>
                  <a:schemeClr val="accent1"/>
                </a:solidFill>
                <a:ln w="158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616" name="直接连接符 615"/>
                <p:cNvCxnSpPr/>
                <p:nvPr>
                  <p:custDataLst>
                    <p:tags r:id="rId204"/>
                  </p:custDataLst>
                </p:nvPr>
              </p:nvCxnSpPr>
              <p:spPr bwMode="auto">
                <a:xfrm flipH="1">
                  <a:off x="8730" y="7824"/>
                  <a:ext cx="0" cy="340"/>
                </a:xfrm>
                <a:prstGeom prst="line">
                  <a:avLst/>
                </a:prstGeom>
                <a:solidFill>
                  <a:schemeClr val="accent1"/>
                </a:solidFill>
                <a:ln w="158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617" name="直接连接符 616"/>
                <p:cNvCxnSpPr/>
                <p:nvPr>
                  <p:custDataLst>
                    <p:tags r:id="rId205"/>
                  </p:custDataLst>
                </p:nvPr>
              </p:nvCxnSpPr>
              <p:spPr bwMode="auto">
                <a:xfrm flipH="1">
                  <a:off x="9184" y="7824"/>
                  <a:ext cx="0" cy="340"/>
                </a:xfrm>
                <a:prstGeom prst="line">
                  <a:avLst/>
                </a:prstGeom>
                <a:solidFill>
                  <a:schemeClr val="accent1"/>
                </a:solidFill>
                <a:ln w="158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618" name="直接连接符 617"/>
                <p:cNvCxnSpPr/>
                <p:nvPr>
                  <p:custDataLst>
                    <p:tags r:id="rId206"/>
                  </p:custDataLst>
                </p:nvPr>
              </p:nvCxnSpPr>
              <p:spPr bwMode="auto">
                <a:xfrm flipV="1">
                  <a:off x="9184" y="8164"/>
                  <a:ext cx="454" cy="0"/>
                </a:xfrm>
                <a:prstGeom prst="line">
                  <a:avLst/>
                </a:prstGeom>
                <a:solidFill>
                  <a:schemeClr val="accent1"/>
                </a:solidFill>
                <a:ln w="158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cxnSp>
            <p:nvCxnSpPr>
              <p:cNvPr id="619" name="直接连接符 618"/>
              <p:cNvCxnSpPr/>
              <p:nvPr>
                <p:custDataLst>
                  <p:tags r:id="rId179"/>
                </p:custDataLst>
              </p:nvPr>
            </p:nvCxnSpPr>
            <p:spPr bwMode="auto">
              <a:xfrm flipV="1">
                <a:off x="11396" y="2041"/>
                <a:ext cx="454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20" name="直接连接符 619"/>
              <p:cNvCxnSpPr/>
              <p:nvPr>
                <p:custDataLst>
                  <p:tags r:id="rId180"/>
                </p:custDataLst>
              </p:nvPr>
            </p:nvCxnSpPr>
            <p:spPr bwMode="auto">
              <a:xfrm flipH="1">
                <a:off x="11396" y="2041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21" name="直接连接符 620"/>
              <p:cNvCxnSpPr/>
              <p:nvPr>
                <p:custDataLst>
                  <p:tags r:id="rId181"/>
                </p:custDataLst>
              </p:nvPr>
            </p:nvCxnSpPr>
            <p:spPr bwMode="auto">
              <a:xfrm flipH="1">
                <a:off x="11850" y="2041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22" name="直接连接符 621"/>
              <p:cNvCxnSpPr/>
              <p:nvPr>
                <p:custDataLst>
                  <p:tags r:id="rId182"/>
                </p:custDataLst>
              </p:nvPr>
            </p:nvCxnSpPr>
            <p:spPr bwMode="auto">
              <a:xfrm flipV="1">
                <a:off x="11850" y="2381"/>
                <a:ext cx="454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23" name="直接连接符 622"/>
              <p:cNvCxnSpPr/>
              <p:nvPr>
                <p:custDataLst>
                  <p:tags r:id="rId183"/>
                </p:custDataLst>
              </p:nvPr>
            </p:nvCxnSpPr>
            <p:spPr bwMode="auto">
              <a:xfrm flipV="1">
                <a:off x="12303" y="2041"/>
                <a:ext cx="454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24" name="直接连接符 623"/>
              <p:cNvCxnSpPr/>
              <p:nvPr>
                <p:custDataLst>
                  <p:tags r:id="rId184"/>
                </p:custDataLst>
              </p:nvPr>
            </p:nvCxnSpPr>
            <p:spPr bwMode="auto">
              <a:xfrm flipH="1">
                <a:off x="12303" y="2041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25" name="直接连接符 624"/>
              <p:cNvCxnSpPr/>
              <p:nvPr>
                <p:custDataLst>
                  <p:tags r:id="rId185"/>
                </p:custDataLst>
              </p:nvPr>
            </p:nvCxnSpPr>
            <p:spPr bwMode="auto">
              <a:xfrm flipH="1">
                <a:off x="12757" y="2041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26" name="直接连接符 625"/>
              <p:cNvCxnSpPr/>
              <p:nvPr>
                <p:custDataLst>
                  <p:tags r:id="rId186"/>
                </p:custDataLst>
              </p:nvPr>
            </p:nvCxnSpPr>
            <p:spPr bwMode="auto">
              <a:xfrm flipV="1">
                <a:off x="12757" y="2381"/>
                <a:ext cx="454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27" name="直接连接符 626"/>
              <p:cNvCxnSpPr/>
              <p:nvPr>
                <p:custDataLst>
                  <p:tags r:id="rId187"/>
                </p:custDataLst>
              </p:nvPr>
            </p:nvCxnSpPr>
            <p:spPr bwMode="auto">
              <a:xfrm flipV="1">
                <a:off x="13210" y="2041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28" name="直接连接符 627"/>
              <p:cNvCxnSpPr/>
              <p:nvPr>
                <p:custDataLst>
                  <p:tags r:id="rId188"/>
                </p:custDataLst>
              </p:nvPr>
            </p:nvCxnSpPr>
            <p:spPr bwMode="auto">
              <a:xfrm flipH="1">
                <a:off x="13210" y="2041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29" name="直接连接符 628"/>
              <p:cNvCxnSpPr/>
              <p:nvPr>
                <p:custDataLst>
                  <p:tags r:id="rId189"/>
                </p:custDataLst>
              </p:nvPr>
            </p:nvCxnSpPr>
            <p:spPr bwMode="auto">
              <a:xfrm flipH="1">
                <a:off x="5046" y="2381"/>
                <a:ext cx="0" cy="1814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00000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30" name="直接连接符 629"/>
              <p:cNvCxnSpPr/>
              <p:nvPr>
                <p:custDataLst>
                  <p:tags r:id="rId190"/>
                </p:custDataLst>
              </p:nvPr>
            </p:nvCxnSpPr>
            <p:spPr bwMode="auto">
              <a:xfrm flipH="1">
                <a:off x="5953" y="2381"/>
                <a:ext cx="0" cy="1814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00000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31" name="直接连接符 630"/>
              <p:cNvCxnSpPr/>
              <p:nvPr>
                <p:custDataLst>
                  <p:tags r:id="rId191"/>
                </p:custDataLst>
              </p:nvPr>
            </p:nvCxnSpPr>
            <p:spPr bwMode="auto">
              <a:xfrm flipH="1">
                <a:off x="6860" y="2381"/>
                <a:ext cx="0" cy="1814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00000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32" name="直接连接符 631"/>
              <p:cNvCxnSpPr/>
              <p:nvPr>
                <p:custDataLst>
                  <p:tags r:id="rId192"/>
                </p:custDataLst>
              </p:nvPr>
            </p:nvCxnSpPr>
            <p:spPr bwMode="auto">
              <a:xfrm flipH="1">
                <a:off x="7767" y="2381"/>
                <a:ext cx="0" cy="1814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00000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33" name="直接连接符 632"/>
              <p:cNvCxnSpPr/>
              <p:nvPr>
                <p:custDataLst>
                  <p:tags r:id="rId193"/>
                </p:custDataLst>
              </p:nvPr>
            </p:nvCxnSpPr>
            <p:spPr bwMode="auto">
              <a:xfrm flipH="1">
                <a:off x="8675" y="2381"/>
                <a:ext cx="0" cy="1814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00000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34" name="直接连接符 633"/>
              <p:cNvCxnSpPr/>
              <p:nvPr>
                <p:custDataLst>
                  <p:tags r:id="rId194"/>
                </p:custDataLst>
              </p:nvPr>
            </p:nvCxnSpPr>
            <p:spPr bwMode="auto">
              <a:xfrm flipH="1">
                <a:off x="9582" y="2381"/>
                <a:ext cx="0" cy="1814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00000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35" name="直接连接符 634"/>
              <p:cNvCxnSpPr/>
              <p:nvPr>
                <p:custDataLst>
                  <p:tags r:id="rId195"/>
                </p:custDataLst>
              </p:nvPr>
            </p:nvCxnSpPr>
            <p:spPr bwMode="auto">
              <a:xfrm flipH="1">
                <a:off x="10489" y="2381"/>
                <a:ext cx="0" cy="1814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00000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36" name="直接连接符 635"/>
              <p:cNvCxnSpPr/>
              <p:nvPr>
                <p:custDataLst>
                  <p:tags r:id="rId196"/>
                </p:custDataLst>
              </p:nvPr>
            </p:nvCxnSpPr>
            <p:spPr bwMode="auto">
              <a:xfrm flipH="1">
                <a:off x="11396" y="2381"/>
                <a:ext cx="0" cy="1814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00000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37" name="直接连接符 636"/>
              <p:cNvCxnSpPr/>
              <p:nvPr>
                <p:custDataLst>
                  <p:tags r:id="rId197"/>
                </p:custDataLst>
              </p:nvPr>
            </p:nvCxnSpPr>
            <p:spPr bwMode="auto">
              <a:xfrm flipH="1">
                <a:off x="12303" y="2381"/>
                <a:ext cx="0" cy="1814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00000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38" name="直接连接符 637"/>
              <p:cNvCxnSpPr/>
              <p:nvPr>
                <p:custDataLst>
                  <p:tags r:id="rId198"/>
                </p:custDataLst>
              </p:nvPr>
            </p:nvCxnSpPr>
            <p:spPr bwMode="auto">
              <a:xfrm flipH="1">
                <a:off x="13210" y="2381"/>
                <a:ext cx="0" cy="1814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00000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639" name="组合 638"/>
            <p:cNvGrpSpPr/>
            <p:nvPr/>
          </p:nvGrpSpPr>
          <p:grpSpPr>
            <a:xfrm>
              <a:off x="3686" y="2494"/>
              <a:ext cx="282" cy="1701"/>
              <a:chOff x="1928" y="8277"/>
              <a:chExt cx="282" cy="1701"/>
            </a:xfrm>
          </p:grpSpPr>
          <p:sp>
            <p:nvSpPr>
              <p:cNvPr id="640" name="Text Box 191"/>
              <p:cNvSpPr txBox="1">
                <a:spLocks noChangeArrowheads="1"/>
              </p:cNvSpPr>
              <p:nvPr>
                <p:custDataLst>
                  <p:tags r:id="rId149"/>
                </p:custDataLst>
              </p:nvPr>
            </p:nvSpPr>
            <p:spPr bwMode="auto">
              <a:xfrm>
                <a:off x="1928" y="8277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641" name="Text Box 191"/>
              <p:cNvSpPr txBox="1">
                <a:spLocks noChangeArrowheads="1"/>
              </p:cNvSpPr>
              <p:nvPr>
                <p:custDataLst>
                  <p:tags r:id="rId150"/>
                </p:custDataLst>
              </p:nvPr>
            </p:nvSpPr>
            <p:spPr bwMode="auto">
              <a:xfrm>
                <a:off x="1928" y="8731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642" name="Text Box 191"/>
              <p:cNvSpPr txBox="1">
                <a:spLocks noChangeArrowheads="1"/>
              </p:cNvSpPr>
              <p:nvPr>
                <p:custDataLst>
                  <p:tags r:id="rId151"/>
                </p:custDataLst>
              </p:nvPr>
            </p:nvSpPr>
            <p:spPr bwMode="auto">
              <a:xfrm>
                <a:off x="1928" y="9184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643" name="Text Box 191"/>
              <p:cNvSpPr txBox="1">
                <a:spLocks noChangeArrowheads="1"/>
              </p:cNvSpPr>
              <p:nvPr>
                <p:custDataLst>
                  <p:tags r:id="rId152"/>
                </p:custDataLst>
              </p:nvPr>
            </p:nvSpPr>
            <p:spPr bwMode="auto">
              <a:xfrm>
                <a:off x="1928" y="9638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</p:grpSp>
        <p:grpSp>
          <p:nvGrpSpPr>
            <p:cNvPr id="644" name="组合 643"/>
            <p:cNvGrpSpPr/>
            <p:nvPr/>
          </p:nvGrpSpPr>
          <p:grpSpPr>
            <a:xfrm>
              <a:off x="4252" y="2494"/>
              <a:ext cx="3458" cy="1701"/>
              <a:chOff x="2665" y="8277"/>
              <a:chExt cx="3458" cy="1701"/>
            </a:xfrm>
          </p:grpSpPr>
          <p:sp>
            <p:nvSpPr>
              <p:cNvPr id="645" name="Text Box 191"/>
              <p:cNvSpPr txBox="1">
                <a:spLocks noChangeArrowheads="1"/>
              </p:cNvSpPr>
              <p:nvPr>
                <p:custDataLst>
                  <p:tags r:id="rId133"/>
                </p:custDataLst>
              </p:nvPr>
            </p:nvSpPr>
            <p:spPr bwMode="auto">
              <a:xfrm>
                <a:off x="2665" y="8277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646" name="Text Box 191"/>
              <p:cNvSpPr txBox="1">
                <a:spLocks noChangeArrowheads="1"/>
              </p:cNvSpPr>
              <p:nvPr>
                <p:custDataLst>
                  <p:tags r:id="rId134"/>
                </p:custDataLst>
              </p:nvPr>
            </p:nvSpPr>
            <p:spPr bwMode="auto">
              <a:xfrm>
                <a:off x="2665" y="8731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647" name="Text Box 191"/>
              <p:cNvSpPr txBox="1">
                <a:spLocks noChangeArrowheads="1"/>
              </p:cNvSpPr>
              <p:nvPr>
                <p:custDataLst>
                  <p:tags r:id="rId135"/>
                </p:custDataLst>
              </p:nvPr>
            </p:nvSpPr>
            <p:spPr bwMode="auto">
              <a:xfrm>
                <a:off x="2665" y="9184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648" name="Text Box 191"/>
              <p:cNvSpPr txBox="1">
                <a:spLocks noChangeArrowheads="1"/>
              </p:cNvSpPr>
              <p:nvPr>
                <p:custDataLst>
                  <p:tags r:id="rId136"/>
                </p:custDataLst>
              </p:nvPr>
            </p:nvSpPr>
            <p:spPr bwMode="auto">
              <a:xfrm>
                <a:off x="2665" y="9638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649" name="Text Box 191"/>
              <p:cNvSpPr txBox="1">
                <a:spLocks noChangeArrowheads="1"/>
              </p:cNvSpPr>
              <p:nvPr>
                <p:custDataLst>
                  <p:tags r:id="rId137"/>
                </p:custDataLst>
              </p:nvPr>
            </p:nvSpPr>
            <p:spPr bwMode="auto">
              <a:xfrm>
                <a:off x="3572" y="8277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650" name="Text Box 191"/>
              <p:cNvSpPr txBox="1">
                <a:spLocks noChangeArrowheads="1"/>
              </p:cNvSpPr>
              <p:nvPr>
                <p:custDataLst>
                  <p:tags r:id="rId138"/>
                </p:custDataLst>
              </p:nvPr>
            </p:nvSpPr>
            <p:spPr bwMode="auto">
              <a:xfrm>
                <a:off x="3798" y="8731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651" name="Text Box 191"/>
              <p:cNvSpPr txBox="1">
                <a:spLocks noChangeArrowheads="1"/>
              </p:cNvSpPr>
              <p:nvPr>
                <p:custDataLst>
                  <p:tags r:id="rId139"/>
                </p:custDataLst>
              </p:nvPr>
            </p:nvSpPr>
            <p:spPr bwMode="auto">
              <a:xfrm>
                <a:off x="3572" y="9184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652" name="Text Box 191"/>
              <p:cNvSpPr txBox="1">
                <a:spLocks noChangeArrowheads="1"/>
              </p:cNvSpPr>
              <p:nvPr>
                <p:custDataLst>
                  <p:tags r:id="rId140"/>
                </p:custDataLst>
              </p:nvPr>
            </p:nvSpPr>
            <p:spPr bwMode="auto">
              <a:xfrm>
                <a:off x="3572" y="9638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653" name="Text Box 191"/>
              <p:cNvSpPr txBox="1">
                <a:spLocks noChangeArrowheads="1"/>
              </p:cNvSpPr>
              <p:nvPr>
                <p:custDataLst>
                  <p:tags r:id="rId141"/>
                </p:custDataLst>
              </p:nvPr>
            </p:nvSpPr>
            <p:spPr bwMode="auto">
              <a:xfrm>
                <a:off x="4479" y="8277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654" name="Text Box 191"/>
              <p:cNvSpPr txBox="1">
                <a:spLocks noChangeArrowheads="1"/>
              </p:cNvSpPr>
              <p:nvPr>
                <p:custDataLst>
                  <p:tags r:id="rId142"/>
                </p:custDataLst>
              </p:nvPr>
            </p:nvSpPr>
            <p:spPr bwMode="auto">
              <a:xfrm>
                <a:off x="4479" y="8731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655" name="Text Box 191"/>
              <p:cNvSpPr txBox="1">
                <a:spLocks noChangeArrowheads="1"/>
              </p:cNvSpPr>
              <p:nvPr>
                <p:custDataLst>
                  <p:tags r:id="rId143"/>
                </p:custDataLst>
              </p:nvPr>
            </p:nvSpPr>
            <p:spPr bwMode="auto">
              <a:xfrm>
                <a:off x="4479" y="9184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656" name="Text Box 191"/>
              <p:cNvSpPr txBox="1">
                <a:spLocks noChangeArrowheads="1"/>
              </p:cNvSpPr>
              <p:nvPr>
                <p:custDataLst>
                  <p:tags r:id="rId144"/>
                </p:custDataLst>
              </p:nvPr>
            </p:nvSpPr>
            <p:spPr bwMode="auto">
              <a:xfrm>
                <a:off x="4479" y="9638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657" name="Text Box 191"/>
              <p:cNvSpPr txBox="1">
                <a:spLocks noChangeArrowheads="1"/>
              </p:cNvSpPr>
              <p:nvPr>
                <p:custDataLst>
                  <p:tags r:id="rId145"/>
                </p:custDataLst>
              </p:nvPr>
            </p:nvSpPr>
            <p:spPr bwMode="auto">
              <a:xfrm>
                <a:off x="5386" y="8277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658" name="Text Box 191"/>
              <p:cNvSpPr txBox="1">
                <a:spLocks noChangeArrowheads="1"/>
              </p:cNvSpPr>
              <p:nvPr>
                <p:custDataLst>
                  <p:tags r:id="rId146"/>
                </p:custDataLst>
              </p:nvPr>
            </p:nvSpPr>
            <p:spPr bwMode="auto">
              <a:xfrm>
                <a:off x="5612" y="8731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659" name="Text Box 191"/>
              <p:cNvSpPr txBox="1">
                <a:spLocks noChangeArrowheads="1"/>
              </p:cNvSpPr>
              <p:nvPr>
                <p:custDataLst>
                  <p:tags r:id="rId147"/>
                </p:custDataLst>
              </p:nvPr>
            </p:nvSpPr>
            <p:spPr bwMode="auto">
              <a:xfrm>
                <a:off x="5840" y="9184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660" name="Text Box 191"/>
              <p:cNvSpPr txBox="1">
                <a:spLocks noChangeArrowheads="1"/>
              </p:cNvSpPr>
              <p:nvPr>
                <p:custDataLst>
                  <p:tags r:id="rId148"/>
                </p:custDataLst>
              </p:nvPr>
            </p:nvSpPr>
            <p:spPr bwMode="auto">
              <a:xfrm>
                <a:off x="5386" y="9638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</p:grpSp>
        <p:grpSp>
          <p:nvGrpSpPr>
            <p:cNvPr id="661" name="组合 660"/>
            <p:cNvGrpSpPr/>
            <p:nvPr/>
          </p:nvGrpSpPr>
          <p:grpSpPr>
            <a:xfrm>
              <a:off x="7880" y="2494"/>
              <a:ext cx="3514" cy="1701"/>
              <a:chOff x="2665" y="8277"/>
              <a:chExt cx="3514" cy="1701"/>
            </a:xfrm>
          </p:grpSpPr>
          <p:sp>
            <p:nvSpPr>
              <p:cNvPr id="662" name="Text Box 191"/>
              <p:cNvSpPr txBox="1">
                <a:spLocks noChangeArrowheads="1"/>
              </p:cNvSpPr>
              <p:nvPr>
                <p:custDataLst>
                  <p:tags r:id="rId117"/>
                </p:custDataLst>
              </p:nvPr>
            </p:nvSpPr>
            <p:spPr bwMode="auto">
              <a:xfrm>
                <a:off x="2665" y="8277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663" name="Text Box 191"/>
              <p:cNvSpPr txBox="1">
                <a:spLocks noChangeArrowheads="1"/>
              </p:cNvSpPr>
              <p:nvPr>
                <p:custDataLst>
                  <p:tags r:id="rId118"/>
                </p:custDataLst>
              </p:nvPr>
            </p:nvSpPr>
            <p:spPr bwMode="auto">
              <a:xfrm>
                <a:off x="2665" y="8731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664" name="Text Box 191"/>
              <p:cNvSpPr txBox="1">
                <a:spLocks noChangeArrowheads="1"/>
              </p:cNvSpPr>
              <p:nvPr>
                <p:custDataLst>
                  <p:tags r:id="rId119"/>
                </p:custDataLst>
              </p:nvPr>
            </p:nvSpPr>
            <p:spPr bwMode="auto">
              <a:xfrm>
                <a:off x="2665" y="9184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665" name="Text Box 191"/>
              <p:cNvSpPr txBox="1">
                <a:spLocks noChangeArrowheads="1"/>
              </p:cNvSpPr>
              <p:nvPr>
                <p:custDataLst>
                  <p:tags r:id="rId120"/>
                </p:custDataLst>
              </p:nvPr>
            </p:nvSpPr>
            <p:spPr bwMode="auto">
              <a:xfrm>
                <a:off x="2665" y="9638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666" name="Text Box 191"/>
              <p:cNvSpPr txBox="1">
                <a:spLocks noChangeArrowheads="1"/>
              </p:cNvSpPr>
              <p:nvPr>
                <p:custDataLst>
                  <p:tags r:id="rId121"/>
                </p:custDataLst>
              </p:nvPr>
            </p:nvSpPr>
            <p:spPr bwMode="auto">
              <a:xfrm>
                <a:off x="3572" y="8277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667" name="Text Box 191"/>
              <p:cNvSpPr txBox="1">
                <a:spLocks noChangeArrowheads="1"/>
              </p:cNvSpPr>
              <p:nvPr>
                <p:custDataLst>
                  <p:tags r:id="rId122"/>
                </p:custDataLst>
              </p:nvPr>
            </p:nvSpPr>
            <p:spPr bwMode="auto">
              <a:xfrm>
                <a:off x="3798" y="8731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668" name="Text Box 191"/>
              <p:cNvSpPr txBox="1">
                <a:spLocks noChangeArrowheads="1"/>
              </p:cNvSpPr>
              <p:nvPr>
                <p:custDataLst>
                  <p:tags r:id="rId123"/>
                </p:custDataLst>
              </p:nvPr>
            </p:nvSpPr>
            <p:spPr bwMode="auto">
              <a:xfrm>
                <a:off x="3572" y="9184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669" name="Text Box 191"/>
              <p:cNvSpPr txBox="1">
                <a:spLocks noChangeArrowheads="1"/>
              </p:cNvSpPr>
              <p:nvPr>
                <p:custDataLst>
                  <p:tags r:id="rId124"/>
                </p:custDataLst>
              </p:nvPr>
            </p:nvSpPr>
            <p:spPr bwMode="auto">
              <a:xfrm>
                <a:off x="3572" y="9638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670" name="Text Box 191"/>
              <p:cNvSpPr txBox="1">
                <a:spLocks noChangeArrowheads="1"/>
              </p:cNvSpPr>
              <p:nvPr>
                <p:custDataLst>
                  <p:tags r:id="rId125"/>
                </p:custDataLst>
              </p:nvPr>
            </p:nvSpPr>
            <p:spPr bwMode="auto">
              <a:xfrm>
                <a:off x="4479" y="8277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671" name="Text Box 191"/>
              <p:cNvSpPr txBox="1">
                <a:spLocks noChangeArrowheads="1"/>
              </p:cNvSpPr>
              <p:nvPr>
                <p:custDataLst>
                  <p:tags r:id="rId126"/>
                </p:custDataLst>
              </p:nvPr>
            </p:nvSpPr>
            <p:spPr bwMode="auto">
              <a:xfrm>
                <a:off x="4479" y="8731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672" name="Text Box 191"/>
              <p:cNvSpPr txBox="1">
                <a:spLocks noChangeArrowheads="1"/>
              </p:cNvSpPr>
              <p:nvPr>
                <p:custDataLst>
                  <p:tags r:id="rId127"/>
                </p:custDataLst>
              </p:nvPr>
            </p:nvSpPr>
            <p:spPr bwMode="auto">
              <a:xfrm>
                <a:off x="4479" y="9184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674" name="Text Box 191"/>
              <p:cNvSpPr txBox="1">
                <a:spLocks noChangeArrowheads="1"/>
              </p:cNvSpPr>
              <p:nvPr>
                <p:custDataLst>
                  <p:tags r:id="rId128"/>
                </p:custDataLst>
              </p:nvPr>
            </p:nvSpPr>
            <p:spPr bwMode="auto">
              <a:xfrm>
                <a:off x="4479" y="9638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675" name="Text Box 191"/>
              <p:cNvSpPr txBox="1">
                <a:spLocks noChangeArrowheads="1"/>
              </p:cNvSpPr>
              <p:nvPr>
                <p:custDataLst>
                  <p:tags r:id="rId129"/>
                </p:custDataLst>
              </p:nvPr>
            </p:nvSpPr>
            <p:spPr bwMode="auto">
              <a:xfrm>
                <a:off x="5386" y="8277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676" name="Text Box 191"/>
              <p:cNvSpPr txBox="1">
                <a:spLocks noChangeArrowheads="1"/>
              </p:cNvSpPr>
              <p:nvPr>
                <p:custDataLst>
                  <p:tags r:id="rId130"/>
                </p:custDataLst>
              </p:nvPr>
            </p:nvSpPr>
            <p:spPr bwMode="auto">
              <a:xfrm>
                <a:off x="5612" y="8731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677" name="Text Box 191"/>
              <p:cNvSpPr txBox="1">
                <a:spLocks noChangeArrowheads="1"/>
              </p:cNvSpPr>
              <p:nvPr>
                <p:custDataLst>
                  <p:tags r:id="rId131"/>
                </p:custDataLst>
              </p:nvPr>
            </p:nvSpPr>
            <p:spPr bwMode="auto">
              <a:xfrm>
                <a:off x="5782" y="9184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678" name="Text Box 191"/>
              <p:cNvSpPr txBox="1">
                <a:spLocks noChangeArrowheads="1"/>
              </p:cNvSpPr>
              <p:nvPr>
                <p:custDataLst>
                  <p:tags r:id="rId132"/>
                </p:custDataLst>
              </p:nvPr>
            </p:nvSpPr>
            <p:spPr bwMode="auto">
              <a:xfrm>
                <a:off x="5896" y="9638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</p:grpSp>
        <p:grpSp>
          <p:nvGrpSpPr>
            <p:cNvPr id="679" name="组合 678"/>
            <p:cNvGrpSpPr/>
            <p:nvPr/>
          </p:nvGrpSpPr>
          <p:grpSpPr>
            <a:xfrm>
              <a:off x="11509" y="2494"/>
              <a:ext cx="1416" cy="1701"/>
              <a:chOff x="9921" y="8277"/>
              <a:chExt cx="1416" cy="1701"/>
            </a:xfrm>
          </p:grpSpPr>
          <p:sp>
            <p:nvSpPr>
              <p:cNvPr id="680" name="Text Box 191"/>
              <p:cNvSpPr txBox="1">
                <a:spLocks noChangeArrowheads="1"/>
              </p:cNvSpPr>
              <p:nvPr>
                <p:custDataLst>
                  <p:tags r:id="rId109"/>
                </p:custDataLst>
              </p:nvPr>
            </p:nvSpPr>
            <p:spPr bwMode="auto">
              <a:xfrm>
                <a:off x="9921" y="8277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681" name="Text Box 191"/>
              <p:cNvSpPr txBox="1">
                <a:spLocks noChangeArrowheads="1"/>
              </p:cNvSpPr>
              <p:nvPr>
                <p:custDataLst>
                  <p:tags r:id="rId110"/>
                </p:custDataLst>
              </p:nvPr>
            </p:nvSpPr>
            <p:spPr bwMode="auto">
              <a:xfrm>
                <a:off x="9921" y="8731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682" name="Text Box 191"/>
              <p:cNvSpPr txBox="1">
                <a:spLocks noChangeArrowheads="1"/>
              </p:cNvSpPr>
              <p:nvPr>
                <p:custDataLst>
                  <p:tags r:id="rId111"/>
                </p:custDataLst>
              </p:nvPr>
            </p:nvSpPr>
            <p:spPr bwMode="auto">
              <a:xfrm>
                <a:off x="9921" y="9184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683" name="Text Box 191"/>
              <p:cNvSpPr txBox="1">
                <a:spLocks noChangeArrowheads="1"/>
              </p:cNvSpPr>
              <p:nvPr>
                <p:custDataLst>
                  <p:tags r:id="rId112"/>
                </p:custDataLst>
              </p:nvPr>
            </p:nvSpPr>
            <p:spPr bwMode="auto">
              <a:xfrm>
                <a:off x="9921" y="9638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684" name="Text Box 191"/>
              <p:cNvSpPr txBox="1">
                <a:spLocks noChangeArrowheads="1"/>
              </p:cNvSpPr>
              <p:nvPr>
                <p:custDataLst>
                  <p:tags r:id="rId113"/>
                </p:custDataLst>
              </p:nvPr>
            </p:nvSpPr>
            <p:spPr bwMode="auto">
              <a:xfrm>
                <a:off x="10828" y="8277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685" name="Text Box 191"/>
              <p:cNvSpPr txBox="1">
                <a:spLocks noChangeArrowheads="1"/>
              </p:cNvSpPr>
              <p:nvPr>
                <p:custDataLst>
                  <p:tags r:id="rId114"/>
                </p:custDataLst>
              </p:nvPr>
            </p:nvSpPr>
            <p:spPr bwMode="auto">
              <a:xfrm>
                <a:off x="11054" y="8731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686" name="Text Box 191"/>
              <p:cNvSpPr txBox="1">
                <a:spLocks noChangeArrowheads="1"/>
              </p:cNvSpPr>
              <p:nvPr>
                <p:custDataLst>
                  <p:tags r:id="rId115"/>
                </p:custDataLst>
              </p:nvPr>
            </p:nvSpPr>
            <p:spPr bwMode="auto">
              <a:xfrm>
                <a:off x="10828" y="9184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687" name="Text Box 191"/>
              <p:cNvSpPr txBox="1">
                <a:spLocks noChangeArrowheads="1"/>
              </p:cNvSpPr>
              <p:nvPr>
                <p:custDataLst>
                  <p:tags r:id="rId116"/>
                </p:custDataLst>
              </p:nvPr>
            </p:nvSpPr>
            <p:spPr bwMode="auto">
              <a:xfrm>
                <a:off x="10828" y="9638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</p:grpSp>
      </p:grpSp>
      <p:grpSp>
        <p:nvGrpSpPr>
          <p:cNvPr id="688" name="组合 687"/>
          <p:cNvGrpSpPr/>
          <p:nvPr/>
        </p:nvGrpSpPr>
        <p:grpSpPr>
          <a:xfrm>
            <a:off x="3023691" y="4833352"/>
            <a:ext cx="4754245" cy="840105"/>
            <a:chOff x="5102" y="2665"/>
            <a:chExt cx="7487" cy="1323"/>
          </a:xfrm>
        </p:grpSpPr>
        <p:sp>
          <p:nvSpPr>
            <p:cNvPr id="689" name="任意多边形 688"/>
            <p:cNvSpPr/>
            <p:nvPr>
              <p:custDataLst>
                <p:tags r:id="rId53"/>
              </p:custDataLst>
            </p:nvPr>
          </p:nvSpPr>
          <p:spPr>
            <a:xfrm>
              <a:off x="5102" y="2665"/>
              <a:ext cx="231" cy="416"/>
            </a:xfrm>
            <a:custGeom>
              <a:avLst/>
              <a:gdLst>
                <a:gd name="connisteX0" fmla="*/ 0 w 146685"/>
                <a:gd name="connsiteY0" fmla="*/ 0 h 264160"/>
                <a:gd name="connisteX1" fmla="*/ 56515 w 146685"/>
                <a:gd name="connsiteY1" fmla="*/ 63500 h 264160"/>
                <a:gd name="connisteX2" fmla="*/ 56515 w 146685"/>
                <a:gd name="connsiteY2" fmla="*/ 173990 h 264160"/>
                <a:gd name="connisteX3" fmla="*/ 83185 w 146685"/>
                <a:gd name="connsiteY3" fmla="*/ 237490 h 264160"/>
                <a:gd name="connisteX4" fmla="*/ 146685 w 146685"/>
                <a:gd name="connsiteY4" fmla="*/ 264160 h 26416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46685" h="264160">
                  <a:moveTo>
                    <a:pt x="0" y="0"/>
                  </a:moveTo>
                  <a:cubicBezTo>
                    <a:pt x="11430" y="10795"/>
                    <a:pt x="45085" y="28575"/>
                    <a:pt x="56515" y="63500"/>
                  </a:cubicBezTo>
                  <a:cubicBezTo>
                    <a:pt x="67945" y="98425"/>
                    <a:pt x="51435" y="139065"/>
                    <a:pt x="56515" y="173990"/>
                  </a:cubicBezTo>
                  <a:cubicBezTo>
                    <a:pt x="61595" y="208915"/>
                    <a:pt x="65405" y="219710"/>
                    <a:pt x="83185" y="237490"/>
                  </a:cubicBezTo>
                  <a:cubicBezTo>
                    <a:pt x="100965" y="255270"/>
                    <a:pt x="134620" y="260350"/>
                    <a:pt x="146685" y="264160"/>
                  </a:cubicBezTo>
                </a:path>
              </a:pathLst>
            </a:custGeom>
            <a:noFill/>
            <a:ln w="952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sm" len="sm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90" name="任意多边形 689"/>
            <p:cNvSpPr/>
            <p:nvPr>
              <p:custDataLst>
                <p:tags r:id="rId54"/>
              </p:custDataLst>
            </p:nvPr>
          </p:nvSpPr>
          <p:spPr>
            <a:xfrm>
              <a:off x="6917" y="2665"/>
              <a:ext cx="231" cy="416"/>
            </a:xfrm>
            <a:custGeom>
              <a:avLst/>
              <a:gdLst>
                <a:gd name="connisteX0" fmla="*/ 0 w 146685"/>
                <a:gd name="connsiteY0" fmla="*/ 0 h 264160"/>
                <a:gd name="connisteX1" fmla="*/ 56515 w 146685"/>
                <a:gd name="connsiteY1" fmla="*/ 63500 h 264160"/>
                <a:gd name="connisteX2" fmla="*/ 56515 w 146685"/>
                <a:gd name="connsiteY2" fmla="*/ 173990 h 264160"/>
                <a:gd name="connisteX3" fmla="*/ 83185 w 146685"/>
                <a:gd name="connsiteY3" fmla="*/ 237490 h 264160"/>
                <a:gd name="connisteX4" fmla="*/ 146685 w 146685"/>
                <a:gd name="connsiteY4" fmla="*/ 264160 h 26416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46685" h="264160">
                  <a:moveTo>
                    <a:pt x="0" y="0"/>
                  </a:moveTo>
                  <a:cubicBezTo>
                    <a:pt x="11430" y="10795"/>
                    <a:pt x="45085" y="28575"/>
                    <a:pt x="56515" y="63500"/>
                  </a:cubicBezTo>
                  <a:cubicBezTo>
                    <a:pt x="67945" y="98425"/>
                    <a:pt x="51435" y="139065"/>
                    <a:pt x="56515" y="173990"/>
                  </a:cubicBezTo>
                  <a:cubicBezTo>
                    <a:pt x="61595" y="208915"/>
                    <a:pt x="65405" y="219710"/>
                    <a:pt x="83185" y="237490"/>
                  </a:cubicBezTo>
                  <a:cubicBezTo>
                    <a:pt x="100965" y="255270"/>
                    <a:pt x="134620" y="260350"/>
                    <a:pt x="146685" y="264160"/>
                  </a:cubicBezTo>
                </a:path>
              </a:pathLst>
            </a:custGeom>
            <a:noFill/>
            <a:ln w="952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sm" len="sm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91" name="任意多边形 690"/>
            <p:cNvSpPr/>
            <p:nvPr>
              <p:custDataLst>
                <p:tags r:id="rId55"/>
              </p:custDataLst>
            </p:nvPr>
          </p:nvSpPr>
          <p:spPr>
            <a:xfrm>
              <a:off x="7143" y="3118"/>
              <a:ext cx="231" cy="416"/>
            </a:xfrm>
            <a:custGeom>
              <a:avLst/>
              <a:gdLst>
                <a:gd name="connisteX0" fmla="*/ 0 w 146685"/>
                <a:gd name="connsiteY0" fmla="*/ 0 h 264160"/>
                <a:gd name="connisteX1" fmla="*/ 56515 w 146685"/>
                <a:gd name="connsiteY1" fmla="*/ 63500 h 264160"/>
                <a:gd name="connisteX2" fmla="*/ 56515 w 146685"/>
                <a:gd name="connsiteY2" fmla="*/ 173990 h 264160"/>
                <a:gd name="connisteX3" fmla="*/ 83185 w 146685"/>
                <a:gd name="connsiteY3" fmla="*/ 237490 h 264160"/>
                <a:gd name="connisteX4" fmla="*/ 146685 w 146685"/>
                <a:gd name="connsiteY4" fmla="*/ 264160 h 26416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46685" h="264160">
                  <a:moveTo>
                    <a:pt x="0" y="0"/>
                  </a:moveTo>
                  <a:cubicBezTo>
                    <a:pt x="11430" y="10795"/>
                    <a:pt x="45085" y="28575"/>
                    <a:pt x="56515" y="63500"/>
                  </a:cubicBezTo>
                  <a:cubicBezTo>
                    <a:pt x="67945" y="98425"/>
                    <a:pt x="51435" y="139065"/>
                    <a:pt x="56515" y="173990"/>
                  </a:cubicBezTo>
                  <a:cubicBezTo>
                    <a:pt x="61595" y="208915"/>
                    <a:pt x="65405" y="219710"/>
                    <a:pt x="83185" y="237490"/>
                  </a:cubicBezTo>
                  <a:cubicBezTo>
                    <a:pt x="100965" y="255270"/>
                    <a:pt x="134620" y="260350"/>
                    <a:pt x="146685" y="264160"/>
                  </a:cubicBezTo>
                </a:path>
              </a:pathLst>
            </a:custGeom>
            <a:noFill/>
            <a:ln w="952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sm" len="sm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92" name="任意多边形 691"/>
            <p:cNvSpPr/>
            <p:nvPr>
              <p:custDataLst>
                <p:tags r:id="rId56"/>
              </p:custDataLst>
            </p:nvPr>
          </p:nvSpPr>
          <p:spPr>
            <a:xfrm>
              <a:off x="10772" y="3118"/>
              <a:ext cx="231" cy="416"/>
            </a:xfrm>
            <a:custGeom>
              <a:avLst/>
              <a:gdLst>
                <a:gd name="connisteX0" fmla="*/ 0 w 146685"/>
                <a:gd name="connsiteY0" fmla="*/ 0 h 264160"/>
                <a:gd name="connisteX1" fmla="*/ 56515 w 146685"/>
                <a:gd name="connsiteY1" fmla="*/ 63500 h 264160"/>
                <a:gd name="connisteX2" fmla="*/ 56515 w 146685"/>
                <a:gd name="connsiteY2" fmla="*/ 173990 h 264160"/>
                <a:gd name="connisteX3" fmla="*/ 83185 w 146685"/>
                <a:gd name="connsiteY3" fmla="*/ 237490 h 264160"/>
                <a:gd name="connisteX4" fmla="*/ 146685 w 146685"/>
                <a:gd name="connsiteY4" fmla="*/ 264160 h 26416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46685" h="264160">
                  <a:moveTo>
                    <a:pt x="0" y="0"/>
                  </a:moveTo>
                  <a:cubicBezTo>
                    <a:pt x="11430" y="10795"/>
                    <a:pt x="45085" y="28575"/>
                    <a:pt x="56515" y="63500"/>
                  </a:cubicBezTo>
                  <a:cubicBezTo>
                    <a:pt x="67945" y="98425"/>
                    <a:pt x="51435" y="139065"/>
                    <a:pt x="56515" y="173990"/>
                  </a:cubicBezTo>
                  <a:cubicBezTo>
                    <a:pt x="61595" y="208915"/>
                    <a:pt x="65405" y="219710"/>
                    <a:pt x="83185" y="237490"/>
                  </a:cubicBezTo>
                  <a:cubicBezTo>
                    <a:pt x="100965" y="255270"/>
                    <a:pt x="134620" y="260350"/>
                    <a:pt x="146685" y="264160"/>
                  </a:cubicBezTo>
                </a:path>
              </a:pathLst>
            </a:custGeom>
            <a:noFill/>
            <a:ln w="952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sm" len="sm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93" name="任意多边形 692"/>
            <p:cNvSpPr/>
            <p:nvPr>
              <p:custDataLst>
                <p:tags r:id="rId57"/>
              </p:custDataLst>
            </p:nvPr>
          </p:nvSpPr>
          <p:spPr>
            <a:xfrm>
              <a:off x="8731" y="2665"/>
              <a:ext cx="231" cy="416"/>
            </a:xfrm>
            <a:custGeom>
              <a:avLst/>
              <a:gdLst>
                <a:gd name="connisteX0" fmla="*/ 0 w 146685"/>
                <a:gd name="connsiteY0" fmla="*/ 0 h 264160"/>
                <a:gd name="connisteX1" fmla="*/ 56515 w 146685"/>
                <a:gd name="connsiteY1" fmla="*/ 63500 h 264160"/>
                <a:gd name="connisteX2" fmla="*/ 56515 w 146685"/>
                <a:gd name="connsiteY2" fmla="*/ 173990 h 264160"/>
                <a:gd name="connisteX3" fmla="*/ 83185 w 146685"/>
                <a:gd name="connsiteY3" fmla="*/ 237490 h 264160"/>
                <a:gd name="connisteX4" fmla="*/ 146685 w 146685"/>
                <a:gd name="connsiteY4" fmla="*/ 264160 h 26416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46685" h="264160">
                  <a:moveTo>
                    <a:pt x="0" y="0"/>
                  </a:moveTo>
                  <a:cubicBezTo>
                    <a:pt x="11430" y="10795"/>
                    <a:pt x="45085" y="28575"/>
                    <a:pt x="56515" y="63500"/>
                  </a:cubicBezTo>
                  <a:cubicBezTo>
                    <a:pt x="67945" y="98425"/>
                    <a:pt x="51435" y="139065"/>
                    <a:pt x="56515" y="173990"/>
                  </a:cubicBezTo>
                  <a:cubicBezTo>
                    <a:pt x="61595" y="208915"/>
                    <a:pt x="65405" y="219710"/>
                    <a:pt x="83185" y="237490"/>
                  </a:cubicBezTo>
                  <a:cubicBezTo>
                    <a:pt x="100965" y="255270"/>
                    <a:pt x="134620" y="260350"/>
                    <a:pt x="146685" y="264160"/>
                  </a:cubicBezTo>
                </a:path>
              </a:pathLst>
            </a:custGeom>
            <a:noFill/>
            <a:ln w="952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sm" len="sm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94" name="任意多边形 693"/>
            <p:cNvSpPr/>
            <p:nvPr>
              <p:custDataLst>
                <p:tags r:id="rId58"/>
              </p:custDataLst>
            </p:nvPr>
          </p:nvSpPr>
          <p:spPr>
            <a:xfrm>
              <a:off x="10545" y="2665"/>
              <a:ext cx="231" cy="416"/>
            </a:xfrm>
            <a:custGeom>
              <a:avLst/>
              <a:gdLst>
                <a:gd name="connisteX0" fmla="*/ 0 w 146685"/>
                <a:gd name="connsiteY0" fmla="*/ 0 h 264160"/>
                <a:gd name="connisteX1" fmla="*/ 56515 w 146685"/>
                <a:gd name="connsiteY1" fmla="*/ 63500 h 264160"/>
                <a:gd name="connisteX2" fmla="*/ 56515 w 146685"/>
                <a:gd name="connsiteY2" fmla="*/ 173990 h 264160"/>
                <a:gd name="connisteX3" fmla="*/ 83185 w 146685"/>
                <a:gd name="connsiteY3" fmla="*/ 237490 h 264160"/>
                <a:gd name="connisteX4" fmla="*/ 146685 w 146685"/>
                <a:gd name="connsiteY4" fmla="*/ 264160 h 26416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46685" h="264160">
                  <a:moveTo>
                    <a:pt x="0" y="0"/>
                  </a:moveTo>
                  <a:cubicBezTo>
                    <a:pt x="11430" y="10795"/>
                    <a:pt x="45085" y="28575"/>
                    <a:pt x="56515" y="63500"/>
                  </a:cubicBezTo>
                  <a:cubicBezTo>
                    <a:pt x="67945" y="98425"/>
                    <a:pt x="51435" y="139065"/>
                    <a:pt x="56515" y="173990"/>
                  </a:cubicBezTo>
                  <a:cubicBezTo>
                    <a:pt x="61595" y="208915"/>
                    <a:pt x="65405" y="219710"/>
                    <a:pt x="83185" y="237490"/>
                  </a:cubicBezTo>
                  <a:cubicBezTo>
                    <a:pt x="100965" y="255270"/>
                    <a:pt x="134620" y="260350"/>
                    <a:pt x="146685" y="264160"/>
                  </a:cubicBezTo>
                </a:path>
              </a:pathLst>
            </a:custGeom>
            <a:noFill/>
            <a:ln w="952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sm" len="sm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95" name="任意多边形 694"/>
            <p:cNvSpPr/>
            <p:nvPr>
              <p:custDataLst>
                <p:tags r:id="rId59"/>
              </p:custDataLst>
            </p:nvPr>
          </p:nvSpPr>
          <p:spPr>
            <a:xfrm>
              <a:off x="12359" y="2665"/>
              <a:ext cx="231" cy="416"/>
            </a:xfrm>
            <a:custGeom>
              <a:avLst/>
              <a:gdLst>
                <a:gd name="connisteX0" fmla="*/ 0 w 146685"/>
                <a:gd name="connsiteY0" fmla="*/ 0 h 264160"/>
                <a:gd name="connisteX1" fmla="*/ 56515 w 146685"/>
                <a:gd name="connsiteY1" fmla="*/ 63500 h 264160"/>
                <a:gd name="connisteX2" fmla="*/ 56515 w 146685"/>
                <a:gd name="connsiteY2" fmla="*/ 173990 h 264160"/>
                <a:gd name="connisteX3" fmla="*/ 83185 w 146685"/>
                <a:gd name="connsiteY3" fmla="*/ 237490 h 264160"/>
                <a:gd name="connisteX4" fmla="*/ 146685 w 146685"/>
                <a:gd name="connsiteY4" fmla="*/ 264160 h 26416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46685" h="264160">
                  <a:moveTo>
                    <a:pt x="0" y="0"/>
                  </a:moveTo>
                  <a:cubicBezTo>
                    <a:pt x="11430" y="10795"/>
                    <a:pt x="45085" y="28575"/>
                    <a:pt x="56515" y="63500"/>
                  </a:cubicBezTo>
                  <a:cubicBezTo>
                    <a:pt x="67945" y="98425"/>
                    <a:pt x="51435" y="139065"/>
                    <a:pt x="56515" y="173990"/>
                  </a:cubicBezTo>
                  <a:cubicBezTo>
                    <a:pt x="61595" y="208915"/>
                    <a:pt x="65405" y="219710"/>
                    <a:pt x="83185" y="237490"/>
                  </a:cubicBezTo>
                  <a:cubicBezTo>
                    <a:pt x="100965" y="255270"/>
                    <a:pt x="134620" y="260350"/>
                    <a:pt x="146685" y="264160"/>
                  </a:cubicBezTo>
                </a:path>
              </a:pathLst>
            </a:custGeom>
            <a:noFill/>
            <a:ln w="952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sm" len="sm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96" name="任意多边形 695"/>
            <p:cNvSpPr/>
            <p:nvPr>
              <p:custDataLst>
                <p:tags r:id="rId60"/>
              </p:custDataLst>
            </p:nvPr>
          </p:nvSpPr>
          <p:spPr>
            <a:xfrm>
              <a:off x="10998" y="3572"/>
              <a:ext cx="231" cy="416"/>
            </a:xfrm>
            <a:custGeom>
              <a:avLst/>
              <a:gdLst>
                <a:gd name="connisteX0" fmla="*/ 0 w 146685"/>
                <a:gd name="connsiteY0" fmla="*/ 0 h 264160"/>
                <a:gd name="connisteX1" fmla="*/ 56515 w 146685"/>
                <a:gd name="connsiteY1" fmla="*/ 63500 h 264160"/>
                <a:gd name="connisteX2" fmla="*/ 56515 w 146685"/>
                <a:gd name="connsiteY2" fmla="*/ 173990 h 264160"/>
                <a:gd name="connisteX3" fmla="*/ 83185 w 146685"/>
                <a:gd name="connsiteY3" fmla="*/ 237490 h 264160"/>
                <a:gd name="connisteX4" fmla="*/ 146685 w 146685"/>
                <a:gd name="connsiteY4" fmla="*/ 264160 h 26416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46685" h="264160">
                  <a:moveTo>
                    <a:pt x="0" y="0"/>
                  </a:moveTo>
                  <a:cubicBezTo>
                    <a:pt x="11430" y="10795"/>
                    <a:pt x="45085" y="28575"/>
                    <a:pt x="56515" y="63500"/>
                  </a:cubicBezTo>
                  <a:cubicBezTo>
                    <a:pt x="67945" y="98425"/>
                    <a:pt x="51435" y="139065"/>
                    <a:pt x="56515" y="173990"/>
                  </a:cubicBezTo>
                  <a:cubicBezTo>
                    <a:pt x="61595" y="208915"/>
                    <a:pt x="65405" y="219710"/>
                    <a:pt x="83185" y="237490"/>
                  </a:cubicBezTo>
                  <a:cubicBezTo>
                    <a:pt x="100965" y="255270"/>
                    <a:pt x="134620" y="260350"/>
                    <a:pt x="146685" y="264160"/>
                  </a:cubicBezTo>
                </a:path>
              </a:pathLst>
            </a:custGeom>
            <a:noFill/>
            <a:ln w="952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sm" len="sm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1115616" y="1196752"/>
            <a:ext cx="5868035" cy="934085"/>
            <a:chOff x="1814" y="2381"/>
            <a:chExt cx="9241" cy="1471"/>
          </a:xfrm>
        </p:grpSpPr>
        <p:sp>
          <p:nvSpPr>
            <p:cNvPr id="15" name="Text Box 191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7937" y="2945"/>
              <a:ext cx="3118" cy="90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t" anchorCtr="0"/>
            <a:lstStyle/>
            <a:p>
              <a:pPr marL="396000" indent="-39600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注：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T</a:t>
              </a:r>
              <a:r>
                <a:rPr lang="zh-CN" altLang="en-US" sz="1600" b="1" dirty="0">
                  <a:latin typeface="宋体" panose="02010600030101010101" pitchFamily="2" charset="-122"/>
                  <a:sym typeface="+mn-ea"/>
                </a:rPr>
                <a:t>连接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Q</a:t>
              </a:r>
              <a:r>
                <a:rPr lang="zh-CN" altLang="en-US" sz="1600" b="1" dirty="0">
                  <a:latin typeface="宋体" panose="02010600030101010101" pitchFamily="2" charset="-122"/>
                  <a:sym typeface="+mn-ea"/>
                </a:rPr>
                <a:t>，导致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Q</a:t>
              </a:r>
              <a:r>
                <a:rPr lang="en-US" altLang="zh-CN" sz="1600" b="1" baseline="-25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i</a:t>
              </a:r>
              <a:r>
                <a:rPr lang="zh-CN" altLang="en-US" sz="1600" b="1" u="sng" dirty="0">
                  <a:solidFill>
                    <a:schemeClr val="tx1"/>
                  </a:solidFill>
                  <a:latin typeface="宋体" panose="02010600030101010101" pitchFamily="2" charset="-122"/>
                </a:rPr>
                <a:t>下降沿</a:t>
              </a: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时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Q</a:t>
              </a:r>
              <a:r>
                <a:rPr lang="en-US" altLang="zh-CN" sz="1600" b="1" baseline="-25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i+1</a:t>
              </a: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翻转</a:t>
              </a:r>
              <a:endPara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endParaRPr>
            </a:p>
          </p:txBody>
        </p:sp>
        <p:cxnSp>
          <p:nvCxnSpPr>
            <p:cNvPr id="16" name="直接箭头连接符 15"/>
            <p:cNvCxnSpPr/>
            <p:nvPr>
              <p:custDataLst>
                <p:tags r:id="rId10"/>
              </p:custDataLst>
            </p:nvPr>
          </p:nvCxnSpPr>
          <p:spPr bwMode="auto">
            <a:xfrm flipV="1">
              <a:off x="9383" y="2991"/>
              <a:ext cx="17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7" name="Text Box 36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2948" y="2832"/>
              <a:ext cx="4762" cy="102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18" name="直接箭头连接符 17"/>
            <p:cNvCxnSpPr/>
            <p:nvPr>
              <p:custDataLst>
                <p:tags r:id="rId12"/>
              </p:custDataLst>
            </p:nvPr>
          </p:nvCxnSpPr>
          <p:spPr bwMode="auto">
            <a:xfrm flipV="1">
              <a:off x="4026" y="2721"/>
              <a:ext cx="0" cy="39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9" name="直接箭头连接符 18"/>
            <p:cNvCxnSpPr/>
            <p:nvPr>
              <p:custDataLst>
                <p:tags r:id="rId13"/>
              </p:custDataLst>
            </p:nvPr>
          </p:nvCxnSpPr>
          <p:spPr bwMode="auto">
            <a:xfrm flipV="1">
              <a:off x="5216" y="2721"/>
              <a:ext cx="0" cy="39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0" name="直接箭头连接符 19"/>
            <p:cNvCxnSpPr/>
            <p:nvPr>
              <p:custDataLst>
                <p:tags r:id="rId14"/>
              </p:custDataLst>
            </p:nvPr>
          </p:nvCxnSpPr>
          <p:spPr bwMode="auto">
            <a:xfrm flipV="1">
              <a:off x="6410" y="2721"/>
              <a:ext cx="0" cy="39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1" name="直接箭头连接符 20"/>
            <p:cNvCxnSpPr/>
            <p:nvPr>
              <p:custDataLst>
                <p:tags r:id="rId15"/>
              </p:custDataLst>
            </p:nvPr>
          </p:nvCxnSpPr>
          <p:spPr bwMode="auto">
            <a:xfrm flipV="1">
              <a:off x="7597" y="2721"/>
              <a:ext cx="0" cy="39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2" name="Text Box 191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3855" y="2381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Q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23" name="Text Box 191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5046" y="2381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Q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24" name="Text Box 191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6236" y="2381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Q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2</a:t>
              </a:r>
            </a:p>
          </p:txBody>
        </p:sp>
        <p:sp>
          <p:nvSpPr>
            <p:cNvPr id="25" name="Text Box 191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7483" y="2381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Q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3</a:t>
              </a:r>
            </a:p>
          </p:txBody>
        </p:sp>
        <p:sp>
          <p:nvSpPr>
            <p:cNvPr id="26" name="Text Box 191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1814" y="3175"/>
              <a:ext cx="102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脉冲</a:t>
              </a: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CP</a:t>
              </a:r>
            </a:p>
          </p:txBody>
        </p:sp>
        <p:cxnSp>
          <p:nvCxnSpPr>
            <p:cNvPr id="27" name="直接箭头连接符 26"/>
            <p:cNvCxnSpPr/>
            <p:nvPr>
              <p:custDataLst>
                <p:tags r:id="rId21"/>
              </p:custDataLst>
            </p:nvPr>
          </p:nvCxnSpPr>
          <p:spPr bwMode="auto">
            <a:xfrm flipV="1">
              <a:off x="2835" y="3345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grpSp>
          <p:nvGrpSpPr>
            <p:cNvPr id="28" name="组合 27"/>
            <p:cNvGrpSpPr/>
            <p:nvPr/>
          </p:nvGrpSpPr>
          <p:grpSpPr>
            <a:xfrm>
              <a:off x="2834" y="2948"/>
              <a:ext cx="1190" cy="794"/>
              <a:chOff x="5159" y="4025"/>
              <a:chExt cx="1190" cy="794"/>
            </a:xfrm>
          </p:grpSpPr>
          <p:sp>
            <p:nvSpPr>
              <p:cNvPr id="29" name="Text Box 36"/>
              <p:cNvSpPr txBox="1">
                <a:spLocks noChangeArrowheads="1"/>
              </p:cNvSpPr>
              <p:nvPr>
                <p:custDataLst>
                  <p:tags r:id="rId46"/>
                </p:custDataLst>
              </p:nvPr>
            </p:nvSpPr>
            <p:spPr bwMode="auto">
              <a:xfrm>
                <a:off x="5387" y="4025"/>
                <a:ext cx="737" cy="794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horz" wrap="square" lIns="1778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 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</a:rPr>
                  <a:t>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2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baseline="-25000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 </a:t>
                </a:r>
                <a:r>
                  <a:rPr lang="en-US" altLang="zh-CN" sz="1600" b="1" dirty="0">
                    <a:latin typeface="宋体" panose="02010600030101010101" pitchFamily="2" charset="-122"/>
                    <a:sym typeface="+mn-ea"/>
                  </a:rPr>
                  <a:t>Q</a:t>
                </a:r>
                <a:endParaRPr lang="en-US" altLang="zh-CN" sz="1600" b="1" u="none" dirty="0">
                  <a:latin typeface="宋体" panose="02010600030101010101" pitchFamily="2" charset="-122"/>
                  <a:sym typeface="+mn-ea"/>
                </a:endParaRPr>
              </a:p>
            </p:txBody>
          </p:sp>
          <p:cxnSp>
            <p:nvCxnSpPr>
              <p:cNvPr id="30" name="直接箭头连接符 29"/>
              <p:cNvCxnSpPr/>
              <p:nvPr>
                <p:custDataLst>
                  <p:tags r:id="rId47"/>
                </p:custDataLst>
              </p:nvPr>
            </p:nvCxnSpPr>
            <p:spPr bwMode="auto">
              <a:xfrm flipV="1">
                <a:off x="5159" y="4421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1" name="直接箭头连接符 30"/>
              <p:cNvCxnSpPr/>
              <p:nvPr>
                <p:custDataLst>
                  <p:tags r:id="rId48"/>
                </p:custDataLst>
              </p:nvPr>
            </p:nvCxnSpPr>
            <p:spPr bwMode="auto">
              <a:xfrm flipV="1">
                <a:off x="6122" y="4195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2" name="直接箭头连接符 31"/>
              <p:cNvCxnSpPr/>
              <p:nvPr>
                <p:custDataLst>
                  <p:tags r:id="rId49"/>
                </p:custDataLst>
              </p:nvPr>
            </p:nvCxnSpPr>
            <p:spPr bwMode="auto">
              <a:xfrm flipV="1">
                <a:off x="6122" y="4592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33" name="等腰三角形 32"/>
              <p:cNvSpPr/>
              <p:nvPr>
                <p:custDataLst>
                  <p:tags r:id="rId50"/>
                </p:custDataLst>
              </p:nvPr>
            </p:nvSpPr>
            <p:spPr>
              <a:xfrm>
                <a:off x="5332" y="4365"/>
                <a:ext cx="227" cy="113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1620000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" name="Text Box 191"/>
              <p:cNvSpPr txBox="1">
                <a:spLocks noChangeArrowheads="1"/>
              </p:cNvSpPr>
              <p:nvPr>
                <p:custDataLst>
                  <p:tags r:id="rId51"/>
                </p:custDataLst>
              </p:nvPr>
            </p:nvSpPr>
            <p:spPr bwMode="auto">
              <a:xfrm>
                <a:off x="5470" y="4251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T</a:t>
                </a:r>
              </a:p>
            </p:txBody>
          </p:sp>
          <p:cxnSp>
            <p:nvCxnSpPr>
              <p:cNvPr id="35" name="直接箭头连接符 34"/>
              <p:cNvCxnSpPr/>
              <p:nvPr>
                <p:custDataLst>
                  <p:tags r:id="rId52"/>
                </p:custDataLst>
              </p:nvPr>
            </p:nvCxnSpPr>
            <p:spPr bwMode="auto">
              <a:xfrm flipV="1">
                <a:off x="5907" y="4459"/>
                <a:ext cx="170" cy="0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</p:grpSp>
        <p:cxnSp>
          <p:nvCxnSpPr>
            <p:cNvPr id="36" name="直接箭头连接符 35"/>
            <p:cNvCxnSpPr/>
            <p:nvPr>
              <p:custDataLst>
                <p:tags r:id="rId22"/>
              </p:custDataLst>
            </p:nvPr>
          </p:nvCxnSpPr>
          <p:spPr bwMode="auto">
            <a:xfrm flipV="1">
              <a:off x="4025" y="3345"/>
              <a:ext cx="0" cy="17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7" name="直接箭头连接符 36"/>
            <p:cNvCxnSpPr/>
            <p:nvPr>
              <p:custDataLst>
                <p:tags r:id="rId23"/>
              </p:custDataLst>
            </p:nvPr>
          </p:nvCxnSpPr>
          <p:spPr bwMode="auto">
            <a:xfrm flipV="1">
              <a:off x="5215" y="3345"/>
              <a:ext cx="0" cy="17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8" name="直接箭头连接符 37"/>
            <p:cNvCxnSpPr/>
            <p:nvPr>
              <p:custDataLst>
                <p:tags r:id="rId24"/>
              </p:custDataLst>
            </p:nvPr>
          </p:nvCxnSpPr>
          <p:spPr bwMode="auto">
            <a:xfrm flipV="1">
              <a:off x="6406" y="3345"/>
              <a:ext cx="0" cy="17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grpSp>
          <p:nvGrpSpPr>
            <p:cNvPr id="39" name="组合 38"/>
            <p:cNvGrpSpPr/>
            <p:nvPr/>
          </p:nvGrpSpPr>
          <p:grpSpPr>
            <a:xfrm>
              <a:off x="4025" y="2948"/>
              <a:ext cx="1190" cy="794"/>
              <a:chOff x="5159" y="4025"/>
              <a:chExt cx="1190" cy="794"/>
            </a:xfrm>
          </p:grpSpPr>
          <p:sp>
            <p:nvSpPr>
              <p:cNvPr id="40" name="Text Box 36"/>
              <p:cNvSpPr txBox="1">
                <a:spLocks noChangeArrowheads="1"/>
              </p:cNvSpPr>
              <p:nvPr>
                <p:custDataLst>
                  <p:tags r:id="rId39"/>
                </p:custDataLst>
              </p:nvPr>
            </p:nvSpPr>
            <p:spPr bwMode="auto">
              <a:xfrm>
                <a:off x="5387" y="4025"/>
                <a:ext cx="737" cy="794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horz" wrap="square" lIns="1778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 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</a:rPr>
                  <a:t>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2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baseline="-25000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 </a:t>
                </a:r>
                <a:r>
                  <a:rPr lang="en-US" altLang="zh-CN" sz="1600" b="1" dirty="0">
                    <a:latin typeface="宋体" panose="02010600030101010101" pitchFamily="2" charset="-122"/>
                    <a:sym typeface="+mn-ea"/>
                  </a:rPr>
                  <a:t>Q</a:t>
                </a:r>
                <a:endParaRPr lang="en-US" altLang="zh-CN" sz="1600" b="1" u="none" dirty="0">
                  <a:latin typeface="宋体" panose="02010600030101010101" pitchFamily="2" charset="-122"/>
                  <a:sym typeface="+mn-ea"/>
                </a:endParaRPr>
              </a:p>
            </p:txBody>
          </p:sp>
          <p:cxnSp>
            <p:nvCxnSpPr>
              <p:cNvPr id="41" name="直接箭头连接符 40"/>
              <p:cNvCxnSpPr/>
              <p:nvPr>
                <p:custDataLst>
                  <p:tags r:id="rId40"/>
                </p:custDataLst>
              </p:nvPr>
            </p:nvCxnSpPr>
            <p:spPr bwMode="auto">
              <a:xfrm flipV="1">
                <a:off x="5159" y="4421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42" name="直接箭头连接符 41"/>
              <p:cNvCxnSpPr/>
              <p:nvPr>
                <p:custDataLst>
                  <p:tags r:id="rId41"/>
                </p:custDataLst>
              </p:nvPr>
            </p:nvCxnSpPr>
            <p:spPr bwMode="auto">
              <a:xfrm flipV="1">
                <a:off x="6122" y="4195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43" name="直接箭头连接符 42"/>
              <p:cNvCxnSpPr/>
              <p:nvPr>
                <p:custDataLst>
                  <p:tags r:id="rId42"/>
                </p:custDataLst>
              </p:nvPr>
            </p:nvCxnSpPr>
            <p:spPr bwMode="auto">
              <a:xfrm flipV="1">
                <a:off x="6122" y="4592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44" name="等腰三角形 43"/>
              <p:cNvSpPr/>
              <p:nvPr>
                <p:custDataLst>
                  <p:tags r:id="rId43"/>
                </p:custDataLst>
              </p:nvPr>
            </p:nvSpPr>
            <p:spPr>
              <a:xfrm>
                <a:off x="5332" y="4365"/>
                <a:ext cx="227" cy="113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1620000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5" name="Text Box 191"/>
              <p:cNvSpPr txBox="1">
                <a:spLocks noChangeArrowheads="1"/>
              </p:cNvSpPr>
              <p:nvPr>
                <p:custDataLst>
                  <p:tags r:id="rId44"/>
                </p:custDataLst>
              </p:nvPr>
            </p:nvSpPr>
            <p:spPr bwMode="auto">
              <a:xfrm>
                <a:off x="5470" y="4251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T</a:t>
                </a:r>
              </a:p>
            </p:txBody>
          </p:sp>
          <p:cxnSp>
            <p:nvCxnSpPr>
              <p:cNvPr id="46" name="直接箭头连接符 45"/>
              <p:cNvCxnSpPr/>
              <p:nvPr>
                <p:custDataLst>
                  <p:tags r:id="rId45"/>
                </p:custDataLst>
              </p:nvPr>
            </p:nvCxnSpPr>
            <p:spPr bwMode="auto">
              <a:xfrm flipV="1">
                <a:off x="5907" y="4459"/>
                <a:ext cx="170" cy="0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</p:grpSp>
        <p:grpSp>
          <p:nvGrpSpPr>
            <p:cNvPr id="47" name="组合 46"/>
            <p:cNvGrpSpPr/>
            <p:nvPr/>
          </p:nvGrpSpPr>
          <p:grpSpPr>
            <a:xfrm>
              <a:off x="5215" y="2948"/>
              <a:ext cx="1190" cy="794"/>
              <a:chOff x="5159" y="4025"/>
              <a:chExt cx="1190" cy="794"/>
            </a:xfrm>
          </p:grpSpPr>
          <p:sp>
            <p:nvSpPr>
              <p:cNvPr id="48" name="Text Box 36"/>
              <p:cNvSpPr txBox="1">
                <a:spLocks noChangeArrowheads="1"/>
              </p:cNvSpPr>
              <p:nvPr>
                <p:custDataLst>
                  <p:tags r:id="rId32"/>
                </p:custDataLst>
              </p:nvPr>
            </p:nvSpPr>
            <p:spPr bwMode="auto">
              <a:xfrm>
                <a:off x="5387" y="4025"/>
                <a:ext cx="737" cy="794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horz" wrap="square" lIns="1778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 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</a:rPr>
                  <a:t>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2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baseline="-25000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 </a:t>
                </a:r>
                <a:r>
                  <a:rPr lang="en-US" altLang="zh-CN" sz="1600" b="1" dirty="0">
                    <a:latin typeface="宋体" panose="02010600030101010101" pitchFamily="2" charset="-122"/>
                    <a:sym typeface="+mn-ea"/>
                  </a:rPr>
                  <a:t>Q</a:t>
                </a:r>
                <a:endParaRPr lang="en-US" altLang="zh-CN" sz="1600" b="1" u="none" dirty="0">
                  <a:latin typeface="宋体" panose="02010600030101010101" pitchFamily="2" charset="-122"/>
                  <a:sym typeface="+mn-ea"/>
                </a:endParaRPr>
              </a:p>
            </p:txBody>
          </p:sp>
          <p:cxnSp>
            <p:nvCxnSpPr>
              <p:cNvPr id="49" name="直接箭头连接符 48"/>
              <p:cNvCxnSpPr/>
              <p:nvPr>
                <p:custDataLst>
                  <p:tags r:id="rId33"/>
                </p:custDataLst>
              </p:nvPr>
            </p:nvCxnSpPr>
            <p:spPr bwMode="auto">
              <a:xfrm flipV="1">
                <a:off x="5159" y="4421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50" name="直接箭头连接符 49"/>
              <p:cNvCxnSpPr/>
              <p:nvPr>
                <p:custDataLst>
                  <p:tags r:id="rId34"/>
                </p:custDataLst>
              </p:nvPr>
            </p:nvCxnSpPr>
            <p:spPr bwMode="auto">
              <a:xfrm flipV="1">
                <a:off x="6122" y="4195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51" name="直接箭头连接符 50"/>
              <p:cNvCxnSpPr/>
              <p:nvPr>
                <p:custDataLst>
                  <p:tags r:id="rId35"/>
                </p:custDataLst>
              </p:nvPr>
            </p:nvCxnSpPr>
            <p:spPr bwMode="auto">
              <a:xfrm flipV="1">
                <a:off x="6122" y="4592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52" name="等腰三角形 51"/>
              <p:cNvSpPr/>
              <p:nvPr>
                <p:custDataLst>
                  <p:tags r:id="rId36"/>
                </p:custDataLst>
              </p:nvPr>
            </p:nvSpPr>
            <p:spPr>
              <a:xfrm>
                <a:off x="5332" y="4365"/>
                <a:ext cx="227" cy="113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1620000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3" name="Text Box 191"/>
              <p:cNvSpPr txBox="1">
                <a:spLocks noChangeArrowheads="1"/>
              </p:cNvSpPr>
              <p:nvPr>
                <p:custDataLst>
                  <p:tags r:id="rId37"/>
                </p:custDataLst>
              </p:nvPr>
            </p:nvSpPr>
            <p:spPr bwMode="auto">
              <a:xfrm>
                <a:off x="5470" y="4251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T</a:t>
                </a:r>
              </a:p>
            </p:txBody>
          </p:sp>
          <p:cxnSp>
            <p:nvCxnSpPr>
              <p:cNvPr id="54" name="直接箭头连接符 53"/>
              <p:cNvCxnSpPr/>
              <p:nvPr>
                <p:custDataLst>
                  <p:tags r:id="rId38"/>
                </p:custDataLst>
              </p:nvPr>
            </p:nvCxnSpPr>
            <p:spPr bwMode="auto">
              <a:xfrm flipV="1">
                <a:off x="5907" y="4459"/>
                <a:ext cx="170" cy="0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</p:grpSp>
        <p:grpSp>
          <p:nvGrpSpPr>
            <p:cNvPr id="55" name="组合 54"/>
            <p:cNvGrpSpPr/>
            <p:nvPr/>
          </p:nvGrpSpPr>
          <p:grpSpPr>
            <a:xfrm>
              <a:off x="6406" y="2948"/>
              <a:ext cx="1190" cy="794"/>
              <a:chOff x="5159" y="4025"/>
              <a:chExt cx="1190" cy="794"/>
            </a:xfrm>
          </p:grpSpPr>
          <p:sp>
            <p:nvSpPr>
              <p:cNvPr id="56" name="Text Box 36"/>
              <p:cNvSpPr txBox="1">
                <a:spLocks noChangeArrowheads="1"/>
              </p:cNvSpPr>
              <p:nvPr>
                <p:custDataLst>
                  <p:tags r:id="rId25"/>
                </p:custDataLst>
              </p:nvPr>
            </p:nvSpPr>
            <p:spPr bwMode="auto">
              <a:xfrm>
                <a:off x="5387" y="4025"/>
                <a:ext cx="737" cy="794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horz" wrap="square" lIns="1778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 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</a:rPr>
                  <a:t>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2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baseline="-25000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 </a:t>
                </a:r>
                <a:r>
                  <a:rPr lang="en-US" altLang="zh-CN" sz="1600" b="1" dirty="0">
                    <a:latin typeface="宋体" panose="02010600030101010101" pitchFamily="2" charset="-122"/>
                    <a:sym typeface="+mn-ea"/>
                  </a:rPr>
                  <a:t>Q</a:t>
                </a:r>
                <a:endParaRPr lang="en-US" altLang="zh-CN" sz="1600" b="1" u="none" dirty="0">
                  <a:latin typeface="宋体" panose="02010600030101010101" pitchFamily="2" charset="-122"/>
                  <a:sym typeface="+mn-ea"/>
                </a:endParaRPr>
              </a:p>
            </p:txBody>
          </p:sp>
          <p:cxnSp>
            <p:nvCxnSpPr>
              <p:cNvPr id="57" name="直接箭头连接符 56"/>
              <p:cNvCxnSpPr/>
              <p:nvPr>
                <p:custDataLst>
                  <p:tags r:id="rId26"/>
                </p:custDataLst>
              </p:nvPr>
            </p:nvCxnSpPr>
            <p:spPr bwMode="auto">
              <a:xfrm flipV="1">
                <a:off x="5159" y="4421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58" name="直接箭头连接符 57"/>
              <p:cNvCxnSpPr/>
              <p:nvPr>
                <p:custDataLst>
                  <p:tags r:id="rId27"/>
                </p:custDataLst>
              </p:nvPr>
            </p:nvCxnSpPr>
            <p:spPr bwMode="auto">
              <a:xfrm flipV="1">
                <a:off x="6122" y="4195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59" name="直接箭头连接符 58"/>
              <p:cNvCxnSpPr/>
              <p:nvPr>
                <p:custDataLst>
                  <p:tags r:id="rId28"/>
                </p:custDataLst>
              </p:nvPr>
            </p:nvCxnSpPr>
            <p:spPr bwMode="auto">
              <a:xfrm flipV="1">
                <a:off x="6122" y="4592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60" name="等腰三角形 59"/>
              <p:cNvSpPr/>
              <p:nvPr>
                <p:custDataLst>
                  <p:tags r:id="rId29"/>
                </p:custDataLst>
              </p:nvPr>
            </p:nvSpPr>
            <p:spPr>
              <a:xfrm>
                <a:off x="5332" y="4365"/>
                <a:ext cx="227" cy="113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1620000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" name="Text Box 191"/>
              <p:cNvSpPr txBox="1">
                <a:spLocks noChangeArrowheads="1"/>
              </p:cNvSpPr>
              <p:nvPr>
                <p:custDataLst>
                  <p:tags r:id="rId30"/>
                </p:custDataLst>
              </p:nvPr>
            </p:nvSpPr>
            <p:spPr bwMode="auto">
              <a:xfrm>
                <a:off x="5470" y="4251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T</a:t>
                </a:r>
              </a:p>
            </p:txBody>
          </p:sp>
          <p:cxnSp>
            <p:nvCxnSpPr>
              <p:cNvPr id="62" name="直接箭头连接符 61"/>
              <p:cNvCxnSpPr/>
              <p:nvPr>
                <p:custDataLst>
                  <p:tags r:id="rId31"/>
                </p:custDataLst>
              </p:nvPr>
            </p:nvCxnSpPr>
            <p:spPr bwMode="auto">
              <a:xfrm flipV="1">
                <a:off x="5907" y="4459"/>
                <a:ext cx="170" cy="0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</p:grpSp>
      </p:grpSp>
      <p:sp>
        <p:nvSpPr>
          <p:cNvPr id="243806" name="AutoShape 94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rot="10800000">
            <a:off x="3995937" y="6524303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471" name="AutoShape 455">
            <a:hlinkClick r:id="rId211" action="ppaction://hlinksldjump" highlightClick="1"/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 rot="10800000">
            <a:off x="2988518" y="6523705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AutoShape 338"/>
          <p:cNvSpPr/>
          <p:nvPr>
            <p:custDataLst>
              <p:tags r:id="rId4"/>
            </p:custDataLst>
          </p:nvPr>
        </p:nvSpPr>
        <p:spPr bwMode="auto">
          <a:xfrm>
            <a:off x="681506" y="4807857"/>
            <a:ext cx="792000" cy="252000"/>
          </a:xfrm>
          <a:prstGeom prst="borderCallout2">
            <a:avLst>
              <a:gd name="adj1" fmla="val 52190"/>
              <a:gd name="adj2" fmla="val 101221"/>
              <a:gd name="adj3" fmla="val 55214"/>
              <a:gd name="adj4" fmla="val 126397"/>
              <a:gd name="adj5" fmla="val 108894"/>
              <a:gd name="adj6" fmla="val 230145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7780" rIns="18000" bIns="0" anchor="ctr" anchorCtr="0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latin typeface="宋体" panose="02010600030101010101" pitchFamily="2" charset="-122"/>
                <a:sym typeface="+mn-ea"/>
              </a:rPr>
              <a:t>T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端无↑</a:t>
            </a:r>
          </a:p>
        </p:txBody>
      </p:sp>
      <p:grpSp>
        <p:nvGrpSpPr>
          <p:cNvPr id="230" name="组合 229">
            <a:extLst>
              <a:ext uri="{FF2B5EF4-FFF2-40B4-BE49-F238E27FC236}">
                <a16:creationId xmlns:a16="http://schemas.microsoft.com/office/drawing/2014/main" id="{ECAF54D5-C8CC-4A3C-8E7B-56302CAED80F}"/>
              </a:ext>
            </a:extLst>
          </p:cNvPr>
          <p:cNvGrpSpPr/>
          <p:nvPr/>
        </p:nvGrpSpPr>
        <p:grpSpPr>
          <a:xfrm>
            <a:off x="7380000" y="1611089"/>
            <a:ext cx="1440180" cy="899795"/>
            <a:chOff x="3275856" y="2736000"/>
            <a:chExt cx="1440180" cy="899795"/>
          </a:xfrm>
        </p:grpSpPr>
        <p:sp>
          <p:nvSpPr>
            <p:cNvPr id="231" name="Text Box 191">
              <a:extLst>
                <a:ext uri="{FF2B5EF4-FFF2-40B4-BE49-F238E27FC236}">
                  <a16:creationId xmlns:a16="http://schemas.microsoft.com/office/drawing/2014/main" id="{6C40ACA2-3A1D-4420-B6F8-34F706FCB323}"/>
                </a:ext>
              </a:extLst>
            </p:cNvPr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3275856" y="2736000"/>
              <a:ext cx="1440180" cy="899795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prstDash val="sysDash"/>
              <a:miter lim="800000"/>
            </a:ln>
          </p:spPr>
          <p:txBody>
            <a:bodyPr lIns="17780" tIns="36000" rIns="0" bIns="0"/>
            <a:lstStyle/>
            <a:p>
              <a:pPr marL="0" indent="0" algn="l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 0 1 </a:t>
              </a:r>
              <a:r>
                <a:rPr lang="en-US" altLang="zh-CN" sz="1600" b="1" dirty="0">
                  <a:solidFill>
                    <a:srgbClr val="000000"/>
                  </a:solidFill>
                  <a:highlight>
                    <a:srgbClr val="99CCFF"/>
                  </a:highlight>
                  <a:latin typeface="宋体" panose="02010600030101010101" pitchFamily="2" charset="-122"/>
                </a:rPr>
                <a:t>0</a:t>
              </a: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  0 1 </a:t>
              </a:r>
              <a:r>
                <a:rPr lang="en-US" altLang="zh-CN" sz="1600" b="1" dirty="0">
                  <a:solidFill>
                    <a:srgbClr val="000000"/>
                  </a:solidFill>
                  <a:highlight>
                    <a:srgbClr val="99CCFF"/>
                  </a:highlight>
                  <a:latin typeface="宋体" panose="02010600030101010101" pitchFamily="2" charset="-122"/>
                </a:rPr>
                <a:t>1</a:t>
              </a:r>
              <a:endParaRPr lang="en-US" altLang="zh-CN" sz="1600" b="1" dirty="0">
                <a:solidFill>
                  <a:srgbClr val="000000"/>
                </a:solidFill>
                <a:highlight>
                  <a:srgbClr val="99CCFF"/>
                </a:highlight>
                <a:latin typeface="宋体" panose="02010600030101010101" pitchFamily="2" charset="-122"/>
                <a:sym typeface="+mn-ea"/>
              </a:endParaRPr>
            </a:p>
            <a:p>
              <a:pPr marL="0" indent="0" algn="l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sng" dirty="0">
                  <a:solidFill>
                    <a:srgbClr val="000000"/>
                  </a:solidFill>
                  <a:latin typeface="宋体" panose="02010600030101010101" pitchFamily="2" charset="-122"/>
                  <a:sym typeface="+mn-ea"/>
                </a:rPr>
                <a:t>+    1</a:t>
              </a: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sym typeface="+mn-ea"/>
                </a:rPr>
                <a:t> </a:t>
              </a:r>
              <a:r>
                <a:rPr lang="en-US" altLang="zh-CN" sz="1600" b="1" u="sng" dirty="0">
                  <a:solidFill>
                    <a:srgbClr val="000000"/>
                  </a:solidFill>
                  <a:latin typeface="宋体" panose="02010600030101010101" pitchFamily="2" charset="-122"/>
                  <a:sym typeface="+mn-ea"/>
                </a:rPr>
                <a:t>+    1</a:t>
              </a:r>
              <a:endParaRPr lang="en-US" altLang="zh-CN" sz="1600" b="1" u="sng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  <a:p>
              <a:pPr marL="0" indent="0" algn="l" eaLnBrk="1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sym typeface="+mn-ea"/>
                </a:rPr>
                <a:t>  0 </a:t>
              </a:r>
              <a:r>
                <a:rPr lang="en-US" altLang="zh-CN" sz="1600" b="1" dirty="0">
                  <a:solidFill>
                    <a:srgbClr val="000000"/>
                  </a:solidFill>
                  <a:highlight>
                    <a:srgbClr val="FFFF00"/>
                  </a:highlight>
                  <a:latin typeface="宋体" panose="02010600030101010101" pitchFamily="2" charset="-122"/>
                  <a:sym typeface="+mn-ea"/>
                </a:rPr>
                <a:t>0</a:t>
              </a: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sym typeface="+mn-ea"/>
                </a:rPr>
                <a:t>    1 </a:t>
              </a:r>
              <a:r>
                <a:rPr lang="en-US" altLang="zh-CN" sz="1600" b="1" dirty="0">
                  <a:solidFill>
                    <a:srgbClr val="000000"/>
                  </a:solidFill>
                  <a:highlight>
                    <a:srgbClr val="FFFF00"/>
                  </a:highlight>
                  <a:latin typeface="宋体" panose="02010600030101010101" pitchFamily="2" charset="-122"/>
                  <a:sym typeface="+mn-ea"/>
                </a:rPr>
                <a:t>1</a:t>
              </a:r>
              <a:endParaRPr lang="en-US" altLang="zh-CN" sz="1600" b="1" dirty="0">
                <a:solidFill>
                  <a:srgbClr val="000000"/>
                </a:solidFill>
                <a:highlight>
                  <a:srgbClr val="FFFF00"/>
                </a:highlight>
                <a:latin typeface="宋体" panose="02010600030101010101" pitchFamily="2" charset="-122"/>
              </a:endParaRPr>
            </a:p>
            <a:p>
              <a:pPr marL="0" indent="0" algn="l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sym typeface="+mn-ea"/>
                </a:rPr>
                <a:t> 0 1 </a:t>
              </a:r>
              <a:r>
                <a:rPr lang="en-US" altLang="zh-CN" sz="1600" b="1" dirty="0">
                  <a:solidFill>
                    <a:srgbClr val="000000"/>
                  </a:solidFill>
                  <a:highlight>
                    <a:srgbClr val="99CCFF"/>
                  </a:highlight>
                  <a:latin typeface="宋体" panose="02010600030101010101" pitchFamily="2" charset="-122"/>
                  <a:sym typeface="+mn-ea"/>
                </a:rPr>
                <a:t>1</a:t>
              </a: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sym typeface="+mn-ea"/>
                </a:rPr>
                <a:t>  1 0 </a:t>
              </a:r>
              <a:r>
                <a:rPr lang="en-US" altLang="zh-CN" sz="1600" b="1" dirty="0">
                  <a:solidFill>
                    <a:srgbClr val="000000"/>
                  </a:solidFill>
                  <a:highlight>
                    <a:srgbClr val="99CCFF"/>
                  </a:highlight>
                  <a:latin typeface="宋体" panose="02010600030101010101" pitchFamily="2" charset="-122"/>
                  <a:sym typeface="+mn-ea"/>
                </a:rPr>
                <a:t>0</a:t>
              </a:r>
            </a:p>
          </p:txBody>
        </p:sp>
        <p:cxnSp>
          <p:nvCxnSpPr>
            <p:cNvPr id="232" name="直接箭头连接符 231">
              <a:extLst>
                <a:ext uri="{FF2B5EF4-FFF2-40B4-BE49-F238E27FC236}">
                  <a16:creationId xmlns:a16="http://schemas.microsoft.com/office/drawing/2014/main" id="{9754B8D7-569F-4481-B07A-4025C64D120D}"/>
                </a:ext>
              </a:extLst>
            </p:cNvPr>
            <p:cNvCxnSpPr>
              <a:cxnSpLocks/>
            </p:cNvCxnSpPr>
            <p:nvPr>
              <p:custDataLst>
                <p:tags r:id="rId6"/>
              </p:custDataLst>
            </p:nvPr>
          </p:nvCxnSpPr>
          <p:spPr bwMode="auto">
            <a:xfrm flipH="1">
              <a:off x="3654000" y="3096000"/>
              <a:ext cx="0" cy="324000"/>
            </a:xfrm>
            <a:prstGeom prst="straightConnector1">
              <a:avLst/>
            </a:prstGeom>
            <a:noFill/>
            <a:ln w="9525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triangle" w="sm" len="sm"/>
            </a:ln>
            <a:effectLst/>
          </p:spPr>
        </p:cxnSp>
        <p:cxnSp>
          <p:nvCxnSpPr>
            <p:cNvPr id="233" name="直接箭头连接符 232">
              <a:extLst>
                <a:ext uri="{FF2B5EF4-FFF2-40B4-BE49-F238E27FC236}">
                  <a16:creationId xmlns:a16="http://schemas.microsoft.com/office/drawing/2014/main" id="{1668D6FD-1C73-4BAD-86EA-ADE8A3097D4B}"/>
                </a:ext>
              </a:extLst>
            </p:cNvPr>
            <p:cNvCxnSpPr/>
            <p:nvPr>
              <p:custDataLst>
                <p:tags r:id="rId7"/>
              </p:custDataLst>
            </p:nvPr>
          </p:nvCxnSpPr>
          <p:spPr bwMode="auto">
            <a:xfrm flipH="1">
              <a:off x="3581964" y="3114000"/>
              <a:ext cx="72000" cy="108000"/>
            </a:xfrm>
            <a:prstGeom prst="straightConnector1">
              <a:avLst/>
            </a:prstGeom>
            <a:noFill/>
            <a:ln w="9525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triangle" w="sm" len="sm"/>
            </a:ln>
            <a:effectLst/>
          </p:spPr>
        </p:cxnSp>
        <p:sp>
          <p:nvSpPr>
            <p:cNvPr id="234" name="任意多边形 146">
              <a:extLst>
                <a:ext uri="{FF2B5EF4-FFF2-40B4-BE49-F238E27FC236}">
                  <a16:creationId xmlns:a16="http://schemas.microsoft.com/office/drawing/2014/main" id="{F642E7EF-12FC-4845-87C4-BF893281C71A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3563964" y="2790000"/>
              <a:ext cx="288000" cy="576000"/>
            </a:xfrm>
            <a:custGeom>
              <a:avLst/>
              <a:gdLst>
                <a:gd name="connisteX0" fmla="*/ 0 w 549275"/>
                <a:gd name="connsiteY0" fmla="*/ 0 h 567690"/>
                <a:gd name="connisteX1" fmla="*/ 238760 w 549275"/>
                <a:gd name="connsiteY1" fmla="*/ 0 h 567690"/>
                <a:gd name="connisteX2" fmla="*/ 549275 w 549275"/>
                <a:gd name="connsiteY2" fmla="*/ 567690 h 567690"/>
                <a:gd name="connisteX3" fmla="*/ 328930 w 549275"/>
                <a:gd name="connsiteY3" fmla="*/ 567690 h 567690"/>
                <a:gd name="connisteX4" fmla="*/ 0 w 549275"/>
                <a:gd name="connsiteY4" fmla="*/ 0 h 56769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549275" h="567690">
                  <a:moveTo>
                    <a:pt x="0" y="0"/>
                  </a:moveTo>
                  <a:lnTo>
                    <a:pt x="238760" y="0"/>
                  </a:lnTo>
                  <a:lnTo>
                    <a:pt x="549275" y="567690"/>
                  </a:lnTo>
                  <a:lnTo>
                    <a:pt x="328930" y="56769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" name="弧形 234">
              <a:extLst>
                <a:ext uri="{FF2B5EF4-FFF2-40B4-BE49-F238E27FC236}">
                  <a16:creationId xmlns:a16="http://schemas.microsoft.com/office/drawing/2014/main" id="{CAC8D600-47FF-470E-8FAB-80EA00EE2B1A}"/>
                </a:ext>
              </a:extLst>
            </p:cNvPr>
            <p:cNvSpPr/>
            <p:nvPr/>
          </p:nvSpPr>
          <p:spPr bwMode="auto">
            <a:xfrm>
              <a:off x="3852000" y="2916140"/>
              <a:ext cx="144000" cy="540000"/>
            </a:xfrm>
            <a:prstGeom prst="arc">
              <a:avLst>
                <a:gd name="adj1" fmla="val 16203322"/>
                <a:gd name="adj2" fmla="val 5528851"/>
              </a:avLst>
            </a:prstGeom>
            <a:noFill/>
            <a:ln w="9525" cap="flat" cmpd="sng" algn="ctr">
              <a:solidFill>
                <a:srgbClr val="C00000"/>
              </a:solidFill>
              <a:prstDash val="sysDash"/>
              <a:round/>
              <a:headEnd type="none" w="med" len="med"/>
              <a:tailEnd type="triangle" w="sm" len="sm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6" name="弧形 235">
              <a:extLst>
                <a:ext uri="{FF2B5EF4-FFF2-40B4-BE49-F238E27FC236}">
                  <a16:creationId xmlns:a16="http://schemas.microsoft.com/office/drawing/2014/main" id="{47C60BA4-7DFD-4AAD-9221-301AA7C4A2D8}"/>
                </a:ext>
              </a:extLst>
            </p:cNvPr>
            <p:cNvSpPr/>
            <p:nvPr/>
          </p:nvSpPr>
          <p:spPr bwMode="auto">
            <a:xfrm>
              <a:off x="4572000" y="2916000"/>
              <a:ext cx="144000" cy="540000"/>
            </a:xfrm>
            <a:prstGeom prst="arc">
              <a:avLst>
                <a:gd name="adj1" fmla="val 16203322"/>
                <a:gd name="adj2" fmla="val 5528851"/>
              </a:avLst>
            </a:prstGeom>
            <a:noFill/>
            <a:ln w="9525" cap="flat" cmpd="sng" algn="ctr">
              <a:solidFill>
                <a:srgbClr val="C00000"/>
              </a:solidFill>
              <a:prstDash val="sysDash"/>
              <a:round/>
              <a:headEnd type="none" w="med" len="med"/>
              <a:tailEnd type="triangle" w="sm" len="sm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24</a:t>
            </a:fld>
            <a:endParaRPr lang="en-US" altLang="zh-CN"/>
          </a:p>
        </p:txBody>
      </p:sp>
      <p:sp>
        <p:nvSpPr>
          <p:cNvPr id="182" name="Text Box 7"/>
          <p:cNvSpPr txBox="1">
            <a:spLocks noChangeArrowheads="1"/>
          </p:cNvSpPr>
          <p:nvPr/>
        </p:nvSpPr>
        <p:spPr bwMode="auto">
          <a:xfrm>
            <a:off x="179070" y="332656"/>
            <a:ext cx="4239260" cy="525009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异</a:t>
            </a:r>
            <a:r>
              <a:rPr 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步二进制减法计数器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组成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eaLnBrk="1" latinLnBrk="0" hangingPunct="1">
              <a:lnSpc>
                <a:spcPct val="125000"/>
              </a:lnSpc>
              <a:spcBef>
                <a:spcPts val="15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减法原理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计数原理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solidFill>
                <a:srgbClr val="7030A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</a:t>
            </a:r>
            <a:r>
              <a:rPr lang="zh-CN" altLang="en-US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分析：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000" b="1" dirty="0">
              <a:solidFill>
                <a:srgbClr val="7030A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</a:t>
            </a:r>
            <a:r>
              <a:rPr lang="zh-CN" altLang="en-US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设计：</a:t>
            </a:r>
          </a:p>
        </p:txBody>
      </p:sp>
      <p:sp>
        <p:nvSpPr>
          <p:cNvPr id="68" name="Text Box 7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160780" y="764704"/>
            <a:ext cx="7799070" cy="51956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90000" tIns="28800" rIns="90000" bIns="46800">
            <a:spAutoFit/>
          </a:bodyPr>
          <a:lstStyle/>
          <a:p>
            <a:pPr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包含</a:t>
            </a:r>
            <a:r>
              <a:rPr 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多个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触发器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(T/D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等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，各触发器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独立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变化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异步所致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                                              </a:t>
            </a:r>
            <a:r>
              <a:rPr lang="en-US" altLang="zh-CN" sz="16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→各位减法</a:t>
            </a:r>
            <a:r>
              <a:rPr lang="zh-CN" altLang="en-US" sz="16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串行完成</a:t>
            </a:r>
            <a:endParaRPr lang="zh-CN" altLang="en-US" sz="1600" b="1" u="sng" dirty="0">
              <a:solidFill>
                <a:srgbClr val="0070C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eaLnBrk="1" latinLnBrk="0" hangingPunct="1">
              <a:lnSpc>
                <a:spcPct val="125000"/>
              </a:lnSpc>
              <a:spcBef>
                <a:spcPts val="150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Q</a:t>
            </a:r>
            <a:r>
              <a:rPr lang="en-US" altLang="zh-CN" sz="2200" b="1" baseline="-25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i+1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在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Q</a:t>
            </a:r>
            <a:r>
              <a:rPr lang="en-US" altLang="zh-CN" sz="2200" b="1" baseline="-25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从</a:t>
            </a:r>
            <a:r>
              <a:rPr lang="en-US" altLang="zh-CN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→</a:t>
            </a:r>
            <a:r>
              <a:rPr lang="en-US" altLang="zh-CN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翻转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、从</a:t>
            </a:r>
            <a:r>
              <a:rPr lang="en-US" altLang="zh-CN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→</a:t>
            </a:r>
            <a:r>
              <a:rPr lang="en-US" altLang="zh-CN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不变</a:t>
            </a:r>
            <a:endParaRPr lang="zh-CN" altLang="en-US" sz="2200" b="1" u="sng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  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有借位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 (-1)      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无借位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  (-0)   ←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即</a:t>
            </a:r>
            <a:r>
              <a:rPr lang="zh-CN" altLang="en-US" sz="1600" b="1" dirty="0">
                <a:highlight>
                  <a:srgbClr val="CCFFFF"/>
                </a:highligh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－借位位</a:t>
            </a:r>
            <a:endParaRPr lang="en-US" altLang="zh-CN" sz="16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类似</a:t>
            </a:r>
            <a:r>
              <a:rPr 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异步二进制加法计数器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进位→借位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状态变化为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0000</a:t>
            </a:r>
            <a:r>
              <a:rPr lang="en-US" altLang="zh-CN" sz="20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→</a:t>
            </a:r>
            <a:r>
              <a:rPr lang="en-US" altLang="zh-CN" sz="20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1111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→</a:t>
            </a:r>
            <a:r>
              <a:rPr lang="en-US" altLang="zh-CN" sz="20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1110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→…→0000</a:t>
            </a:r>
            <a:r>
              <a:rPr lang="en-US" altLang="zh-CN" sz="20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→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1111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→…</a:t>
            </a: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例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如何将上图二进制</a:t>
            </a:r>
            <a:r>
              <a:rPr lang="zh-CN" altLang="en-US" sz="20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减法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计数器</a:t>
            </a:r>
            <a:r>
              <a:rPr lang="zh-CN" sz="20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改为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二进制</a:t>
            </a:r>
            <a:r>
              <a:rPr lang="zh-CN" sz="20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加法</a:t>
            </a:r>
            <a:r>
              <a:rPr 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计数器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？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加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减的</a:t>
            </a:r>
            <a:r>
              <a:rPr lang="zh-CN" altLang="en-US" sz="20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位运算方法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相同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(Q</a:t>
            </a:r>
            <a:r>
              <a:rPr lang="en-US" altLang="zh-CN" sz="1600" b="1" baseline="-25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i+1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+c</a:t>
            </a:r>
            <a:r>
              <a:rPr lang="en-US" altLang="zh-CN" sz="1600" b="1" baseline="-25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Q</a:t>
            </a:r>
            <a:r>
              <a:rPr lang="en-US" altLang="zh-CN" sz="1600" b="1" baseline="-25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i+1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-b</a:t>
            </a:r>
            <a:r>
              <a:rPr lang="en-US" altLang="zh-CN" sz="1600" b="1" baseline="-25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  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←二进制运算</a:t>
            </a: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加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减的</a:t>
            </a:r>
            <a:r>
              <a:rPr lang="zh-CN" altLang="en-US" sz="20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进位</a:t>
            </a:r>
            <a:r>
              <a:rPr lang="en-US" altLang="zh-CN" sz="20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20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借位逻辑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相反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(Q</a:t>
            </a:r>
            <a:r>
              <a:rPr lang="en-US" altLang="zh-CN" sz="1600" b="1" baseline="-25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从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1→0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</a:t>
            </a:r>
            <a:r>
              <a:rPr lang="en-US" altLang="zh-CN" sz="1600" b="1" baseline="-25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b</a:t>
            </a:r>
            <a:r>
              <a:rPr lang="en-US" altLang="zh-CN" sz="1600" b="1" baseline="-25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，反之亦然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进位逻辑＝</a:t>
            </a:r>
            <a:r>
              <a:rPr lang="en-US" altLang="zh-CN" sz="2000" b="1" dirty="0">
                <a:latin typeface="+mn-lt"/>
                <a:cs typeface="宋体" panose="02010600030101010101" pitchFamily="2" charset="-122"/>
                <a:sym typeface="+mn-ea"/>
              </a:rPr>
              <a:t>~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借位逻辑，</a:t>
            </a:r>
            <a:endParaRPr lang="en-US" altLang="zh-CN" sz="20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其余相同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1080000" y="1196752"/>
            <a:ext cx="6019165" cy="1223645"/>
            <a:chOff x="1647" y="1935"/>
            <a:chExt cx="9479" cy="1927"/>
          </a:xfrm>
        </p:grpSpPr>
        <p:sp>
          <p:nvSpPr>
            <p:cNvPr id="8" name="Text Box 36"/>
            <p:cNvSpPr txBox="1">
              <a:spLocks noChangeArrowheads="1"/>
            </p:cNvSpPr>
            <p:nvPr>
              <p:custDataLst>
                <p:tags r:id="rId66"/>
              </p:custDataLst>
            </p:nvPr>
          </p:nvSpPr>
          <p:spPr bwMode="auto">
            <a:xfrm>
              <a:off x="2328" y="2388"/>
              <a:ext cx="5726" cy="1474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12" name="直接箭头连接符 11"/>
            <p:cNvCxnSpPr/>
            <p:nvPr>
              <p:custDataLst>
                <p:tags r:id="rId67"/>
              </p:custDataLst>
            </p:nvPr>
          </p:nvCxnSpPr>
          <p:spPr bwMode="auto">
            <a:xfrm flipV="1">
              <a:off x="3745" y="2275"/>
              <a:ext cx="0" cy="794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" name="Text Box 191"/>
            <p:cNvSpPr txBox="1">
              <a:spLocks noChangeArrowheads="1"/>
            </p:cNvSpPr>
            <p:nvPr>
              <p:custDataLst>
                <p:tags r:id="rId68"/>
              </p:custDataLst>
            </p:nvPr>
          </p:nvSpPr>
          <p:spPr bwMode="auto">
            <a:xfrm>
              <a:off x="3575" y="1935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Q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4" name="Text Box 191"/>
            <p:cNvSpPr txBox="1">
              <a:spLocks noChangeArrowheads="1"/>
            </p:cNvSpPr>
            <p:nvPr>
              <p:custDataLst>
                <p:tags r:id="rId69"/>
              </p:custDataLst>
            </p:nvPr>
          </p:nvSpPr>
          <p:spPr bwMode="auto">
            <a:xfrm>
              <a:off x="5049" y="1935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Q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17" name="Text Box 191"/>
            <p:cNvSpPr txBox="1">
              <a:spLocks noChangeArrowheads="1"/>
            </p:cNvSpPr>
            <p:nvPr>
              <p:custDataLst>
                <p:tags r:id="rId70"/>
              </p:custDataLst>
            </p:nvPr>
          </p:nvSpPr>
          <p:spPr bwMode="auto">
            <a:xfrm>
              <a:off x="6523" y="1935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Q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2</a:t>
              </a:r>
            </a:p>
          </p:txBody>
        </p:sp>
        <p:sp>
          <p:nvSpPr>
            <p:cNvPr id="18" name="Text Box 191"/>
            <p:cNvSpPr txBox="1">
              <a:spLocks noChangeArrowheads="1"/>
            </p:cNvSpPr>
            <p:nvPr>
              <p:custDataLst>
                <p:tags r:id="rId71"/>
              </p:custDataLst>
            </p:nvPr>
          </p:nvSpPr>
          <p:spPr bwMode="auto">
            <a:xfrm>
              <a:off x="1817" y="2899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CP</a:t>
              </a:r>
            </a:p>
          </p:txBody>
        </p:sp>
        <p:grpSp>
          <p:nvGrpSpPr>
            <p:cNvPr id="53" name="组合 52"/>
            <p:cNvGrpSpPr/>
            <p:nvPr/>
          </p:nvGrpSpPr>
          <p:grpSpPr>
            <a:xfrm>
              <a:off x="2214" y="2502"/>
              <a:ext cx="1530" cy="1247"/>
              <a:chOff x="3458" y="4649"/>
              <a:chExt cx="1530" cy="1247"/>
            </a:xfrm>
          </p:grpSpPr>
          <p:sp>
            <p:nvSpPr>
              <p:cNvPr id="21" name="Text Box 36"/>
              <p:cNvSpPr txBox="1">
                <a:spLocks noChangeArrowheads="1"/>
              </p:cNvSpPr>
              <p:nvPr>
                <p:custDataLst>
                  <p:tags r:id="rId113"/>
                </p:custDataLst>
              </p:nvPr>
            </p:nvSpPr>
            <p:spPr bwMode="auto">
              <a:xfrm>
                <a:off x="3856" y="4649"/>
                <a:ext cx="737" cy="964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horz" wrap="square" lIns="1778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D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</a:rPr>
                  <a:t>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2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C</a:t>
                </a:r>
                <a:r>
                  <a:rPr lang="en-US" altLang="zh-CN" sz="1400" b="1" baseline="-25000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baseline="-25000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dirty="0">
                    <a:latin typeface="宋体" panose="02010600030101010101" pitchFamily="2" charset="-122"/>
                    <a:sym typeface="+mn-ea"/>
                  </a:rPr>
                  <a:t>Q</a:t>
                </a:r>
              </a:p>
              <a:p>
                <a:pPr algn="ctr">
                  <a:lnSpc>
                    <a:spcPct val="6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  <a:sym typeface="+mn-ea"/>
                  </a:rPr>
                  <a:t>R</a:t>
                </a:r>
              </a:p>
            </p:txBody>
          </p:sp>
          <p:cxnSp>
            <p:nvCxnSpPr>
              <p:cNvPr id="22" name="直接箭头连接符 21"/>
              <p:cNvCxnSpPr/>
              <p:nvPr>
                <p:custDataLst>
                  <p:tags r:id="rId114"/>
                </p:custDataLst>
              </p:nvPr>
            </p:nvCxnSpPr>
            <p:spPr bwMode="auto">
              <a:xfrm flipV="1">
                <a:off x="3685" y="4819"/>
                <a:ext cx="17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3" name="直接箭头连接符 22"/>
              <p:cNvCxnSpPr/>
              <p:nvPr>
                <p:custDataLst>
                  <p:tags r:id="rId115"/>
                </p:custDataLst>
              </p:nvPr>
            </p:nvCxnSpPr>
            <p:spPr bwMode="auto">
              <a:xfrm flipV="1">
                <a:off x="4591" y="4819"/>
                <a:ext cx="39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oval" w="sm" len="sm"/>
              </a:ln>
              <a:effectLst/>
            </p:spPr>
          </p:cxnSp>
          <p:cxnSp>
            <p:nvCxnSpPr>
              <p:cNvPr id="24" name="直接箭头连接符 23"/>
              <p:cNvCxnSpPr/>
              <p:nvPr>
                <p:custDataLst>
                  <p:tags r:id="rId116"/>
                </p:custDataLst>
              </p:nvPr>
            </p:nvCxnSpPr>
            <p:spPr bwMode="auto">
              <a:xfrm flipV="1">
                <a:off x="4591" y="5216"/>
                <a:ext cx="17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25" name="等腰三角形 24"/>
              <p:cNvSpPr/>
              <p:nvPr>
                <p:custDataLst>
                  <p:tags r:id="rId117"/>
                </p:custDataLst>
              </p:nvPr>
            </p:nvSpPr>
            <p:spPr>
              <a:xfrm>
                <a:off x="3801" y="5159"/>
                <a:ext cx="227" cy="113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1620000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26" name="直接箭头连接符 25"/>
              <p:cNvCxnSpPr/>
              <p:nvPr>
                <p:custDataLst>
                  <p:tags r:id="rId118"/>
                </p:custDataLst>
              </p:nvPr>
            </p:nvCxnSpPr>
            <p:spPr bwMode="auto">
              <a:xfrm flipV="1">
                <a:off x="4376" y="5083"/>
                <a:ext cx="170" cy="0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7" name="直接箭头连接符 26"/>
              <p:cNvCxnSpPr/>
              <p:nvPr>
                <p:custDataLst>
                  <p:tags r:id="rId119"/>
                </p:custDataLst>
              </p:nvPr>
            </p:nvCxnSpPr>
            <p:spPr bwMode="auto">
              <a:xfrm flipV="1">
                <a:off x="4762" y="5216"/>
                <a:ext cx="0" cy="68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8" name="直接箭头连接符 27"/>
              <p:cNvCxnSpPr/>
              <p:nvPr>
                <p:custDataLst>
                  <p:tags r:id="rId120"/>
                </p:custDataLst>
              </p:nvPr>
            </p:nvCxnSpPr>
            <p:spPr bwMode="auto">
              <a:xfrm flipV="1">
                <a:off x="3458" y="5216"/>
                <a:ext cx="39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9" name="直接箭头连接符 28"/>
              <p:cNvCxnSpPr/>
              <p:nvPr>
                <p:custDataLst>
                  <p:tags r:id="rId121"/>
                </p:custDataLst>
              </p:nvPr>
            </p:nvCxnSpPr>
            <p:spPr bwMode="auto">
              <a:xfrm flipV="1">
                <a:off x="3685" y="5896"/>
                <a:ext cx="107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0" name="直接箭头连接符 29"/>
              <p:cNvCxnSpPr/>
              <p:nvPr>
                <p:custDataLst>
                  <p:tags r:id="rId122"/>
                </p:custDataLst>
              </p:nvPr>
            </p:nvCxnSpPr>
            <p:spPr bwMode="auto">
              <a:xfrm flipV="1">
                <a:off x="3685" y="4819"/>
                <a:ext cx="0" cy="107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52" name="直接箭头连接符 51"/>
              <p:cNvCxnSpPr/>
              <p:nvPr>
                <p:custDataLst>
                  <p:tags r:id="rId123"/>
                </p:custDataLst>
              </p:nvPr>
            </p:nvCxnSpPr>
            <p:spPr bwMode="auto">
              <a:xfrm flipV="1">
                <a:off x="4252" y="5613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</p:grpSp>
        <p:grpSp>
          <p:nvGrpSpPr>
            <p:cNvPr id="54" name="组合 53"/>
            <p:cNvGrpSpPr/>
            <p:nvPr/>
          </p:nvGrpSpPr>
          <p:grpSpPr>
            <a:xfrm>
              <a:off x="3745" y="2502"/>
              <a:ext cx="1473" cy="1247"/>
              <a:chOff x="3515" y="4649"/>
              <a:chExt cx="1473" cy="1247"/>
            </a:xfrm>
          </p:grpSpPr>
          <p:sp>
            <p:nvSpPr>
              <p:cNvPr id="55" name="Text Box 36"/>
              <p:cNvSpPr txBox="1">
                <a:spLocks noChangeArrowheads="1"/>
              </p:cNvSpPr>
              <p:nvPr>
                <p:custDataLst>
                  <p:tags r:id="rId102"/>
                </p:custDataLst>
              </p:nvPr>
            </p:nvSpPr>
            <p:spPr bwMode="auto">
              <a:xfrm>
                <a:off x="3856" y="4649"/>
                <a:ext cx="737" cy="964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horz" wrap="square" lIns="1778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D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</a:rPr>
                  <a:t>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2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C</a:t>
                </a:r>
                <a:r>
                  <a:rPr lang="en-US" altLang="zh-CN" sz="1400" b="1" baseline="-25000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baseline="-25000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dirty="0">
                    <a:latin typeface="宋体" panose="02010600030101010101" pitchFamily="2" charset="-122"/>
                    <a:sym typeface="+mn-ea"/>
                  </a:rPr>
                  <a:t>Q</a:t>
                </a:r>
              </a:p>
              <a:p>
                <a:pPr algn="ctr">
                  <a:lnSpc>
                    <a:spcPct val="6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  <a:sym typeface="+mn-ea"/>
                  </a:rPr>
                  <a:t>R</a:t>
                </a:r>
              </a:p>
            </p:txBody>
          </p:sp>
          <p:cxnSp>
            <p:nvCxnSpPr>
              <p:cNvPr id="56" name="直接箭头连接符 55"/>
              <p:cNvCxnSpPr/>
              <p:nvPr>
                <p:custDataLst>
                  <p:tags r:id="rId103"/>
                </p:custDataLst>
              </p:nvPr>
            </p:nvCxnSpPr>
            <p:spPr bwMode="auto">
              <a:xfrm flipV="1">
                <a:off x="3685" y="4819"/>
                <a:ext cx="17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57" name="直接箭头连接符 56"/>
              <p:cNvCxnSpPr/>
              <p:nvPr>
                <p:custDataLst>
                  <p:tags r:id="rId104"/>
                </p:custDataLst>
              </p:nvPr>
            </p:nvCxnSpPr>
            <p:spPr bwMode="auto">
              <a:xfrm flipV="1">
                <a:off x="4591" y="4819"/>
                <a:ext cx="39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  <a:effectLst/>
            </p:spPr>
          </p:cxnSp>
          <p:cxnSp>
            <p:nvCxnSpPr>
              <p:cNvPr id="58" name="直接箭头连接符 57"/>
              <p:cNvCxnSpPr/>
              <p:nvPr>
                <p:custDataLst>
                  <p:tags r:id="rId105"/>
                </p:custDataLst>
              </p:nvPr>
            </p:nvCxnSpPr>
            <p:spPr bwMode="auto">
              <a:xfrm flipV="1">
                <a:off x="4591" y="5216"/>
                <a:ext cx="17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59" name="等腰三角形 58"/>
              <p:cNvSpPr/>
              <p:nvPr>
                <p:custDataLst>
                  <p:tags r:id="rId106"/>
                </p:custDataLst>
              </p:nvPr>
            </p:nvSpPr>
            <p:spPr>
              <a:xfrm>
                <a:off x="3801" y="5159"/>
                <a:ext cx="227" cy="113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1620000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60" name="直接箭头连接符 59"/>
              <p:cNvCxnSpPr/>
              <p:nvPr>
                <p:custDataLst>
                  <p:tags r:id="rId107"/>
                </p:custDataLst>
              </p:nvPr>
            </p:nvCxnSpPr>
            <p:spPr bwMode="auto">
              <a:xfrm flipV="1">
                <a:off x="4376" y="5083"/>
                <a:ext cx="170" cy="0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61" name="直接箭头连接符 60"/>
              <p:cNvCxnSpPr/>
              <p:nvPr>
                <p:custDataLst>
                  <p:tags r:id="rId108"/>
                </p:custDataLst>
              </p:nvPr>
            </p:nvCxnSpPr>
            <p:spPr bwMode="auto">
              <a:xfrm flipV="1">
                <a:off x="4762" y="5216"/>
                <a:ext cx="0" cy="68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62" name="直接箭头连接符 61"/>
              <p:cNvCxnSpPr/>
              <p:nvPr>
                <p:custDataLst>
                  <p:tags r:id="rId109"/>
                </p:custDataLst>
              </p:nvPr>
            </p:nvCxnSpPr>
            <p:spPr bwMode="auto">
              <a:xfrm flipV="1">
                <a:off x="3515" y="5216"/>
                <a:ext cx="34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63" name="直接箭头连接符 62"/>
              <p:cNvCxnSpPr/>
              <p:nvPr>
                <p:custDataLst>
                  <p:tags r:id="rId110"/>
                </p:custDataLst>
              </p:nvPr>
            </p:nvCxnSpPr>
            <p:spPr bwMode="auto">
              <a:xfrm flipV="1">
                <a:off x="3685" y="5896"/>
                <a:ext cx="107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64" name="直接箭头连接符 63"/>
              <p:cNvCxnSpPr/>
              <p:nvPr>
                <p:custDataLst>
                  <p:tags r:id="rId111"/>
                </p:custDataLst>
              </p:nvPr>
            </p:nvCxnSpPr>
            <p:spPr bwMode="auto">
              <a:xfrm flipV="1">
                <a:off x="3685" y="4819"/>
                <a:ext cx="0" cy="107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65" name="直接箭头连接符 64"/>
              <p:cNvCxnSpPr/>
              <p:nvPr>
                <p:custDataLst>
                  <p:tags r:id="rId112"/>
                </p:custDataLst>
              </p:nvPr>
            </p:nvCxnSpPr>
            <p:spPr bwMode="auto">
              <a:xfrm flipV="1">
                <a:off x="4252" y="5613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</p:grpSp>
        <p:grpSp>
          <p:nvGrpSpPr>
            <p:cNvPr id="66" name="组合 65"/>
            <p:cNvGrpSpPr/>
            <p:nvPr/>
          </p:nvGrpSpPr>
          <p:grpSpPr>
            <a:xfrm>
              <a:off x="5219" y="2502"/>
              <a:ext cx="1473" cy="1247"/>
              <a:chOff x="3515" y="4649"/>
              <a:chExt cx="1473" cy="1247"/>
            </a:xfrm>
          </p:grpSpPr>
          <p:sp>
            <p:nvSpPr>
              <p:cNvPr id="67" name="Text Box 36"/>
              <p:cNvSpPr txBox="1">
                <a:spLocks noChangeArrowheads="1"/>
              </p:cNvSpPr>
              <p:nvPr>
                <p:custDataLst>
                  <p:tags r:id="rId91"/>
                </p:custDataLst>
              </p:nvPr>
            </p:nvSpPr>
            <p:spPr bwMode="auto">
              <a:xfrm>
                <a:off x="3856" y="4649"/>
                <a:ext cx="737" cy="964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horz" wrap="square" lIns="1778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D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</a:rPr>
                  <a:t>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2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C</a:t>
                </a:r>
                <a:r>
                  <a:rPr lang="en-US" altLang="zh-CN" sz="1400" b="1" baseline="-25000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baseline="-25000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dirty="0">
                    <a:latin typeface="宋体" panose="02010600030101010101" pitchFamily="2" charset="-122"/>
                    <a:sym typeface="+mn-ea"/>
                  </a:rPr>
                  <a:t>Q</a:t>
                </a:r>
              </a:p>
              <a:p>
                <a:pPr algn="ctr">
                  <a:lnSpc>
                    <a:spcPct val="6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  <a:sym typeface="+mn-ea"/>
                  </a:rPr>
                  <a:t>R</a:t>
                </a:r>
              </a:p>
            </p:txBody>
          </p:sp>
          <p:cxnSp>
            <p:nvCxnSpPr>
              <p:cNvPr id="5" name="直接箭头连接符 4"/>
              <p:cNvCxnSpPr/>
              <p:nvPr>
                <p:custDataLst>
                  <p:tags r:id="rId92"/>
                </p:custDataLst>
              </p:nvPr>
            </p:nvCxnSpPr>
            <p:spPr bwMode="auto">
              <a:xfrm flipV="1">
                <a:off x="3685" y="4819"/>
                <a:ext cx="17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69" name="直接箭头连接符 68"/>
              <p:cNvCxnSpPr/>
              <p:nvPr>
                <p:custDataLst>
                  <p:tags r:id="rId93"/>
                </p:custDataLst>
              </p:nvPr>
            </p:nvCxnSpPr>
            <p:spPr bwMode="auto">
              <a:xfrm flipV="1">
                <a:off x="4591" y="4819"/>
                <a:ext cx="39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  <a:effectLst/>
            </p:spPr>
          </p:cxnSp>
          <p:cxnSp>
            <p:nvCxnSpPr>
              <p:cNvPr id="70" name="直接箭头连接符 69"/>
              <p:cNvCxnSpPr/>
              <p:nvPr>
                <p:custDataLst>
                  <p:tags r:id="rId94"/>
                </p:custDataLst>
              </p:nvPr>
            </p:nvCxnSpPr>
            <p:spPr bwMode="auto">
              <a:xfrm flipV="1">
                <a:off x="4591" y="5216"/>
                <a:ext cx="17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71" name="等腰三角形 70"/>
              <p:cNvSpPr/>
              <p:nvPr>
                <p:custDataLst>
                  <p:tags r:id="rId95"/>
                </p:custDataLst>
              </p:nvPr>
            </p:nvSpPr>
            <p:spPr>
              <a:xfrm>
                <a:off x="3801" y="5159"/>
                <a:ext cx="227" cy="113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1620000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72" name="直接箭头连接符 71"/>
              <p:cNvCxnSpPr/>
              <p:nvPr>
                <p:custDataLst>
                  <p:tags r:id="rId96"/>
                </p:custDataLst>
              </p:nvPr>
            </p:nvCxnSpPr>
            <p:spPr bwMode="auto">
              <a:xfrm flipV="1">
                <a:off x="4376" y="5083"/>
                <a:ext cx="170" cy="0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73" name="直接箭头连接符 72"/>
              <p:cNvCxnSpPr/>
              <p:nvPr>
                <p:custDataLst>
                  <p:tags r:id="rId97"/>
                </p:custDataLst>
              </p:nvPr>
            </p:nvCxnSpPr>
            <p:spPr bwMode="auto">
              <a:xfrm flipV="1">
                <a:off x="4762" y="5216"/>
                <a:ext cx="0" cy="68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74" name="直接箭头连接符 73"/>
              <p:cNvCxnSpPr/>
              <p:nvPr>
                <p:custDataLst>
                  <p:tags r:id="rId98"/>
                </p:custDataLst>
              </p:nvPr>
            </p:nvCxnSpPr>
            <p:spPr bwMode="auto">
              <a:xfrm flipV="1">
                <a:off x="3515" y="5216"/>
                <a:ext cx="34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75" name="直接箭头连接符 74"/>
              <p:cNvCxnSpPr/>
              <p:nvPr>
                <p:custDataLst>
                  <p:tags r:id="rId99"/>
                </p:custDataLst>
              </p:nvPr>
            </p:nvCxnSpPr>
            <p:spPr bwMode="auto">
              <a:xfrm flipV="1">
                <a:off x="3685" y="5896"/>
                <a:ext cx="107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76" name="直接箭头连接符 75"/>
              <p:cNvCxnSpPr/>
              <p:nvPr>
                <p:custDataLst>
                  <p:tags r:id="rId100"/>
                </p:custDataLst>
              </p:nvPr>
            </p:nvCxnSpPr>
            <p:spPr bwMode="auto">
              <a:xfrm flipV="1">
                <a:off x="3685" y="4819"/>
                <a:ext cx="0" cy="107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77" name="直接箭头连接符 76"/>
              <p:cNvCxnSpPr/>
              <p:nvPr>
                <p:custDataLst>
                  <p:tags r:id="rId101"/>
                </p:custDataLst>
              </p:nvPr>
            </p:nvCxnSpPr>
            <p:spPr bwMode="auto">
              <a:xfrm flipV="1">
                <a:off x="4252" y="5613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 w="sm" len="sm"/>
              </a:ln>
              <a:effectLst/>
            </p:spPr>
          </p:cxnSp>
        </p:grpSp>
        <p:cxnSp>
          <p:nvCxnSpPr>
            <p:cNvPr id="78" name="直接箭头连接符 77"/>
            <p:cNvCxnSpPr/>
            <p:nvPr>
              <p:custDataLst>
                <p:tags r:id="rId72"/>
              </p:custDataLst>
            </p:nvPr>
          </p:nvCxnSpPr>
          <p:spPr bwMode="auto">
            <a:xfrm flipV="1">
              <a:off x="5219" y="2275"/>
              <a:ext cx="0" cy="794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grpSp>
          <p:nvGrpSpPr>
            <p:cNvPr id="79" name="组合 78"/>
            <p:cNvGrpSpPr/>
            <p:nvPr/>
          </p:nvGrpSpPr>
          <p:grpSpPr>
            <a:xfrm>
              <a:off x="6693" y="2502"/>
              <a:ext cx="1247" cy="1247"/>
              <a:chOff x="3515" y="4649"/>
              <a:chExt cx="1247" cy="1247"/>
            </a:xfrm>
          </p:grpSpPr>
          <p:sp>
            <p:nvSpPr>
              <p:cNvPr id="80" name="Text Box 36"/>
              <p:cNvSpPr txBox="1">
                <a:spLocks noChangeArrowheads="1"/>
              </p:cNvSpPr>
              <p:nvPr>
                <p:custDataLst>
                  <p:tags r:id="rId80"/>
                </p:custDataLst>
              </p:nvPr>
            </p:nvSpPr>
            <p:spPr bwMode="auto">
              <a:xfrm>
                <a:off x="3856" y="4649"/>
                <a:ext cx="737" cy="964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horz" wrap="square" lIns="1778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D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</a:rPr>
                  <a:t>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2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C</a:t>
                </a:r>
                <a:r>
                  <a:rPr lang="en-US" altLang="zh-CN" sz="1400" b="1" baseline="-25000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baseline="-25000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dirty="0">
                    <a:latin typeface="宋体" panose="02010600030101010101" pitchFamily="2" charset="-122"/>
                    <a:sym typeface="+mn-ea"/>
                  </a:rPr>
                  <a:t>Q</a:t>
                </a:r>
              </a:p>
              <a:p>
                <a:pPr algn="ctr">
                  <a:lnSpc>
                    <a:spcPct val="6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  <a:sym typeface="+mn-ea"/>
                  </a:rPr>
                  <a:t>R</a:t>
                </a:r>
              </a:p>
            </p:txBody>
          </p:sp>
          <p:cxnSp>
            <p:nvCxnSpPr>
              <p:cNvPr id="81" name="直接箭头连接符 80"/>
              <p:cNvCxnSpPr/>
              <p:nvPr>
                <p:custDataLst>
                  <p:tags r:id="rId81"/>
                </p:custDataLst>
              </p:nvPr>
            </p:nvCxnSpPr>
            <p:spPr bwMode="auto">
              <a:xfrm flipV="1">
                <a:off x="3685" y="4819"/>
                <a:ext cx="17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82" name="直接箭头连接符 81"/>
              <p:cNvCxnSpPr/>
              <p:nvPr>
                <p:custDataLst>
                  <p:tags r:id="rId82"/>
                </p:custDataLst>
              </p:nvPr>
            </p:nvCxnSpPr>
            <p:spPr bwMode="auto">
              <a:xfrm flipV="1">
                <a:off x="4591" y="4819"/>
                <a:ext cx="17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sm" len="sm"/>
              </a:ln>
              <a:effectLst/>
            </p:spPr>
          </p:cxnSp>
          <p:cxnSp>
            <p:nvCxnSpPr>
              <p:cNvPr id="83" name="直接箭头连接符 82"/>
              <p:cNvCxnSpPr/>
              <p:nvPr>
                <p:custDataLst>
                  <p:tags r:id="rId83"/>
                </p:custDataLst>
              </p:nvPr>
            </p:nvCxnSpPr>
            <p:spPr bwMode="auto">
              <a:xfrm flipV="1">
                <a:off x="4591" y="5216"/>
                <a:ext cx="17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84" name="等腰三角形 83"/>
              <p:cNvSpPr/>
              <p:nvPr>
                <p:custDataLst>
                  <p:tags r:id="rId84"/>
                </p:custDataLst>
              </p:nvPr>
            </p:nvSpPr>
            <p:spPr>
              <a:xfrm>
                <a:off x="3801" y="5159"/>
                <a:ext cx="227" cy="113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1620000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85" name="直接箭头连接符 84"/>
              <p:cNvCxnSpPr/>
              <p:nvPr>
                <p:custDataLst>
                  <p:tags r:id="rId85"/>
                </p:custDataLst>
              </p:nvPr>
            </p:nvCxnSpPr>
            <p:spPr bwMode="auto">
              <a:xfrm flipV="1">
                <a:off x="4376" y="5083"/>
                <a:ext cx="170" cy="0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86" name="直接箭头连接符 85"/>
              <p:cNvCxnSpPr/>
              <p:nvPr>
                <p:custDataLst>
                  <p:tags r:id="rId86"/>
                </p:custDataLst>
              </p:nvPr>
            </p:nvCxnSpPr>
            <p:spPr bwMode="auto">
              <a:xfrm flipV="1">
                <a:off x="4762" y="5216"/>
                <a:ext cx="0" cy="68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87" name="直接箭头连接符 86"/>
              <p:cNvCxnSpPr/>
              <p:nvPr>
                <p:custDataLst>
                  <p:tags r:id="rId87"/>
                </p:custDataLst>
              </p:nvPr>
            </p:nvCxnSpPr>
            <p:spPr bwMode="auto">
              <a:xfrm flipV="1">
                <a:off x="3515" y="5216"/>
                <a:ext cx="34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88" name="直接箭头连接符 87"/>
              <p:cNvCxnSpPr/>
              <p:nvPr>
                <p:custDataLst>
                  <p:tags r:id="rId88"/>
                </p:custDataLst>
              </p:nvPr>
            </p:nvCxnSpPr>
            <p:spPr bwMode="auto">
              <a:xfrm flipV="1">
                <a:off x="3685" y="5896"/>
                <a:ext cx="107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89" name="直接箭头连接符 88"/>
              <p:cNvCxnSpPr/>
              <p:nvPr>
                <p:custDataLst>
                  <p:tags r:id="rId89"/>
                </p:custDataLst>
              </p:nvPr>
            </p:nvCxnSpPr>
            <p:spPr bwMode="auto">
              <a:xfrm flipV="1">
                <a:off x="3685" y="4819"/>
                <a:ext cx="0" cy="107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90" name="直接箭头连接符 89"/>
              <p:cNvCxnSpPr/>
              <p:nvPr>
                <p:custDataLst>
                  <p:tags r:id="rId90"/>
                </p:custDataLst>
              </p:nvPr>
            </p:nvCxnSpPr>
            <p:spPr bwMode="auto">
              <a:xfrm flipV="1">
                <a:off x="4252" y="5613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</p:grpSp>
        <p:cxnSp>
          <p:nvCxnSpPr>
            <p:cNvPr id="91" name="直接箭头连接符 90"/>
            <p:cNvCxnSpPr/>
            <p:nvPr>
              <p:custDataLst>
                <p:tags r:id="rId73"/>
              </p:custDataLst>
            </p:nvPr>
          </p:nvCxnSpPr>
          <p:spPr bwMode="auto">
            <a:xfrm flipV="1">
              <a:off x="6693" y="2275"/>
              <a:ext cx="0" cy="794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92" name="直接箭头连接符 91"/>
            <p:cNvCxnSpPr/>
            <p:nvPr>
              <p:custDataLst>
                <p:tags r:id="rId74"/>
              </p:custDataLst>
            </p:nvPr>
          </p:nvCxnSpPr>
          <p:spPr bwMode="auto">
            <a:xfrm flipV="1">
              <a:off x="7940" y="2275"/>
              <a:ext cx="0" cy="39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93" name="直接箭头连接符 92"/>
            <p:cNvCxnSpPr/>
            <p:nvPr>
              <p:custDataLst>
                <p:tags r:id="rId75"/>
              </p:custDataLst>
            </p:nvPr>
          </p:nvCxnSpPr>
          <p:spPr bwMode="auto">
            <a:xfrm flipV="1">
              <a:off x="2214" y="3636"/>
              <a:ext cx="5216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94" name="Text Box 191"/>
            <p:cNvSpPr txBox="1">
              <a:spLocks noChangeArrowheads="1"/>
            </p:cNvSpPr>
            <p:nvPr>
              <p:custDataLst>
                <p:tags r:id="rId76"/>
              </p:custDataLst>
            </p:nvPr>
          </p:nvSpPr>
          <p:spPr bwMode="auto">
            <a:xfrm>
              <a:off x="7770" y="1935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Q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3</a:t>
              </a:r>
            </a:p>
          </p:txBody>
        </p:sp>
        <p:sp>
          <p:nvSpPr>
            <p:cNvPr id="95" name="Text Box 191"/>
            <p:cNvSpPr txBox="1">
              <a:spLocks noChangeArrowheads="1"/>
            </p:cNvSpPr>
            <p:nvPr>
              <p:custDataLst>
                <p:tags r:id="rId77"/>
              </p:custDataLst>
            </p:nvPr>
          </p:nvSpPr>
          <p:spPr bwMode="auto">
            <a:xfrm>
              <a:off x="1647" y="3466"/>
              <a:ext cx="51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CLR</a:t>
              </a:r>
            </a:p>
          </p:txBody>
        </p:sp>
        <p:sp>
          <p:nvSpPr>
            <p:cNvPr id="10" name="Text Box 191"/>
            <p:cNvSpPr txBox="1">
              <a:spLocks noChangeArrowheads="1"/>
            </p:cNvSpPr>
            <p:nvPr>
              <p:custDataLst>
                <p:tags r:id="rId78"/>
              </p:custDataLst>
            </p:nvPr>
          </p:nvSpPr>
          <p:spPr bwMode="auto">
            <a:xfrm>
              <a:off x="8291" y="2499"/>
              <a:ext cx="2835" cy="90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t" anchorCtr="0"/>
            <a:lstStyle/>
            <a:p>
              <a:pPr marL="361950" indent="-36195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注：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D</a:t>
              </a: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连接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Q</a:t>
              </a: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，</a:t>
              </a:r>
              <a:r>
                <a:rPr lang="zh-CN" altLang="en-US" sz="1600" b="1" dirty="0">
                  <a:latin typeface="宋体" panose="02010600030101010101" pitchFamily="2" charset="-122"/>
                  <a:sym typeface="+mn-ea"/>
                </a:rPr>
                <a:t>导致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C</a:t>
              </a:r>
              <a:r>
                <a:rPr lang="zh-CN" altLang="en-US" sz="1600" b="1" u="sng" dirty="0">
                  <a:latin typeface="宋体" panose="02010600030101010101" pitchFamily="2" charset="-122"/>
                </a:rPr>
                <a:t>上升沿</a:t>
              </a: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时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Q</a:t>
              </a: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翻转</a:t>
              </a:r>
              <a:endPara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endParaRPr>
            </a:p>
          </p:txBody>
        </p:sp>
        <p:cxnSp>
          <p:nvCxnSpPr>
            <p:cNvPr id="7" name="直接箭头连接符 6"/>
            <p:cNvCxnSpPr/>
            <p:nvPr>
              <p:custDataLst>
                <p:tags r:id="rId79"/>
              </p:custDataLst>
            </p:nvPr>
          </p:nvCxnSpPr>
          <p:spPr bwMode="auto">
            <a:xfrm flipV="1">
              <a:off x="9726" y="2573"/>
              <a:ext cx="17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141" name="组合 140"/>
          <p:cNvGrpSpPr/>
          <p:nvPr/>
        </p:nvGrpSpPr>
        <p:grpSpPr>
          <a:xfrm>
            <a:off x="4572451" y="5157192"/>
            <a:ext cx="4104005" cy="1223645"/>
            <a:chOff x="2721" y="6463"/>
            <a:chExt cx="6463" cy="1927"/>
          </a:xfrm>
        </p:grpSpPr>
        <p:sp>
          <p:nvSpPr>
            <p:cNvPr id="20" name="Text Box 36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3402" y="6916"/>
              <a:ext cx="5726" cy="1474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31" name="直接箭头连接符 30"/>
            <p:cNvCxnSpPr/>
            <p:nvPr>
              <p:custDataLst>
                <p:tags r:id="rId8"/>
              </p:custDataLst>
            </p:nvPr>
          </p:nvCxnSpPr>
          <p:spPr bwMode="auto">
            <a:xfrm flipV="1">
              <a:off x="4819" y="6803"/>
              <a:ext cx="0" cy="794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2" name="Text Box 191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4649" y="6463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Q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33" name="Text Box 191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6123" y="6463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Q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34" name="Text Box 191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7597" y="6463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Q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2</a:t>
              </a:r>
            </a:p>
          </p:txBody>
        </p:sp>
        <p:sp>
          <p:nvSpPr>
            <p:cNvPr id="35" name="Text Box 191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2891" y="7427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CP</a:t>
              </a:r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3288" y="7030"/>
              <a:ext cx="1530" cy="1247"/>
              <a:chOff x="3458" y="4649"/>
              <a:chExt cx="1530" cy="1247"/>
            </a:xfrm>
          </p:grpSpPr>
          <p:sp>
            <p:nvSpPr>
              <p:cNvPr id="37" name="Text Box 36"/>
              <p:cNvSpPr txBox="1">
                <a:spLocks noChangeArrowheads="1"/>
              </p:cNvSpPr>
              <p:nvPr>
                <p:custDataLst>
                  <p:tags r:id="rId55"/>
                </p:custDataLst>
              </p:nvPr>
            </p:nvSpPr>
            <p:spPr bwMode="auto">
              <a:xfrm>
                <a:off x="3856" y="4649"/>
                <a:ext cx="737" cy="964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horz" wrap="square" lIns="1778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D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</a:rPr>
                  <a:t>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2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C</a:t>
                </a:r>
                <a:r>
                  <a:rPr lang="en-US" altLang="zh-CN" sz="1400" b="1" baseline="-25000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baseline="-25000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dirty="0">
                    <a:latin typeface="宋体" panose="02010600030101010101" pitchFamily="2" charset="-122"/>
                    <a:sym typeface="+mn-ea"/>
                  </a:rPr>
                  <a:t>Q</a:t>
                </a:r>
              </a:p>
              <a:p>
                <a:pPr algn="ctr">
                  <a:lnSpc>
                    <a:spcPct val="6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  <a:sym typeface="+mn-ea"/>
                  </a:rPr>
                  <a:t>R</a:t>
                </a:r>
              </a:p>
            </p:txBody>
          </p:sp>
          <p:cxnSp>
            <p:nvCxnSpPr>
              <p:cNvPr id="38" name="直接箭头连接符 37"/>
              <p:cNvCxnSpPr/>
              <p:nvPr>
                <p:custDataLst>
                  <p:tags r:id="rId56"/>
                </p:custDataLst>
              </p:nvPr>
            </p:nvCxnSpPr>
            <p:spPr bwMode="auto">
              <a:xfrm flipV="1">
                <a:off x="3685" y="4819"/>
                <a:ext cx="17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9" name="直接箭头连接符 38"/>
              <p:cNvCxnSpPr/>
              <p:nvPr>
                <p:custDataLst>
                  <p:tags r:id="rId57"/>
                </p:custDataLst>
              </p:nvPr>
            </p:nvCxnSpPr>
            <p:spPr bwMode="auto">
              <a:xfrm flipV="1">
                <a:off x="4591" y="4819"/>
                <a:ext cx="39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oval" w="sm" len="sm"/>
              </a:ln>
              <a:effectLst/>
            </p:spPr>
          </p:cxnSp>
          <p:cxnSp>
            <p:nvCxnSpPr>
              <p:cNvPr id="40" name="直接箭头连接符 39"/>
              <p:cNvCxnSpPr/>
              <p:nvPr>
                <p:custDataLst>
                  <p:tags r:id="rId58"/>
                </p:custDataLst>
              </p:nvPr>
            </p:nvCxnSpPr>
            <p:spPr bwMode="auto">
              <a:xfrm flipV="1">
                <a:off x="4591" y="5216"/>
                <a:ext cx="17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41" name="等腰三角形 40"/>
              <p:cNvSpPr/>
              <p:nvPr>
                <p:custDataLst>
                  <p:tags r:id="rId59"/>
                </p:custDataLst>
              </p:nvPr>
            </p:nvSpPr>
            <p:spPr>
              <a:xfrm>
                <a:off x="3801" y="5159"/>
                <a:ext cx="227" cy="113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1620000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42" name="直接箭头连接符 41"/>
              <p:cNvCxnSpPr/>
              <p:nvPr>
                <p:custDataLst>
                  <p:tags r:id="rId60"/>
                </p:custDataLst>
              </p:nvPr>
            </p:nvCxnSpPr>
            <p:spPr bwMode="auto">
              <a:xfrm flipV="1">
                <a:off x="4376" y="5083"/>
                <a:ext cx="170" cy="0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43" name="直接箭头连接符 42"/>
              <p:cNvCxnSpPr/>
              <p:nvPr>
                <p:custDataLst>
                  <p:tags r:id="rId61"/>
                </p:custDataLst>
              </p:nvPr>
            </p:nvCxnSpPr>
            <p:spPr bwMode="auto">
              <a:xfrm flipV="1">
                <a:off x="4762" y="5216"/>
                <a:ext cx="0" cy="68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44" name="直接箭头连接符 43"/>
              <p:cNvCxnSpPr/>
              <p:nvPr>
                <p:custDataLst>
                  <p:tags r:id="rId62"/>
                </p:custDataLst>
              </p:nvPr>
            </p:nvCxnSpPr>
            <p:spPr bwMode="auto">
              <a:xfrm flipV="1">
                <a:off x="3458" y="5216"/>
                <a:ext cx="39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45" name="直接箭头连接符 44"/>
              <p:cNvCxnSpPr/>
              <p:nvPr>
                <p:custDataLst>
                  <p:tags r:id="rId63"/>
                </p:custDataLst>
              </p:nvPr>
            </p:nvCxnSpPr>
            <p:spPr bwMode="auto">
              <a:xfrm flipV="1">
                <a:off x="3685" y="5896"/>
                <a:ext cx="107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46" name="直接箭头连接符 45"/>
              <p:cNvCxnSpPr/>
              <p:nvPr>
                <p:custDataLst>
                  <p:tags r:id="rId64"/>
                </p:custDataLst>
              </p:nvPr>
            </p:nvCxnSpPr>
            <p:spPr bwMode="auto">
              <a:xfrm flipV="1">
                <a:off x="3685" y="4819"/>
                <a:ext cx="0" cy="107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47" name="直接箭头连接符 46"/>
              <p:cNvCxnSpPr/>
              <p:nvPr>
                <p:custDataLst>
                  <p:tags r:id="rId65"/>
                </p:custDataLst>
              </p:nvPr>
            </p:nvCxnSpPr>
            <p:spPr bwMode="auto">
              <a:xfrm flipV="1">
                <a:off x="4252" y="5613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</p:grpSp>
        <p:grpSp>
          <p:nvGrpSpPr>
            <p:cNvPr id="48" name="组合 47"/>
            <p:cNvGrpSpPr/>
            <p:nvPr/>
          </p:nvGrpSpPr>
          <p:grpSpPr>
            <a:xfrm>
              <a:off x="4819" y="7030"/>
              <a:ext cx="1473" cy="1247"/>
              <a:chOff x="3515" y="4649"/>
              <a:chExt cx="1473" cy="1247"/>
            </a:xfrm>
          </p:grpSpPr>
          <p:sp>
            <p:nvSpPr>
              <p:cNvPr id="49" name="Text Box 36"/>
              <p:cNvSpPr txBox="1">
                <a:spLocks noChangeArrowheads="1"/>
              </p:cNvSpPr>
              <p:nvPr>
                <p:custDataLst>
                  <p:tags r:id="rId44"/>
                </p:custDataLst>
              </p:nvPr>
            </p:nvSpPr>
            <p:spPr bwMode="auto">
              <a:xfrm>
                <a:off x="3856" y="4649"/>
                <a:ext cx="737" cy="964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horz" wrap="square" lIns="1778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D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</a:rPr>
                  <a:t>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2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C</a:t>
                </a:r>
                <a:r>
                  <a:rPr lang="en-US" altLang="zh-CN" sz="1400" b="1" baseline="-25000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baseline="-25000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dirty="0">
                    <a:latin typeface="宋体" panose="02010600030101010101" pitchFamily="2" charset="-122"/>
                    <a:sym typeface="+mn-ea"/>
                  </a:rPr>
                  <a:t>Q</a:t>
                </a:r>
              </a:p>
              <a:p>
                <a:pPr algn="ctr">
                  <a:lnSpc>
                    <a:spcPct val="6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  <a:sym typeface="+mn-ea"/>
                  </a:rPr>
                  <a:t>R</a:t>
                </a:r>
              </a:p>
            </p:txBody>
          </p:sp>
          <p:cxnSp>
            <p:nvCxnSpPr>
              <p:cNvPr id="50" name="直接箭头连接符 49"/>
              <p:cNvCxnSpPr/>
              <p:nvPr>
                <p:custDataLst>
                  <p:tags r:id="rId45"/>
                </p:custDataLst>
              </p:nvPr>
            </p:nvCxnSpPr>
            <p:spPr bwMode="auto">
              <a:xfrm flipV="1">
                <a:off x="3685" y="4819"/>
                <a:ext cx="17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51" name="直接箭头连接符 50"/>
              <p:cNvCxnSpPr/>
              <p:nvPr>
                <p:custDataLst>
                  <p:tags r:id="rId46"/>
                </p:custDataLst>
              </p:nvPr>
            </p:nvCxnSpPr>
            <p:spPr bwMode="auto">
              <a:xfrm flipV="1">
                <a:off x="4591" y="4819"/>
                <a:ext cx="39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  <a:effectLst/>
            </p:spPr>
          </p:cxnSp>
          <p:cxnSp>
            <p:nvCxnSpPr>
              <p:cNvPr id="97" name="直接箭头连接符 96"/>
              <p:cNvCxnSpPr/>
              <p:nvPr>
                <p:custDataLst>
                  <p:tags r:id="rId47"/>
                </p:custDataLst>
              </p:nvPr>
            </p:nvCxnSpPr>
            <p:spPr bwMode="auto">
              <a:xfrm flipV="1">
                <a:off x="4591" y="5216"/>
                <a:ext cx="17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98" name="等腰三角形 97"/>
              <p:cNvSpPr/>
              <p:nvPr>
                <p:custDataLst>
                  <p:tags r:id="rId48"/>
                </p:custDataLst>
              </p:nvPr>
            </p:nvSpPr>
            <p:spPr>
              <a:xfrm>
                <a:off x="3801" y="5159"/>
                <a:ext cx="227" cy="113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1620000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99" name="直接箭头连接符 98"/>
              <p:cNvCxnSpPr/>
              <p:nvPr>
                <p:custDataLst>
                  <p:tags r:id="rId49"/>
                </p:custDataLst>
              </p:nvPr>
            </p:nvCxnSpPr>
            <p:spPr bwMode="auto">
              <a:xfrm flipV="1">
                <a:off x="4376" y="5083"/>
                <a:ext cx="170" cy="0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00" name="直接箭头连接符 99"/>
              <p:cNvCxnSpPr/>
              <p:nvPr>
                <p:custDataLst>
                  <p:tags r:id="rId50"/>
                </p:custDataLst>
              </p:nvPr>
            </p:nvCxnSpPr>
            <p:spPr bwMode="auto">
              <a:xfrm flipV="1">
                <a:off x="4762" y="5216"/>
                <a:ext cx="0" cy="68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01" name="直接箭头连接符 100"/>
              <p:cNvCxnSpPr/>
              <p:nvPr>
                <p:custDataLst>
                  <p:tags r:id="rId51"/>
                </p:custDataLst>
              </p:nvPr>
            </p:nvCxnSpPr>
            <p:spPr bwMode="auto">
              <a:xfrm flipV="1">
                <a:off x="3515" y="5216"/>
                <a:ext cx="34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02" name="直接箭头连接符 101"/>
              <p:cNvCxnSpPr/>
              <p:nvPr>
                <p:custDataLst>
                  <p:tags r:id="rId52"/>
                </p:custDataLst>
              </p:nvPr>
            </p:nvCxnSpPr>
            <p:spPr bwMode="auto">
              <a:xfrm flipV="1">
                <a:off x="3685" y="5896"/>
                <a:ext cx="107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03" name="直接箭头连接符 102"/>
              <p:cNvCxnSpPr/>
              <p:nvPr>
                <p:custDataLst>
                  <p:tags r:id="rId53"/>
                </p:custDataLst>
              </p:nvPr>
            </p:nvCxnSpPr>
            <p:spPr bwMode="auto">
              <a:xfrm flipV="1">
                <a:off x="3685" y="4819"/>
                <a:ext cx="0" cy="107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04" name="直接箭头连接符 103"/>
              <p:cNvCxnSpPr/>
              <p:nvPr>
                <p:custDataLst>
                  <p:tags r:id="rId54"/>
                </p:custDataLst>
              </p:nvPr>
            </p:nvCxnSpPr>
            <p:spPr bwMode="auto">
              <a:xfrm flipV="1">
                <a:off x="4252" y="5613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</p:grpSp>
        <p:grpSp>
          <p:nvGrpSpPr>
            <p:cNvPr id="105" name="组合 104"/>
            <p:cNvGrpSpPr/>
            <p:nvPr/>
          </p:nvGrpSpPr>
          <p:grpSpPr>
            <a:xfrm>
              <a:off x="6293" y="7030"/>
              <a:ext cx="1473" cy="1247"/>
              <a:chOff x="3515" y="4649"/>
              <a:chExt cx="1473" cy="1247"/>
            </a:xfrm>
          </p:grpSpPr>
          <p:sp>
            <p:nvSpPr>
              <p:cNvPr id="106" name="Text Box 36"/>
              <p:cNvSpPr txBox="1">
                <a:spLocks noChangeArrowheads="1"/>
              </p:cNvSpPr>
              <p:nvPr>
                <p:custDataLst>
                  <p:tags r:id="rId33"/>
                </p:custDataLst>
              </p:nvPr>
            </p:nvSpPr>
            <p:spPr bwMode="auto">
              <a:xfrm>
                <a:off x="3856" y="4649"/>
                <a:ext cx="737" cy="964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horz" wrap="square" lIns="1778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D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</a:rPr>
                  <a:t>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2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C</a:t>
                </a:r>
                <a:r>
                  <a:rPr lang="en-US" altLang="zh-CN" sz="1400" b="1" baseline="-25000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baseline="-25000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dirty="0">
                    <a:latin typeface="宋体" panose="02010600030101010101" pitchFamily="2" charset="-122"/>
                    <a:sym typeface="+mn-ea"/>
                  </a:rPr>
                  <a:t>Q</a:t>
                </a:r>
              </a:p>
              <a:p>
                <a:pPr algn="ctr">
                  <a:lnSpc>
                    <a:spcPct val="6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  <a:sym typeface="+mn-ea"/>
                  </a:rPr>
                  <a:t>R</a:t>
                </a:r>
              </a:p>
            </p:txBody>
          </p:sp>
          <p:cxnSp>
            <p:nvCxnSpPr>
              <p:cNvPr id="107" name="直接箭头连接符 106"/>
              <p:cNvCxnSpPr/>
              <p:nvPr>
                <p:custDataLst>
                  <p:tags r:id="rId34"/>
                </p:custDataLst>
              </p:nvPr>
            </p:nvCxnSpPr>
            <p:spPr bwMode="auto">
              <a:xfrm flipV="1">
                <a:off x="3685" y="4819"/>
                <a:ext cx="17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08" name="直接箭头连接符 107"/>
              <p:cNvCxnSpPr/>
              <p:nvPr>
                <p:custDataLst>
                  <p:tags r:id="rId35"/>
                </p:custDataLst>
              </p:nvPr>
            </p:nvCxnSpPr>
            <p:spPr bwMode="auto">
              <a:xfrm flipV="1">
                <a:off x="4591" y="4819"/>
                <a:ext cx="39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  <a:effectLst/>
            </p:spPr>
          </p:cxnSp>
          <p:cxnSp>
            <p:nvCxnSpPr>
              <p:cNvPr id="109" name="直接箭头连接符 108"/>
              <p:cNvCxnSpPr/>
              <p:nvPr>
                <p:custDataLst>
                  <p:tags r:id="rId36"/>
                </p:custDataLst>
              </p:nvPr>
            </p:nvCxnSpPr>
            <p:spPr bwMode="auto">
              <a:xfrm flipV="1">
                <a:off x="4591" y="5216"/>
                <a:ext cx="17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110" name="等腰三角形 109"/>
              <p:cNvSpPr/>
              <p:nvPr>
                <p:custDataLst>
                  <p:tags r:id="rId37"/>
                </p:custDataLst>
              </p:nvPr>
            </p:nvSpPr>
            <p:spPr>
              <a:xfrm>
                <a:off x="3801" y="5159"/>
                <a:ext cx="227" cy="113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1620000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111" name="直接箭头连接符 110"/>
              <p:cNvCxnSpPr/>
              <p:nvPr>
                <p:custDataLst>
                  <p:tags r:id="rId38"/>
                </p:custDataLst>
              </p:nvPr>
            </p:nvCxnSpPr>
            <p:spPr bwMode="auto">
              <a:xfrm flipV="1">
                <a:off x="4376" y="5083"/>
                <a:ext cx="170" cy="0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12" name="直接箭头连接符 111"/>
              <p:cNvCxnSpPr/>
              <p:nvPr>
                <p:custDataLst>
                  <p:tags r:id="rId39"/>
                </p:custDataLst>
              </p:nvPr>
            </p:nvCxnSpPr>
            <p:spPr bwMode="auto">
              <a:xfrm flipV="1">
                <a:off x="4762" y="5216"/>
                <a:ext cx="0" cy="68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13" name="直接箭头连接符 112"/>
              <p:cNvCxnSpPr/>
              <p:nvPr>
                <p:custDataLst>
                  <p:tags r:id="rId40"/>
                </p:custDataLst>
              </p:nvPr>
            </p:nvCxnSpPr>
            <p:spPr bwMode="auto">
              <a:xfrm flipV="1">
                <a:off x="3515" y="5216"/>
                <a:ext cx="34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14" name="直接箭头连接符 113"/>
              <p:cNvCxnSpPr/>
              <p:nvPr>
                <p:custDataLst>
                  <p:tags r:id="rId41"/>
                </p:custDataLst>
              </p:nvPr>
            </p:nvCxnSpPr>
            <p:spPr bwMode="auto">
              <a:xfrm flipV="1">
                <a:off x="3685" y="5896"/>
                <a:ext cx="107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15" name="直接箭头连接符 114"/>
              <p:cNvCxnSpPr/>
              <p:nvPr>
                <p:custDataLst>
                  <p:tags r:id="rId42"/>
                </p:custDataLst>
              </p:nvPr>
            </p:nvCxnSpPr>
            <p:spPr bwMode="auto">
              <a:xfrm flipV="1">
                <a:off x="3685" y="4819"/>
                <a:ext cx="0" cy="107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16" name="直接箭头连接符 115"/>
              <p:cNvCxnSpPr/>
              <p:nvPr>
                <p:custDataLst>
                  <p:tags r:id="rId43"/>
                </p:custDataLst>
              </p:nvPr>
            </p:nvCxnSpPr>
            <p:spPr bwMode="auto">
              <a:xfrm flipV="1">
                <a:off x="4252" y="5613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 w="sm" len="sm"/>
              </a:ln>
              <a:effectLst/>
            </p:spPr>
          </p:cxnSp>
        </p:grpSp>
        <p:cxnSp>
          <p:nvCxnSpPr>
            <p:cNvPr id="117" name="直接箭头连接符 116"/>
            <p:cNvCxnSpPr/>
            <p:nvPr>
              <p:custDataLst>
                <p:tags r:id="rId13"/>
              </p:custDataLst>
            </p:nvPr>
          </p:nvCxnSpPr>
          <p:spPr bwMode="auto">
            <a:xfrm flipV="1">
              <a:off x="6293" y="6803"/>
              <a:ext cx="0" cy="794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grpSp>
          <p:nvGrpSpPr>
            <p:cNvPr id="118" name="组合 117"/>
            <p:cNvGrpSpPr/>
            <p:nvPr/>
          </p:nvGrpSpPr>
          <p:grpSpPr>
            <a:xfrm>
              <a:off x="7767" y="7030"/>
              <a:ext cx="1247" cy="1247"/>
              <a:chOff x="3515" y="4649"/>
              <a:chExt cx="1247" cy="1247"/>
            </a:xfrm>
          </p:grpSpPr>
          <p:sp>
            <p:nvSpPr>
              <p:cNvPr id="119" name="Text Box 36"/>
              <p:cNvSpPr txBox="1">
                <a:spLocks noChangeArrowheads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3856" y="4649"/>
                <a:ext cx="737" cy="964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horz" wrap="square" lIns="1778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D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</a:rPr>
                  <a:t>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2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C</a:t>
                </a:r>
                <a:r>
                  <a:rPr lang="en-US" altLang="zh-CN" sz="1400" b="1" baseline="-25000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baseline="-25000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dirty="0">
                    <a:latin typeface="宋体" panose="02010600030101010101" pitchFamily="2" charset="-122"/>
                    <a:sym typeface="+mn-ea"/>
                  </a:rPr>
                  <a:t>Q</a:t>
                </a:r>
              </a:p>
              <a:p>
                <a:pPr algn="ctr">
                  <a:lnSpc>
                    <a:spcPct val="6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  <a:sym typeface="+mn-ea"/>
                  </a:rPr>
                  <a:t>R</a:t>
                </a:r>
              </a:p>
            </p:txBody>
          </p:sp>
          <p:cxnSp>
            <p:nvCxnSpPr>
              <p:cNvPr id="120" name="直接箭头连接符 119"/>
              <p:cNvCxnSpPr/>
              <p:nvPr>
                <p:custDataLst>
                  <p:tags r:id="rId23"/>
                </p:custDataLst>
              </p:nvPr>
            </p:nvCxnSpPr>
            <p:spPr bwMode="auto">
              <a:xfrm flipV="1">
                <a:off x="3685" y="4819"/>
                <a:ext cx="17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21" name="直接箭头连接符 120"/>
              <p:cNvCxnSpPr/>
              <p:nvPr>
                <p:custDataLst>
                  <p:tags r:id="rId24"/>
                </p:custDataLst>
              </p:nvPr>
            </p:nvCxnSpPr>
            <p:spPr bwMode="auto">
              <a:xfrm flipV="1">
                <a:off x="4591" y="4819"/>
                <a:ext cx="17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sm" len="sm"/>
              </a:ln>
              <a:effectLst/>
            </p:spPr>
          </p:cxnSp>
          <p:cxnSp>
            <p:nvCxnSpPr>
              <p:cNvPr id="122" name="直接箭头连接符 121"/>
              <p:cNvCxnSpPr/>
              <p:nvPr>
                <p:custDataLst>
                  <p:tags r:id="rId25"/>
                </p:custDataLst>
              </p:nvPr>
            </p:nvCxnSpPr>
            <p:spPr bwMode="auto">
              <a:xfrm flipV="1">
                <a:off x="4591" y="5216"/>
                <a:ext cx="17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123" name="等腰三角形 122"/>
              <p:cNvSpPr/>
              <p:nvPr>
                <p:custDataLst>
                  <p:tags r:id="rId26"/>
                </p:custDataLst>
              </p:nvPr>
            </p:nvSpPr>
            <p:spPr>
              <a:xfrm>
                <a:off x="3801" y="5159"/>
                <a:ext cx="227" cy="113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1620000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124" name="直接箭头连接符 123"/>
              <p:cNvCxnSpPr/>
              <p:nvPr>
                <p:custDataLst>
                  <p:tags r:id="rId27"/>
                </p:custDataLst>
              </p:nvPr>
            </p:nvCxnSpPr>
            <p:spPr bwMode="auto">
              <a:xfrm flipV="1">
                <a:off x="4376" y="5083"/>
                <a:ext cx="170" cy="0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25" name="直接箭头连接符 124"/>
              <p:cNvCxnSpPr/>
              <p:nvPr>
                <p:custDataLst>
                  <p:tags r:id="rId28"/>
                </p:custDataLst>
              </p:nvPr>
            </p:nvCxnSpPr>
            <p:spPr bwMode="auto">
              <a:xfrm flipV="1">
                <a:off x="4762" y="5216"/>
                <a:ext cx="0" cy="68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26" name="直接箭头连接符 125"/>
              <p:cNvCxnSpPr/>
              <p:nvPr>
                <p:custDataLst>
                  <p:tags r:id="rId29"/>
                </p:custDataLst>
              </p:nvPr>
            </p:nvCxnSpPr>
            <p:spPr bwMode="auto">
              <a:xfrm flipV="1">
                <a:off x="3515" y="5216"/>
                <a:ext cx="34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27" name="直接箭头连接符 126"/>
              <p:cNvCxnSpPr/>
              <p:nvPr>
                <p:custDataLst>
                  <p:tags r:id="rId30"/>
                </p:custDataLst>
              </p:nvPr>
            </p:nvCxnSpPr>
            <p:spPr bwMode="auto">
              <a:xfrm flipV="1">
                <a:off x="3685" y="5896"/>
                <a:ext cx="107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28" name="直接箭头连接符 127"/>
              <p:cNvCxnSpPr/>
              <p:nvPr>
                <p:custDataLst>
                  <p:tags r:id="rId31"/>
                </p:custDataLst>
              </p:nvPr>
            </p:nvCxnSpPr>
            <p:spPr bwMode="auto">
              <a:xfrm flipV="1">
                <a:off x="3685" y="4819"/>
                <a:ext cx="0" cy="107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29" name="直接箭头连接符 128"/>
              <p:cNvCxnSpPr/>
              <p:nvPr>
                <p:custDataLst>
                  <p:tags r:id="rId32"/>
                </p:custDataLst>
              </p:nvPr>
            </p:nvCxnSpPr>
            <p:spPr bwMode="auto">
              <a:xfrm flipV="1">
                <a:off x="4252" y="5613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</p:grpSp>
        <p:cxnSp>
          <p:nvCxnSpPr>
            <p:cNvPr id="130" name="直接箭头连接符 129"/>
            <p:cNvCxnSpPr/>
            <p:nvPr>
              <p:custDataLst>
                <p:tags r:id="rId14"/>
              </p:custDataLst>
            </p:nvPr>
          </p:nvCxnSpPr>
          <p:spPr bwMode="auto">
            <a:xfrm flipV="1">
              <a:off x="7767" y="6803"/>
              <a:ext cx="0" cy="794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31" name="直接箭头连接符 130"/>
            <p:cNvCxnSpPr/>
            <p:nvPr>
              <p:custDataLst>
                <p:tags r:id="rId15"/>
              </p:custDataLst>
            </p:nvPr>
          </p:nvCxnSpPr>
          <p:spPr bwMode="auto">
            <a:xfrm flipV="1">
              <a:off x="9014" y="6803"/>
              <a:ext cx="0" cy="39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32" name="直接箭头连接符 131"/>
            <p:cNvCxnSpPr/>
            <p:nvPr>
              <p:custDataLst>
                <p:tags r:id="rId16"/>
              </p:custDataLst>
            </p:nvPr>
          </p:nvCxnSpPr>
          <p:spPr bwMode="auto">
            <a:xfrm flipV="1">
              <a:off x="3288" y="8164"/>
              <a:ext cx="5216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33" name="Text Box 191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8844" y="6463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Q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3</a:t>
              </a:r>
            </a:p>
          </p:txBody>
        </p:sp>
        <p:sp>
          <p:nvSpPr>
            <p:cNvPr id="134" name="Text Box 191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2721" y="7994"/>
              <a:ext cx="51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CLR</a:t>
              </a:r>
            </a:p>
          </p:txBody>
        </p:sp>
        <p:sp>
          <p:nvSpPr>
            <p:cNvPr id="137" name="椭圆 136"/>
            <p:cNvSpPr/>
            <p:nvPr>
              <p:custDataLst>
                <p:tags r:id="rId19"/>
              </p:custDataLst>
            </p:nvPr>
          </p:nvSpPr>
          <p:spPr>
            <a:xfrm>
              <a:off x="5046" y="7540"/>
              <a:ext cx="113" cy="113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8" name="椭圆 137"/>
            <p:cNvSpPr/>
            <p:nvPr>
              <p:custDataLst>
                <p:tags r:id="rId20"/>
              </p:custDataLst>
            </p:nvPr>
          </p:nvSpPr>
          <p:spPr>
            <a:xfrm>
              <a:off x="7994" y="7541"/>
              <a:ext cx="113" cy="113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9" name="椭圆 138"/>
            <p:cNvSpPr/>
            <p:nvPr>
              <p:custDataLst>
                <p:tags r:id="rId21"/>
              </p:custDataLst>
            </p:nvPr>
          </p:nvSpPr>
          <p:spPr>
            <a:xfrm>
              <a:off x="6520" y="7540"/>
              <a:ext cx="113" cy="113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42" name="AutoShape 452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rot="5400000">
            <a:off x="3996630" y="6525890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52" name="组合 151">
            <a:extLst>
              <a:ext uri="{FF2B5EF4-FFF2-40B4-BE49-F238E27FC236}">
                <a16:creationId xmlns:a16="http://schemas.microsoft.com/office/drawing/2014/main" id="{9C52C1DA-9805-48CA-A703-558D453FEA5F}"/>
              </a:ext>
            </a:extLst>
          </p:cNvPr>
          <p:cNvGrpSpPr/>
          <p:nvPr/>
        </p:nvGrpSpPr>
        <p:grpSpPr>
          <a:xfrm>
            <a:off x="7416000" y="1916832"/>
            <a:ext cx="1440180" cy="899795"/>
            <a:chOff x="3275856" y="2736000"/>
            <a:chExt cx="1440180" cy="899795"/>
          </a:xfrm>
        </p:grpSpPr>
        <p:sp>
          <p:nvSpPr>
            <p:cNvPr id="153" name="Text Box 191">
              <a:extLst>
                <a:ext uri="{FF2B5EF4-FFF2-40B4-BE49-F238E27FC236}">
                  <a16:creationId xmlns:a16="http://schemas.microsoft.com/office/drawing/2014/main" id="{2916D407-720A-41D2-8F58-AB9BD5DA9154}"/>
                </a:ext>
              </a:extLst>
            </p:cNvPr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3275856" y="2736000"/>
              <a:ext cx="1440180" cy="899795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prstDash val="sysDash"/>
              <a:miter lim="800000"/>
            </a:ln>
          </p:spPr>
          <p:txBody>
            <a:bodyPr lIns="17780" tIns="36000" rIns="0" bIns="0"/>
            <a:lstStyle/>
            <a:p>
              <a:pPr marL="0" indent="0" algn="l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 0 1 </a:t>
              </a:r>
              <a:r>
                <a:rPr lang="en-US" altLang="zh-CN" sz="1600" b="1" dirty="0">
                  <a:solidFill>
                    <a:srgbClr val="000000"/>
                  </a:solidFill>
                  <a:highlight>
                    <a:srgbClr val="99CCFF"/>
                  </a:highlight>
                  <a:latin typeface="宋体" panose="02010600030101010101" pitchFamily="2" charset="-122"/>
                </a:rPr>
                <a:t>1</a:t>
              </a: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  0 1 </a:t>
              </a:r>
              <a:r>
                <a:rPr lang="en-US" altLang="zh-CN" sz="1600" b="1" dirty="0">
                  <a:solidFill>
                    <a:srgbClr val="000000"/>
                  </a:solidFill>
                  <a:highlight>
                    <a:srgbClr val="99CCFF"/>
                  </a:highlight>
                  <a:latin typeface="宋体" panose="02010600030101010101" pitchFamily="2" charset="-122"/>
                </a:rPr>
                <a:t>0</a:t>
              </a:r>
              <a:endParaRPr lang="en-US" altLang="zh-CN" sz="1600" b="1" dirty="0">
                <a:solidFill>
                  <a:srgbClr val="000000"/>
                </a:solidFill>
                <a:highlight>
                  <a:srgbClr val="99CCFF"/>
                </a:highlight>
                <a:latin typeface="宋体" panose="02010600030101010101" pitchFamily="2" charset="-122"/>
                <a:sym typeface="+mn-ea"/>
              </a:endParaRPr>
            </a:p>
            <a:p>
              <a:pPr marL="0" indent="0" algn="l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sng" dirty="0">
                  <a:solidFill>
                    <a:srgbClr val="000000"/>
                  </a:solidFill>
                  <a:latin typeface="宋体" panose="02010600030101010101" pitchFamily="2" charset="-122"/>
                  <a:sym typeface="+mn-ea"/>
                </a:rPr>
                <a:t>-    1</a:t>
              </a: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sym typeface="+mn-ea"/>
                </a:rPr>
                <a:t> </a:t>
              </a:r>
              <a:r>
                <a:rPr lang="en-US" altLang="zh-CN" sz="1600" b="1" u="sng" dirty="0">
                  <a:solidFill>
                    <a:srgbClr val="000000"/>
                  </a:solidFill>
                  <a:latin typeface="宋体" panose="02010600030101010101" pitchFamily="2" charset="-122"/>
                  <a:sym typeface="+mn-ea"/>
                </a:rPr>
                <a:t>-    1</a:t>
              </a:r>
              <a:endParaRPr lang="en-US" altLang="zh-CN" sz="1600" b="1" u="sng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  <a:p>
              <a:pPr marL="0" indent="0" algn="l" eaLnBrk="1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sym typeface="+mn-ea"/>
                </a:rPr>
                <a:t>  0 </a:t>
              </a:r>
              <a:r>
                <a:rPr lang="en-US" altLang="zh-CN" sz="1600" b="1" dirty="0">
                  <a:solidFill>
                    <a:srgbClr val="000000"/>
                  </a:solidFill>
                  <a:highlight>
                    <a:srgbClr val="FFFF00"/>
                  </a:highlight>
                  <a:latin typeface="宋体" panose="02010600030101010101" pitchFamily="2" charset="-122"/>
                  <a:sym typeface="+mn-ea"/>
                </a:rPr>
                <a:t>0</a:t>
              </a: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sym typeface="+mn-ea"/>
                </a:rPr>
                <a:t>    0 </a:t>
              </a:r>
              <a:r>
                <a:rPr lang="en-US" altLang="zh-CN" sz="1600" b="1" dirty="0">
                  <a:solidFill>
                    <a:srgbClr val="000000"/>
                  </a:solidFill>
                  <a:highlight>
                    <a:srgbClr val="FFFF00"/>
                  </a:highlight>
                  <a:latin typeface="宋体" panose="02010600030101010101" pitchFamily="2" charset="-122"/>
                  <a:sym typeface="+mn-ea"/>
                </a:rPr>
                <a:t>1</a:t>
              </a:r>
              <a:endParaRPr lang="en-US" altLang="zh-CN" sz="1600" b="1" dirty="0">
                <a:solidFill>
                  <a:srgbClr val="000000"/>
                </a:solidFill>
                <a:highlight>
                  <a:srgbClr val="FFFF00"/>
                </a:highlight>
                <a:latin typeface="宋体" panose="02010600030101010101" pitchFamily="2" charset="-122"/>
              </a:endParaRPr>
            </a:p>
            <a:p>
              <a:pPr marL="0" indent="0" algn="l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sym typeface="+mn-ea"/>
                </a:rPr>
                <a:t> 0 1 </a:t>
              </a:r>
              <a:r>
                <a:rPr lang="en-US" altLang="zh-CN" sz="1600" b="1" dirty="0">
                  <a:solidFill>
                    <a:srgbClr val="000000"/>
                  </a:solidFill>
                  <a:highlight>
                    <a:srgbClr val="99CCFF"/>
                  </a:highlight>
                  <a:latin typeface="宋体" panose="02010600030101010101" pitchFamily="2" charset="-122"/>
                  <a:sym typeface="+mn-ea"/>
                </a:rPr>
                <a:t>0</a:t>
              </a: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sym typeface="+mn-ea"/>
                </a:rPr>
                <a:t>  0 0 </a:t>
              </a:r>
              <a:r>
                <a:rPr lang="en-US" altLang="zh-CN" sz="1600" b="1" dirty="0">
                  <a:solidFill>
                    <a:srgbClr val="000000"/>
                  </a:solidFill>
                  <a:highlight>
                    <a:srgbClr val="99CCFF"/>
                  </a:highlight>
                  <a:latin typeface="宋体" panose="02010600030101010101" pitchFamily="2" charset="-122"/>
                  <a:sym typeface="+mn-ea"/>
                </a:rPr>
                <a:t>1</a:t>
              </a:r>
            </a:p>
          </p:txBody>
        </p:sp>
        <p:cxnSp>
          <p:nvCxnSpPr>
            <p:cNvPr id="154" name="直接箭头连接符 153">
              <a:extLst>
                <a:ext uri="{FF2B5EF4-FFF2-40B4-BE49-F238E27FC236}">
                  <a16:creationId xmlns:a16="http://schemas.microsoft.com/office/drawing/2014/main" id="{32584870-78B0-41A2-817A-BDBAB03D1D26}"/>
                </a:ext>
              </a:extLst>
            </p:cNvPr>
            <p:cNvCxnSpPr>
              <a:cxnSpLocks/>
            </p:cNvCxnSpPr>
            <p:nvPr>
              <p:custDataLst>
                <p:tags r:id="rId4"/>
              </p:custDataLst>
            </p:nvPr>
          </p:nvCxnSpPr>
          <p:spPr bwMode="auto">
            <a:xfrm flipH="1">
              <a:off x="3654000" y="3096000"/>
              <a:ext cx="0" cy="324000"/>
            </a:xfrm>
            <a:prstGeom prst="straightConnector1">
              <a:avLst/>
            </a:prstGeom>
            <a:noFill/>
            <a:ln w="9525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triangle" w="sm" len="sm"/>
            </a:ln>
            <a:effectLst/>
          </p:spPr>
        </p:cxnSp>
        <p:cxnSp>
          <p:nvCxnSpPr>
            <p:cNvPr id="155" name="直接箭头连接符 154">
              <a:extLst>
                <a:ext uri="{FF2B5EF4-FFF2-40B4-BE49-F238E27FC236}">
                  <a16:creationId xmlns:a16="http://schemas.microsoft.com/office/drawing/2014/main" id="{DC33FBB7-682E-438C-A6B8-0D0E7409BB09}"/>
                </a:ext>
              </a:extLst>
            </p:cNvPr>
            <p:cNvCxnSpPr/>
            <p:nvPr>
              <p:custDataLst>
                <p:tags r:id="rId5"/>
              </p:custDataLst>
            </p:nvPr>
          </p:nvCxnSpPr>
          <p:spPr bwMode="auto">
            <a:xfrm flipH="1">
              <a:off x="3581964" y="3114000"/>
              <a:ext cx="72000" cy="108000"/>
            </a:xfrm>
            <a:prstGeom prst="straightConnector1">
              <a:avLst/>
            </a:prstGeom>
            <a:noFill/>
            <a:ln w="9525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triangle" w="sm" len="sm"/>
            </a:ln>
            <a:effectLst/>
          </p:spPr>
        </p:cxnSp>
        <p:sp>
          <p:nvSpPr>
            <p:cNvPr id="156" name="任意多边形 146">
              <a:extLst>
                <a:ext uri="{FF2B5EF4-FFF2-40B4-BE49-F238E27FC236}">
                  <a16:creationId xmlns:a16="http://schemas.microsoft.com/office/drawing/2014/main" id="{A3039551-C2EA-46CD-A00B-F551F408928C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3563964" y="2790000"/>
              <a:ext cx="288000" cy="576000"/>
            </a:xfrm>
            <a:custGeom>
              <a:avLst/>
              <a:gdLst>
                <a:gd name="connisteX0" fmla="*/ 0 w 549275"/>
                <a:gd name="connsiteY0" fmla="*/ 0 h 567690"/>
                <a:gd name="connisteX1" fmla="*/ 238760 w 549275"/>
                <a:gd name="connsiteY1" fmla="*/ 0 h 567690"/>
                <a:gd name="connisteX2" fmla="*/ 549275 w 549275"/>
                <a:gd name="connsiteY2" fmla="*/ 567690 h 567690"/>
                <a:gd name="connisteX3" fmla="*/ 328930 w 549275"/>
                <a:gd name="connsiteY3" fmla="*/ 567690 h 567690"/>
                <a:gd name="connisteX4" fmla="*/ 0 w 549275"/>
                <a:gd name="connsiteY4" fmla="*/ 0 h 56769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549275" h="567690">
                  <a:moveTo>
                    <a:pt x="0" y="0"/>
                  </a:moveTo>
                  <a:lnTo>
                    <a:pt x="238760" y="0"/>
                  </a:lnTo>
                  <a:lnTo>
                    <a:pt x="549275" y="567690"/>
                  </a:lnTo>
                  <a:lnTo>
                    <a:pt x="328930" y="56769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7" name="弧形 156">
              <a:extLst>
                <a:ext uri="{FF2B5EF4-FFF2-40B4-BE49-F238E27FC236}">
                  <a16:creationId xmlns:a16="http://schemas.microsoft.com/office/drawing/2014/main" id="{3D34E040-3EA6-4AE3-80EB-6FC1C36FB758}"/>
                </a:ext>
              </a:extLst>
            </p:cNvPr>
            <p:cNvSpPr/>
            <p:nvPr/>
          </p:nvSpPr>
          <p:spPr bwMode="auto">
            <a:xfrm>
              <a:off x="3852000" y="2916140"/>
              <a:ext cx="144000" cy="540000"/>
            </a:xfrm>
            <a:prstGeom prst="arc">
              <a:avLst>
                <a:gd name="adj1" fmla="val 16203322"/>
                <a:gd name="adj2" fmla="val 5528851"/>
              </a:avLst>
            </a:prstGeom>
            <a:noFill/>
            <a:ln w="9525" cap="flat" cmpd="sng" algn="ctr">
              <a:solidFill>
                <a:srgbClr val="C00000"/>
              </a:solidFill>
              <a:prstDash val="sysDash"/>
              <a:round/>
              <a:headEnd type="none" w="med" len="med"/>
              <a:tailEnd type="triangle" w="sm" len="sm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8" name="弧形 157">
              <a:extLst>
                <a:ext uri="{FF2B5EF4-FFF2-40B4-BE49-F238E27FC236}">
                  <a16:creationId xmlns:a16="http://schemas.microsoft.com/office/drawing/2014/main" id="{9557DDCB-A547-4FE8-A75D-1CE25A0F77B9}"/>
                </a:ext>
              </a:extLst>
            </p:cNvPr>
            <p:cNvSpPr/>
            <p:nvPr/>
          </p:nvSpPr>
          <p:spPr bwMode="auto">
            <a:xfrm>
              <a:off x="4572000" y="2916000"/>
              <a:ext cx="144000" cy="540000"/>
            </a:xfrm>
            <a:prstGeom prst="arc">
              <a:avLst>
                <a:gd name="adj1" fmla="val 16203322"/>
                <a:gd name="adj2" fmla="val 5528851"/>
              </a:avLst>
            </a:prstGeom>
            <a:noFill/>
            <a:ln w="9525" cap="flat" cmpd="sng" algn="ctr">
              <a:solidFill>
                <a:srgbClr val="C00000"/>
              </a:solidFill>
              <a:prstDash val="sysDash"/>
              <a:round/>
              <a:headEnd type="none" w="med" len="med"/>
              <a:tailEnd type="triangle" w="sm" len="sm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8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8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6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6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6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6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25</a:t>
            </a:fld>
            <a:endParaRPr lang="en-US" altLang="zh-CN"/>
          </a:p>
        </p:txBody>
      </p:sp>
      <p:sp>
        <p:nvSpPr>
          <p:cNvPr id="182" name="Text Box 7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070" y="332656"/>
            <a:ext cx="4239260" cy="438767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同</a:t>
            </a:r>
            <a:r>
              <a:rPr 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步二进制加法计数器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1150620" indent="-115062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组成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 marL="1150620" indent="-115062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150620" indent="-115062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150620" indent="-115062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150620" indent="-115062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150620" indent="-115062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150620" indent="-1150620" eaLnBrk="1" latinLnBrk="0" hangingPunct="1"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加法原理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 marL="1150620" indent="-115062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150620" indent="-115062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150620" indent="-1150620" eaLnBrk="1" latinLnBrk="0" hangingPunct="1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计数原理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    </a:t>
            </a:r>
          </a:p>
        </p:txBody>
      </p:sp>
      <p:sp>
        <p:nvSpPr>
          <p:cNvPr id="68" name="Text Box 7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160781" y="764704"/>
            <a:ext cx="7835102" cy="38966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28800">
            <a:spAutoFit/>
          </a:bodyPr>
          <a:lstStyle/>
          <a:p>
            <a:pPr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包含</a:t>
            </a:r>
            <a:r>
              <a:rPr 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多个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触发器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(T/D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等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，各触发器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同时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变化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同步所致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150620" indent="-115062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                                              </a:t>
            </a:r>
            <a:r>
              <a:rPr lang="en-US" altLang="zh-CN" sz="16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→各位加法</a:t>
            </a:r>
            <a:r>
              <a:rPr lang="zh-CN" altLang="en-US" sz="16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同时完成</a:t>
            </a:r>
            <a:endParaRPr lang="zh-CN" altLang="en-US" sz="1600" b="1" u="sng" dirty="0">
              <a:solidFill>
                <a:srgbClr val="0070C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150620" indent="-115062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150620" indent="-115062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150620" indent="-115062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150620" indent="-115062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150620" indent="-1150620" eaLnBrk="1" latinLnBrk="0" hangingPunct="1"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各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Q</a:t>
            </a:r>
            <a:r>
              <a:rPr lang="en-US" altLang="zh-CN" sz="2200" b="1" baseline="-25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在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低位有进位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时，下个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CP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同时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翻转；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否则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不变</a:t>
            </a:r>
            <a:endParaRPr lang="zh-CN" altLang="en-US" sz="16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150620" indent="-115062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</a:t>
            </a:r>
            <a:r>
              <a:rPr lang="en-US" altLang="zh-CN" sz="16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16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即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Q</a:t>
            </a:r>
            <a:r>
              <a:rPr lang="en-US" altLang="zh-CN" sz="1600" b="1" baseline="-18000" dirty="0">
                <a:latin typeface="宋体" panose="02010600030101010101" pitchFamily="2" charset="-122"/>
                <a:sym typeface="+mn-ea"/>
              </a:rPr>
              <a:t>i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的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激励函数←</a:t>
            </a:r>
            <a:r>
              <a:rPr lang="zh-CN" altLang="en-US" sz="16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┘</a:t>
            </a:r>
            <a:r>
              <a:rPr lang="en-US" altLang="zh-CN" sz="1600" dirty="0">
                <a:latin typeface="宋体" panose="02010600030101010101" pitchFamily="2" charset="-122"/>
                <a:sym typeface="+mn-ea"/>
              </a:rPr>
              <a:t>     └←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并行加法</a:t>
            </a:r>
            <a:endParaRPr lang="en-US" altLang="zh-CN" sz="1600" b="1" dirty="0">
              <a:latin typeface="宋体" panose="02010600030101010101" pitchFamily="2" charset="-122"/>
              <a:sym typeface="+mn-ea"/>
            </a:endParaRPr>
          </a:p>
          <a:p>
            <a:pPr marL="1150620" indent="-115062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           如：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</a:t>
            </a:r>
            <a:r>
              <a:rPr lang="en-US" altLang="zh-CN" sz="1600" b="1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Q</a:t>
            </a:r>
            <a:r>
              <a:rPr lang="en-US" altLang="zh-CN" sz="1600" b="1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</a:t>
            </a:r>
            <a:r>
              <a:rPr lang="en-US" altLang="zh-CN" sz="1600" b="1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Q</a:t>
            </a:r>
            <a:r>
              <a:rPr lang="en-US" altLang="zh-CN" sz="1600" b="1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Q</a:t>
            </a:r>
            <a:r>
              <a:rPr lang="en-US" altLang="zh-CN" sz="1600" b="1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</a:t>
            </a:r>
            <a:r>
              <a:rPr lang="en-US" altLang="zh-CN" sz="1600" b="1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Q</a:t>
            </a:r>
            <a:r>
              <a:rPr lang="en-US" altLang="zh-CN" sz="1600" b="1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Q</a:t>
            </a:r>
            <a:r>
              <a:rPr lang="en-US" altLang="zh-CN" sz="1600" b="1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Q</a:t>
            </a:r>
            <a:r>
              <a:rPr lang="en-US" altLang="zh-CN" sz="1600" b="1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</a:p>
          <a:p>
            <a:pPr marL="1150620" indent="-1150620" eaLnBrk="1" latinLnBrk="0" hangingPunct="1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同</a:t>
            </a:r>
            <a:r>
              <a:rPr lang="zh-CN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异步二进制加法计数器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进位时刻不同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2200" dirty="0">
              <a:latin typeface="宋体" panose="02010600030101010101" pitchFamily="2" charset="-122"/>
              <a:sym typeface="+mn-ea"/>
            </a:endParaRPr>
          </a:p>
        </p:txBody>
      </p:sp>
      <p:grpSp>
        <p:nvGrpSpPr>
          <p:cNvPr id="289" name="组合 288"/>
          <p:cNvGrpSpPr/>
          <p:nvPr/>
        </p:nvGrpSpPr>
        <p:grpSpPr>
          <a:xfrm>
            <a:off x="683568" y="1196752"/>
            <a:ext cx="5255895" cy="1259840"/>
            <a:chOff x="2494" y="5556"/>
            <a:chExt cx="8277" cy="1984"/>
          </a:xfrm>
        </p:grpSpPr>
        <p:sp>
          <p:nvSpPr>
            <p:cNvPr id="365" name="Text Box 36"/>
            <p:cNvSpPr txBox="1">
              <a:spLocks noChangeArrowheads="1"/>
            </p:cNvSpPr>
            <p:nvPr>
              <p:custDataLst>
                <p:tags r:id="rId191"/>
              </p:custDataLst>
            </p:nvPr>
          </p:nvSpPr>
          <p:spPr bwMode="auto">
            <a:xfrm>
              <a:off x="3004" y="6009"/>
              <a:ext cx="7710" cy="1531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370" name="Text Box 191"/>
            <p:cNvSpPr txBox="1">
              <a:spLocks noChangeArrowheads="1"/>
            </p:cNvSpPr>
            <p:nvPr>
              <p:custDataLst>
                <p:tags r:id="rId192"/>
              </p:custDataLst>
            </p:nvPr>
          </p:nvSpPr>
          <p:spPr bwMode="auto">
            <a:xfrm>
              <a:off x="4309" y="5556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Q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371" name="Text Box 191"/>
            <p:cNvSpPr txBox="1">
              <a:spLocks noChangeArrowheads="1"/>
            </p:cNvSpPr>
            <p:nvPr>
              <p:custDataLst>
                <p:tags r:id="rId193"/>
              </p:custDataLst>
            </p:nvPr>
          </p:nvSpPr>
          <p:spPr bwMode="auto">
            <a:xfrm>
              <a:off x="6236" y="5556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Q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372" name="Text Box 191"/>
            <p:cNvSpPr txBox="1">
              <a:spLocks noChangeArrowheads="1"/>
            </p:cNvSpPr>
            <p:nvPr>
              <p:custDataLst>
                <p:tags r:id="rId194"/>
              </p:custDataLst>
            </p:nvPr>
          </p:nvSpPr>
          <p:spPr bwMode="auto">
            <a:xfrm>
              <a:off x="8277" y="5556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Q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2</a:t>
              </a:r>
            </a:p>
          </p:txBody>
        </p:sp>
        <p:sp>
          <p:nvSpPr>
            <p:cNvPr id="373" name="Text Box 191"/>
            <p:cNvSpPr txBox="1">
              <a:spLocks noChangeArrowheads="1"/>
            </p:cNvSpPr>
            <p:nvPr>
              <p:custDataLst>
                <p:tags r:id="rId195"/>
              </p:custDataLst>
            </p:nvPr>
          </p:nvSpPr>
          <p:spPr bwMode="auto">
            <a:xfrm>
              <a:off x="10431" y="5556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Q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3</a:t>
              </a:r>
            </a:p>
          </p:txBody>
        </p:sp>
        <p:sp>
          <p:nvSpPr>
            <p:cNvPr id="374" name="Text Box 191"/>
            <p:cNvSpPr txBox="1">
              <a:spLocks noChangeArrowheads="1"/>
            </p:cNvSpPr>
            <p:nvPr>
              <p:custDataLst>
                <p:tags r:id="rId196"/>
              </p:custDataLst>
            </p:nvPr>
          </p:nvSpPr>
          <p:spPr bwMode="auto">
            <a:xfrm>
              <a:off x="2494" y="6803"/>
              <a:ext cx="39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CP</a:t>
              </a:r>
            </a:p>
          </p:txBody>
        </p:sp>
        <p:grpSp>
          <p:nvGrpSpPr>
            <p:cNvPr id="211" name="组合 210"/>
            <p:cNvGrpSpPr/>
            <p:nvPr/>
          </p:nvGrpSpPr>
          <p:grpSpPr>
            <a:xfrm>
              <a:off x="3288" y="6406"/>
              <a:ext cx="1190" cy="794"/>
              <a:chOff x="3175" y="6293"/>
              <a:chExt cx="1190" cy="794"/>
            </a:xfrm>
          </p:grpSpPr>
          <p:sp>
            <p:nvSpPr>
              <p:cNvPr id="378" name="Text Box 36"/>
              <p:cNvSpPr txBox="1">
                <a:spLocks noChangeArrowheads="1"/>
              </p:cNvSpPr>
              <p:nvPr>
                <p:custDataLst>
                  <p:tags r:id="rId232"/>
                </p:custDataLst>
              </p:nvPr>
            </p:nvSpPr>
            <p:spPr bwMode="auto">
              <a:xfrm>
                <a:off x="3403" y="6293"/>
                <a:ext cx="737" cy="794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horz" wrap="square" lIns="1778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EN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</a:rPr>
                  <a:t>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2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T</a:t>
                </a:r>
                <a:r>
                  <a:rPr lang="en-US" altLang="zh-CN" sz="1600" b="1" baseline="-25000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 </a:t>
                </a:r>
                <a:r>
                  <a:rPr lang="en-US" altLang="zh-CN" sz="1600" b="1" dirty="0">
                    <a:latin typeface="宋体" panose="02010600030101010101" pitchFamily="2" charset="-122"/>
                    <a:sym typeface="+mn-ea"/>
                  </a:rPr>
                  <a:t>Q</a:t>
                </a:r>
                <a:endParaRPr lang="en-US" altLang="zh-CN" sz="1600" b="1" u="none" dirty="0">
                  <a:latin typeface="宋体" panose="02010600030101010101" pitchFamily="2" charset="-122"/>
                  <a:sym typeface="+mn-ea"/>
                </a:endParaRPr>
              </a:p>
            </p:txBody>
          </p:sp>
          <p:cxnSp>
            <p:nvCxnSpPr>
              <p:cNvPr id="379" name="直接箭头连接符 378"/>
              <p:cNvCxnSpPr/>
              <p:nvPr>
                <p:custDataLst>
                  <p:tags r:id="rId233"/>
                </p:custDataLst>
              </p:nvPr>
            </p:nvCxnSpPr>
            <p:spPr bwMode="auto">
              <a:xfrm flipV="1">
                <a:off x="3175" y="6463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80" name="直接箭头连接符 379"/>
              <p:cNvCxnSpPr/>
              <p:nvPr>
                <p:custDataLst>
                  <p:tags r:id="rId234"/>
                </p:custDataLst>
              </p:nvPr>
            </p:nvCxnSpPr>
            <p:spPr bwMode="auto">
              <a:xfrm flipV="1">
                <a:off x="4138" y="6463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81" name="直接箭头连接符 380"/>
              <p:cNvCxnSpPr/>
              <p:nvPr>
                <p:custDataLst>
                  <p:tags r:id="rId235"/>
                </p:custDataLst>
              </p:nvPr>
            </p:nvCxnSpPr>
            <p:spPr bwMode="auto">
              <a:xfrm flipV="1">
                <a:off x="4138" y="6860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382" name="等腰三角形 381"/>
              <p:cNvSpPr/>
              <p:nvPr>
                <p:custDataLst>
                  <p:tags r:id="rId236"/>
                </p:custDataLst>
              </p:nvPr>
            </p:nvSpPr>
            <p:spPr>
              <a:xfrm>
                <a:off x="3348" y="6803"/>
                <a:ext cx="227" cy="113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1620000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384" name="直接箭头连接符 383"/>
              <p:cNvCxnSpPr/>
              <p:nvPr>
                <p:custDataLst>
                  <p:tags r:id="rId237"/>
                </p:custDataLst>
              </p:nvPr>
            </p:nvCxnSpPr>
            <p:spPr bwMode="auto">
              <a:xfrm flipV="1">
                <a:off x="3923" y="6727"/>
                <a:ext cx="170" cy="0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10" name="直接箭头连接符 209"/>
              <p:cNvCxnSpPr/>
              <p:nvPr>
                <p:custDataLst>
                  <p:tags r:id="rId238"/>
                </p:custDataLst>
              </p:nvPr>
            </p:nvCxnSpPr>
            <p:spPr bwMode="auto">
              <a:xfrm flipV="1">
                <a:off x="3175" y="6860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</p:grpSp>
        <p:grpSp>
          <p:nvGrpSpPr>
            <p:cNvPr id="212" name="组合 211"/>
            <p:cNvGrpSpPr/>
            <p:nvPr/>
          </p:nvGrpSpPr>
          <p:grpSpPr>
            <a:xfrm>
              <a:off x="5216" y="6406"/>
              <a:ext cx="1190" cy="794"/>
              <a:chOff x="3175" y="6293"/>
              <a:chExt cx="1190" cy="794"/>
            </a:xfrm>
          </p:grpSpPr>
          <p:sp>
            <p:nvSpPr>
              <p:cNvPr id="213" name="Text Box 36"/>
              <p:cNvSpPr txBox="1">
                <a:spLocks noChangeArrowheads="1"/>
              </p:cNvSpPr>
              <p:nvPr>
                <p:custDataLst>
                  <p:tags r:id="rId225"/>
                </p:custDataLst>
              </p:nvPr>
            </p:nvSpPr>
            <p:spPr bwMode="auto">
              <a:xfrm>
                <a:off x="3403" y="6293"/>
                <a:ext cx="737" cy="794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horz" wrap="square" lIns="1778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EN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</a:rPr>
                  <a:t>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2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T</a:t>
                </a:r>
                <a:r>
                  <a:rPr lang="en-US" altLang="zh-CN" sz="1600" b="1" baseline="-25000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 </a:t>
                </a:r>
                <a:r>
                  <a:rPr lang="en-US" altLang="zh-CN" sz="1600" b="1" dirty="0">
                    <a:latin typeface="宋体" panose="02010600030101010101" pitchFamily="2" charset="-122"/>
                    <a:sym typeface="+mn-ea"/>
                  </a:rPr>
                  <a:t>Q</a:t>
                </a:r>
                <a:endParaRPr lang="en-US" altLang="zh-CN" sz="1600" b="1" u="none" dirty="0">
                  <a:latin typeface="宋体" panose="02010600030101010101" pitchFamily="2" charset="-122"/>
                  <a:sym typeface="+mn-ea"/>
                </a:endParaRPr>
              </a:p>
            </p:txBody>
          </p:sp>
          <p:cxnSp>
            <p:nvCxnSpPr>
              <p:cNvPr id="214" name="直接箭头连接符 213"/>
              <p:cNvCxnSpPr/>
              <p:nvPr>
                <p:custDataLst>
                  <p:tags r:id="rId226"/>
                </p:custDataLst>
              </p:nvPr>
            </p:nvCxnSpPr>
            <p:spPr bwMode="auto">
              <a:xfrm flipV="1">
                <a:off x="3175" y="6463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15" name="直接箭头连接符 214"/>
              <p:cNvCxnSpPr/>
              <p:nvPr>
                <p:custDataLst>
                  <p:tags r:id="rId227"/>
                </p:custDataLst>
              </p:nvPr>
            </p:nvCxnSpPr>
            <p:spPr bwMode="auto">
              <a:xfrm flipV="1">
                <a:off x="4138" y="6463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16" name="直接箭头连接符 215"/>
              <p:cNvCxnSpPr/>
              <p:nvPr>
                <p:custDataLst>
                  <p:tags r:id="rId228"/>
                </p:custDataLst>
              </p:nvPr>
            </p:nvCxnSpPr>
            <p:spPr bwMode="auto">
              <a:xfrm flipV="1">
                <a:off x="4138" y="6860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217" name="等腰三角形 216"/>
              <p:cNvSpPr/>
              <p:nvPr>
                <p:custDataLst>
                  <p:tags r:id="rId229"/>
                </p:custDataLst>
              </p:nvPr>
            </p:nvSpPr>
            <p:spPr>
              <a:xfrm>
                <a:off x="3348" y="6803"/>
                <a:ext cx="227" cy="113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1620000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218" name="直接箭头连接符 217"/>
              <p:cNvCxnSpPr/>
              <p:nvPr>
                <p:custDataLst>
                  <p:tags r:id="rId230"/>
                </p:custDataLst>
              </p:nvPr>
            </p:nvCxnSpPr>
            <p:spPr bwMode="auto">
              <a:xfrm flipV="1">
                <a:off x="3923" y="6727"/>
                <a:ext cx="170" cy="0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19" name="直接箭头连接符 218"/>
              <p:cNvCxnSpPr/>
              <p:nvPr>
                <p:custDataLst>
                  <p:tags r:id="rId231"/>
                </p:custDataLst>
              </p:nvPr>
            </p:nvCxnSpPr>
            <p:spPr bwMode="auto">
              <a:xfrm flipV="1">
                <a:off x="3175" y="6860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</p:grpSp>
        <p:cxnSp>
          <p:nvCxnSpPr>
            <p:cNvPr id="267" name="直接箭头连接符 266"/>
            <p:cNvCxnSpPr/>
            <p:nvPr>
              <p:custDataLst>
                <p:tags r:id="rId197"/>
              </p:custDataLst>
            </p:nvPr>
          </p:nvCxnSpPr>
          <p:spPr bwMode="auto">
            <a:xfrm flipV="1">
              <a:off x="3118" y="7427"/>
              <a:ext cx="5556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69" name="直接箭头连接符 268"/>
            <p:cNvCxnSpPr/>
            <p:nvPr>
              <p:custDataLst>
                <p:tags r:id="rId198"/>
              </p:custDataLst>
            </p:nvPr>
          </p:nvCxnSpPr>
          <p:spPr bwMode="auto">
            <a:xfrm>
              <a:off x="6406" y="5896"/>
              <a:ext cx="0" cy="68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70" name="直接箭头连接符 269"/>
            <p:cNvCxnSpPr/>
            <p:nvPr>
              <p:custDataLst>
                <p:tags r:id="rId199"/>
              </p:custDataLst>
            </p:nvPr>
          </p:nvCxnSpPr>
          <p:spPr bwMode="auto">
            <a:xfrm>
              <a:off x="4478" y="5896"/>
              <a:ext cx="0" cy="68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71" name="直接箭头连接符 270"/>
            <p:cNvCxnSpPr/>
            <p:nvPr>
              <p:custDataLst>
                <p:tags r:id="rId200"/>
              </p:custDataLst>
            </p:nvPr>
          </p:nvCxnSpPr>
          <p:spPr bwMode="auto">
            <a:xfrm flipV="1">
              <a:off x="3288" y="7313"/>
              <a:ext cx="6123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74" name="直接箭头连接符 273"/>
            <p:cNvCxnSpPr/>
            <p:nvPr>
              <p:custDataLst>
                <p:tags r:id="rId201"/>
              </p:custDataLst>
            </p:nvPr>
          </p:nvCxnSpPr>
          <p:spPr bwMode="auto">
            <a:xfrm flipH="1" flipV="1">
              <a:off x="5216" y="6973"/>
              <a:ext cx="0" cy="34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275" name="直接箭头连接符 274"/>
            <p:cNvCxnSpPr/>
            <p:nvPr>
              <p:custDataLst>
                <p:tags r:id="rId202"/>
              </p:custDataLst>
            </p:nvPr>
          </p:nvCxnSpPr>
          <p:spPr bwMode="auto">
            <a:xfrm flipH="1">
              <a:off x="3288" y="6973"/>
              <a:ext cx="0" cy="34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276" name="直接箭头连接符 275"/>
            <p:cNvCxnSpPr/>
            <p:nvPr>
              <p:custDataLst>
                <p:tags r:id="rId203"/>
              </p:custDataLst>
            </p:nvPr>
          </p:nvCxnSpPr>
          <p:spPr bwMode="auto">
            <a:xfrm flipH="1">
              <a:off x="3118" y="6576"/>
              <a:ext cx="1" cy="85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387" name="直接箭头连接符 386"/>
            <p:cNvCxnSpPr/>
            <p:nvPr>
              <p:custDataLst>
                <p:tags r:id="rId204"/>
              </p:custDataLst>
            </p:nvPr>
          </p:nvCxnSpPr>
          <p:spPr bwMode="auto">
            <a:xfrm>
              <a:off x="10602" y="5896"/>
              <a:ext cx="0" cy="68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grpSp>
          <p:nvGrpSpPr>
            <p:cNvPr id="240" name="组合 239"/>
            <p:cNvGrpSpPr/>
            <p:nvPr/>
          </p:nvGrpSpPr>
          <p:grpSpPr>
            <a:xfrm>
              <a:off x="7257" y="6406"/>
              <a:ext cx="1190" cy="794"/>
              <a:chOff x="3175" y="6293"/>
              <a:chExt cx="1190" cy="794"/>
            </a:xfrm>
          </p:grpSpPr>
          <p:sp>
            <p:nvSpPr>
              <p:cNvPr id="241" name="Text Box 36"/>
              <p:cNvSpPr txBox="1">
                <a:spLocks noChangeArrowheads="1"/>
              </p:cNvSpPr>
              <p:nvPr>
                <p:custDataLst>
                  <p:tags r:id="rId218"/>
                </p:custDataLst>
              </p:nvPr>
            </p:nvSpPr>
            <p:spPr bwMode="auto">
              <a:xfrm>
                <a:off x="3403" y="6293"/>
                <a:ext cx="737" cy="794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horz" wrap="square" lIns="1778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EN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</a:rPr>
                  <a:t>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2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T</a:t>
                </a:r>
                <a:r>
                  <a:rPr lang="en-US" altLang="zh-CN" sz="1600" b="1" baseline="-25000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 </a:t>
                </a:r>
                <a:r>
                  <a:rPr lang="en-US" altLang="zh-CN" sz="1600" b="1" dirty="0">
                    <a:latin typeface="宋体" panose="02010600030101010101" pitchFamily="2" charset="-122"/>
                    <a:sym typeface="+mn-ea"/>
                  </a:rPr>
                  <a:t>Q</a:t>
                </a:r>
                <a:endParaRPr lang="en-US" altLang="zh-CN" sz="1600" b="1" u="none" dirty="0">
                  <a:latin typeface="宋体" panose="02010600030101010101" pitchFamily="2" charset="-122"/>
                  <a:sym typeface="+mn-ea"/>
                </a:endParaRPr>
              </a:p>
            </p:txBody>
          </p:sp>
          <p:cxnSp>
            <p:nvCxnSpPr>
              <p:cNvPr id="242" name="直接箭头连接符 241"/>
              <p:cNvCxnSpPr/>
              <p:nvPr>
                <p:custDataLst>
                  <p:tags r:id="rId219"/>
                </p:custDataLst>
              </p:nvPr>
            </p:nvCxnSpPr>
            <p:spPr bwMode="auto">
              <a:xfrm flipV="1">
                <a:off x="3175" y="6463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43" name="直接箭头连接符 242"/>
              <p:cNvCxnSpPr/>
              <p:nvPr>
                <p:custDataLst>
                  <p:tags r:id="rId220"/>
                </p:custDataLst>
              </p:nvPr>
            </p:nvCxnSpPr>
            <p:spPr bwMode="auto">
              <a:xfrm flipV="1">
                <a:off x="4138" y="6463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44" name="直接箭头连接符 243"/>
              <p:cNvCxnSpPr/>
              <p:nvPr>
                <p:custDataLst>
                  <p:tags r:id="rId221"/>
                </p:custDataLst>
              </p:nvPr>
            </p:nvCxnSpPr>
            <p:spPr bwMode="auto">
              <a:xfrm flipV="1">
                <a:off x="4138" y="6860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245" name="等腰三角形 244"/>
              <p:cNvSpPr/>
              <p:nvPr>
                <p:custDataLst>
                  <p:tags r:id="rId222"/>
                </p:custDataLst>
              </p:nvPr>
            </p:nvSpPr>
            <p:spPr>
              <a:xfrm>
                <a:off x="3348" y="6803"/>
                <a:ext cx="227" cy="113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1620000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246" name="直接箭头连接符 245"/>
              <p:cNvCxnSpPr/>
              <p:nvPr>
                <p:custDataLst>
                  <p:tags r:id="rId223"/>
                </p:custDataLst>
              </p:nvPr>
            </p:nvCxnSpPr>
            <p:spPr bwMode="auto">
              <a:xfrm flipV="1">
                <a:off x="3923" y="6727"/>
                <a:ext cx="170" cy="0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47" name="直接箭头连接符 246"/>
              <p:cNvCxnSpPr/>
              <p:nvPr>
                <p:custDataLst>
                  <p:tags r:id="rId224"/>
                </p:custDataLst>
              </p:nvPr>
            </p:nvCxnSpPr>
            <p:spPr bwMode="auto">
              <a:xfrm flipV="1">
                <a:off x="3175" y="6860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</p:grpSp>
        <p:grpSp>
          <p:nvGrpSpPr>
            <p:cNvPr id="259" name="组合 258"/>
            <p:cNvGrpSpPr/>
            <p:nvPr/>
          </p:nvGrpSpPr>
          <p:grpSpPr>
            <a:xfrm>
              <a:off x="9411" y="6406"/>
              <a:ext cx="1190" cy="794"/>
              <a:chOff x="3175" y="6293"/>
              <a:chExt cx="1190" cy="794"/>
            </a:xfrm>
          </p:grpSpPr>
          <p:sp>
            <p:nvSpPr>
              <p:cNvPr id="260" name="Text Box 36"/>
              <p:cNvSpPr txBox="1">
                <a:spLocks noChangeArrowheads="1"/>
              </p:cNvSpPr>
              <p:nvPr>
                <p:custDataLst>
                  <p:tags r:id="rId211"/>
                </p:custDataLst>
              </p:nvPr>
            </p:nvSpPr>
            <p:spPr bwMode="auto">
              <a:xfrm>
                <a:off x="3403" y="6293"/>
                <a:ext cx="737" cy="794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horz" wrap="square" lIns="1778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EN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</a:rPr>
                  <a:t>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2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T</a:t>
                </a:r>
                <a:r>
                  <a:rPr lang="en-US" altLang="zh-CN" sz="1600" b="1" baseline="-25000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 </a:t>
                </a:r>
                <a:r>
                  <a:rPr lang="en-US" altLang="zh-CN" sz="1600" b="1" dirty="0">
                    <a:latin typeface="宋体" panose="02010600030101010101" pitchFamily="2" charset="-122"/>
                    <a:sym typeface="+mn-ea"/>
                  </a:rPr>
                  <a:t>Q</a:t>
                </a:r>
                <a:endParaRPr lang="en-US" altLang="zh-CN" sz="1600" b="1" u="none" dirty="0">
                  <a:latin typeface="宋体" panose="02010600030101010101" pitchFamily="2" charset="-122"/>
                  <a:sym typeface="+mn-ea"/>
                </a:endParaRPr>
              </a:p>
            </p:txBody>
          </p:sp>
          <p:cxnSp>
            <p:nvCxnSpPr>
              <p:cNvPr id="261" name="直接箭头连接符 260"/>
              <p:cNvCxnSpPr/>
              <p:nvPr>
                <p:custDataLst>
                  <p:tags r:id="rId212"/>
                </p:custDataLst>
              </p:nvPr>
            </p:nvCxnSpPr>
            <p:spPr bwMode="auto">
              <a:xfrm flipV="1">
                <a:off x="3175" y="6463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62" name="直接箭头连接符 261"/>
              <p:cNvCxnSpPr/>
              <p:nvPr>
                <p:custDataLst>
                  <p:tags r:id="rId213"/>
                </p:custDataLst>
              </p:nvPr>
            </p:nvCxnSpPr>
            <p:spPr bwMode="auto">
              <a:xfrm flipV="1">
                <a:off x="4138" y="6463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63" name="直接箭头连接符 262"/>
              <p:cNvCxnSpPr/>
              <p:nvPr>
                <p:custDataLst>
                  <p:tags r:id="rId214"/>
                </p:custDataLst>
              </p:nvPr>
            </p:nvCxnSpPr>
            <p:spPr bwMode="auto">
              <a:xfrm flipV="1">
                <a:off x="4138" y="6860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264" name="等腰三角形 263"/>
              <p:cNvSpPr/>
              <p:nvPr>
                <p:custDataLst>
                  <p:tags r:id="rId215"/>
                </p:custDataLst>
              </p:nvPr>
            </p:nvSpPr>
            <p:spPr>
              <a:xfrm>
                <a:off x="3348" y="6803"/>
                <a:ext cx="227" cy="113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1620000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265" name="直接箭头连接符 264"/>
              <p:cNvCxnSpPr/>
              <p:nvPr>
                <p:custDataLst>
                  <p:tags r:id="rId216"/>
                </p:custDataLst>
              </p:nvPr>
            </p:nvCxnSpPr>
            <p:spPr bwMode="auto">
              <a:xfrm flipV="1">
                <a:off x="3923" y="6727"/>
                <a:ext cx="170" cy="0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66" name="直接箭头连接符 265"/>
              <p:cNvCxnSpPr/>
              <p:nvPr>
                <p:custDataLst>
                  <p:tags r:id="rId217"/>
                </p:custDataLst>
              </p:nvPr>
            </p:nvCxnSpPr>
            <p:spPr bwMode="auto">
              <a:xfrm flipV="1">
                <a:off x="3175" y="6860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</p:grpSp>
        <p:cxnSp>
          <p:nvCxnSpPr>
            <p:cNvPr id="268" name="直接箭头连接符 267"/>
            <p:cNvCxnSpPr/>
            <p:nvPr>
              <p:custDataLst>
                <p:tags r:id="rId205"/>
              </p:custDataLst>
            </p:nvPr>
          </p:nvCxnSpPr>
          <p:spPr bwMode="auto">
            <a:xfrm>
              <a:off x="8448" y="5896"/>
              <a:ext cx="0" cy="68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72" name="直接箭头连接符 271"/>
            <p:cNvCxnSpPr/>
            <p:nvPr>
              <p:custDataLst>
                <p:tags r:id="rId206"/>
              </p:custDataLst>
            </p:nvPr>
          </p:nvCxnSpPr>
          <p:spPr bwMode="auto">
            <a:xfrm>
              <a:off x="9411" y="6973"/>
              <a:ext cx="0" cy="34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73" name="直接箭头连接符 272"/>
            <p:cNvCxnSpPr/>
            <p:nvPr>
              <p:custDataLst>
                <p:tags r:id="rId207"/>
              </p:custDataLst>
            </p:nvPr>
          </p:nvCxnSpPr>
          <p:spPr bwMode="auto">
            <a:xfrm flipH="1" flipV="1">
              <a:off x="7257" y="6973"/>
              <a:ext cx="0" cy="34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280" name="直接箭头连接符 279"/>
            <p:cNvCxnSpPr/>
            <p:nvPr>
              <p:custDataLst>
                <p:tags r:id="rId208"/>
              </p:custDataLst>
            </p:nvPr>
          </p:nvCxnSpPr>
          <p:spPr bwMode="auto">
            <a:xfrm flipV="1">
              <a:off x="2891" y="6973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81" name="直接箭头连接符 280"/>
            <p:cNvCxnSpPr/>
            <p:nvPr>
              <p:custDataLst>
                <p:tags r:id="rId209"/>
              </p:custDataLst>
            </p:nvPr>
          </p:nvCxnSpPr>
          <p:spPr bwMode="auto">
            <a:xfrm flipV="1">
              <a:off x="2891" y="6576"/>
              <a:ext cx="283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84" name="Text Box 191"/>
            <p:cNvSpPr txBox="1">
              <a:spLocks noChangeArrowheads="1"/>
            </p:cNvSpPr>
            <p:nvPr>
              <p:custDataLst>
                <p:tags r:id="rId210"/>
              </p:custDataLst>
            </p:nvPr>
          </p:nvSpPr>
          <p:spPr bwMode="auto">
            <a:xfrm>
              <a:off x="2494" y="6406"/>
              <a:ext cx="39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EN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980906" y="4725076"/>
            <a:ext cx="756920" cy="396240"/>
            <a:chOff x="4225" y="4727"/>
            <a:chExt cx="1192" cy="624"/>
          </a:xfrm>
        </p:grpSpPr>
        <p:sp>
          <p:nvSpPr>
            <p:cNvPr id="4" name="椭圆 3"/>
            <p:cNvSpPr/>
            <p:nvPr>
              <p:custDataLst>
                <p:tags r:id="rId189"/>
              </p:custDataLst>
            </p:nvPr>
          </p:nvSpPr>
          <p:spPr>
            <a:xfrm>
              <a:off x="4225" y="4727"/>
              <a:ext cx="283" cy="624"/>
            </a:xfrm>
            <a:prstGeom prst="ellipse">
              <a:avLst/>
            </a:prstGeom>
            <a:solidFill>
              <a:srgbClr val="CCFFFF"/>
            </a:solidFill>
            <a:ln w="9525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" name="椭圆 4"/>
            <p:cNvSpPr/>
            <p:nvPr>
              <p:custDataLst>
                <p:tags r:id="rId190"/>
              </p:custDataLst>
            </p:nvPr>
          </p:nvSpPr>
          <p:spPr>
            <a:xfrm>
              <a:off x="5135" y="4727"/>
              <a:ext cx="283" cy="624"/>
            </a:xfrm>
            <a:prstGeom prst="ellipse">
              <a:avLst/>
            </a:prstGeom>
            <a:solidFill>
              <a:srgbClr val="CCFFFF"/>
            </a:solidFill>
            <a:ln w="9525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7" name="Text Box 4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259632" y="2924944"/>
            <a:ext cx="3744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195" tIns="10795" rIns="36195" bIns="10795" anchor="ctr" anchorCtr="0">
            <a:noAutofit/>
          </a:bodyPr>
          <a:lstStyle/>
          <a:p>
            <a:pPr marL="443865" indent="-443865">
              <a:lnSpc>
                <a:spcPct val="90000"/>
              </a:lnSpc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思考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③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入端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EN=0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时计数器的功能？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1079808" y="1556487"/>
            <a:ext cx="3995420" cy="828675"/>
            <a:chOff x="3231" y="2835"/>
            <a:chExt cx="6292" cy="1305"/>
          </a:xfrm>
        </p:grpSpPr>
        <p:sp>
          <p:nvSpPr>
            <p:cNvPr id="282" name="Text Box 36"/>
            <p:cNvSpPr txBox="1">
              <a:spLocks noChangeArrowheads="1"/>
            </p:cNvSpPr>
            <p:nvPr>
              <p:custDataLst>
                <p:tags r:id="rId163"/>
              </p:custDataLst>
            </p:nvPr>
          </p:nvSpPr>
          <p:spPr bwMode="auto">
            <a:xfrm>
              <a:off x="3401" y="3062"/>
              <a:ext cx="113" cy="454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386" name="直接箭头连接符 385"/>
            <p:cNvCxnSpPr/>
            <p:nvPr>
              <p:custDataLst>
                <p:tags r:id="rId164"/>
              </p:custDataLst>
            </p:nvPr>
          </p:nvCxnSpPr>
          <p:spPr bwMode="auto">
            <a:xfrm flipH="1">
              <a:off x="4818" y="2835"/>
              <a:ext cx="0" cy="34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grpSp>
          <p:nvGrpSpPr>
            <p:cNvPr id="228" name="组合 227"/>
            <p:cNvGrpSpPr/>
            <p:nvPr/>
          </p:nvGrpSpPr>
          <p:grpSpPr>
            <a:xfrm>
              <a:off x="4819" y="3062"/>
              <a:ext cx="510" cy="454"/>
              <a:chOff x="4422" y="5387"/>
              <a:chExt cx="510" cy="454"/>
            </a:xfrm>
          </p:grpSpPr>
          <p:sp>
            <p:nvSpPr>
              <p:cNvPr id="220" name="Text Box 36"/>
              <p:cNvSpPr txBox="1">
                <a:spLocks noChangeArrowheads="1"/>
              </p:cNvSpPr>
              <p:nvPr>
                <p:custDataLst>
                  <p:tags r:id="rId186"/>
                </p:custDataLst>
              </p:nvPr>
            </p:nvSpPr>
            <p:spPr bwMode="auto">
              <a:xfrm>
                <a:off x="4592" y="5387"/>
                <a:ext cx="340" cy="454"/>
              </a:xfrm>
              <a:prstGeom prst="rect">
                <a:avLst/>
              </a:prstGeom>
              <a:solidFill>
                <a:srgbClr val="FFCC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cxnSp>
            <p:nvCxnSpPr>
              <p:cNvPr id="223" name="直接箭头连接符 222"/>
              <p:cNvCxnSpPr/>
              <p:nvPr>
                <p:custDataLst>
                  <p:tags r:id="rId187"/>
                </p:custDataLst>
              </p:nvPr>
            </p:nvCxnSpPr>
            <p:spPr bwMode="auto">
              <a:xfrm flipV="1">
                <a:off x="4422" y="5728"/>
                <a:ext cx="17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24" name="直接箭头连接符 223"/>
              <p:cNvCxnSpPr/>
              <p:nvPr>
                <p:custDataLst>
                  <p:tags r:id="rId188"/>
                </p:custDataLst>
              </p:nvPr>
            </p:nvCxnSpPr>
            <p:spPr bwMode="auto">
              <a:xfrm flipV="1">
                <a:off x="4422" y="5501"/>
                <a:ext cx="17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</p:grpSp>
        <p:cxnSp>
          <p:nvCxnSpPr>
            <p:cNvPr id="225" name="直接箭头连接符 224"/>
            <p:cNvCxnSpPr/>
            <p:nvPr>
              <p:custDataLst>
                <p:tags r:id="rId165"/>
              </p:custDataLst>
            </p:nvPr>
          </p:nvCxnSpPr>
          <p:spPr bwMode="auto">
            <a:xfrm flipV="1">
              <a:off x="4591" y="2835"/>
              <a:ext cx="4422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226" name="直接箭头连接符 225"/>
            <p:cNvCxnSpPr/>
            <p:nvPr>
              <p:custDataLst>
                <p:tags r:id="rId166"/>
              </p:custDataLst>
            </p:nvPr>
          </p:nvCxnSpPr>
          <p:spPr bwMode="auto">
            <a:xfrm flipV="1">
              <a:off x="6519" y="2948"/>
              <a:ext cx="2381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229" name="直接箭头连接符 228"/>
            <p:cNvCxnSpPr/>
            <p:nvPr>
              <p:custDataLst>
                <p:tags r:id="rId167"/>
              </p:custDataLst>
            </p:nvPr>
          </p:nvCxnSpPr>
          <p:spPr bwMode="auto">
            <a:xfrm flipH="1" flipV="1">
              <a:off x="4818" y="3402"/>
              <a:ext cx="0" cy="737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227" name="直接箭头连接符 226"/>
            <p:cNvCxnSpPr/>
            <p:nvPr>
              <p:custDataLst>
                <p:tags r:id="rId168"/>
              </p:custDataLst>
            </p:nvPr>
          </p:nvCxnSpPr>
          <p:spPr bwMode="auto">
            <a:xfrm flipV="1">
              <a:off x="8561" y="3062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231" name="直接箭头连接符 230"/>
            <p:cNvCxnSpPr/>
            <p:nvPr>
              <p:custDataLst>
                <p:tags r:id="rId169"/>
              </p:custDataLst>
            </p:nvPr>
          </p:nvCxnSpPr>
          <p:spPr bwMode="auto">
            <a:xfrm flipH="1">
              <a:off x="6747" y="2948"/>
              <a:ext cx="0" cy="34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grpSp>
          <p:nvGrpSpPr>
            <p:cNvPr id="238" name="组合 237"/>
            <p:cNvGrpSpPr/>
            <p:nvPr/>
          </p:nvGrpSpPr>
          <p:grpSpPr>
            <a:xfrm>
              <a:off x="6746" y="3062"/>
              <a:ext cx="624" cy="454"/>
              <a:chOff x="6803" y="6350"/>
              <a:chExt cx="624" cy="454"/>
            </a:xfrm>
          </p:grpSpPr>
          <p:sp>
            <p:nvSpPr>
              <p:cNvPr id="233" name="Text Box 36"/>
              <p:cNvSpPr txBox="1">
                <a:spLocks noChangeArrowheads="1"/>
              </p:cNvSpPr>
              <p:nvPr>
                <p:custDataLst>
                  <p:tags r:id="rId182"/>
                </p:custDataLst>
              </p:nvPr>
            </p:nvSpPr>
            <p:spPr bwMode="auto">
              <a:xfrm>
                <a:off x="7087" y="6350"/>
                <a:ext cx="340" cy="454"/>
              </a:xfrm>
              <a:prstGeom prst="rect">
                <a:avLst/>
              </a:prstGeom>
              <a:solidFill>
                <a:srgbClr val="FFCC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cxnSp>
            <p:nvCxnSpPr>
              <p:cNvPr id="234" name="直接箭头连接符 233"/>
              <p:cNvCxnSpPr/>
              <p:nvPr>
                <p:custDataLst>
                  <p:tags r:id="rId183"/>
                </p:custDataLst>
              </p:nvPr>
            </p:nvCxnSpPr>
            <p:spPr bwMode="auto">
              <a:xfrm flipV="1">
                <a:off x="6803" y="6690"/>
                <a:ext cx="283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35" name="直接箭头连接符 234"/>
              <p:cNvCxnSpPr/>
              <p:nvPr>
                <p:custDataLst>
                  <p:tags r:id="rId184"/>
                </p:custDataLst>
              </p:nvPr>
            </p:nvCxnSpPr>
            <p:spPr bwMode="auto">
              <a:xfrm flipV="1">
                <a:off x="6916" y="6463"/>
                <a:ext cx="17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37" name="直接箭头连接符 236"/>
              <p:cNvCxnSpPr/>
              <p:nvPr>
                <p:custDataLst>
                  <p:tags r:id="rId185"/>
                </p:custDataLst>
              </p:nvPr>
            </p:nvCxnSpPr>
            <p:spPr bwMode="auto">
              <a:xfrm flipV="1">
                <a:off x="6803" y="6576"/>
                <a:ext cx="283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</p:grpSp>
        <p:cxnSp>
          <p:nvCxnSpPr>
            <p:cNvPr id="239" name="直接箭头连接符 238"/>
            <p:cNvCxnSpPr/>
            <p:nvPr>
              <p:custDataLst>
                <p:tags r:id="rId170"/>
              </p:custDataLst>
            </p:nvPr>
          </p:nvCxnSpPr>
          <p:spPr bwMode="auto">
            <a:xfrm flipH="1">
              <a:off x="6859" y="2835"/>
              <a:ext cx="0" cy="34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grpSp>
          <p:nvGrpSpPr>
            <p:cNvPr id="249" name="组合 248"/>
            <p:cNvGrpSpPr/>
            <p:nvPr/>
          </p:nvGrpSpPr>
          <p:grpSpPr>
            <a:xfrm>
              <a:off x="8787" y="3119"/>
              <a:ext cx="737" cy="454"/>
              <a:chOff x="6803" y="6407"/>
              <a:chExt cx="737" cy="454"/>
            </a:xfrm>
          </p:grpSpPr>
          <p:sp>
            <p:nvSpPr>
              <p:cNvPr id="250" name="Text Box 36"/>
              <p:cNvSpPr txBox="1">
                <a:spLocks noChangeArrowheads="1"/>
              </p:cNvSpPr>
              <p:nvPr>
                <p:custDataLst>
                  <p:tags r:id="rId178"/>
                </p:custDataLst>
              </p:nvPr>
            </p:nvSpPr>
            <p:spPr bwMode="auto">
              <a:xfrm>
                <a:off x="7200" y="6407"/>
                <a:ext cx="340" cy="454"/>
              </a:xfrm>
              <a:prstGeom prst="rect">
                <a:avLst/>
              </a:prstGeom>
              <a:solidFill>
                <a:srgbClr val="FFCC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cxnSp>
            <p:nvCxnSpPr>
              <p:cNvPr id="251" name="直接箭头连接符 250"/>
              <p:cNvCxnSpPr/>
              <p:nvPr>
                <p:custDataLst>
                  <p:tags r:id="rId179"/>
                </p:custDataLst>
              </p:nvPr>
            </p:nvCxnSpPr>
            <p:spPr bwMode="auto">
              <a:xfrm flipV="1">
                <a:off x="6803" y="6804"/>
                <a:ext cx="39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52" name="直接箭头连接符 251"/>
              <p:cNvCxnSpPr/>
              <p:nvPr>
                <p:custDataLst>
                  <p:tags r:id="rId180"/>
                </p:custDataLst>
              </p:nvPr>
            </p:nvCxnSpPr>
            <p:spPr bwMode="auto">
              <a:xfrm flipV="1">
                <a:off x="6916" y="6577"/>
                <a:ext cx="283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53" name="直接箭头连接符 252"/>
              <p:cNvCxnSpPr/>
              <p:nvPr>
                <p:custDataLst>
                  <p:tags r:id="rId181"/>
                </p:custDataLst>
              </p:nvPr>
            </p:nvCxnSpPr>
            <p:spPr bwMode="auto">
              <a:xfrm flipV="1">
                <a:off x="6803" y="6690"/>
                <a:ext cx="39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</p:grpSp>
        <p:cxnSp>
          <p:nvCxnSpPr>
            <p:cNvPr id="254" name="直接箭头连接符 253"/>
            <p:cNvCxnSpPr/>
            <p:nvPr>
              <p:custDataLst>
                <p:tags r:id="rId171"/>
              </p:custDataLst>
            </p:nvPr>
          </p:nvCxnSpPr>
          <p:spPr bwMode="auto">
            <a:xfrm flipH="1">
              <a:off x="8900" y="2948"/>
              <a:ext cx="0" cy="34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55" name="直接箭头连接符 254"/>
            <p:cNvCxnSpPr/>
            <p:nvPr>
              <p:custDataLst>
                <p:tags r:id="rId172"/>
              </p:custDataLst>
            </p:nvPr>
          </p:nvCxnSpPr>
          <p:spPr bwMode="auto">
            <a:xfrm flipH="1" flipV="1">
              <a:off x="8787" y="3516"/>
              <a:ext cx="0" cy="624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56" name="直接箭头连接符 255"/>
            <p:cNvCxnSpPr/>
            <p:nvPr>
              <p:custDataLst>
                <p:tags r:id="rId173"/>
              </p:custDataLst>
            </p:nvPr>
          </p:nvCxnSpPr>
          <p:spPr bwMode="auto">
            <a:xfrm flipH="1">
              <a:off x="8787" y="3060"/>
              <a:ext cx="0" cy="34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58" name="直接箭头连接符 257"/>
            <p:cNvCxnSpPr/>
            <p:nvPr>
              <p:custDataLst>
                <p:tags r:id="rId174"/>
              </p:custDataLst>
            </p:nvPr>
          </p:nvCxnSpPr>
          <p:spPr bwMode="auto">
            <a:xfrm flipH="1">
              <a:off x="9013" y="2835"/>
              <a:ext cx="0" cy="34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77" name="直接箭头连接符 276"/>
            <p:cNvCxnSpPr/>
            <p:nvPr>
              <p:custDataLst>
                <p:tags r:id="rId175"/>
              </p:custDataLst>
            </p:nvPr>
          </p:nvCxnSpPr>
          <p:spPr bwMode="auto">
            <a:xfrm flipH="1" flipV="1">
              <a:off x="6746" y="3402"/>
              <a:ext cx="0" cy="737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287" name="直接箭头连接符 286"/>
            <p:cNvCxnSpPr/>
            <p:nvPr>
              <p:custDataLst>
                <p:tags r:id="rId176"/>
              </p:custDataLst>
            </p:nvPr>
          </p:nvCxnSpPr>
          <p:spPr bwMode="auto">
            <a:xfrm flipV="1">
              <a:off x="3231" y="3288"/>
              <a:ext cx="283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3" name="直接箭头连接符 12"/>
            <p:cNvCxnSpPr/>
            <p:nvPr>
              <p:custDataLst>
                <p:tags r:id="rId177"/>
              </p:custDataLst>
            </p:nvPr>
          </p:nvCxnSpPr>
          <p:spPr bwMode="auto">
            <a:xfrm flipV="1">
              <a:off x="9013" y="3175"/>
              <a:ext cx="17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15" name="Text Box 4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156176" y="1556792"/>
            <a:ext cx="2772000" cy="576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195" tIns="10795" rIns="36195" bIns="10795">
            <a:noAutofit/>
          </a:bodyPr>
          <a:lstStyle/>
          <a:p>
            <a:pPr marL="269875" indent="-269875">
              <a:lnSpc>
                <a:spcPct val="100000"/>
              </a:lnSpc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思考①：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各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端并联，如何实现某些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端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+1/+0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？</a:t>
            </a:r>
          </a:p>
        </p:txBody>
      </p:sp>
      <p:sp>
        <p:nvSpPr>
          <p:cNvPr id="16" name="Text Box 4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156240" y="2204864"/>
            <a:ext cx="2772000" cy="252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36195" tIns="10795" rIns="36195" bIns="10795" anchor="ctr" anchorCtr="0">
            <a:noAutofit/>
          </a:bodyPr>
          <a:lstStyle/>
          <a:p>
            <a:pPr marL="443865" indent="-443865">
              <a:lnSpc>
                <a:spcPct val="90000"/>
              </a:lnSpc>
            </a:pP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用各触发器</a:t>
            </a:r>
            <a:r>
              <a:rPr lang="en-US" altLang="zh-CN" sz="16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EN</a:t>
            </a:r>
            <a:r>
              <a:rPr lang="zh-CN" altLang="en-US" sz="16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端前的逻辑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控制</a:t>
            </a:r>
          </a:p>
        </p:txBody>
      </p:sp>
      <p:sp>
        <p:nvSpPr>
          <p:cNvPr id="18" name="Text Box 4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259632" y="2564904"/>
            <a:ext cx="3276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195" tIns="10795" rIns="36195" bIns="10795" anchor="ctr" anchorCtr="0">
            <a:noAutofit/>
          </a:bodyPr>
          <a:lstStyle/>
          <a:p>
            <a:pPr marL="252095" indent="-252095">
              <a:lnSpc>
                <a:spcPct val="90000"/>
              </a:lnSpc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思考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②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各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EN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端前逻辑的功能？</a:t>
            </a:r>
          </a:p>
        </p:txBody>
      </p:sp>
      <p:grpSp>
        <p:nvGrpSpPr>
          <p:cNvPr id="26" name="组合 25"/>
          <p:cNvGrpSpPr/>
          <p:nvPr/>
        </p:nvGrpSpPr>
        <p:grpSpPr>
          <a:xfrm>
            <a:off x="3528521" y="4909041"/>
            <a:ext cx="2663825" cy="1043305"/>
            <a:chOff x="6236" y="7654"/>
            <a:chExt cx="4195" cy="1643"/>
          </a:xfrm>
        </p:grpSpPr>
        <p:sp>
          <p:nvSpPr>
            <p:cNvPr id="24" name="Text Box 36"/>
            <p:cNvSpPr txBox="1">
              <a:spLocks noChangeArrowheads="1"/>
            </p:cNvSpPr>
            <p:nvPr>
              <p:custDataLst>
                <p:tags r:id="rId156"/>
              </p:custDataLst>
            </p:nvPr>
          </p:nvSpPr>
          <p:spPr bwMode="auto">
            <a:xfrm>
              <a:off x="6633" y="7758"/>
              <a:ext cx="170" cy="1134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FFC000"/>
              </a:solidFill>
              <a:prstDash val="sysDash"/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9" name="Text Box 36"/>
            <p:cNvSpPr txBox="1">
              <a:spLocks noChangeArrowheads="1"/>
            </p:cNvSpPr>
            <p:nvPr>
              <p:custDataLst>
                <p:tags r:id="rId157"/>
              </p:custDataLst>
            </p:nvPr>
          </p:nvSpPr>
          <p:spPr bwMode="auto">
            <a:xfrm>
              <a:off x="8447" y="7767"/>
              <a:ext cx="170" cy="680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FFC000"/>
              </a:solidFill>
              <a:prstDash val="sysDash"/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0" name="Text Box 36"/>
            <p:cNvSpPr txBox="1">
              <a:spLocks noChangeArrowheads="1"/>
            </p:cNvSpPr>
            <p:nvPr>
              <p:custDataLst>
                <p:tags r:id="rId158"/>
              </p:custDataLst>
            </p:nvPr>
          </p:nvSpPr>
          <p:spPr bwMode="auto">
            <a:xfrm>
              <a:off x="10261" y="7767"/>
              <a:ext cx="170" cy="1531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FFC000"/>
              </a:solidFill>
              <a:prstDash val="sysDash"/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90" name="任意多边形 689"/>
            <p:cNvSpPr/>
            <p:nvPr>
              <p:custDataLst>
                <p:tags r:id="rId159"/>
              </p:custDataLst>
            </p:nvPr>
          </p:nvSpPr>
          <p:spPr>
            <a:xfrm>
              <a:off x="6406" y="7710"/>
              <a:ext cx="283" cy="624"/>
            </a:xfrm>
            <a:custGeom>
              <a:avLst/>
              <a:gdLst>
                <a:gd name="connisteX0" fmla="*/ 0 w 146685"/>
                <a:gd name="connsiteY0" fmla="*/ 0 h 264160"/>
                <a:gd name="connisteX1" fmla="*/ 56515 w 146685"/>
                <a:gd name="connsiteY1" fmla="*/ 63500 h 264160"/>
                <a:gd name="connisteX2" fmla="*/ 56515 w 146685"/>
                <a:gd name="connsiteY2" fmla="*/ 173990 h 264160"/>
                <a:gd name="connisteX3" fmla="*/ 83185 w 146685"/>
                <a:gd name="connsiteY3" fmla="*/ 237490 h 264160"/>
                <a:gd name="connisteX4" fmla="*/ 146685 w 146685"/>
                <a:gd name="connsiteY4" fmla="*/ 264160 h 26416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46685" h="264160">
                  <a:moveTo>
                    <a:pt x="0" y="0"/>
                  </a:moveTo>
                  <a:cubicBezTo>
                    <a:pt x="11430" y="10795"/>
                    <a:pt x="45085" y="28575"/>
                    <a:pt x="56515" y="63500"/>
                  </a:cubicBezTo>
                  <a:cubicBezTo>
                    <a:pt x="67945" y="98425"/>
                    <a:pt x="51435" y="139065"/>
                    <a:pt x="56515" y="173990"/>
                  </a:cubicBezTo>
                  <a:cubicBezTo>
                    <a:pt x="61595" y="208915"/>
                    <a:pt x="65405" y="219710"/>
                    <a:pt x="83185" y="237490"/>
                  </a:cubicBezTo>
                  <a:cubicBezTo>
                    <a:pt x="100965" y="255270"/>
                    <a:pt x="134620" y="260350"/>
                    <a:pt x="146685" y="264160"/>
                  </a:cubicBezTo>
                </a:path>
              </a:pathLst>
            </a:custGeom>
            <a:noFill/>
            <a:ln w="952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sm" len="sm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91" name="任意多边形 690"/>
            <p:cNvSpPr/>
            <p:nvPr>
              <p:custDataLst>
                <p:tags r:id="rId160"/>
              </p:custDataLst>
            </p:nvPr>
          </p:nvSpPr>
          <p:spPr>
            <a:xfrm>
              <a:off x="6293" y="8220"/>
              <a:ext cx="397" cy="567"/>
            </a:xfrm>
            <a:custGeom>
              <a:avLst/>
              <a:gdLst>
                <a:gd name="connisteX0" fmla="*/ 0 w 146685"/>
                <a:gd name="connsiteY0" fmla="*/ 0 h 264160"/>
                <a:gd name="connisteX1" fmla="*/ 56515 w 146685"/>
                <a:gd name="connsiteY1" fmla="*/ 63500 h 264160"/>
                <a:gd name="connisteX2" fmla="*/ 56515 w 146685"/>
                <a:gd name="connsiteY2" fmla="*/ 173990 h 264160"/>
                <a:gd name="connisteX3" fmla="*/ 83185 w 146685"/>
                <a:gd name="connsiteY3" fmla="*/ 237490 h 264160"/>
                <a:gd name="connisteX4" fmla="*/ 146685 w 146685"/>
                <a:gd name="connsiteY4" fmla="*/ 264160 h 26416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46685" h="264160">
                  <a:moveTo>
                    <a:pt x="0" y="0"/>
                  </a:moveTo>
                  <a:cubicBezTo>
                    <a:pt x="11430" y="10795"/>
                    <a:pt x="45085" y="28575"/>
                    <a:pt x="56515" y="63500"/>
                  </a:cubicBezTo>
                  <a:cubicBezTo>
                    <a:pt x="67945" y="98425"/>
                    <a:pt x="51435" y="139065"/>
                    <a:pt x="56515" y="173990"/>
                  </a:cubicBezTo>
                  <a:cubicBezTo>
                    <a:pt x="61595" y="208915"/>
                    <a:pt x="65405" y="219710"/>
                    <a:pt x="83185" y="237490"/>
                  </a:cubicBezTo>
                  <a:cubicBezTo>
                    <a:pt x="100965" y="255270"/>
                    <a:pt x="134620" y="260350"/>
                    <a:pt x="146685" y="264160"/>
                  </a:cubicBezTo>
                </a:path>
              </a:pathLst>
            </a:custGeom>
            <a:noFill/>
            <a:ln w="952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sm" len="sm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1" name="任意多边形 20"/>
            <p:cNvSpPr/>
            <p:nvPr>
              <p:custDataLst>
                <p:tags r:id="rId161"/>
              </p:custDataLst>
            </p:nvPr>
          </p:nvSpPr>
          <p:spPr>
            <a:xfrm>
              <a:off x="8220" y="7710"/>
              <a:ext cx="283" cy="624"/>
            </a:xfrm>
            <a:custGeom>
              <a:avLst/>
              <a:gdLst>
                <a:gd name="connisteX0" fmla="*/ 0 w 146685"/>
                <a:gd name="connsiteY0" fmla="*/ 0 h 264160"/>
                <a:gd name="connisteX1" fmla="*/ 56515 w 146685"/>
                <a:gd name="connsiteY1" fmla="*/ 63500 h 264160"/>
                <a:gd name="connisteX2" fmla="*/ 56515 w 146685"/>
                <a:gd name="connsiteY2" fmla="*/ 173990 h 264160"/>
                <a:gd name="connisteX3" fmla="*/ 83185 w 146685"/>
                <a:gd name="connsiteY3" fmla="*/ 237490 h 264160"/>
                <a:gd name="connisteX4" fmla="*/ 146685 w 146685"/>
                <a:gd name="connsiteY4" fmla="*/ 264160 h 26416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46685" h="264160">
                  <a:moveTo>
                    <a:pt x="0" y="0"/>
                  </a:moveTo>
                  <a:cubicBezTo>
                    <a:pt x="11430" y="10795"/>
                    <a:pt x="45085" y="28575"/>
                    <a:pt x="56515" y="63500"/>
                  </a:cubicBezTo>
                  <a:cubicBezTo>
                    <a:pt x="67945" y="98425"/>
                    <a:pt x="51435" y="139065"/>
                    <a:pt x="56515" y="173990"/>
                  </a:cubicBezTo>
                  <a:cubicBezTo>
                    <a:pt x="61595" y="208915"/>
                    <a:pt x="65405" y="219710"/>
                    <a:pt x="83185" y="237490"/>
                  </a:cubicBezTo>
                  <a:cubicBezTo>
                    <a:pt x="100965" y="255270"/>
                    <a:pt x="134620" y="260350"/>
                    <a:pt x="146685" y="264160"/>
                  </a:cubicBezTo>
                </a:path>
              </a:pathLst>
            </a:custGeom>
            <a:noFill/>
            <a:ln w="952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sm" len="sm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" name="椭圆 24"/>
            <p:cNvSpPr/>
            <p:nvPr>
              <p:custDataLst>
                <p:tags r:id="rId162"/>
              </p:custDataLst>
            </p:nvPr>
          </p:nvSpPr>
          <p:spPr>
            <a:xfrm>
              <a:off x="6236" y="7654"/>
              <a:ext cx="113" cy="624"/>
            </a:xfrm>
            <a:prstGeom prst="ellipse">
              <a:avLst/>
            </a:prstGeom>
            <a:noFill/>
            <a:ln w="9525" cap="flat" cmpd="sng" algn="ctr">
              <a:solidFill>
                <a:srgbClr val="7030A0"/>
              </a:solidFill>
              <a:prstDash val="sysDash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1440641" y="4653136"/>
            <a:ext cx="6515735" cy="1367790"/>
            <a:chOff x="3061" y="5556"/>
            <a:chExt cx="10261" cy="2154"/>
          </a:xfrm>
        </p:grpSpPr>
        <p:sp>
          <p:nvSpPr>
            <p:cNvPr id="516" name="Text Box 191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3061" y="5556"/>
              <a:ext cx="39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CP</a:t>
              </a:r>
            </a:p>
          </p:txBody>
        </p:sp>
        <p:sp>
          <p:nvSpPr>
            <p:cNvPr id="568" name="Text Box 191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3118" y="6009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Q</a:t>
              </a:r>
              <a:r>
                <a:rPr lang="en-US" altLang="zh-CN" sz="1600" b="1" baseline="-25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  <p:cxnSp>
          <p:nvCxnSpPr>
            <p:cNvPr id="569" name="直接连接符 568"/>
            <p:cNvCxnSpPr/>
            <p:nvPr>
              <p:custDataLst>
                <p:tags r:id="rId12"/>
              </p:custDataLst>
            </p:nvPr>
          </p:nvCxnSpPr>
          <p:spPr bwMode="auto">
            <a:xfrm flipV="1">
              <a:off x="3458" y="6349"/>
              <a:ext cx="56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70" name="直接连接符 569"/>
            <p:cNvCxnSpPr/>
            <p:nvPr>
              <p:custDataLst>
                <p:tags r:id="rId13"/>
              </p:custDataLst>
            </p:nvPr>
          </p:nvCxnSpPr>
          <p:spPr bwMode="auto">
            <a:xfrm flipV="1">
              <a:off x="4138" y="6009"/>
              <a:ext cx="79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71" name="直接连接符 570"/>
            <p:cNvCxnSpPr/>
            <p:nvPr>
              <p:custDataLst>
                <p:tags r:id="rId14"/>
              </p:custDataLst>
            </p:nvPr>
          </p:nvCxnSpPr>
          <p:spPr bwMode="auto">
            <a:xfrm flipH="1">
              <a:off x="4025" y="6009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72" name="直接连接符 571"/>
            <p:cNvCxnSpPr/>
            <p:nvPr>
              <p:custDataLst>
                <p:tags r:id="rId15"/>
              </p:custDataLst>
            </p:nvPr>
          </p:nvCxnSpPr>
          <p:spPr bwMode="auto">
            <a:xfrm>
              <a:off x="4932" y="6009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73" name="直接连接符 572"/>
            <p:cNvCxnSpPr/>
            <p:nvPr>
              <p:custDataLst>
                <p:tags r:id="rId16"/>
              </p:custDataLst>
            </p:nvPr>
          </p:nvCxnSpPr>
          <p:spPr bwMode="auto">
            <a:xfrm flipV="1">
              <a:off x="5046" y="6349"/>
              <a:ext cx="79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74" name="直接连接符 573"/>
            <p:cNvCxnSpPr/>
            <p:nvPr>
              <p:custDataLst>
                <p:tags r:id="rId17"/>
              </p:custDataLst>
            </p:nvPr>
          </p:nvCxnSpPr>
          <p:spPr bwMode="auto">
            <a:xfrm flipV="1">
              <a:off x="5952" y="6009"/>
              <a:ext cx="79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75" name="直接连接符 574"/>
            <p:cNvCxnSpPr/>
            <p:nvPr>
              <p:custDataLst>
                <p:tags r:id="rId18"/>
              </p:custDataLst>
            </p:nvPr>
          </p:nvCxnSpPr>
          <p:spPr bwMode="auto">
            <a:xfrm flipH="1">
              <a:off x="5839" y="6009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76" name="直接连接符 575"/>
            <p:cNvCxnSpPr/>
            <p:nvPr>
              <p:custDataLst>
                <p:tags r:id="rId19"/>
              </p:custDataLst>
            </p:nvPr>
          </p:nvCxnSpPr>
          <p:spPr bwMode="auto">
            <a:xfrm>
              <a:off x="6746" y="6009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77" name="直接连接符 576"/>
            <p:cNvCxnSpPr/>
            <p:nvPr>
              <p:custDataLst>
                <p:tags r:id="rId20"/>
              </p:custDataLst>
            </p:nvPr>
          </p:nvCxnSpPr>
          <p:spPr bwMode="auto">
            <a:xfrm flipV="1">
              <a:off x="6860" y="6349"/>
              <a:ext cx="79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78" name="直接连接符 577"/>
            <p:cNvCxnSpPr/>
            <p:nvPr>
              <p:custDataLst>
                <p:tags r:id="rId21"/>
              </p:custDataLst>
            </p:nvPr>
          </p:nvCxnSpPr>
          <p:spPr bwMode="auto">
            <a:xfrm flipV="1">
              <a:off x="7766" y="6009"/>
              <a:ext cx="79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79" name="直接连接符 578"/>
            <p:cNvCxnSpPr/>
            <p:nvPr>
              <p:custDataLst>
                <p:tags r:id="rId22"/>
              </p:custDataLst>
            </p:nvPr>
          </p:nvCxnSpPr>
          <p:spPr bwMode="auto">
            <a:xfrm flipH="1">
              <a:off x="7653" y="6009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80" name="直接连接符 579"/>
            <p:cNvCxnSpPr/>
            <p:nvPr>
              <p:custDataLst>
                <p:tags r:id="rId23"/>
              </p:custDataLst>
            </p:nvPr>
          </p:nvCxnSpPr>
          <p:spPr bwMode="auto">
            <a:xfrm>
              <a:off x="8560" y="6009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81" name="直接连接符 580"/>
            <p:cNvCxnSpPr/>
            <p:nvPr>
              <p:custDataLst>
                <p:tags r:id="rId24"/>
              </p:custDataLst>
            </p:nvPr>
          </p:nvCxnSpPr>
          <p:spPr bwMode="auto">
            <a:xfrm flipV="1">
              <a:off x="8674" y="6349"/>
              <a:ext cx="79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82" name="直接连接符 581"/>
            <p:cNvCxnSpPr/>
            <p:nvPr>
              <p:custDataLst>
                <p:tags r:id="rId25"/>
              </p:custDataLst>
            </p:nvPr>
          </p:nvCxnSpPr>
          <p:spPr bwMode="auto">
            <a:xfrm flipV="1">
              <a:off x="9580" y="6009"/>
              <a:ext cx="79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83" name="直接连接符 582"/>
            <p:cNvCxnSpPr/>
            <p:nvPr>
              <p:custDataLst>
                <p:tags r:id="rId26"/>
              </p:custDataLst>
            </p:nvPr>
          </p:nvCxnSpPr>
          <p:spPr bwMode="auto">
            <a:xfrm flipH="1">
              <a:off x="9467" y="6009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84" name="直接连接符 583"/>
            <p:cNvCxnSpPr/>
            <p:nvPr>
              <p:custDataLst>
                <p:tags r:id="rId27"/>
              </p:custDataLst>
            </p:nvPr>
          </p:nvCxnSpPr>
          <p:spPr bwMode="auto">
            <a:xfrm>
              <a:off x="10374" y="6009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85" name="直接连接符 584"/>
            <p:cNvCxnSpPr/>
            <p:nvPr>
              <p:custDataLst>
                <p:tags r:id="rId28"/>
              </p:custDataLst>
            </p:nvPr>
          </p:nvCxnSpPr>
          <p:spPr bwMode="auto">
            <a:xfrm flipV="1">
              <a:off x="10488" y="6349"/>
              <a:ext cx="79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86" name="直接连接符 585"/>
            <p:cNvCxnSpPr/>
            <p:nvPr>
              <p:custDataLst>
                <p:tags r:id="rId29"/>
              </p:custDataLst>
            </p:nvPr>
          </p:nvCxnSpPr>
          <p:spPr bwMode="auto">
            <a:xfrm flipV="1">
              <a:off x="11395" y="6009"/>
              <a:ext cx="79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87" name="直接连接符 586"/>
            <p:cNvCxnSpPr/>
            <p:nvPr>
              <p:custDataLst>
                <p:tags r:id="rId30"/>
              </p:custDataLst>
            </p:nvPr>
          </p:nvCxnSpPr>
          <p:spPr bwMode="auto">
            <a:xfrm flipH="1">
              <a:off x="11282" y="6009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88" name="直接连接符 587"/>
            <p:cNvCxnSpPr/>
            <p:nvPr>
              <p:custDataLst>
                <p:tags r:id="rId31"/>
              </p:custDataLst>
            </p:nvPr>
          </p:nvCxnSpPr>
          <p:spPr bwMode="auto">
            <a:xfrm>
              <a:off x="12189" y="6009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89" name="直接连接符 588"/>
            <p:cNvCxnSpPr/>
            <p:nvPr>
              <p:custDataLst>
                <p:tags r:id="rId32"/>
              </p:custDataLst>
            </p:nvPr>
          </p:nvCxnSpPr>
          <p:spPr bwMode="auto">
            <a:xfrm flipV="1">
              <a:off x="12303" y="6349"/>
              <a:ext cx="79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90" name="直接连接符 589"/>
            <p:cNvCxnSpPr/>
            <p:nvPr>
              <p:custDataLst>
                <p:tags r:id="rId33"/>
              </p:custDataLst>
            </p:nvPr>
          </p:nvCxnSpPr>
          <p:spPr bwMode="auto">
            <a:xfrm flipV="1">
              <a:off x="13209" y="6009"/>
              <a:ext cx="113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91" name="直接连接符 590"/>
            <p:cNvCxnSpPr/>
            <p:nvPr>
              <p:custDataLst>
                <p:tags r:id="rId34"/>
              </p:custDataLst>
            </p:nvPr>
          </p:nvCxnSpPr>
          <p:spPr bwMode="auto">
            <a:xfrm flipH="1">
              <a:off x="13096" y="6009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92" name="直接连接符 591"/>
            <p:cNvCxnSpPr/>
            <p:nvPr>
              <p:custDataLst>
                <p:tags r:id="rId35"/>
              </p:custDataLst>
            </p:nvPr>
          </p:nvCxnSpPr>
          <p:spPr bwMode="auto">
            <a:xfrm flipV="1">
              <a:off x="5045" y="6463"/>
              <a:ext cx="1701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93" name="直接连接符 592"/>
            <p:cNvCxnSpPr/>
            <p:nvPr>
              <p:custDataLst>
                <p:tags r:id="rId36"/>
              </p:custDataLst>
            </p:nvPr>
          </p:nvCxnSpPr>
          <p:spPr bwMode="auto">
            <a:xfrm flipH="1">
              <a:off x="4932" y="6463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94" name="直接连接符 593"/>
            <p:cNvCxnSpPr/>
            <p:nvPr>
              <p:custDataLst>
                <p:tags r:id="rId37"/>
              </p:custDataLst>
            </p:nvPr>
          </p:nvCxnSpPr>
          <p:spPr bwMode="auto">
            <a:xfrm>
              <a:off x="6746" y="6463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95" name="直接连接符 594"/>
            <p:cNvCxnSpPr/>
            <p:nvPr>
              <p:custDataLst>
                <p:tags r:id="rId38"/>
              </p:custDataLst>
            </p:nvPr>
          </p:nvCxnSpPr>
          <p:spPr bwMode="auto">
            <a:xfrm flipV="1">
              <a:off x="6863" y="6803"/>
              <a:ext cx="1701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96" name="直接连接符 595"/>
            <p:cNvCxnSpPr/>
            <p:nvPr>
              <p:custDataLst>
                <p:tags r:id="rId39"/>
              </p:custDataLst>
            </p:nvPr>
          </p:nvCxnSpPr>
          <p:spPr bwMode="auto">
            <a:xfrm flipV="1">
              <a:off x="8673" y="6463"/>
              <a:ext cx="1701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97" name="直接连接符 596"/>
            <p:cNvCxnSpPr/>
            <p:nvPr>
              <p:custDataLst>
                <p:tags r:id="rId40"/>
              </p:custDataLst>
            </p:nvPr>
          </p:nvCxnSpPr>
          <p:spPr bwMode="auto">
            <a:xfrm flipH="1">
              <a:off x="8560" y="6463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98" name="直接连接符 597"/>
            <p:cNvCxnSpPr/>
            <p:nvPr>
              <p:custDataLst>
                <p:tags r:id="rId41"/>
              </p:custDataLst>
            </p:nvPr>
          </p:nvCxnSpPr>
          <p:spPr bwMode="auto">
            <a:xfrm>
              <a:off x="10377" y="6463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99" name="直接连接符 598"/>
            <p:cNvCxnSpPr/>
            <p:nvPr>
              <p:custDataLst>
                <p:tags r:id="rId42"/>
              </p:custDataLst>
            </p:nvPr>
          </p:nvCxnSpPr>
          <p:spPr bwMode="auto">
            <a:xfrm flipV="1">
              <a:off x="10491" y="6803"/>
              <a:ext cx="1701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00" name="直接连接符 599"/>
            <p:cNvCxnSpPr/>
            <p:nvPr>
              <p:custDataLst>
                <p:tags r:id="rId43"/>
              </p:custDataLst>
            </p:nvPr>
          </p:nvCxnSpPr>
          <p:spPr bwMode="auto">
            <a:xfrm flipV="1">
              <a:off x="12302" y="6463"/>
              <a:ext cx="102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01" name="直接连接符 600"/>
            <p:cNvCxnSpPr/>
            <p:nvPr>
              <p:custDataLst>
                <p:tags r:id="rId44"/>
              </p:custDataLst>
            </p:nvPr>
          </p:nvCxnSpPr>
          <p:spPr bwMode="auto">
            <a:xfrm flipH="1">
              <a:off x="12189" y="6463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02" name="Text Box 191"/>
            <p:cNvSpPr txBox="1"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3118" y="6463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Q</a:t>
              </a:r>
              <a:r>
                <a:rPr lang="en-US" altLang="zh-CN" sz="1600" b="1" baseline="-25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cxnSp>
          <p:nvCxnSpPr>
            <p:cNvPr id="603" name="直接连接符 602"/>
            <p:cNvCxnSpPr/>
            <p:nvPr>
              <p:custDataLst>
                <p:tags r:id="rId46"/>
              </p:custDataLst>
            </p:nvPr>
          </p:nvCxnSpPr>
          <p:spPr bwMode="auto">
            <a:xfrm flipV="1">
              <a:off x="3458" y="6803"/>
              <a:ext cx="147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04" name="Text Box 191"/>
            <p:cNvSpPr txBox="1"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3118" y="6916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Q</a:t>
              </a:r>
              <a:r>
                <a:rPr lang="en-US" altLang="zh-CN" sz="1600" b="1" baseline="-25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2</a:t>
              </a:r>
            </a:p>
          </p:txBody>
        </p:sp>
        <p:cxnSp>
          <p:nvCxnSpPr>
            <p:cNvPr id="605" name="直接连接符 604"/>
            <p:cNvCxnSpPr/>
            <p:nvPr>
              <p:custDataLst>
                <p:tags r:id="rId48"/>
              </p:custDataLst>
            </p:nvPr>
          </p:nvCxnSpPr>
          <p:spPr bwMode="auto">
            <a:xfrm flipV="1">
              <a:off x="3458" y="7256"/>
              <a:ext cx="3288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06" name="直接连接符 605"/>
            <p:cNvCxnSpPr/>
            <p:nvPr>
              <p:custDataLst>
                <p:tags r:id="rId49"/>
              </p:custDataLst>
            </p:nvPr>
          </p:nvCxnSpPr>
          <p:spPr bwMode="auto">
            <a:xfrm flipV="1">
              <a:off x="6860" y="6916"/>
              <a:ext cx="3515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07" name="直接连接符 606"/>
            <p:cNvCxnSpPr/>
            <p:nvPr>
              <p:custDataLst>
                <p:tags r:id="rId50"/>
              </p:custDataLst>
            </p:nvPr>
          </p:nvCxnSpPr>
          <p:spPr bwMode="auto">
            <a:xfrm flipH="1">
              <a:off x="6743" y="6916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08" name="直接连接符 607"/>
            <p:cNvCxnSpPr/>
            <p:nvPr>
              <p:custDataLst>
                <p:tags r:id="rId51"/>
              </p:custDataLst>
            </p:nvPr>
          </p:nvCxnSpPr>
          <p:spPr bwMode="auto">
            <a:xfrm flipV="1">
              <a:off x="7766" y="6916"/>
              <a:ext cx="79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09" name="直接连接符 608"/>
            <p:cNvCxnSpPr/>
            <p:nvPr>
              <p:custDataLst>
                <p:tags r:id="rId52"/>
              </p:custDataLst>
            </p:nvPr>
          </p:nvCxnSpPr>
          <p:spPr bwMode="auto">
            <a:xfrm>
              <a:off x="10374" y="6916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10" name="直接连接符 609"/>
            <p:cNvCxnSpPr/>
            <p:nvPr>
              <p:custDataLst>
                <p:tags r:id="rId53"/>
              </p:custDataLst>
            </p:nvPr>
          </p:nvCxnSpPr>
          <p:spPr bwMode="auto">
            <a:xfrm flipV="1">
              <a:off x="10488" y="7256"/>
              <a:ext cx="2835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11" name="直接连接符 610"/>
            <p:cNvCxnSpPr/>
            <p:nvPr>
              <p:custDataLst>
                <p:tags r:id="rId54"/>
              </p:custDataLst>
            </p:nvPr>
          </p:nvCxnSpPr>
          <p:spPr bwMode="auto">
            <a:xfrm flipV="1">
              <a:off x="10487" y="7370"/>
              <a:ext cx="2835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12" name="直接连接符 611"/>
            <p:cNvCxnSpPr/>
            <p:nvPr>
              <p:custDataLst>
                <p:tags r:id="rId55"/>
              </p:custDataLst>
            </p:nvPr>
          </p:nvCxnSpPr>
          <p:spPr bwMode="auto">
            <a:xfrm flipH="1">
              <a:off x="10374" y="7370"/>
              <a:ext cx="113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13" name="Text Box 191"/>
            <p:cNvSpPr txBox="1"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3118" y="7370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Q</a:t>
              </a:r>
              <a:r>
                <a:rPr lang="en-US" altLang="zh-CN" sz="1600" b="1" baseline="-25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3</a:t>
              </a:r>
            </a:p>
          </p:txBody>
        </p:sp>
        <p:cxnSp>
          <p:nvCxnSpPr>
            <p:cNvPr id="614" name="直接连接符 613"/>
            <p:cNvCxnSpPr/>
            <p:nvPr>
              <p:custDataLst>
                <p:tags r:id="rId57"/>
              </p:custDataLst>
            </p:nvPr>
          </p:nvCxnSpPr>
          <p:spPr bwMode="auto">
            <a:xfrm flipV="1">
              <a:off x="3458" y="7710"/>
              <a:ext cx="691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3" name="组合 2"/>
            <p:cNvGrpSpPr/>
            <p:nvPr/>
          </p:nvGrpSpPr>
          <p:grpSpPr>
            <a:xfrm>
              <a:off x="3458" y="5556"/>
              <a:ext cx="9864" cy="2154"/>
              <a:chOff x="3396" y="5564"/>
              <a:chExt cx="9864" cy="2154"/>
            </a:xfrm>
          </p:grpSpPr>
          <p:cxnSp>
            <p:nvCxnSpPr>
              <p:cNvPr id="515" name="直接连接符 514"/>
              <p:cNvCxnSpPr/>
              <p:nvPr>
                <p:custDataLst>
                  <p:tags r:id="rId102"/>
                </p:custDataLst>
              </p:nvPr>
            </p:nvCxnSpPr>
            <p:spPr bwMode="auto">
              <a:xfrm flipH="1">
                <a:off x="3963" y="5904"/>
                <a:ext cx="0" cy="1814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00000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18" name="直接连接符 517"/>
              <p:cNvCxnSpPr/>
              <p:nvPr>
                <p:custDataLst>
                  <p:tags r:id="rId103"/>
                </p:custDataLst>
              </p:nvPr>
            </p:nvCxnSpPr>
            <p:spPr bwMode="auto">
              <a:xfrm flipV="1">
                <a:off x="3396" y="5904"/>
                <a:ext cx="567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19" name="直接连接符 518"/>
              <p:cNvCxnSpPr/>
              <p:nvPr>
                <p:custDataLst>
                  <p:tags r:id="rId104"/>
                </p:custDataLst>
              </p:nvPr>
            </p:nvCxnSpPr>
            <p:spPr bwMode="auto">
              <a:xfrm flipV="1">
                <a:off x="3963" y="5564"/>
                <a:ext cx="454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20" name="直接连接符 519"/>
              <p:cNvCxnSpPr/>
              <p:nvPr>
                <p:custDataLst>
                  <p:tags r:id="rId105"/>
                </p:custDataLst>
              </p:nvPr>
            </p:nvCxnSpPr>
            <p:spPr bwMode="auto">
              <a:xfrm flipH="1">
                <a:off x="3963" y="5564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21" name="直接连接符 520"/>
              <p:cNvCxnSpPr/>
              <p:nvPr>
                <p:custDataLst>
                  <p:tags r:id="rId106"/>
                </p:custDataLst>
              </p:nvPr>
            </p:nvCxnSpPr>
            <p:spPr bwMode="auto">
              <a:xfrm flipH="1">
                <a:off x="4417" y="5564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22" name="直接连接符 521"/>
              <p:cNvCxnSpPr/>
              <p:nvPr>
                <p:custDataLst>
                  <p:tags r:id="rId107"/>
                </p:custDataLst>
              </p:nvPr>
            </p:nvCxnSpPr>
            <p:spPr bwMode="auto">
              <a:xfrm flipV="1">
                <a:off x="4417" y="5904"/>
                <a:ext cx="454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23" name="直接连接符 522"/>
              <p:cNvCxnSpPr/>
              <p:nvPr>
                <p:custDataLst>
                  <p:tags r:id="rId108"/>
                </p:custDataLst>
              </p:nvPr>
            </p:nvCxnSpPr>
            <p:spPr bwMode="auto">
              <a:xfrm flipV="1">
                <a:off x="4870" y="5564"/>
                <a:ext cx="454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24" name="直接连接符 523"/>
              <p:cNvCxnSpPr/>
              <p:nvPr>
                <p:custDataLst>
                  <p:tags r:id="rId109"/>
                </p:custDataLst>
              </p:nvPr>
            </p:nvCxnSpPr>
            <p:spPr bwMode="auto">
              <a:xfrm flipH="1">
                <a:off x="4870" y="5564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25" name="直接连接符 524"/>
              <p:cNvCxnSpPr/>
              <p:nvPr>
                <p:custDataLst>
                  <p:tags r:id="rId110"/>
                </p:custDataLst>
              </p:nvPr>
            </p:nvCxnSpPr>
            <p:spPr bwMode="auto">
              <a:xfrm flipH="1">
                <a:off x="5324" y="5564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32" name="直接连接符 531"/>
              <p:cNvCxnSpPr/>
              <p:nvPr>
                <p:custDataLst>
                  <p:tags r:id="rId111"/>
                </p:custDataLst>
              </p:nvPr>
            </p:nvCxnSpPr>
            <p:spPr bwMode="auto">
              <a:xfrm flipV="1">
                <a:off x="5324" y="5904"/>
                <a:ext cx="454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33" name="直接连接符 532"/>
              <p:cNvCxnSpPr/>
              <p:nvPr>
                <p:custDataLst>
                  <p:tags r:id="rId112"/>
                </p:custDataLst>
              </p:nvPr>
            </p:nvCxnSpPr>
            <p:spPr bwMode="auto">
              <a:xfrm flipV="1">
                <a:off x="5777" y="5564"/>
                <a:ext cx="454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34" name="直接连接符 533"/>
              <p:cNvCxnSpPr/>
              <p:nvPr>
                <p:custDataLst>
                  <p:tags r:id="rId113"/>
                </p:custDataLst>
              </p:nvPr>
            </p:nvCxnSpPr>
            <p:spPr bwMode="auto">
              <a:xfrm flipH="1">
                <a:off x="5777" y="5564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35" name="直接连接符 534"/>
              <p:cNvCxnSpPr/>
              <p:nvPr>
                <p:custDataLst>
                  <p:tags r:id="rId114"/>
                </p:custDataLst>
              </p:nvPr>
            </p:nvCxnSpPr>
            <p:spPr bwMode="auto">
              <a:xfrm flipH="1">
                <a:off x="6231" y="5564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36" name="直接连接符 535"/>
              <p:cNvCxnSpPr/>
              <p:nvPr>
                <p:custDataLst>
                  <p:tags r:id="rId115"/>
                </p:custDataLst>
              </p:nvPr>
            </p:nvCxnSpPr>
            <p:spPr bwMode="auto">
              <a:xfrm flipV="1">
                <a:off x="6231" y="5904"/>
                <a:ext cx="454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37" name="直接连接符 536"/>
              <p:cNvCxnSpPr/>
              <p:nvPr>
                <p:custDataLst>
                  <p:tags r:id="rId116"/>
                </p:custDataLst>
              </p:nvPr>
            </p:nvCxnSpPr>
            <p:spPr bwMode="auto">
              <a:xfrm flipV="1">
                <a:off x="6684" y="5564"/>
                <a:ext cx="454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38" name="直接连接符 537"/>
              <p:cNvCxnSpPr/>
              <p:nvPr>
                <p:custDataLst>
                  <p:tags r:id="rId117"/>
                </p:custDataLst>
              </p:nvPr>
            </p:nvCxnSpPr>
            <p:spPr bwMode="auto">
              <a:xfrm flipH="1">
                <a:off x="6684" y="5564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39" name="直接连接符 538"/>
              <p:cNvCxnSpPr/>
              <p:nvPr>
                <p:custDataLst>
                  <p:tags r:id="rId118"/>
                </p:custDataLst>
              </p:nvPr>
            </p:nvCxnSpPr>
            <p:spPr bwMode="auto">
              <a:xfrm flipH="1">
                <a:off x="7138" y="5564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40" name="直接连接符 539"/>
              <p:cNvCxnSpPr/>
              <p:nvPr>
                <p:custDataLst>
                  <p:tags r:id="rId119"/>
                </p:custDataLst>
              </p:nvPr>
            </p:nvCxnSpPr>
            <p:spPr bwMode="auto">
              <a:xfrm flipV="1">
                <a:off x="7138" y="5904"/>
                <a:ext cx="454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41" name="直接连接符 540"/>
              <p:cNvCxnSpPr/>
              <p:nvPr>
                <p:custDataLst>
                  <p:tags r:id="rId120"/>
                </p:custDataLst>
              </p:nvPr>
            </p:nvCxnSpPr>
            <p:spPr bwMode="auto">
              <a:xfrm flipV="1">
                <a:off x="7591" y="5564"/>
                <a:ext cx="454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42" name="直接连接符 541"/>
              <p:cNvCxnSpPr/>
              <p:nvPr>
                <p:custDataLst>
                  <p:tags r:id="rId121"/>
                </p:custDataLst>
              </p:nvPr>
            </p:nvCxnSpPr>
            <p:spPr bwMode="auto">
              <a:xfrm flipH="1">
                <a:off x="7591" y="5564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43" name="直接连接符 542"/>
              <p:cNvCxnSpPr/>
              <p:nvPr>
                <p:custDataLst>
                  <p:tags r:id="rId122"/>
                </p:custDataLst>
              </p:nvPr>
            </p:nvCxnSpPr>
            <p:spPr bwMode="auto">
              <a:xfrm flipH="1">
                <a:off x="8045" y="5564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44" name="直接连接符 543"/>
              <p:cNvCxnSpPr/>
              <p:nvPr>
                <p:custDataLst>
                  <p:tags r:id="rId123"/>
                </p:custDataLst>
              </p:nvPr>
            </p:nvCxnSpPr>
            <p:spPr bwMode="auto">
              <a:xfrm flipV="1">
                <a:off x="8045" y="5904"/>
                <a:ext cx="454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45" name="直接连接符 544"/>
              <p:cNvCxnSpPr/>
              <p:nvPr>
                <p:custDataLst>
                  <p:tags r:id="rId124"/>
                </p:custDataLst>
              </p:nvPr>
            </p:nvCxnSpPr>
            <p:spPr bwMode="auto">
              <a:xfrm flipV="1">
                <a:off x="8498" y="5564"/>
                <a:ext cx="454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46" name="直接连接符 545"/>
              <p:cNvCxnSpPr/>
              <p:nvPr>
                <p:custDataLst>
                  <p:tags r:id="rId125"/>
                </p:custDataLst>
              </p:nvPr>
            </p:nvCxnSpPr>
            <p:spPr bwMode="auto">
              <a:xfrm flipH="1">
                <a:off x="8498" y="5564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47" name="直接连接符 546"/>
              <p:cNvCxnSpPr/>
              <p:nvPr>
                <p:custDataLst>
                  <p:tags r:id="rId126"/>
                </p:custDataLst>
              </p:nvPr>
            </p:nvCxnSpPr>
            <p:spPr bwMode="auto">
              <a:xfrm flipH="1">
                <a:off x="8952" y="5564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48" name="直接连接符 547"/>
              <p:cNvCxnSpPr/>
              <p:nvPr>
                <p:custDataLst>
                  <p:tags r:id="rId127"/>
                </p:custDataLst>
              </p:nvPr>
            </p:nvCxnSpPr>
            <p:spPr bwMode="auto">
              <a:xfrm flipV="1">
                <a:off x="8952" y="5904"/>
                <a:ext cx="454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grpSp>
            <p:nvGrpSpPr>
              <p:cNvPr id="549" name="组合 548"/>
              <p:cNvGrpSpPr/>
              <p:nvPr/>
            </p:nvGrpSpPr>
            <p:grpSpPr>
              <a:xfrm>
                <a:off x="9405" y="5564"/>
                <a:ext cx="1815" cy="340"/>
                <a:chOff x="7823" y="7824"/>
                <a:chExt cx="1815" cy="340"/>
              </a:xfrm>
            </p:grpSpPr>
            <p:cxnSp>
              <p:nvCxnSpPr>
                <p:cNvPr id="550" name="直接连接符 549"/>
                <p:cNvCxnSpPr/>
                <p:nvPr>
                  <p:custDataLst>
                    <p:tags r:id="rId148"/>
                  </p:custDataLst>
                </p:nvPr>
              </p:nvCxnSpPr>
              <p:spPr bwMode="auto">
                <a:xfrm flipV="1">
                  <a:off x="7823" y="7824"/>
                  <a:ext cx="454" cy="0"/>
                </a:xfrm>
                <a:prstGeom prst="line">
                  <a:avLst/>
                </a:prstGeom>
                <a:solidFill>
                  <a:schemeClr val="accent1"/>
                </a:solidFill>
                <a:ln w="158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551" name="直接连接符 550"/>
                <p:cNvCxnSpPr/>
                <p:nvPr>
                  <p:custDataLst>
                    <p:tags r:id="rId149"/>
                  </p:custDataLst>
                </p:nvPr>
              </p:nvCxnSpPr>
              <p:spPr bwMode="auto">
                <a:xfrm flipH="1">
                  <a:off x="7823" y="7824"/>
                  <a:ext cx="0" cy="340"/>
                </a:xfrm>
                <a:prstGeom prst="line">
                  <a:avLst/>
                </a:prstGeom>
                <a:solidFill>
                  <a:schemeClr val="accent1"/>
                </a:solidFill>
                <a:ln w="158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552" name="直接连接符 551"/>
                <p:cNvCxnSpPr/>
                <p:nvPr>
                  <p:custDataLst>
                    <p:tags r:id="rId150"/>
                  </p:custDataLst>
                </p:nvPr>
              </p:nvCxnSpPr>
              <p:spPr bwMode="auto">
                <a:xfrm flipH="1">
                  <a:off x="8277" y="7824"/>
                  <a:ext cx="0" cy="340"/>
                </a:xfrm>
                <a:prstGeom prst="line">
                  <a:avLst/>
                </a:prstGeom>
                <a:solidFill>
                  <a:schemeClr val="accent1"/>
                </a:solidFill>
                <a:ln w="158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553" name="直接连接符 552"/>
                <p:cNvCxnSpPr/>
                <p:nvPr>
                  <p:custDataLst>
                    <p:tags r:id="rId151"/>
                  </p:custDataLst>
                </p:nvPr>
              </p:nvCxnSpPr>
              <p:spPr bwMode="auto">
                <a:xfrm flipV="1">
                  <a:off x="8277" y="8164"/>
                  <a:ext cx="454" cy="0"/>
                </a:xfrm>
                <a:prstGeom prst="line">
                  <a:avLst/>
                </a:prstGeom>
                <a:solidFill>
                  <a:schemeClr val="accent1"/>
                </a:solidFill>
                <a:ln w="158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554" name="直接连接符 553"/>
                <p:cNvCxnSpPr/>
                <p:nvPr>
                  <p:custDataLst>
                    <p:tags r:id="rId152"/>
                  </p:custDataLst>
                </p:nvPr>
              </p:nvCxnSpPr>
              <p:spPr bwMode="auto">
                <a:xfrm flipV="1">
                  <a:off x="8730" y="7824"/>
                  <a:ext cx="454" cy="0"/>
                </a:xfrm>
                <a:prstGeom prst="line">
                  <a:avLst/>
                </a:prstGeom>
                <a:solidFill>
                  <a:schemeClr val="accent1"/>
                </a:solidFill>
                <a:ln w="158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555" name="直接连接符 554"/>
                <p:cNvCxnSpPr/>
                <p:nvPr>
                  <p:custDataLst>
                    <p:tags r:id="rId153"/>
                  </p:custDataLst>
                </p:nvPr>
              </p:nvCxnSpPr>
              <p:spPr bwMode="auto">
                <a:xfrm flipH="1">
                  <a:off x="8730" y="7824"/>
                  <a:ext cx="0" cy="340"/>
                </a:xfrm>
                <a:prstGeom prst="line">
                  <a:avLst/>
                </a:prstGeom>
                <a:solidFill>
                  <a:schemeClr val="accent1"/>
                </a:solidFill>
                <a:ln w="158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556" name="直接连接符 555"/>
                <p:cNvCxnSpPr/>
                <p:nvPr>
                  <p:custDataLst>
                    <p:tags r:id="rId154"/>
                  </p:custDataLst>
                </p:nvPr>
              </p:nvCxnSpPr>
              <p:spPr bwMode="auto">
                <a:xfrm flipH="1">
                  <a:off x="9184" y="7824"/>
                  <a:ext cx="0" cy="340"/>
                </a:xfrm>
                <a:prstGeom prst="line">
                  <a:avLst/>
                </a:prstGeom>
                <a:solidFill>
                  <a:schemeClr val="accent1"/>
                </a:solidFill>
                <a:ln w="158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557" name="直接连接符 556"/>
                <p:cNvCxnSpPr/>
                <p:nvPr>
                  <p:custDataLst>
                    <p:tags r:id="rId155"/>
                  </p:custDataLst>
                </p:nvPr>
              </p:nvCxnSpPr>
              <p:spPr bwMode="auto">
                <a:xfrm flipV="1">
                  <a:off x="9184" y="8164"/>
                  <a:ext cx="454" cy="0"/>
                </a:xfrm>
                <a:prstGeom prst="line">
                  <a:avLst/>
                </a:prstGeom>
                <a:solidFill>
                  <a:schemeClr val="accent1"/>
                </a:solidFill>
                <a:ln w="158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cxnSp>
            <p:nvCxnSpPr>
              <p:cNvPr id="558" name="直接连接符 557"/>
              <p:cNvCxnSpPr/>
              <p:nvPr>
                <p:custDataLst>
                  <p:tags r:id="rId128"/>
                </p:custDataLst>
              </p:nvPr>
            </p:nvCxnSpPr>
            <p:spPr bwMode="auto">
              <a:xfrm flipV="1">
                <a:off x="11220" y="5564"/>
                <a:ext cx="454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59" name="直接连接符 558"/>
              <p:cNvCxnSpPr/>
              <p:nvPr>
                <p:custDataLst>
                  <p:tags r:id="rId129"/>
                </p:custDataLst>
              </p:nvPr>
            </p:nvCxnSpPr>
            <p:spPr bwMode="auto">
              <a:xfrm flipH="1">
                <a:off x="11220" y="5564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60" name="直接连接符 559"/>
              <p:cNvCxnSpPr/>
              <p:nvPr>
                <p:custDataLst>
                  <p:tags r:id="rId130"/>
                </p:custDataLst>
              </p:nvPr>
            </p:nvCxnSpPr>
            <p:spPr bwMode="auto">
              <a:xfrm flipH="1">
                <a:off x="11674" y="5564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61" name="直接连接符 560"/>
              <p:cNvCxnSpPr/>
              <p:nvPr>
                <p:custDataLst>
                  <p:tags r:id="rId131"/>
                </p:custDataLst>
              </p:nvPr>
            </p:nvCxnSpPr>
            <p:spPr bwMode="auto">
              <a:xfrm flipV="1">
                <a:off x="11674" y="5904"/>
                <a:ext cx="454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62" name="直接连接符 561"/>
              <p:cNvCxnSpPr/>
              <p:nvPr>
                <p:custDataLst>
                  <p:tags r:id="rId132"/>
                </p:custDataLst>
              </p:nvPr>
            </p:nvCxnSpPr>
            <p:spPr bwMode="auto">
              <a:xfrm flipV="1">
                <a:off x="12127" y="5564"/>
                <a:ext cx="454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63" name="直接连接符 562"/>
              <p:cNvCxnSpPr/>
              <p:nvPr>
                <p:custDataLst>
                  <p:tags r:id="rId133"/>
                </p:custDataLst>
              </p:nvPr>
            </p:nvCxnSpPr>
            <p:spPr bwMode="auto">
              <a:xfrm flipH="1">
                <a:off x="12127" y="5564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64" name="直接连接符 563"/>
              <p:cNvCxnSpPr/>
              <p:nvPr>
                <p:custDataLst>
                  <p:tags r:id="rId134"/>
                </p:custDataLst>
              </p:nvPr>
            </p:nvCxnSpPr>
            <p:spPr bwMode="auto">
              <a:xfrm flipH="1">
                <a:off x="12581" y="5564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65" name="直接连接符 564"/>
              <p:cNvCxnSpPr/>
              <p:nvPr>
                <p:custDataLst>
                  <p:tags r:id="rId135"/>
                </p:custDataLst>
              </p:nvPr>
            </p:nvCxnSpPr>
            <p:spPr bwMode="auto">
              <a:xfrm flipV="1">
                <a:off x="12581" y="5904"/>
                <a:ext cx="454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66" name="直接连接符 565"/>
              <p:cNvCxnSpPr/>
              <p:nvPr>
                <p:custDataLst>
                  <p:tags r:id="rId136"/>
                </p:custDataLst>
              </p:nvPr>
            </p:nvCxnSpPr>
            <p:spPr bwMode="auto">
              <a:xfrm flipV="1">
                <a:off x="13034" y="5564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67" name="直接连接符 566"/>
              <p:cNvCxnSpPr/>
              <p:nvPr>
                <p:custDataLst>
                  <p:tags r:id="rId137"/>
                </p:custDataLst>
              </p:nvPr>
            </p:nvCxnSpPr>
            <p:spPr bwMode="auto">
              <a:xfrm flipH="1">
                <a:off x="13034" y="5564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15" name="直接连接符 614"/>
              <p:cNvCxnSpPr/>
              <p:nvPr>
                <p:custDataLst>
                  <p:tags r:id="rId138"/>
                </p:custDataLst>
              </p:nvPr>
            </p:nvCxnSpPr>
            <p:spPr bwMode="auto">
              <a:xfrm flipH="1">
                <a:off x="4870" y="5904"/>
                <a:ext cx="0" cy="1814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00000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16" name="直接连接符 615"/>
              <p:cNvCxnSpPr/>
              <p:nvPr>
                <p:custDataLst>
                  <p:tags r:id="rId139"/>
                </p:custDataLst>
              </p:nvPr>
            </p:nvCxnSpPr>
            <p:spPr bwMode="auto">
              <a:xfrm flipH="1">
                <a:off x="5777" y="5904"/>
                <a:ext cx="0" cy="1814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00000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17" name="直接连接符 616"/>
              <p:cNvCxnSpPr/>
              <p:nvPr>
                <p:custDataLst>
                  <p:tags r:id="rId140"/>
                </p:custDataLst>
              </p:nvPr>
            </p:nvCxnSpPr>
            <p:spPr bwMode="auto">
              <a:xfrm flipH="1">
                <a:off x="6684" y="5904"/>
                <a:ext cx="0" cy="1814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00000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18" name="直接连接符 617"/>
              <p:cNvCxnSpPr/>
              <p:nvPr>
                <p:custDataLst>
                  <p:tags r:id="rId141"/>
                </p:custDataLst>
              </p:nvPr>
            </p:nvCxnSpPr>
            <p:spPr bwMode="auto">
              <a:xfrm flipH="1">
                <a:off x="7591" y="5904"/>
                <a:ext cx="0" cy="1814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00000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19" name="直接连接符 618"/>
              <p:cNvCxnSpPr/>
              <p:nvPr>
                <p:custDataLst>
                  <p:tags r:id="rId142"/>
                </p:custDataLst>
              </p:nvPr>
            </p:nvCxnSpPr>
            <p:spPr bwMode="auto">
              <a:xfrm flipH="1">
                <a:off x="8499" y="5904"/>
                <a:ext cx="0" cy="1814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00000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20" name="直接连接符 619"/>
              <p:cNvCxnSpPr/>
              <p:nvPr>
                <p:custDataLst>
                  <p:tags r:id="rId143"/>
                </p:custDataLst>
              </p:nvPr>
            </p:nvCxnSpPr>
            <p:spPr bwMode="auto">
              <a:xfrm flipH="1">
                <a:off x="9406" y="5904"/>
                <a:ext cx="0" cy="1814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00000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21" name="直接连接符 620"/>
              <p:cNvCxnSpPr/>
              <p:nvPr>
                <p:custDataLst>
                  <p:tags r:id="rId144"/>
                </p:custDataLst>
              </p:nvPr>
            </p:nvCxnSpPr>
            <p:spPr bwMode="auto">
              <a:xfrm flipH="1">
                <a:off x="10313" y="5904"/>
                <a:ext cx="0" cy="1814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00000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22" name="直接连接符 621"/>
              <p:cNvCxnSpPr/>
              <p:nvPr>
                <p:custDataLst>
                  <p:tags r:id="rId145"/>
                </p:custDataLst>
              </p:nvPr>
            </p:nvCxnSpPr>
            <p:spPr bwMode="auto">
              <a:xfrm flipH="1">
                <a:off x="11220" y="5904"/>
                <a:ext cx="0" cy="1814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00000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23" name="直接连接符 622"/>
              <p:cNvCxnSpPr/>
              <p:nvPr>
                <p:custDataLst>
                  <p:tags r:id="rId146"/>
                </p:custDataLst>
              </p:nvPr>
            </p:nvCxnSpPr>
            <p:spPr bwMode="auto">
              <a:xfrm flipH="1">
                <a:off x="12127" y="5904"/>
                <a:ext cx="0" cy="1814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00000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24" name="直接连接符 623"/>
              <p:cNvCxnSpPr/>
              <p:nvPr>
                <p:custDataLst>
                  <p:tags r:id="rId147"/>
                </p:custDataLst>
              </p:nvPr>
            </p:nvCxnSpPr>
            <p:spPr bwMode="auto">
              <a:xfrm flipH="1">
                <a:off x="13034" y="5904"/>
                <a:ext cx="0" cy="1814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00000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625" name="组合 624"/>
            <p:cNvGrpSpPr/>
            <p:nvPr/>
          </p:nvGrpSpPr>
          <p:grpSpPr>
            <a:xfrm>
              <a:off x="3572" y="6009"/>
              <a:ext cx="282" cy="1701"/>
              <a:chOff x="1928" y="8277"/>
              <a:chExt cx="282" cy="1701"/>
            </a:xfrm>
          </p:grpSpPr>
          <p:sp>
            <p:nvSpPr>
              <p:cNvPr id="626" name="Text Box 191"/>
              <p:cNvSpPr txBox="1">
                <a:spLocks noChangeArrowheads="1"/>
              </p:cNvSpPr>
              <p:nvPr>
                <p:custDataLst>
                  <p:tags r:id="rId98"/>
                </p:custDataLst>
              </p:nvPr>
            </p:nvSpPr>
            <p:spPr bwMode="auto">
              <a:xfrm>
                <a:off x="1928" y="8277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627" name="Text Box 191"/>
              <p:cNvSpPr txBox="1">
                <a:spLocks noChangeArrowheads="1"/>
              </p:cNvSpPr>
              <p:nvPr>
                <p:custDataLst>
                  <p:tags r:id="rId99"/>
                </p:custDataLst>
              </p:nvPr>
            </p:nvSpPr>
            <p:spPr bwMode="auto">
              <a:xfrm>
                <a:off x="1928" y="8731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628" name="Text Box 191"/>
              <p:cNvSpPr txBox="1">
                <a:spLocks noChangeArrowheads="1"/>
              </p:cNvSpPr>
              <p:nvPr>
                <p:custDataLst>
                  <p:tags r:id="rId100"/>
                </p:custDataLst>
              </p:nvPr>
            </p:nvSpPr>
            <p:spPr bwMode="auto">
              <a:xfrm>
                <a:off x="1928" y="9184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629" name="Text Box 191"/>
              <p:cNvSpPr txBox="1">
                <a:spLocks noChangeArrowheads="1"/>
              </p:cNvSpPr>
              <p:nvPr>
                <p:custDataLst>
                  <p:tags r:id="rId101"/>
                </p:custDataLst>
              </p:nvPr>
            </p:nvSpPr>
            <p:spPr bwMode="auto">
              <a:xfrm>
                <a:off x="1928" y="9638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</p:grpSp>
        <p:grpSp>
          <p:nvGrpSpPr>
            <p:cNvPr id="630" name="组合 629"/>
            <p:cNvGrpSpPr/>
            <p:nvPr/>
          </p:nvGrpSpPr>
          <p:grpSpPr>
            <a:xfrm>
              <a:off x="4144" y="6009"/>
              <a:ext cx="3003" cy="1701"/>
              <a:chOff x="2665" y="8277"/>
              <a:chExt cx="3003" cy="1701"/>
            </a:xfrm>
          </p:grpSpPr>
          <p:sp>
            <p:nvSpPr>
              <p:cNvPr id="631" name="Text Box 191"/>
              <p:cNvSpPr txBox="1">
                <a:spLocks noChangeArrowheads="1"/>
              </p:cNvSpPr>
              <p:nvPr>
                <p:custDataLst>
                  <p:tags r:id="rId82"/>
                </p:custDataLst>
              </p:nvPr>
            </p:nvSpPr>
            <p:spPr bwMode="auto">
              <a:xfrm>
                <a:off x="2665" y="8277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632" name="Text Box 191"/>
              <p:cNvSpPr txBox="1">
                <a:spLocks noChangeArrowheads="1"/>
              </p:cNvSpPr>
              <p:nvPr>
                <p:custDataLst>
                  <p:tags r:id="rId83"/>
                </p:custDataLst>
              </p:nvPr>
            </p:nvSpPr>
            <p:spPr bwMode="auto">
              <a:xfrm>
                <a:off x="2665" y="8731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633" name="Text Box 191"/>
              <p:cNvSpPr txBox="1">
                <a:spLocks noChangeArrowheads="1"/>
              </p:cNvSpPr>
              <p:nvPr>
                <p:custDataLst>
                  <p:tags r:id="rId84"/>
                </p:custDataLst>
              </p:nvPr>
            </p:nvSpPr>
            <p:spPr bwMode="auto">
              <a:xfrm>
                <a:off x="2665" y="9184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634" name="Text Box 191"/>
              <p:cNvSpPr txBox="1">
                <a:spLocks noChangeArrowheads="1"/>
              </p:cNvSpPr>
              <p:nvPr>
                <p:custDataLst>
                  <p:tags r:id="rId85"/>
                </p:custDataLst>
              </p:nvPr>
            </p:nvSpPr>
            <p:spPr bwMode="auto">
              <a:xfrm>
                <a:off x="2665" y="9638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635" name="Text Box 191"/>
              <p:cNvSpPr txBox="1">
                <a:spLocks noChangeArrowheads="1"/>
              </p:cNvSpPr>
              <p:nvPr>
                <p:custDataLst>
                  <p:tags r:id="rId86"/>
                </p:custDataLst>
              </p:nvPr>
            </p:nvSpPr>
            <p:spPr bwMode="auto">
              <a:xfrm>
                <a:off x="3572" y="8277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636" name="Text Box 191"/>
              <p:cNvSpPr txBox="1">
                <a:spLocks noChangeArrowheads="1"/>
              </p:cNvSpPr>
              <p:nvPr>
                <p:custDataLst>
                  <p:tags r:id="rId87"/>
                </p:custDataLst>
              </p:nvPr>
            </p:nvSpPr>
            <p:spPr bwMode="auto">
              <a:xfrm>
                <a:off x="3572" y="8731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637" name="Text Box 191"/>
              <p:cNvSpPr txBox="1">
                <a:spLocks noChangeArrowheads="1"/>
              </p:cNvSpPr>
              <p:nvPr>
                <p:custDataLst>
                  <p:tags r:id="rId88"/>
                </p:custDataLst>
              </p:nvPr>
            </p:nvSpPr>
            <p:spPr bwMode="auto">
              <a:xfrm>
                <a:off x="3572" y="9184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638" name="Text Box 191"/>
              <p:cNvSpPr txBox="1">
                <a:spLocks noChangeArrowheads="1"/>
              </p:cNvSpPr>
              <p:nvPr>
                <p:custDataLst>
                  <p:tags r:id="rId89"/>
                </p:custDataLst>
              </p:nvPr>
            </p:nvSpPr>
            <p:spPr bwMode="auto">
              <a:xfrm>
                <a:off x="3572" y="9638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639" name="Text Box 191"/>
              <p:cNvSpPr txBox="1">
                <a:spLocks noChangeArrowheads="1"/>
              </p:cNvSpPr>
              <p:nvPr>
                <p:custDataLst>
                  <p:tags r:id="rId90"/>
                </p:custDataLst>
              </p:nvPr>
            </p:nvSpPr>
            <p:spPr bwMode="auto">
              <a:xfrm>
                <a:off x="4479" y="8277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640" name="Text Box 191"/>
              <p:cNvSpPr txBox="1">
                <a:spLocks noChangeArrowheads="1"/>
              </p:cNvSpPr>
              <p:nvPr>
                <p:custDataLst>
                  <p:tags r:id="rId91"/>
                </p:custDataLst>
              </p:nvPr>
            </p:nvSpPr>
            <p:spPr bwMode="auto">
              <a:xfrm>
                <a:off x="4479" y="8731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641" name="Text Box 191"/>
              <p:cNvSpPr txBox="1">
                <a:spLocks noChangeArrowheads="1"/>
              </p:cNvSpPr>
              <p:nvPr>
                <p:custDataLst>
                  <p:tags r:id="rId92"/>
                </p:custDataLst>
              </p:nvPr>
            </p:nvSpPr>
            <p:spPr bwMode="auto">
              <a:xfrm>
                <a:off x="4479" y="9184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642" name="Text Box 191"/>
              <p:cNvSpPr txBox="1">
                <a:spLocks noChangeArrowheads="1"/>
              </p:cNvSpPr>
              <p:nvPr>
                <p:custDataLst>
                  <p:tags r:id="rId93"/>
                </p:custDataLst>
              </p:nvPr>
            </p:nvSpPr>
            <p:spPr bwMode="auto">
              <a:xfrm>
                <a:off x="4479" y="9638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643" name="Text Box 191"/>
              <p:cNvSpPr txBox="1">
                <a:spLocks noChangeArrowheads="1"/>
              </p:cNvSpPr>
              <p:nvPr>
                <p:custDataLst>
                  <p:tags r:id="rId94"/>
                </p:custDataLst>
              </p:nvPr>
            </p:nvSpPr>
            <p:spPr bwMode="auto">
              <a:xfrm>
                <a:off x="5386" y="8277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644" name="Text Box 191"/>
              <p:cNvSpPr txBox="1">
                <a:spLocks noChangeArrowheads="1"/>
              </p:cNvSpPr>
              <p:nvPr>
                <p:custDataLst>
                  <p:tags r:id="rId95"/>
                </p:custDataLst>
              </p:nvPr>
            </p:nvSpPr>
            <p:spPr bwMode="auto">
              <a:xfrm>
                <a:off x="5386" y="8731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645" name="Text Box 191"/>
              <p:cNvSpPr txBox="1">
                <a:spLocks noChangeArrowheads="1"/>
              </p:cNvSpPr>
              <p:nvPr>
                <p:custDataLst>
                  <p:tags r:id="rId96"/>
                </p:custDataLst>
              </p:nvPr>
            </p:nvSpPr>
            <p:spPr bwMode="auto">
              <a:xfrm>
                <a:off x="5386" y="9184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646" name="Text Box 191"/>
              <p:cNvSpPr txBox="1">
                <a:spLocks noChangeArrowheads="1"/>
              </p:cNvSpPr>
              <p:nvPr>
                <p:custDataLst>
                  <p:tags r:id="rId97"/>
                </p:custDataLst>
              </p:nvPr>
            </p:nvSpPr>
            <p:spPr bwMode="auto">
              <a:xfrm>
                <a:off x="5386" y="9638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</p:grpSp>
        <p:grpSp>
          <p:nvGrpSpPr>
            <p:cNvPr id="647" name="组合 646"/>
            <p:cNvGrpSpPr/>
            <p:nvPr/>
          </p:nvGrpSpPr>
          <p:grpSpPr>
            <a:xfrm>
              <a:off x="7773" y="6009"/>
              <a:ext cx="3003" cy="1701"/>
              <a:chOff x="2665" y="8277"/>
              <a:chExt cx="3003" cy="1701"/>
            </a:xfrm>
          </p:grpSpPr>
          <p:sp>
            <p:nvSpPr>
              <p:cNvPr id="648" name="Text Box 191"/>
              <p:cNvSpPr txBox="1">
                <a:spLocks noChangeArrowheads="1"/>
              </p:cNvSpPr>
              <p:nvPr>
                <p:custDataLst>
                  <p:tags r:id="rId66"/>
                </p:custDataLst>
              </p:nvPr>
            </p:nvSpPr>
            <p:spPr bwMode="auto">
              <a:xfrm>
                <a:off x="2665" y="8277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649" name="Text Box 191"/>
              <p:cNvSpPr txBox="1">
                <a:spLocks noChangeArrowheads="1"/>
              </p:cNvSpPr>
              <p:nvPr>
                <p:custDataLst>
                  <p:tags r:id="rId67"/>
                </p:custDataLst>
              </p:nvPr>
            </p:nvSpPr>
            <p:spPr bwMode="auto">
              <a:xfrm>
                <a:off x="2665" y="8731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650" name="Text Box 191"/>
              <p:cNvSpPr txBox="1">
                <a:spLocks noChangeArrowheads="1"/>
              </p:cNvSpPr>
              <p:nvPr>
                <p:custDataLst>
                  <p:tags r:id="rId68"/>
                </p:custDataLst>
              </p:nvPr>
            </p:nvSpPr>
            <p:spPr bwMode="auto">
              <a:xfrm>
                <a:off x="2665" y="9184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651" name="Text Box 191"/>
              <p:cNvSpPr txBox="1">
                <a:spLocks noChangeArrowheads="1"/>
              </p:cNvSpPr>
              <p:nvPr>
                <p:custDataLst>
                  <p:tags r:id="rId69"/>
                </p:custDataLst>
              </p:nvPr>
            </p:nvSpPr>
            <p:spPr bwMode="auto">
              <a:xfrm>
                <a:off x="2665" y="9638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652" name="Text Box 191"/>
              <p:cNvSpPr txBox="1">
                <a:spLocks noChangeArrowheads="1"/>
              </p:cNvSpPr>
              <p:nvPr>
                <p:custDataLst>
                  <p:tags r:id="rId70"/>
                </p:custDataLst>
              </p:nvPr>
            </p:nvSpPr>
            <p:spPr bwMode="auto">
              <a:xfrm>
                <a:off x="3572" y="8277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653" name="Text Box 191"/>
              <p:cNvSpPr txBox="1">
                <a:spLocks noChangeArrowheads="1"/>
              </p:cNvSpPr>
              <p:nvPr>
                <p:custDataLst>
                  <p:tags r:id="rId71"/>
                </p:custDataLst>
              </p:nvPr>
            </p:nvSpPr>
            <p:spPr bwMode="auto">
              <a:xfrm>
                <a:off x="3572" y="8731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654" name="Text Box 191"/>
              <p:cNvSpPr txBox="1">
                <a:spLocks noChangeArrowheads="1"/>
              </p:cNvSpPr>
              <p:nvPr>
                <p:custDataLst>
                  <p:tags r:id="rId72"/>
                </p:custDataLst>
              </p:nvPr>
            </p:nvSpPr>
            <p:spPr bwMode="auto">
              <a:xfrm>
                <a:off x="3572" y="9184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655" name="Text Box 191"/>
              <p:cNvSpPr txBox="1">
                <a:spLocks noChangeArrowheads="1"/>
              </p:cNvSpPr>
              <p:nvPr>
                <p:custDataLst>
                  <p:tags r:id="rId73"/>
                </p:custDataLst>
              </p:nvPr>
            </p:nvSpPr>
            <p:spPr bwMode="auto">
              <a:xfrm>
                <a:off x="3572" y="9638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656" name="Text Box 191"/>
              <p:cNvSpPr txBox="1">
                <a:spLocks noChangeArrowheads="1"/>
              </p:cNvSpPr>
              <p:nvPr>
                <p:custDataLst>
                  <p:tags r:id="rId74"/>
                </p:custDataLst>
              </p:nvPr>
            </p:nvSpPr>
            <p:spPr bwMode="auto">
              <a:xfrm>
                <a:off x="4479" y="8277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657" name="Text Box 191"/>
              <p:cNvSpPr txBox="1">
                <a:spLocks noChangeArrowheads="1"/>
              </p:cNvSpPr>
              <p:nvPr>
                <p:custDataLst>
                  <p:tags r:id="rId75"/>
                </p:custDataLst>
              </p:nvPr>
            </p:nvSpPr>
            <p:spPr bwMode="auto">
              <a:xfrm>
                <a:off x="4479" y="8731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658" name="Text Box 191"/>
              <p:cNvSpPr txBox="1">
                <a:spLocks noChangeArrowheads="1"/>
              </p:cNvSpPr>
              <p:nvPr>
                <p:custDataLst>
                  <p:tags r:id="rId76"/>
                </p:custDataLst>
              </p:nvPr>
            </p:nvSpPr>
            <p:spPr bwMode="auto">
              <a:xfrm>
                <a:off x="4479" y="9184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659" name="Text Box 191"/>
              <p:cNvSpPr txBox="1">
                <a:spLocks noChangeArrowheads="1"/>
              </p:cNvSpPr>
              <p:nvPr>
                <p:custDataLst>
                  <p:tags r:id="rId77"/>
                </p:custDataLst>
              </p:nvPr>
            </p:nvSpPr>
            <p:spPr bwMode="auto">
              <a:xfrm>
                <a:off x="4479" y="9638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660" name="Text Box 191"/>
              <p:cNvSpPr txBox="1">
                <a:spLocks noChangeArrowheads="1"/>
              </p:cNvSpPr>
              <p:nvPr>
                <p:custDataLst>
                  <p:tags r:id="rId78"/>
                </p:custDataLst>
              </p:nvPr>
            </p:nvSpPr>
            <p:spPr bwMode="auto">
              <a:xfrm>
                <a:off x="5386" y="8277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661" name="Text Box 191"/>
              <p:cNvSpPr txBox="1">
                <a:spLocks noChangeArrowheads="1"/>
              </p:cNvSpPr>
              <p:nvPr>
                <p:custDataLst>
                  <p:tags r:id="rId79"/>
                </p:custDataLst>
              </p:nvPr>
            </p:nvSpPr>
            <p:spPr bwMode="auto">
              <a:xfrm>
                <a:off x="5386" y="8731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662" name="Text Box 191"/>
              <p:cNvSpPr txBox="1">
                <a:spLocks noChangeArrowheads="1"/>
              </p:cNvSpPr>
              <p:nvPr>
                <p:custDataLst>
                  <p:tags r:id="rId80"/>
                </p:custDataLst>
              </p:nvPr>
            </p:nvSpPr>
            <p:spPr bwMode="auto">
              <a:xfrm>
                <a:off x="5386" y="9184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663" name="Text Box 191"/>
              <p:cNvSpPr txBox="1">
                <a:spLocks noChangeArrowheads="1"/>
              </p:cNvSpPr>
              <p:nvPr>
                <p:custDataLst>
                  <p:tags r:id="rId81"/>
                </p:custDataLst>
              </p:nvPr>
            </p:nvSpPr>
            <p:spPr bwMode="auto">
              <a:xfrm>
                <a:off x="5386" y="9638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</p:grpSp>
        <p:grpSp>
          <p:nvGrpSpPr>
            <p:cNvPr id="664" name="组合 663"/>
            <p:cNvGrpSpPr/>
            <p:nvPr/>
          </p:nvGrpSpPr>
          <p:grpSpPr>
            <a:xfrm>
              <a:off x="11401" y="6009"/>
              <a:ext cx="1189" cy="1701"/>
              <a:chOff x="9921" y="8277"/>
              <a:chExt cx="1189" cy="1701"/>
            </a:xfrm>
          </p:grpSpPr>
          <p:sp>
            <p:nvSpPr>
              <p:cNvPr id="665" name="Text Box 191"/>
              <p:cNvSpPr txBox="1">
                <a:spLocks noChangeArrowheads="1"/>
              </p:cNvSpPr>
              <p:nvPr>
                <p:custDataLst>
                  <p:tags r:id="rId58"/>
                </p:custDataLst>
              </p:nvPr>
            </p:nvSpPr>
            <p:spPr bwMode="auto">
              <a:xfrm>
                <a:off x="9921" y="8277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666" name="Text Box 191"/>
              <p:cNvSpPr txBox="1">
                <a:spLocks noChangeArrowheads="1"/>
              </p:cNvSpPr>
              <p:nvPr>
                <p:custDataLst>
                  <p:tags r:id="rId59"/>
                </p:custDataLst>
              </p:nvPr>
            </p:nvSpPr>
            <p:spPr bwMode="auto">
              <a:xfrm>
                <a:off x="9921" y="8731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667" name="Text Box 191"/>
              <p:cNvSpPr txBox="1">
                <a:spLocks noChangeArrowheads="1"/>
              </p:cNvSpPr>
              <p:nvPr>
                <p:custDataLst>
                  <p:tags r:id="rId60"/>
                </p:custDataLst>
              </p:nvPr>
            </p:nvSpPr>
            <p:spPr bwMode="auto">
              <a:xfrm>
                <a:off x="9921" y="9184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668" name="Text Box 191"/>
              <p:cNvSpPr txBox="1">
                <a:spLocks noChangeArrowheads="1"/>
              </p:cNvSpPr>
              <p:nvPr>
                <p:custDataLst>
                  <p:tags r:id="rId61"/>
                </p:custDataLst>
              </p:nvPr>
            </p:nvSpPr>
            <p:spPr bwMode="auto">
              <a:xfrm>
                <a:off x="9921" y="9638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669" name="Text Box 191"/>
              <p:cNvSpPr txBox="1">
                <a:spLocks noChangeArrowheads="1"/>
              </p:cNvSpPr>
              <p:nvPr>
                <p:custDataLst>
                  <p:tags r:id="rId62"/>
                </p:custDataLst>
              </p:nvPr>
            </p:nvSpPr>
            <p:spPr bwMode="auto">
              <a:xfrm>
                <a:off x="10828" y="8277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670" name="Text Box 191"/>
              <p:cNvSpPr txBox="1">
                <a:spLocks noChangeArrowheads="1"/>
              </p:cNvSpPr>
              <p:nvPr>
                <p:custDataLst>
                  <p:tags r:id="rId63"/>
                </p:custDataLst>
              </p:nvPr>
            </p:nvSpPr>
            <p:spPr bwMode="auto">
              <a:xfrm>
                <a:off x="10828" y="8731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671" name="Text Box 191"/>
              <p:cNvSpPr txBox="1">
                <a:spLocks noChangeArrowheads="1"/>
              </p:cNvSpPr>
              <p:nvPr>
                <p:custDataLst>
                  <p:tags r:id="rId64"/>
                </p:custDataLst>
              </p:nvPr>
            </p:nvSpPr>
            <p:spPr bwMode="auto">
              <a:xfrm>
                <a:off x="10828" y="9184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672" name="Text Box 191"/>
              <p:cNvSpPr txBox="1">
                <a:spLocks noChangeArrowheads="1"/>
              </p:cNvSpPr>
              <p:nvPr>
                <p:custDataLst>
                  <p:tags r:id="rId65"/>
                </p:custDataLst>
              </p:nvPr>
            </p:nvSpPr>
            <p:spPr bwMode="auto">
              <a:xfrm>
                <a:off x="10828" y="9638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</p:grpSp>
      </p:grpSp>
      <p:sp>
        <p:nvSpPr>
          <p:cNvPr id="31" name="AutoShape 62">
            <a:hlinkClick r:id="rId241" action="ppaction://hlinksldjump"/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 rot="5400000">
            <a:off x="2988000" y="6534764"/>
            <a:ext cx="287337" cy="269886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  <a:scene3d>
            <a:camera prst="orthographicFront">
              <a:rot lat="0" lon="0" rev="10800000"/>
            </a:camera>
            <a:lightRig rig="threePt" dir="t"/>
          </a:scene3d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23</a:t>
            </a:r>
          </a:p>
        </p:txBody>
      </p:sp>
      <p:sp>
        <p:nvSpPr>
          <p:cNvPr id="278" name="Text Box 4">
            <a:extLst>
              <a:ext uri="{FF2B5EF4-FFF2-40B4-BE49-F238E27FC236}">
                <a16:creationId xmlns:a16="http://schemas.microsoft.com/office/drawing/2014/main" id="{D25C7EC4-884D-49D3-B3F5-CF7F7C62A3F2}"/>
              </a:ext>
            </a:extLst>
          </p:cNvPr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4644008" y="2564904"/>
            <a:ext cx="4068000" cy="288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36195" tIns="10795" rIns="36195" bIns="10795" anchor="ctr" anchorCtr="0">
            <a:noAutofit/>
          </a:bodyPr>
          <a:lstStyle/>
          <a:p>
            <a:pPr marL="443865" indent="-443865">
              <a:lnSpc>
                <a:spcPct val="90000"/>
              </a:lnSpc>
            </a:pP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低位的</a:t>
            </a:r>
            <a:r>
              <a:rPr lang="zh-CN" altLang="en-US" sz="16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进位逻辑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，即当前位状态的激励函数</a:t>
            </a:r>
          </a:p>
        </p:txBody>
      </p:sp>
      <p:sp>
        <p:nvSpPr>
          <p:cNvPr id="279" name="Text Box 4">
            <a:extLst>
              <a:ext uri="{FF2B5EF4-FFF2-40B4-BE49-F238E27FC236}">
                <a16:creationId xmlns:a16="http://schemas.microsoft.com/office/drawing/2014/main" id="{DCB0AFA1-CFB3-46FF-A05B-D983ECB58D2C}"/>
              </a:ext>
            </a:extLst>
          </p:cNvPr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5076055" y="2924944"/>
            <a:ext cx="2232617" cy="288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36195" tIns="10795" rIns="36195" bIns="10795" anchor="ctr" anchorCtr="0">
            <a:noAutofit/>
          </a:bodyPr>
          <a:lstStyle/>
          <a:p>
            <a:pPr marL="443865" indent="-443865">
              <a:lnSpc>
                <a:spcPct val="90000"/>
              </a:lnSpc>
            </a:pP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数据保持，即暂停计数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15" grpId="0" bldLvl="0" animBg="1"/>
      <p:bldP spid="16" grpId="0" bldLvl="0"/>
      <p:bldP spid="18" grpId="0" bldLvl="0" animBg="1"/>
      <p:bldP spid="278" grpId="0" bldLvl="0"/>
      <p:bldP spid="279" grpId="0" bldLvl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CDC32E5-927F-4480-9F9F-40FB0DB61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26</a:t>
            </a:fld>
            <a:endParaRPr lang="en-US" altLang="zh-CN"/>
          </a:p>
        </p:txBody>
      </p:sp>
      <p:sp>
        <p:nvSpPr>
          <p:cNvPr id="3" name="Text Box 7">
            <a:extLst>
              <a:ext uri="{FF2B5EF4-FFF2-40B4-BE49-F238E27FC236}">
                <a16:creationId xmlns:a16="http://schemas.microsoft.com/office/drawing/2014/main" id="{F9153BD7-FC4F-476C-8192-9B0B2AFAA57B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069" y="332656"/>
            <a:ext cx="5257167" cy="569482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计数器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的同</a:t>
            </a:r>
            <a:r>
              <a:rPr lang="zh-CN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步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异步时序逻辑分析：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1150620" indent="-115062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功能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&amp;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组成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二进制加法、带控制端</a:t>
            </a:r>
            <a:endParaRPr lang="en-US" altLang="zh-CN" sz="2200" b="1" dirty="0">
              <a:latin typeface="宋体" panose="02010600030101010101" pitchFamily="2" charset="-122"/>
              <a:sym typeface="+mn-ea"/>
            </a:endParaRPr>
          </a:p>
          <a:p>
            <a:pPr marL="1150620" indent="-115062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latin typeface="宋体" panose="02010600030101010101" pitchFamily="2" charset="-122"/>
              <a:sym typeface="+mn-ea"/>
            </a:endParaRPr>
          </a:p>
          <a:p>
            <a:pPr marL="1150620" indent="-115062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latin typeface="宋体" panose="02010600030101010101" pitchFamily="2" charset="-122"/>
              <a:sym typeface="+mn-ea"/>
            </a:endParaRPr>
          </a:p>
          <a:p>
            <a:pPr marL="1150620" indent="-115062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latin typeface="宋体" panose="02010600030101010101" pitchFamily="2" charset="-122"/>
              <a:sym typeface="+mn-ea"/>
            </a:endParaRPr>
          </a:p>
          <a:p>
            <a:pPr marL="1150620" indent="-115062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latin typeface="宋体" panose="02010600030101010101" pitchFamily="2" charset="-122"/>
              <a:sym typeface="+mn-ea"/>
            </a:endParaRPr>
          </a:p>
          <a:p>
            <a:pPr marL="1150620" indent="-115062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latin typeface="宋体" panose="02010600030101010101" pitchFamily="2" charset="-122"/>
              <a:sym typeface="+mn-ea"/>
            </a:endParaRPr>
          </a:p>
          <a:p>
            <a:pPr marL="1150620" indent="-115062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latin typeface="宋体" panose="02010600030101010101" pitchFamily="2" charset="-122"/>
              <a:sym typeface="+mn-ea"/>
            </a:endParaRPr>
          </a:p>
          <a:p>
            <a:pPr marL="1150620" indent="-115062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dirty="0">
              <a:latin typeface="宋体" panose="02010600030101010101" pitchFamily="2" charset="-122"/>
              <a:sym typeface="+mn-ea"/>
            </a:endParaRPr>
          </a:p>
          <a:p>
            <a:pPr marL="1150620" indent="-1150620" eaLnBrk="1" latinLnBrk="0" hangingPunct="1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加法原理：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 marL="1150620" indent="-1150620" eaLnBrk="1" latinLnBrk="0" hangingPunct="1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特征方程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 marL="1150620" indent="-115062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输出函数：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 marL="1150620" indent="-115062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激励函数：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 marL="1150620" indent="-115062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状态函数：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</p:txBody>
      </p:sp>
      <p:grpSp>
        <p:nvGrpSpPr>
          <p:cNvPr id="244" name="组合 243">
            <a:extLst>
              <a:ext uri="{FF2B5EF4-FFF2-40B4-BE49-F238E27FC236}">
                <a16:creationId xmlns:a16="http://schemas.microsoft.com/office/drawing/2014/main" id="{DE905366-DE67-462C-A325-10C2647CB4A6}"/>
              </a:ext>
            </a:extLst>
          </p:cNvPr>
          <p:cNvGrpSpPr/>
          <p:nvPr/>
        </p:nvGrpSpPr>
        <p:grpSpPr>
          <a:xfrm>
            <a:off x="2051720" y="1260000"/>
            <a:ext cx="2915900" cy="2664000"/>
            <a:chOff x="1187624" y="2628000"/>
            <a:chExt cx="2915900" cy="2664000"/>
          </a:xfrm>
        </p:grpSpPr>
        <p:grpSp>
          <p:nvGrpSpPr>
            <p:cNvPr id="282" name="组合 281">
              <a:extLst>
                <a:ext uri="{FF2B5EF4-FFF2-40B4-BE49-F238E27FC236}">
                  <a16:creationId xmlns:a16="http://schemas.microsoft.com/office/drawing/2014/main" id="{F07A5160-0CB3-41A7-A5EB-1061F9868BDB}"/>
                </a:ext>
              </a:extLst>
            </p:cNvPr>
            <p:cNvGrpSpPr/>
            <p:nvPr/>
          </p:nvGrpSpPr>
          <p:grpSpPr>
            <a:xfrm>
              <a:off x="1187624" y="2628000"/>
              <a:ext cx="2915900" cy="2664000"/>
              <a:chOff x="2304000" y="2628000"/>
              <a:chExt cx="2915900" cy="2664000"/>
            </a:xfrm>
          </p:grpSpPr>
          <p:sp>
            <p:nvSpPr>
              <p:cNvPr id="315" name="Text Box 36">
                <a:extLst>
                  <a:ext uri="{FF2B5EF4-FFF2-40B4-BE49-F238E27FC236}">
                    <a16:creationId xmlns:a16="http://schemas.microsoft.com/office/drawing/2014/main" id="{0974947B-3376-46D1-89A3-EAF80AF16C79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48"/>
                </p:custDataLst>
              </p:nvPr>
            </p:nvSpPr>
            <p:spPr bwMode="auto">
              <a:xfrm>
                <a:off x="2628000" y="2628000"/>
                <a:ext cx="2304000" cy="2664000"/>
              </a:xfrm>
              <a:prstGeom prst="rect">
                <a:avLst/>
              </a:prstGeom>
              <a:solidFill>
                <a:srgbClr val="CCFF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36000" bIns="36000" anchor="b" anchorCtr="0">
                <a:noAutofit/>
              </a:bodyPr>
              <a:lstStyle/>
              <a:p>
                <a:pPr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600" b="1" dirty="0">
                    <a:latin typeface="宋体" panose="02010600030101010101" pitchFamily="2" charset="-122"/>
                  </a:rPr>
                  <a:t>同</a:t>
                </a:r>
                <a:r>
                  <a:rPr lang="zh-CN" altLang="en-US" sz="1600" b="1" u="none" dirty="0">
                    <a:latin typeface="宋体" panose="02010600030101010101" pitchFamily="2" charset="-122"/>
                  </a:rPr>
                  <a:t>步</a:t>
                </a:r>
              </a:p>
            </p:txBody>
          </p:sp>
          <p:sp>
            <p:nvSpPr>
              <p:cNvPr id="316" name="Text Box 36">
                <a:extLst>
                  <a:ext uri="{FF2B5EF4-FFF2-40B4-BE49-F238E27FC236}">
                    <a16:creationId xmlns:a16="http://schemas.microsoft.com/office/drawing/2014/main" id="{78133831-C275-4750-9BE2-310A281E9D4B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49"/>
                </p:custDataLst>
              </p:nvPr>
            </p:nvSpPr>
            <p:spPr bwMode="auto">
              <a:xfrm>
                <a:off x="3420000" y="2988000"/>
                <a:ext cx="216000" cy="212400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990099"/>
                </a:solidFill>
                <a:prstDash val="sysDash"/>
                <a:miter lim="800000"/>
              </a:ln>
              <a:effectLst/>
            </p:spPr>
            <p:txBody>
              <a:bodyPr vert="eaVert" wrap="square" lIns="0" tIns="36000" rIns="0" bIns="0" anchor="t" anchorCtr="0">
                <a:no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zh-CN" altLang="en-US" sz="1400" b="1" dirty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 状 态</a:t>
                </a:r>
                <a:endParaRPr lang="en-US" altLang="zh-CN" sz="1400" b="1" u="none" dirty="0">
                  <a:solidFill>
                    <a:srgbClr val="990099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317" name="Text Box 36">
                <a:extLst>
                  <a:ext uri="{FF2B5EF4-FFF2-40B4-BE49-F238E27FC236}">
                    <a16:creationId xmlns:a16="http://schemas.microsoft.com/office/drawing/2014/main" id="{DE05A693-821C-495C-8715-4CA39F66FB24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50"/>
                </p:custDataLst>
              </p:nvPr>
            </p:nvSpPr>
            <p:spPr bwMode="auto">
              <a:xfrm>
                <a:off x="3708000" y="2916000"/>
                <a:ext cx="612000" cy="230400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C00000"/>
                </a:solidFill>
                <a:prstDash val="sysDash"/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endParaRPr lang="en-US" altLang="zh-CN" sz="1600" b="1" u="none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18" name="Text Box 191">
                <a:extLst>
                  <a:ext uri="{FF2B5EF4-FFF2-40B4-BE49-F238E27FC236}">
                    <a16:creationId xmlns:a16="http://schemas.microsoft.com/office/drawing/2014/main" id="{CFA95FBC-DFE7-4076-9590-10D3155C2DD7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51"/>
                </p:custDataLst>
              </p:nvPr>
            </p:nvSpPr>
            <p:spPr bwMode="auto">
              <a:xfrm>
                <a:off x="2304000" y="4932000"/>
                <a:ext cx="252000" cy="2159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CP</a:t>
                </a:r>
              </a:p>
            </p:txBody>
          </p:sp>
          <p:sp>
            <p:nvSpPr>
              <p:cNvPr id="319" name="Text Box 36">
                <a:extLst>
                  <a:ext uri="{FF2B5EF4-FFF2-40B4-BE49-F238E27FC236}">
                    <a16:creationId xmlns:a16="http://schemas.microsoft.com/office/drawing/2014/main" id="{5CFE2AB8-9482-45F6-842E-D6375C035DD1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52"/>
                </p:custDataLst>
              </p:nvPr>
            </p:nvSpPr>
            <p:spPr bwMode="auto">
              <a:xfrm>
                <a:off x="4644000" y="2988000"/>
                <a:ext cx="216001" cy="187200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accent2"/>
                </a:solidFill>
                <a:prstDash val="sysDash"/>
                <a:miter lim="800000"/>
              </a:ln>
              <a:effectLst/>
            </p:spPr>
            <p:txBody>
              <a:bodyPr vert="eaVert" wrap="square" lIns="0" tIns="0" rIns="0" bIns="0" anchor="ctr" anchorCtr="0">
                <a:no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zh-CN" altLang="en-US" sz="14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  输出</a:t>
                </a:r>
                <a:endParaRPr lang="en-US" altLang="zh-CN" sz="1400" b="1" u="none" dirty="0">
                  <a:solidFill>
                    <a:schemeClr val="accent2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320" name="Text Box 191">
                <a:extLst>
                  <a:ext uri="{FF2B5EF4-FFF2-40B4-BE49-F238E27FC236}">
                    <a16:creationId xmlns:a16="http://schemas.microsoft.com/office/drawing/2014/main" id="{9AB4757C-6B11-48E3-A8C9-6293EE455553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53"/>
                </p:custDataLst>
              </p:nvPr>
            </p:nvSpPr>
            <p:spPr bwMode="auto">
              <a:xfrm>
                <a:off x="5003157" y="2953428"/>
                <a:ext cx="215900" cy="2159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Q</a:t>
                </a:r>
                <a:r>
                  <a:rPr lang="en-US" altLang="zh-CN" sz="1600" b="1" baseline="-250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321" name="Text Box 191">
                <a:extLst>
                  <a:ext uri="{FF2B5EF4-FFF2-40B4-BE49-F238E27FC236}">
                    <a16:creationId xmlns:a16="http://schemas.microsoft.com/office/drawing/2014/main" id="{85D37494-73B3-403D-90EF-6ADEE4F16C1A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54"/>
                </p:custDataLst>
              </p:nvPr>
            </p:nvSpPr>
            <p:spPr bwMode="auto">
              <a:xfrm>
                <a:off x="5003157" y="3528000"/>
                <a:ext cx="215900" cy="2159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Q</a:t>
                </a:r>
                <a:r>
                  <a:rPr lang="en-US" altLang="zh-CN" sz="1600" b="1" baseline="-250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322" name="Text Box 191">
                <a:extLst>
                  <a:ext uri="{FF2B5EF4-FFF2-40B4-BE49-F238E27FC236}">
                    <a16:creationId xmlns:a16="http://schemas.microsoft.com/office/drawing/2014/main" id="{754AF9C9-EDA0-4211-8ECC-36E092367192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55"/>
                </p:custDataLst>
              </p:nvPr>
            </p:nvSpPr>
            <p:spPr bwMode="auto">
              <a:xfrm>
                <a:off x="5002375" y="4104000"/>
                <a:ext cx="215900" cy="2159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Q</a:t>
                </a:r>
                <a:r>
                  <a:rPr lang="en-US" altLang="zh-CN" sz="1600" b="1" baseline="-250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2</a:t>
                </a:r>
              </a:p>
            </p:txBody>
          </p:sp>
          <p:sp>
            <p:nvSpPr>
              <p:cNvPr id="323" name="Text Box 191">
                <a:extLst>
                  <a:ext uri="{FF2B5EF4-FFF2-40B4-BE49-F238E27FC236}">
                    <a16:creationId xmlns:a16="http://schemas.microsoft.com/office/drawing/2014/main" id="{D659293C-825B-4BAA-9FDD-619B9DC13515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56"/>
                </p:custDataLst>
              </p:nvPr>
            </p:nvSpPr>
            <p:spPr bwMode="auto">
              <a:xfrm>
                <a:off x="5004000" y="4680000"/>
                <a:ext cx="215900" cy="2159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Q</a:t>
                </a:r>
                <a:r>
                  <a:rPr lang="en-US" altLang="zh-CN" sz="1600" b="1" baseline="-250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3</a:t>
                </a:r>
              </a:p>
            </p:txBody>
          </p:sp>
          <p:cxnSp>
            <p:nvCxnSpPr>
              <p:cNvPr id="324" name="直接箭头连接符 323">
                <a:extLst>
                  <a:ext uri="{FF2B5EF4-FFF2-40B4-BE49-F238E27FC236}">
                    <a16:creationId xmlns:a16="http://schemas.microsoft.com/office/drawing/2014/main" id="{7A744E76-28CD-4EDE-ADA2-6CF47E97794B}"/>
                  </a:ext>
                </a:extLst>
              </p:cNvPr>
              <p:cNvCxnSpPr>
                <a:cxnSpLocks/>
              </p:cNvCxnSpPr>
              <p:nvPr>
                <p:custDataLst>
                  <p:tags r:id="rId157"/>
                </p:custDataLst>
              </p:nvPr>
            </p:nvCxnSpPr>
            <p:spPr bwMode="auto">
              <a:xfrm flipV="1">
                <a:off x="4644000" y="3060000"/>
                <a:ext cx="21600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25" name="直接箭头连接符 324">
                <a:extLst>
                  <a:ext uri="{FF2B5EF4-FFF2-40B4-BE49-F238E27FC236}">
                    <a16:creationId xmlns:a16="http://schemas.microsoft.com/office/drawing/2014/main" id="{731DF7A4-5197-467D-BA75-34737274AB0B}"/>
                  </a:ext>
                </a:extLst>
              </p:cNvPr>
              <p:cNvCxnSpPr>
                <a:cxnSpLocks/>
              </p:cNvCxnSpPr>
              <p:nvPr>
                <p:custDataLst>
                  <p:tags r:id="rId158"/>
                </p:custDataLst>
              </p:nvPr>
            </p:nvCxnSpPr>
            <p:spPr bwMode="auto">
              <a:xfrm flipV="1">
                <a:off x="4644000" y="3636000"/>
                <a:ext cx="21600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26" name="直接箭头连接符 325">
                <a:extLst>
                  <a:ext uri="{FF2B5EF4-FFF2-40B4-BE49-F238E27FC236}">
                    <a16:creationId xmlns:a16="http://schemas.microsoft.com/office/drawing/2014/main" id="{7F4A6FA8-95B6-4C19-881F-CBF3453F23B8}"/>
                  </a:ext>
                </a:extLst>
              </p:cNvPr>
              <p:cNvCxnSpPr>
                <a:cxnSpLocks/>
              </p:cNvCxnSpPr>
              <p:nvPr>
                <p:custDataLst>
                  <p:tags r:id="rId159"/>
                </p:custDataLst>
              </p:nvPr>
            </p:nvCxnSpPr>
            <p:spPr bwMode="auto">
              <a:xfrm flipV="1">
                <a:off x="4644000" y="4212000"/>
                <a:ext cx="21600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27" name="直接箭头连接符 326">
                <a:extLst>
                  <a:ext uri="{FF2B5EF4-FFF2-40B4-BE49-F238E27FC236}">
                    <a16:creationId xmlns:a16="http://schemas.microsoft.com/office/drawing/2014/main" id="{B8AF33C1-C959-4505-B579-2F34AA33BF8F}"/>
                  </a:ext>
                </a:extLst>
              </p:cNvPr>
              <p:cNvCxnSpPr>
                <a:cxnSpLocks/>
              </p:cNvCxnSpPr>
              <p:nvPr>
                <p:custDataLst>
                  <p:tags r:id="rId160"/>
                </p:custDataLst>
              </p:nvPr>
            </p:nvCxnSpPr>
            <p:spPr bwMode="auto">
              <a:xfrm flipV="1">
                <a:off x="4644000" y="4788000"/>
                <a:ext cx="21600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28" name="直接箭头连接符 327">
                <a:extLst>
                  <a:ext uri="{FF2B5EF4-FFF2-40B4-BE49-F238E27FC236}">
                    <a16:creationId xmlns:a16="http://schemas.microsoft.com/office/drawing/2014/main" id="{1D2FA488-CA47-40B1-9321-7C5C86AB78CA}"/>
                  </a:ext>
                </a:extLst>
              </p:cNvPr>
              <p:cNvCxnSpPr>
                <a:cxnSpLocks/>
              </p:cNvCxnSpPr>
              <p:nvPr>
                <p:custDataLst>
                  <p:tags r:id="rId161"/>
                </p:custDataLst>
              </p:nvPr>
            </p:nvCxnSpPr>
            <p:spPr bwMode="auto">
              <a:xfrm flipV="1">
                <a:off x="4860000" y="3060000"/>
                <a:ext cx="14400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29" name="直接箭头连接符 328">
                <a:extLst>
                  <a:ext uri="{FF2B5EF4-FFF2-40B4-BE49-F238E27FC236}">
                    <a16:creationId xmlns:a16="http://schemas.microsoft.com/office/drawing/2014/main" id="{3F552D42-AE81-411E-8068-AAED2E568A7D}"/>
                  </a:ext>
                </a:extLst>
              </p:cNvPr>
              <p:cNvCxnSpPr>
                <a:cxnSpLocks/>
              </p:cNvCxnSpPr>
              <p:nvPr>
                <p:custDataLst>
                  <p:tags r:id="rId162"/>
                </p:custDataLst>
              </p:nvPr>
            </p:nvCxnSpPr>
            <p:spPr bwMode="auto">
              <a:xfrm flipV="1">
                <a:off x="4860000" y="3636000"/>
                <a:ext cx="14400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30" name="直接箭头连接符 329">
                <a:extLst>
                  <a:ext uri="{FF2B5EF4-FFF2-40B4-BE49-F238E27FC236}">
                    <a16:creationId xmlns:a16="http://schemas.microsoft.com/office/drawing/2014/main" id="{A404A2CE-0453-4BD9-BAFF-5F99724F3FF6}"/>
                  </a:ext>
                </a:extLst>
              </p:cNvPr>
              <p:cNvCxnSpPr>
                <a:cxnSpLocks/>
              </p:cNvCxnSpPr>
              <p:nvPr>
                <p:custDataLst>
                  <p:tags r:id="rId163"/>
                </p:custDataLst>
              </p:nvPr>
            </p:nvCxnSpPr>
            <p:spPr bwMode="auto">
              <a:xfrm flipV="1">
                <a:off x="4860000" y="4212000"/>
                <a:ext cx="14400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31" name="直接箭头连接符 330">
                <a:extLst>
                  <a:ext uri="{FF2B5EF4-FFF2-40B4-BE49-F238E27FC236}">
                    <a16:creationId xmlns:a16="http://schemas.microsoft.com/office/drawing/2014/main" id="{E5DCE8F2-8853-42F0-9B40-F0469F6BC74A}"/>
                  </a:ext>
                </a:extLst>
              </p:cNvPr>
              <p:cNvCxnSpPr>
                <a:cxnSpLocks/>
              </p:cNvCxnSpPr>
              <p:nvPr>
                <p:custDataLst>
                  <p:tags r:id="rId164"/>
                </p:custDataLst>
              </p:nvPr>
            </p:nvCxnSpPr>
            <p:spPr bwMode="auto">
              <a:xfrm flipV="1">
                <a:off x="4860000" y="4788000"/>
                <a:ext cx="14400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32" name="直接箭头连接符 331">
                <a:extLst>
                  <a:ext uri="{FF2B5EF4-FFF2-40B4-BE49-F238E27FC236}">
                    <a16:creationId xmlns:a16="http://schemas.microsoft.com/office/drawing/2014/main" id="{3DF8E17F-8879-43C5-ACE9-E2E6BBFCF8C0}"/>
                  </a:ext>
                </a:extLst>
              </p:cNvPr>
              <p:cNvCxnSpPr/>
              <p:nvPr>
                <p:custDataLst>
                  <p:tags r:id="rId165"/>
                </p:custDataLst>
              </p:nvPr>
            </p:nvCxnSpPr>
            <p:spPr bwMode="auto">
              <a:xfrm flipV="1">
                <a:off x="2556000" y="5040000"/>
                <a:ext cx="86400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33" name="直接箭头连接符 332">
                <a:extLst>
                  <a:ext uri="{FF2B5EF4-FFF2-40B4-BE49-F238E27FC236}">
                    <a16:creationId xmlns:a16="http://schemas.microsoft.com/office/drawing/2014/main" id="{46394228-C694-4BDD-BD46-605A623FFCFF}"/>
                  </a:ext>
                </a:extLst>
              </p:cNvPr>
              <p:cNvCxnSpPr/>
              <p:nvPr>
                <p:custDataLst>
                  <p:tags r:id="rId166"/>
                </p:custDataLst>
              </p:nvPr>
            </p:nvCxnSpPr>
            <p:spPr bwMode="auto">
              <a:xfrm flipV="1">
                <a:off x="2591752" y="3060000"/>
                <a:ext cx="10800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334" name="Text Box 36">
                <a:extLst>
                  <a:ext uri="{FF2B5EF4-FFF2-40B4-BE49-F238E27FC236}">
                    <a16:creationId xmlns:a16="http://schemas.microsoft.com/office/drawing/2014/main" id="{71871A2E-3F05-4B3C-BED6-22CD7BD650C6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67"/>
                </p:custDataLst>
              </p:nvPr>
            </p:nvSpPr>
            <p:spPr bwMode="auto">
              <a:xfrm>
                <a:off x="2699999" y="2988000"/>
                <a:ext cx="648000" cy="198000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accent2"/>
                </a:solidFill>
                <a:prstDash val="sysDash"/>
                <a:miter lim="800000"/>
              </a:ln>
              <a:effectLst/>
            </p:spPr>
            <p:txBody>
              <a:bodyPr vert="horz" wrap="square" lIns="0" tIns="108000" rIns="0" bIns="36000" anchor="t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   激</a:t>
                </a:r>
                <a:endParaRPr lang="en-US" altLang="zh-CN" sz="1400" b="1" dirty="0">
                  <a:solidFill>
                    <a:schemeClr val="accent2"/>
                  </a:solidFill>
                  <a:latin typeface="宋体" panose="02010600030101010101" pitchFamily="2" charset="-122"/>
                </a:endParaRPr>
              </a:p>
              <a:p>
                <a:pPr algn="ctr">
                  <a:lnSpc>
                    <a:spcPct val="90000"/>
                  </a:lnSpc>
                </a:pPr>
                <a:r>
                  <a:rPr lang="zh-CN" altLang="en-US" sz="14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   励</a:t>
                </a:r>
                <a:endParaRPr lang="en-US" altLang="zh-CN" sz="1400" b="1" u="none" dirty="0">
                  <a:solidFill>
                    <a:schemeClr val="accent2"/>
                  </a:solidFill>
                  <a:latin typeface="宋体" panose="02010600030101010101" pitchFamily="2" charset="-122"/>
                </a:endParaRPr>
              </a:p>
            </p:txBody>
          </p:sp>
          <p:cxnSp>
            <p:nvCxnSpPr>
              <p:cNvPr id="335" name="直接箭头连接符 334">
                <a:extLst>
                  <a:ext uri="{FF2B5EF4-FFF2-40B4-BE49-F238E27FC236}">
                    <a16:creationId xmlns:a16="http://schemas.microsoft.com/office/drawing/2014/main" id="{2D7D5E83-52D6-43DF-B6CF-996425F8E0E4}"/>
                  </a:ext>
                </a:extLst>
              </p:cNvPr>
              <p:cNvCxnSpPr/>
              <p:nvPr>
                <p:custDataLst>
                  <p:tags r:id="rId168"/>
                </p:custDataLst>
              </p:nvPr>
            </p:nvCxnSpPr>
            <p:spPr bwMode="auto">
              <a:xfrm flipV="1">
                <a:off x="3348000" y="3060000"/>
                <a:ext cx="7200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36" name="直接箭头连接符 335">
                <a:extLst>
                  <a:ext uri="{FF2B5EF4-FFF2-40B4-BE49-F238E27FC236}">
                    <a16:creationId xmlns:a16="http://schemas.microsoft.com/office/drawing/2014/main" id="{9CF11464-C69B-468A-A085-3557282F9B07}"/>
                  </a:ext>
                </a:extLst>
              </p:cNvPr>
              <p:cNvCxnSpPr/>
              <p:nvPr>
                <p:custDataLst>
                  <p:tags r:id="rId169"/>
                </p:custDataLst>
              </p:nvPr>
            </p:nvCxnSpPr>
            <p:spPr bwMode="auto">
              <a:xfrm flipV="1">
                <a:off x="3348000" y="3636000"/>
                <a:ext cx="7200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37" name="直接箭头连接符 336">
                <a:extLst>
                  <a:ext uri="{FF2B5EF4-FFF2-40B4-BE49-F238E27FC236}">
                    <a16:creationId xmlns:a16="http://schemas.microsoft.com/office/drawing/2014/main" id="{092F7B31-E1C3-4E84-BD0D-FD2CEB6609FD}"/>
                  </a:ext>
                </a:extLst>
              </p:cNvPr>
              <p:cNvCxnSpPr/>
              <p:nvPr>
                <p:custDataLst>
                  <p:tags r:id="rId170"/>
                </p:custDataLst>
              </p:nvPr>
            </p:nvCxnSpPr>
            <p:spPr bwMode="auto">
              <a:xfrm flipV="1">
                <a:off x="3348000" y="4212000"/>
                <a:ext cx="7200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38" name="直接箭头连接符 337">
                <a:extLst>
                  <a:ext uri="{FF2B5EF4-FFF2-40B4-BE49-F238E27FC236}">
                    <a16:creationId xmlns:a16="http://schemas.microsoft.com/office/drawing/2014/main" id="{D0B461EA-4BB1-41E5-A55A-6275A186517C}"/>
                  </a:ext>
                </a:extLst>
              </p:cNvPr>
              <p:cNvCxnSpPr/>
              <p:nvPr>
                <p:custDataLst>
                  <p:tags r:id="rId171"/>
                </p:custDataLst>
              </p:nvPr>
            </p:nvCxnSpPr>
            <p:spPr bwMode="auto">
              <a:xfrm flipV="1">
                <a:off x="3348000" y="4788000"/>
                <a:ext cx="7200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339" name="Text Box 191">
                <a:extLst>
                  <a:ext uri="{FF2B5EF4-FFF2-40B4-BE49-F238E27FC236}">
                    <a16:creationId xmlns:a16="http://schemas.microsoft.com/office/drawing/2014/main" id="{E6C69338-9BEB-4336-993C-28AB5D50242C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72"/>
                </p:custDataLst>
              </p:nvPr>
            </p:nvSpPr>
            <p:spPr bwMode="auto">
              <a:xfrm>
                <a:off x="2339752" y="2952000"/>
                <a:ext cx="252000" cy="2159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EN</a:t>
                </a:r>
              </a:p>
            </p:txBody>
          </p:sp>
        </p:grpSp>
        <p:grpSp>
          <p:nvGrpSpPr>
            <p:cNvPr id="283" name="组合 282">
              <a:extLst>
                <a:ext uri="{FF2B5EF4-FFF2-40B4-BE49-F238E27FC236}">
                  <a16:creationId xmlns:a16="http://schemas.microsoft.com/office/drawing/2014/main" id="{DD089428-F54A-49B2-B787-86DD8AB9104B}"/>
                </a:ext>
              </a:extLst>
            </p:cNvPr>
            <p:cNvGrpSpPr/>
            <p:nvPr/>
          </p:nvGrpSpPr>
          <p:grpSpPr>
            <a:xfrm>
              <a:off x="2519472" y="2952000"/>
              <a:ext cx="1007745" cy="504190"/>
              <a:chOff x="3175" y="6293"/>
              <a:chExt cx="1587" cy="794"/>
            </a:xfrm>
          </p:grpSpPr>
          <p:sp>
            <p:nvSpPr>
              <p:cNvPr id="308" name="Text Box 36">
                <a:extLst>
                  <a:ext uri="{FF2B5EF4-FFF2-40B4-BE49-F238E27FC236}">
                    <a16:creationId xmlns:a16="http://schemas.microsoft.com/office/drawing/2014/main" id="{7DAF006D-AC12-4DEE-9F43-B0E708307491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41"/>
                </p:custDataLst>
              </p:nvPr>
            </p:nvSpPr>
            <p:spPr bwMode="auto">
              <a:xfrm>
                <a:off x="3403" y="6293"/>
                <a:ext cx="737" cy="794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horz" wrap="square" lIns="1778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EN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</a:rPr>
                  <a:t>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2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T</a:t>
                </a:r>
                <a:r>
                  <a:rPr lang="en-US" altLang="zh-CN" sz="1600" b="1" baseline="-25000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 </a:t>
                </a:r>
                <a:r>
                  <a:rPr lang="en-US" altLang="zh-CN" sz="1600" b="1" dirty="0">
                    <a:latin typeface="宋体" panose="02010600030101010101" pitchFamily="2" charset="-122"/>
                    <a:sym typeface="+mn-ea"/>
                  </a:rPr>
                  <a:t>Q</a:t>
                </a:r>
                <a:endParaRPr lang="en-US" altLang="zh-CN" sz="1600" b="1" u="none" dirty="0">
                  <a:latin typeface="宋体" panose="02010600030101010101" pitchFamily="2" charset="-122"/>
                  <a:sym typeface="+mn-ea"/>
                </a:endParaRPr>
              </a:p>
            </p:txBody>
          </p:sp>
          <p:cxnSp>
            <p:nvCxnSpPr>
              <p:cNvPr id="309" name="直接箭头连接符 308">
                <a:extLst>
                  <a:ext uri="{FF2B5EF4-FFF2-40B4-BE49-F238E27FC236}">
                    <a16:creationId xmlns:a16="http://schemas.microsoft.com/office/drawing/2014/main" id="{15E11B49-B322-439F-BCA3-38F2F923F77A}"/>
                  </a:ext>
                </a:extLst>
              </p:cNvPr>
              <p:cNvCxnSpPr/>
              <p:nvPr>
                <p:custDataLst>
                  <p:tags r:id="rId142"/>
                </p:custDataLst>
              </p:nvPr>
            </p:nvCxnSpPr>
            <p:spPr bwMode="auto">
              <a:xfrm flipV="1">
                <a:off x="3175" y="6463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10" name="直接箭头连接符 309">
                <a:extLst>
                  <a:ext uri="{FF2B5EF4-FFF2-40B4-BE49-F238E27FC236}">
                    <a16:creationId xmlns:a16="http://schemas.microsoft.com/office/drawing/2014/main" id="{91366BC3-55E4-43E2-ABCF-782A9123C157}"/>
                  </a:ext>
                </a:extLst>
              </p:cNvPr>
              <p:cNvCxnSpPr/>
              <p:nvPr>
                <p:custDataLst>
                  <p:tags r:id="rId143"/>
                </p:custDataLst>
              </p:nvPr>
            </p:nvCxnSpPr>
            <p:spPr bwMode="auto">
              <a:xfrm flipV="1">
                <a:off x="4138" y="6463"/>
                <a:ext cx="62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11" name="直接箭头连接符 310">
                <a:extLst>
                  <a:ext uri="{FF2B5EF4-FFF2-40B4-BE49-F238E27FC236}">
                    <a16:creationId xmlns:a16="http://schemas.microsoft.com/office/drawing/2014/main" id="{CCC346E8-E600-457F-B64F-7B7F3206293C}"/>
                  </a:ext>
                </a:extLst>
              </p:cNvPr>
              <p:cNvCxnSpPr/>
              <p:nvPr>
                <p:custDataLst>
                  <p:tags r:id="rId144"/>
                </p:custDataLst>
              </p:nvPr>
            </p:nvCxnSpPr>
            <p:spPr bwMode="auto">
              <a:xfrm flipV="1">
                <a:off x="4138" y="6860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312" name="等腰三角形 311">
                <a:extLst>
                  <a:ext uri="{FF2B5EF4-FFF2-40B4-BE49-F238E27FC236}">
                    <a16:creationId xmlns:a16="http://schemas.microsoft.com/office/drawing/2014/main" id="{D3846E37-99C6-4226-9823-54C78B5CC091}"/>
                  </a:ext>
                </a:extLst>
              </p:cNvPr>
              <p:cNvSpPr/>
              <p:nvPr>
                <p:custDataLst>
                  <p:tags r:id="rId145"/>
                </p:custDataLst>
              </p:nvPr>
            </p:nvSpPr>
            <p:spPr>
              <a:xfrm>
                <a:off x="3348" y="6803"/>
                <a:ext cx="227" cy="113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1620000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313" name="直接箭头连接符 312">
                <a:extLst>
                  <a:ext uri="{FF2B5EF4-FFF2-40B4-BE49-F238E27FC236}">
                    <a16:creationId xmlns:a16="http://schemas.microsoft.com/office/drawing/2014/main" id="{D98268FA-6487-4652-B259-4E9BE1A369EF}"/>
                  </a:ext>
                </a:extLst>
              </p:cNvPr>
              <p:cNvCxnSpPr/>
              <p:nvPr>
                <p:custDataLst>
                  <p:tags r:id="rId146"/>
                </p:custDataLst>
              </p:nvPr>
            </p:nvCxnSpPr>
            <p:spPr bwMode="auto">
              <a:xfrm flipV="1">
                <a:off x="3923" y="6727"/>
                <a:ext cx="170" cy="0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14" name="直接箭头连接符 313">
                <a:extLst>
                  <a:ext uri="{FF2B5EF4-FFF2-40B4-BE49-F238E27FC236}">
                    <a16:creationId xmlns:a16="http://schemas.microsoft.com/office/drawing/2014/main" id="{11612DF5-5FB3-4B81-87D1-6A8A955EFFC7}"/>
                  </a:ext>
                </a:extLst>
              </p:cNvPr>
              <p:cNvCxnSpPr/>
              <p:nvPr>
                <p:custDataLst>
                  <p:tags r:id="rId147"/>
                </p:custDataLst>
              </p:nvPr>
            </p:nvCxnSpPr>
            <p:spPr bwMode="auto">
              <a:xfrm flipV="1">
                <a:off x="3175" y="6860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</p:grpSp>
        <p:grpSp>
          <p:nvGrpSpPr>
            <p:cNvPr id="284" name="组合 283">
              <a:extLst>
                <a:ext uri="{FF2B5EF4-FFF2-40B4-BE49-F238E27FC236}">
                  <a16:creationId xmlns:a16="http://schemas.microsoft.com/office/drawing/2014/main" id="{A7FA8CBC-5035-43AF-B72A-20FF7BF74B43}"/>
                </a:ext>
              </a:extLst>
            </p:cNvPr>
            <p:cNvGrpSpPr/>
            <p:nvPr/>
          </p:nvGrpSpPr>
          <p:grpSpPr>
            <a:xfrm>
              <a:off x="2519887" y="3528000"/>
              <a:ext cx="1007745" cy="504190"/>
              <a:chOff x="3175" y="6293"/>
              <a:chExt cx="1587" cy="794"/>
            </a:xfrm>
          </p:grpSpPr>
          <p:sp>
            <p:nvSpPr>
              <p:cNvPr id="301" name="Text Box 36">
                <a:extLst>
                  <a:ext uri="{FF2B5EF4-FFF2-40B4-BE49-F238E27FC236}">
                    <a16:creationId xmlns:a16="http://schemas.microsoft.com/office/drawing/2014/main" id="{AEC70D86-957A-4991-9866-1569D533ED7A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34"/>
                </p:custDataLst>
              </p:nvPr>
            </p:nvSpPr>
            <p:spPr bwMode="auto">
              <a:xfrm>
                <a:off x="3403" y="6293"/>
                <a:ext cx="737" cy="794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horz" wrap="square" lIns="1778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EN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</a:rPr>
                  <a:t>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2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T</a:t>
                </a:r>
                <a:r>
                  <a:rPr lang="en-US" altLang="zh-CN" sz="1600" b="1" baseline="-25000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 </a:t>
                </a:r>
                <a:r>
                  <a:rPr lang="en-US" altLang="zh-CN" sz="1600" b="1" dirty="0">
                    <a:latin typeface="宋体" panose="02010600030101010101" pitchFamily="2" charset="-122"/>
                    <a:sym typeface="+mn-ea"/>
                  </a:rPr>
                  <a:t>Q</a:t>
                </a:r>
                <a:endParaRPr lang="en-US" altLang="zh-CN" sz="1600" b="1" u="none" dirty="0">
                  <a:latin typeface="宋体" panose="02010600030101010101" pitchFamily="2" charset="-122"/>
                  <a:sym typeface="+mn-ea"/>
                </a:endParaRPr>
              </a:p>
            </p:txBody>
          </p:sp>
          <p:cxnSp>
            <p:nvCxnSpPr>
              <p:cNvPr id="302" name="直接箭头连接符 301">
                <a:extLst>
                  <a:ext uri="{FF2B5EF4-FFF2-40B4-BE49-F238E27FC236}">
                    <a16:creationId xmlns:a16="http://schemas.microsoft.com/office/drawing/2014/main" id="{EB79E291-D3EF-424F-9D33-44DBF1E3FCDF}"/>
                  </a:ext>
                </a:extLst>
              </p:cNvPr>
              <p:cNvCxnSpPr/>
              <p:nvPr>
                <p:custDataLst>
                  <p:tags r:id="rId135"/>
                </p:custDataLst>
              </p:nvPr>
            </p:nvCxnSpPr>
            <p:spPr bwMode="auto">
              <a:xfrm flipV="1">
                <a:off x="3175" y="6463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03" name="直接箭头连接符 302">
                <a:extLst>
                  <a:ext uri="{FF2B5EF4-FFF2-40B4-BE49-F238E27FC236}">
                    <a16:creationId xmlns:a16="http://schemas.microsoft.com/office/drawing/2014/main" id="{3B3FE59C-076E-4DB4-A75A-4786D70122D3}"/>
                  </a:ext>
                </a:extLst>
              </p:cNvPr>
              <p:cNvCxnSpPr/>
              <p:nvPr>
                <p:custDataLst>
                  <p:tags r:id="rId136"/>
                </p:custDataLst>
              </p:nvPr>
            </p:nvCxnSpPr>
            <p:spPr bwMode="auto">
              <a:xfrm flipV="1">
                <a:off x="4138" y="6463"/>
                <a:ext cx="62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04" name="直接箭头连接符 303">
                <a:extLst>
                  <a:ext uri="{FF2B5EF4-FFF2-40B4-BE49-F238E27FC236}">
                    <a16:creationId xmlns:a16="http://schemas.microsoft.com/office/drawing/2014/main" id="{B204BF45-CB94-4294-82A2-AFBBBE3EEB3C}"/>
                  </a:ext>
                </a:extLst>
              </p:cNvPr>
              <p:cNvCxnSpPr/>
              <p:nvPr>
                <p:custDataLst>
                  <p:tags r:id="rId137"/>
                </p:custDataLst>
              </p:nvPr>
            </p:nvCxnSpPr>
            <p:spPr bwMode="auto">
              <a:xfrm flipV="1">
                <a:off x="4138" y="6860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305" name="等腰三角形 304">
                <a:extLst>
                  <a:ext uri="{FF2B5EF4-FFF2-40B4-BE49-F238E27FC236}">
                    <a16:creationId xmlns:a16="http://schemas.microsoft.com/office/drawing/2014/main" id="{D09756A6-676D-4C6D-9C9B-7D01DCD540C2}"/>
                  </a:ext>
                </a:extLst>
              </p:cNvPr>
              <p:cNvSpPr/>
              <p:nvPr>
                <p:custDataLst>
                  <p:tags r:id="rId138"/>
                </p:custDataLst>
              </p:nvPr>
            </p:nvSpPr>
            <p:spPr>
              <a:xfrm>
                <a:off x="3348" y="6803"/>
                <a:ext cx="227" cy="113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1620000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306" name="直接箭头连接符 305">
                <a:extLst>
                  <a:ext uri="{FF2B5EF4-FFF2-40B4-BE49-F238E27FC236}">
                    <a16:creationId xmlns:a16="http://schemas.microsoft.com/office/drawing/2014/main" id="{161358CF-7360-4300-821B-71CB5706F406}"/>
                  </a:ext>
                </a:extLst>
              </p:cNvPr>
              <p:cNvCxnSpPr/>
              <p:nvPr>
                <p:custDataLst>
                  <p:tags r:id="rId139"/>
                </p:custDataLst>
              </p:nvPr>
            </p:nvCxnSpPr>
            <p:spPr bwMode="auto">
              <a:xfrm flipV="1">
                <a:off x="3923" y="6727"/>
                <a:ext cx="170" cy="0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07" name="直接箭头连接符 306">
                <a:extLst>
                  <a:ext uri="{FF2B5EF4-FFF2-40B4-BE49-F238E27FC236}">
                    <a16:creationId xmlns:a16="http://schemas.microsoft.com/office/drawing/2014/main" id="{167BF384-BD2B-46DD-9119-43551A12012F}"/>
                  </a:ext>
                </a:extLst>
              </p:cNvPr>
              <p:cNvCxnSpPr/>
              <p:nvPr>
                <p:custDataLst>
                  <p:tags r:id="rId140"/>
                </p:custDataLst>
              </p:nvPr>
            </p:nvCxnSpPr>
            <p:spPr bwMode="auto">
              <a:xfrm flipV="1">
                <a:off x="3175" y="6860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</p:grpSp>
        <p:grpSp>
          <p:nvGrpSpPr>
            <p:cNvPr id="285" name="组合 284">
              <a:extLst>
                <a:ext uri="{FF2B5EF4-FFF2-40B4-BE49-F238E27FC236}">
                  <a16:creationId xmlns:a16="http://schemas.microsoft.com/office/drawing/2014/main" id="{CB07A791-5E91-49F1-98E7-F0D78C70ACD4}"/>
                </a:ext>
              </a:extLst>
            </p:cNvPr>
            <p:cNvGrpSpPr/>
            <p:nvPr/>
          </p:nvGrpSpPr>
          <p:grpSpPr>
            <a:xfrm>
              <a:off x="2519887" y="4104000"/>
              <a:ext cx="1007745" cy="504190"/>
              <a:chOff x="3175" y="6293"/>
              <a:chExt cx="1587" cy="794"/>
            </a:xfrm>
          </p:grpSpPr>
          <p:sp>
            <p:nvSpPr>
              <p:cNvPr id="294" name="Text Box 36">
                <a:extLst>
                  <a:ext uri="{FF2B5EF4-FFF2-40B4-BE49-F238E27FC236}">
                    <a16:creationId xmlns:a16="http://schemas.microsoft.com/office/drawing/2014/main" id="{CD0F2C6D-34E4-4C0B-92BD-B6573D8CE80C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27"/>
                </p:custDataLst>
              </p:nvPr>
            </p:nvSpPr>
            <p:spPr bwMode="auto">
              <a:xfrm>
                <a:off x="3403" y="6293"/>
                <a:ext cx="737" cy="794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horz" wrap="square" lIns="1778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EN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</a:rPr>
                  <a:t>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2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T</a:t>
                </a:r>
                <a:r>
                  <a:rPr lang="en-US" altLang="zh-CN" sz="1600" b="1" baseline="-25000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 </a:t>
                </a:r>
                <a:r>
                  <a:rPr lang="en-US" altLang="zh-CN" sz="1600" b="1" dirty="0">
                    <a:latin typeface="宋体" panose="02010600030101010101" pitchFamily="2" charset="-122"/>
                    <a:sym typeface="+mn-ea"/>
                  </a:rPr>
                  <a:t>Q</a:t>
                </a:r>
                <a:endParaRPr lang="en-US" altLang="zh-CN" sz="1600" b="1" u="none" dirty="0">
                  <a:latin typeface="宋体" panose="02010600030101010101" pitchFamily="2" charset="-122"/>
                  <a:sym typeface="+mn-ea"/>
                </a:endParaRPr>
              </a:p>
            </p:txBody>
          </p:sp>
          <p:cxnSp>
            <p:nvCxnSpPr>
              <p:cNvPr id="295" name="直接箭头连接符 294">
                <a:extLst>
                  <a:ext uri="{FF2B5EF4-FFF2-40B4-BE49-F238E27FC236}">
                    <a16:creationId xmlns:a16="http://schemas.microsoft.com/office/drawing/2014/main" id="{A15DCBF4-AC0A-4218-BCE6-8C66C902BC55}"/>
                  </a:ext>
                </a:extLst>
              </p:cNvPr>
              <p:cNvCxnSpPr/>
              <p:nvPr>
                <p:custDataLst>
                  <p:tags r:id="rId128"/>
                </p:custDataLst>
              </p:nvPr>
            </p:nvCxnSpPr>
            <p:spPr bwMode="auto">
              <a:xfrm flipV="1">
                <a:off x="3175" y="6463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96" name="直接箭头连接符 295">
                <a:extLst>
                  <a:ext uri="{FF2B5EF4-FFF2-40B4-BE49-F238E27FC236}">
                    <a16:creationId xmlns:a16="http://schemas.microsoft.com/office/drawing/2014/main" id="{D59461AE-5E50-41DB-9003-FB2996ABFA25}"/>
                  </a:ext>
                </a:extLst>
              </p:cNvPr>
              <p:cNvCxnSpPr/>
              <p:nvPr>
                <p:custDataLst>
                  <p:tags r:id="rId129"/>
                </p:custDataLst>
              </p:nvPr>
            </p:nvCxnSpPr>
            <p:spPr bwMode="auto">
              <a:xfrm flipV="1">
                <a:off x="4138" y="6463"/>
                <a:ext cx="62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97" name="直接箭头连接符 296">
                <a:extLst>
                  <a:ext uri="{FF2B5EF4-FFF2-40B4-BE49-F238E27FC236}">
                    <a16:creationId xmlns:a16="http://schemas.microsoft.com/office/drawing/2014/main" id="{D06C3956-CF17-4229-8370-45BBB126C780}"/>
                  </a:ext>
                </a:extLst>
              </p:cNvPr>
              <p:cNvCxnSpPr/>
              <p:nvPr>
                <p:custDataLst>
                  <p:tags r:id="rId130"/>
                </p:custDataLst>
              </p:nvPr>
            </p:nvCxnSpPr>
            <p:spPr bwMode="auto">
              <a:xfrm flipV="1">
                <a:off x="4138" y="6860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298" name="等腰三角形 297">
                <a:extLst>
                  <a:ext uri="{FF2B5EF4-FFF2-40B4-BE49-F238E27FC236}">
                    <a16:creationId xmlns:a16="http://schemas.microsoft.com/office/drawing/2014/main" id="{2382DB4C-4CFC-4CCF-BB83-96E85C834551}"/>
                  </a:ext>
                </a:extLst>
              </p:cNvPr>
              <p:cNvSpPr/>
              <p:nvPr>
                <p:custDataLst>
                  <p:tags r:id="rId131"/>
                </p:custDataLst>
              </p:nvPr>
            </p:nvSpPr>
            <p:spPr>
              <a:xfrm>
                <a:off x="3348" y="6803"/>
                <a:ext cx="227" cy="113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1620000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299" name="直接箭头连接符 298">
                <a:extLst>
                  <a:ext uri="{FF2B5EF4-FFF2-40B4-BE49-F238E27FC236}">
                    <a16:creationId xmlns:a16="http://schemas.microsoft.com/office/drawing/2014/main" id="{7227774B-DB4C-4E2C-A947-407355948E4B}"/>
                  </a:ext>
                </a:extLst>
              </p:cNvPr>
              <p:cNvCxnSpPr/>
              <p:nvPr>
                <p:custDataLst>
                  <p:tags r:id="rId132"/>
                </p:custDataLst>
              </p:nvPr>
            </p:nvCxnSpPr>
            <p:spPr bwMode="auto">
              <a:xfrm flipV="1">
                <a:off x="3923" y="6727"/>
                <a:ext cx="170" cy="0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00" name="直接箭头连接符 299">
                <a:extLst>
                  <a:ext uri="{FF2B5EF4-FFF2-40B4-BE49-F238E27FC236}">
                    <a16:creationId xmlns:a16="http://schemas.microsoft.com/office/drawing/2014/main" id="{DBB1D2C8-C4DC-4522-975D-4B41CF6A6385}"/>
                  </a:ext>
                </a:extLst>
              </p:cNvPr>
              <p:cNvCxnSpPr/>
              <p:nvPr>
                <p:custDataLst>
                  <p:tags r:id="rId133"/>
                </p:custDataLst>
              </p:nvPr>
            </p:nvCxnSpPr>
            <p:spPr bwMode="auto">
              <a:xfrm flipV="1">
                <a:off x="3175" y="6860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</p:grpSp>
        <p:grpSp>
          <p:nvGrpSpPr>
            <p:cNvPr id="286" name="组合 285">
              <a:extLst>
                <a:ext uri="{FF2B5EF4-FFF2-40B4-BE49-F238E27FC236}">
                  <a16:creationId xmlns:a16="http://schemas.microsoft.com/office/drawing/2014/main" id="{240A9CD5-7DF7-4E0A-A84B-36A854AD582D}"/>
                </a:ext>
              </a:extLst>
            </p:cNvPr>
            <p:cNvGrpSpPr/>
            <p:nvPr/>
          </p:nvGrpSpPr>
          <p:grpSpPr>
            <a:xfrm>
              <a:off x="2519887" y="4680000"/>
              <a:ext cx="1007745" cy="504190"/>
              <a:chOff x="3175" y="6293"/>
              <a:chExt cx="1587" cy="794"/>
            </a:xfrm>
          </p:grpSpPr>
          <p:sp>
            <p:nvSpPr>
              <p:cNvPr id="287" name="Text Box 36">
                <a:extLst>
                  <a:ext uri="{FF2B5EF4-FFF2-40B4-BE49-F238E27FC236}">
                    <a16:creationId xmlns:a16="http://schemas.microsoft.com/office/drawing/2014/main" id="{0CD4A46F-54AB-4001-81B2-D7CC97B277E3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20"/>
                </p:custDataLst>
              </p:nvPr>
            </p:nvSpPr>
            <p:spPr bwMode="auto">
              <a:xfrm>
                <a:off x="3403" y="6293"/>
                <a:ext cx="737" cy="794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horz" wrap="square" lIns="1778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EN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</a:rPr>
                  <a:t>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2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T</a:t>
                </a:r>
                <a:r>
                  <a:rPr lang="en-US" altLang="zh-CN" sz="1600" b="1" baseline="-25000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 </a:t>
                </a:r>
                <a:r>
                  <a:rPr lang="en-US" altLang="zh-CN" sz="1600" b="1" dirty="0">
                    <a:latin typeface="宋体" panose="02010600030101010101" pitchFamily="2" charset="-122"/>
                    <a:sym typeface="+mn-ea"/>
                  </a:rPr>
                  <a:t>Q</a:t>
                </a:r>
                <a:endParaRPr lang="en-US" altLang="zh-CN" sz="1600" b="1" u="none" dirty="0">
                  <a:latin typeface="宋体" panose="02010600030101010101" pitchFamily="2" charset="-122"/>
                  <a:sym typeface="+mn-ea"/>
                </a:endParaRPr>
              </a:p>
            </p:txBody>
          </p:sp>
          <p:cxnSp>
            <p:nvCxnSpPr>
              <p:cNvPr id="288" name="直接箭头连接符 287">
                <a:extLst>
                  <a:ext uri="{FF2B5EF4-FFF2-40B4-BE49-F238E27FC236}">
                    <a16:creationId xmlns:a16="http://schemas.microsoft.com/office/drawing/2014/main" id="{F4F5BA49-BA6E-4E7E-A58B-1D1CB6E03594}"/>
                  </a:ext>
                </a:extLst>
              </p:cNvPr>
              <p:cNvCxnSpPr/>
              <p:nvPr>
                <p:custDataLst>
                  <p:tags r:id="rId121"/>
                </p:custDataLst>
              </p:nvPr>
            </p:nvCxnSpPr>
            <p:spPr bwMode="auto">
              <a:xfrm flipV="1">
                <a:off x="3175" y="6463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89" name="直接箭头连接符 288">
                <a:extLst>
                  <a:ext uri="{FF2B5EF4-FFF2-40B4-BE49-F238E27FC236}">
                    <a16:creationId xmlns:a16="http://schemas.microsoft.com/office/drawing/2014/main" id="{95CB14DF-5D92-475E-81BB-ED326753F66D}"/>
                  </a:ext>
                </a:extLst>
              </p:cNvPr>
              <p:cNvCxnSpPr/>
              <p:nvPr>
                <p:custDataLst>
                  <p:tags r:id="rId122"/>
                </p:custDataLst>
              </p:nvPr>
            </p:nvCxnSpPr>
            <p:spPr bwMode="auto">
              <a:xfrm flipV="1">
                <a:off x="4138" y="6463"/>
                <a:ext cx="62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90" name="直接箭头连接符 289">
                <a:extLst>
                  <a:ext uri="{FF2B5EF4-FFF2-40B4-BE49-F238E27FC236}">
                    <a16:creationId xmlns:a16="http://schemas.microsoft.com/office/drawing/2014/main" id="{C4BE16B7-AD80-4D12-B2B7-2A077739621C}"/>
                  </a:ext>
                </a:extLst>
              </p:cNvPr>
              <p:cNvCxnSpPr/>
              <p:nvPr>
                <p:custDataLst>
                  <p:tags r:id="rId123"/>
                </p:custDataLst>
              </p:nvPr>
            </p:nvCxnSpPr>
            <p:spPr bwMode="auto">
              <a:xfrm flipV="1">
                <a:off x="4138" y="6860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291" name="等腰三角形 290">
                <a:extLst>
                  <a:ext uri="{FF2B5EF4-FFF2-40B4-BE49-F238E27FC236}">
                    <a16:creationId xmlns:a16="http://schemas.microsoft.com/office/drawing/2014/main" id="{2F8AB07C-D076-42A7-B55B-5D6AF62BA383}"/>
                  </a:ext>
                </a:extLst>
              </p:cNvPr>
              <p:cNvSpPr/>
              <p:nvPr>
                <p:custDataLst>
                  <p:tags r:id="rId124"/>
                </p:custDataLst>
              </p:nvPr>
            </p:nvSpPr>
            <p:spPr>
              <a:xfrm>
                <a:off x="3348" y="6803"/>
                <a:ext cx="227" cy="113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1620000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292" name="直接箭头连接符 291">
                <a:extLst>
                  <a:ext uri="{FF2B5EF4-FFF2-40B4-BE49-F238E27FC236}">
                    <a16:creationId xmlns:a16="http://schemas.microsoft.com/office/drawing/2014/main" id="{C4D0C00F-A4E0-4C65-805F-A996FD54173E}"/>
                  </a:ext>
                </a:extLst>
              </p:cNvPr>
              <p:cNvCxnSpPr/>
              <p:nvPr>
                <p:custDataLst>
                  <p:tags r:id="rId125"/>
                </p:custDataLst>
              </p:nvPr>
            </p:nvCxnSpPr>
            <p:spPr bwMode="auto">
              <a:xfrm flipV="1">
                <a:off x="3923" y="6727"/>
                <a:ext cx="170" cy="0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93" name="直接箭头连接符 292">
                <a:extLst>
                  <a:ext uri="{FF2B5EF4-FFF2-40B4-BE49-F238E27FC236}">
                    <a16:creationId xmlns:a16="http://schemas.microsoft.com/office/drawing/2014/main" id="{95E323AE-4AB3-4ACD-8BFD-41F299A0430A}"/>
                  </a:ext>
                </a:extLst>
              </p:cNvPr>
              <p:cNvCxnSpPr/>
              <p:nvPr>
                <p:custDataLst>
                  <p:tags r:id="rId126"/>
                </p:custDataLst>
              </p:nvPr>
            </p:nvCxnSpPr>
            <p:spPr bwMode="auto">
              <a:xfrm flipV="1">
                <a:off x="3175" y="6860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</p:grpSp>
      </p:grpSp>
      <p:grpSp>
        <p:nvGrpSpPr>
          <p:cNvPr id="245" name="组合 244">
            <a:extLst>
              <a:ext uri="{FF2B5EF4-FFF2-40B4-BE49-F238E27FC236}">
                <a16:creationId xmlns:a16="http://schemas.microsoft.com/office/drawing/2014/main" id="{5D0169E4-6A65-46A8-9573-597B1264FF5B}"/>
              </a:ext>
            </a:extLst>
          </p:cNvPr>
          <p:cNvGrpSpPr/>
          <p:nvPr/>
        </p:nvGrpSpPr>
        <p:grpSpPr>
          <a:xfrm>
            <a:off x="3167720" y="1692000"/>
            <a:ext cx="216000" cy="1980000"/>
            <a:chOff x="3420000" y="3060000"/>
            <a:chExt cx="216000" cy="1980000"/>
          </a:xfrm>
        </p:grpSpPr>
        <p:cxnSp>
          <p:nvCxnSpPr>
            <p:cNvPr id="273" name="直接箭头连接符 272">
              <a:extLst>
                <a:ext uri="{FF2B5EF4-FFF2-40B4-BE49-F238E27FC236}">
                  <a16:creationId xmlns:a16="http://schemas.microsoft.com/office/drawing/2014/main" id="{407676D7-1A33-445B-A4B2-9DE6B1714C62}"/>
                </a:ext>
              </a:extLst>
            </p:cNvPr>
            <p:cNvCxnSpPr>
              <a:cxnSpLocks/>
            </p:cNvCxnSpPr>
            <p:nvPr>
              <p:custDataLst>
                <p:tags r:id="rId111"/>
              </p:custDataLst>
            </p:nvPr>
          </p:nvCxnSpPr>
          <p:spPr bwMode="auto">
            <a:xfrm flipV="1">
              <a:off x="3420000" y="5040000"/>
              <a:ext cx="216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74" name="直接箭头连接符 273">
              <a:extLst>
                <a:ext uri="{FF2B5EF4-FFF2-40B4-BE49-F238E27FC236}">
                  <a16:creationId xmlns:a16="http://schemas.microsoft.com/office/drawing/2014/main" id="{55D177E9-6AD2-4FE1-A97E-09356610B8F9}"/>
                </a:ext>
              </a:extLst>
            </p:cNvPr>
            <p:cNvCxnSpPr>
              <a:cxnSpLocks/>
            </p:cNvCxnSpPr>
            <p:nvPr>
              <p:custDataLst>
                <p:tags r:id="rId112"/>
              </p:custDataLst>
            </p:nvPr>
          </p:nvCxnSpPr>
          <p:spPr bwMode="auto">
            <a:xfrm flipV="1">
              <a:off x="3528000" y="3312000"/>
              <a:ext cx="108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75" name="直接箭头连接符 274">
              <a:extLst>
                <a:ext uri="{FF2B5EF4-FFF2-40B4-BE49-F238E27FC236}">
                  <a16:creationId xmlns:a16="http://schemas.microsoft.com/office/drawing/2014/main" id="{C7DC89D3-433A-4F30-8709-7BB956270ADE}"/>
                </a:ext>
              </a:extLst>
            </p:cNvPr>
            <p:cNvCxnSpPr>
              <a:cxnSpLocks/>
            </p:cNvCxnSpPr>
            <p:nvPr>
              <p:custDataLst>
                <p:tags r:id="rId113"/>
              </p:custDataLst>
            </p:nvPr>
          </p:nvCxnSpPr>
          <p:spPr bwMode="auto">
            <a:xfrm flipV="1">
              <a:off x="3528000" y="3888000"/>
              <a:ext cx="108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276" name="直接箭头连接符 275">
              <a:extLst>
                <a:ext uri="{FF2B5EF4-FFF2-40B4-BE49-F238E27FC236}">
                  <a16:creationId xmlns:a16="http://schemas.microsoft.com/office/drawing/2014/main" id="{62939601-9E06-4029-88BA-749F78A3F271}"/>
                </a:ext>
              </a:extLst>
            </p:cNvPr>
            <p:cNvCxnSpPr>
              <a:cxnSpLocks/>
            </p:cNvCxnSpPr>
            <p:nvPr>
              <p:custDataLst>
                <p:tags r:id="rId114"/>
              </p:custDataLst>
            </p:nvPr>
          </p:nvCxnSpPr>
          <p:spPr bwMode="auto">
            <a:xfrm flipV="1">
              <a:off x="3528000" y="4464000"/>
              <a:ext cx="108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277" name="直接箭头连接符 276">
              <a:extLst>
                <a:ext uri="{FF2B5EF4-FFF2-40B4-BE49-F238E27FC236}">
                  <a16:creationId xmlns:a16="http://schemas.microsoft.com/office/drawing/2014/main" id="{C8B7D1D1-3F6F-454B-9B98-9B7F76FF1619}"/>
                </a:ext>
              </a:extLst>
            </p:cNvPr>
            <p:cNvCxnSpPr>
              <a:cxnSpLocks/>
            </p:cNvCxnSpPr>
            <p:nvPr>
              <p:custDataLst>
                <p:tags r:id="rId115"/>
              </p:custDataLst>
            </p:nvPr>
          </p:nvCxnSpPr>
          <p:spPr bwMode="auto">
            <a:xfrm flipV="1">
              <a:off x="3420000" y="3060000"/>
              <a:ext cx="216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78" name="直接箭头连接符 277">
              <a:extLst>
                <a:ext uri="{FF2B5EF4-FFF2-40B4-BE49-F238E27FC236}">
                  <a16:creationId xmlns:a16="http://schemas.microsoft.com/office/drawing/2014/main" id="{444220B8-1B5D-4731-91E5-EF519E1E82EA}"/>
                </a:ext>
              </a:extLst>
            </p:cNvPr>
            <p:cNvCxnSpPr>
              <a:cxnSpLocks/>
            </p:cNvCxnSpPr>
            <p:nvPr>
              <p:custDataLst>
                <p:tags r:id="rId116"/>
              </p:custDataLst>
            </p:nvPr>
          </p:nvCxnSpPr>
          <p:spPr bwMode="auto">
            <a:xfrm flipV="1">
              <a:off x="3420000" y="3636000"/>
              <a:ext cx="216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79" name="直接箭头连接符 278">
              <a:extLst>
                <a:ext uri="{FF2B5EF4-FFF2-40B4-BE49-F238E27FC236}">
                  <a16:creationId xmlns:a16="http://schemas.microsoft.com/office/drawing/2014/main" id="{DF30F83F-12CC-4AFC-B21F-545007991801}"/>
                </a:ext>
              </a:extLst>
            </p:cNvPr>
            <p:cNvCxnSpPr>
              <a:cxnSpLocks/>
            </p:cNvCxnSpPr>
            <p:nvPr>
              <p:custDataLst>
                <p:tags r:id="rId117"/>
              </p:custDataLst>
            </p:nvPr>
          </p:nvCxnSpPr>
          <p:spPr bwMode="auto">
            <a:xfrm flipV="1">
              <a:off x="3420000" y="4212000"/>
              <a:ext cx="216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80" name="直接箭头连接符 279">
              <a:extLst>
                <a:ext uri="{FF2B5EF4-FFF2-40B4-BE49-F238E27FC236}">
                  <a16:creationId xmlns:a16="http://schemas.microsoft.com/office/drawing/2014/main" id="{99E172CA-B26B-4409-891B-B68BA5DF33F3}"/>
                </a:ext>
              </a:extLst>
            </p:cNvPr>
            <p:cNvCxnSpPr>
              <a:cxnSpLocks/>
            </p:cNvCxnSpPr>
            <p:nvPr>
              <p:custDataLst>
                <p:tags r:id="rId118"/>
              </p:custDataLst>
            </p:nvPr>
          </p:nvCxnSpPr>
          <p:spPr bwMode="auto">
            <a:xfrm flipV="1">
              <a:off x="3420000" y="4788000"/>
              <a:ext cx="216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81" name="直接箭头连接符 280">
              <a:extLst>
                <a:ext uri="{FF2B5EF4-FFF2-40B4-BE49-F238E27FC236}">
                  <a16:creationId xmlns:a16="http://schemas.microsoft.com/office/drawing/2014/main" id="{7468E521-B827-4A63-B07C-044F5D6098FC}"/>
                </a:ext>
              </a:extLst>
            </p:cNvPr>
            <p:cNvCxnSpPr>
              <a:cxnSpLocks/>
            </p:cNvCxnSpPr>
            <p:nvPr>
              <p:custDataLst>
                <p:tags r:id="rId119"/>
              </p:custDataLst>
            </p:nvPr>
          </p:nvCxnSpPr>
          <p:spPr bwMode="auto">
            <a:xfrm flipH="1">
              <a:off x="3528000" y="3312000"/>
              <a:ext cx="0" cy="1728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oval" w="sm" len="sm"/>
            </a:ln>
            <a:effectLst/>
          </p:spPr>
        </p:cxnSp>
      </p:grpSp>
      <p:grpSp>
        <p:nvGrpSpPr>
          <p:cNvPr id="246" name="组合 245">
            <a:extLst>
              <a:ext uri="{FF2B5EF4-FFF2-40B4-BE49-F238E27FC236}">
                <a16:creationId xmlns:a16="http://schemas.microsoft.com/office/drawing/2014/main" id="{9AE13A56-49F7-4043-9125-BB6163B56599}"/>
              </a:ext>
            </a:extLst>
          </p:cNvPr>
          <p:cNvGrpSpPr/>
          <p:nvPr/>
        </p:nvGrpSpPr>
        <p:grpSpPr>
          <a:xfrm>
            <a:off x="2447720" y="1332000"/>
            <a:ext cx="1836000" cy="2232000"/>
            <a:chOff x="2700000" y="2700000"/>
            <a:chExt cx="1836000" cy="2232000"/>
          </a:xfrm>
        </p:grpSpPr>
        <p:cxnSp>
          <p:nvCxnSpPr>
            <p:cNvPr id="247" name="直接箭头连接符 246">
              <a:extLst>
                <a:ext uri="{FF2B5EF4-FFF2-40B4-BE49-F238E27FC236}">
                  <a16:creationId xmlns:a16="http://schemas.microsoft.com/office/drawing/2014/main" id="{4BADEE27-D809-4EA1-846B-0C2AA49757A5}"/>
                </a:ext>
              </a:extLst>
            </p:cNvPr>
            <p:cNvCxnSpPr/>
            <p:nvPr>
              <p:custDataLst>
                <p:tags r:id="rId85"/>
              </p:custDataLst>
            </p:nvPr>
          </p:nvCxnSpPr>
          <p:spPr bwMode="auto">
            <a:xfrm flipV="1">
              <a:off x="3275955" y="3636000"/>
              <a:ext cx="72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sp>
          <p:nvSpPr>
            <p:cNvPr id="248" name="Text Box 36">
              <a:extLst>
                <a:ext uri="{FF2B5EF4-FFF2-40B4-BE49-F238E27FC236}">
                  <a16:creationId xmlns:a16="http://schemas.microsoft.com/office/drawing/2014/main" id="{3A210F4B-690F-4CF2-B8F0-D5245EF8E03C}"/>
                </a:ext>
              </a:extLst>
            </p:cNvPr>
            <p:cNvSpPr txBox="1">
              <a:spLocks noChangeArrowheads="1"/>
            </p:cNvSpPr>
            <p:nvPr>
              <p:custDataLst>
                <p:tags r:id="rId86"/>
              </p:custDataLst>
            </p:nvPr>
          </p:nvSpPr>
          <p:spPr bwMode="auto">
            <a:xfrm>
              <a:off x="3096280" y="3528000"/>
              <a:ext cx="180000" cy="2160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&amp;</a:t>
              </a:r>
            </a:p>
          </p:txBody>
        </p:sp>
        <p:cxnSp>
          <p:nvCxnSpPr>
            <p:cNvPr id="249" name="直接箭头连接符 248">
              <a:extLst>
                <a:ext uri="{FF2B5EF4-FFF2-40B4-BE49-F238E27FC236}">
                  <a16:creationId xmlns:a16="http://schemas.microsoft.com/office/drawing/2014/main" id="{864BCAF3-EDC6-4429-9C54-1C753B0D7670}"/>
                </a:ext>
              </a:extLst>
            </p:cNvPr>
            <p:cNvCxnSpPr/>
            <p:nvPr>
              <p:custDataLst>
                <p:tags r:id="rId87"/>
              </p:custDataLst>
            </p:nvPr>
          </p:nvCxnSpPr>
          <p:spPr bwMode="auto">
            <a:xfrm flipV="1">
              <a:off x="3275955" y="4212000"/>
              <a:ext cx="72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sp>
          <p:nvSpPr>
            <p:cNvPr id="250" name="Text Box 36">
              <a:extLst>
                <a:ext uri="{FF2B5EF4-FFF2-40B4-BE49-F238E27FC236}">
                  <a16:creationId xmlns:a16="http://schemas.microsoft.com/office/drawing/2014/main" id="{A117106B-D223-4046-B315-7A4BCBAEAA13}"/>
                </a:ext>
              </a:extLst>
            </p:cNvPr>
            <p:cNvSpPr txBox="1">
              <a:spLocks noChangeArrowheads="1"/>
            </p:cNvSpPr>
            <p:nvPr>
              <p:custDataLst>
                <p:tags r:id="rId88"/>
              </p:custDataLst>
            </p:nvPr>
          </p:nvSpPr>
          <p:spPr bwMode="auto">
            <a:xfrm>
              <a:off x="3096280" y="4104000"/>
              <a:ext cx="180000" cy="2160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&amp;</a:t>
              </a:r>
            </a:p>
          </p:txBody>
        </p:sp>
        <p:cxnSp>
          <p:nvCxnSpPr>
            <p:cNvPr id="251" name="直接箭头连接符 250">
              <a:extLst>
                <a:ext uri="{FF2B5EF4-FFF2-40B4-BE49-F238E27FC236}">
                  <a16:creationId xmlns:a16="http://schemas.microsoft.com/office/drawing/2014/main" id="{282DCDA2-AB27-49E7-A8DF-28CBB94AFFCE}"/>
                </a:ext>
              </a:extLst>
            </p:cNvPr>
            <p:cNvCxnSpPr/>
            <p:nvPr>
              <p:custDataLst>
                <p:tags r:id="rId89"/>
              </p:custDataLst>
            </p:nvPr>
          </p:nvCxnSpPr>
          <p:spPr bwMode="auto">
            <a:xfrm flipV="1">
              <a:off x="3275955" y="4788000"/>
              <a:ext cx="72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sp>
          <p:nvSpPr>
            <p:cNvPr id="252" name="Text Box 36">
              <a:extLst>
                <a:ext uri="{FF2B5EF4-FFF2-40B4-BE49-F238E27FC236}">
                  <a16:creationId xmlns:a16="http://schemas.microsoft.com/office/drawing/2014/main" id="{D367004E-D98D-4C1D-9243-66AC06242718}"/>
                </a:ext>
              </a:extLst>
            </p:cNvPr>
            <p:cNvSpPr txBox="1">
              <a:spLocks noChangeArrowheads="1"/>
            </p:cNvSpPr>
            <p:nvPr>
              <p:custDataLst>
                <p:tags r:id="rId90"/>
              </p:custDataLst>
            </p:nvPr>
          </p:nvSpPr>
          <p:spPr bwMode="auto">
            <a:xfrm>
              <a:off x="3096280" y="4644000"/>
              <a:ext cx="180000" cy="2880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&amp;</a:t>
              </a:r>
            </a:p>
          </p:txBody>
        </p:sp>
        <p:cxnSp>
          <p:nvCxnSpPr>
            <p:cNvPr id="253" name="直接箭头连接符 252">
              <a:extLst>
                <a:ext uri="{FF2B5EF4-FFF2-40B4-BE49-F238E27FC236}">
                  <a16:creationId xmlns:a16="http://schemas.microsoft.com/office/drawing/2014/main" id="{CD5709E3-F9EA-4B92-A27E-D44BFA206141}"/>
                </a:ext>
              </a:extLst>
            </p:cNvPr>
            <p:cNvCxnSpPr>
              <a:cxnSpLocks/>
            </p:cNvCxnSpPr>
            <p:nvPr>
              <p:custDataLst>
                <p:tags r:id="rId91"/>
              </p:custDataLst>
            </p:nvPr>
          </p:nvCxnSpPr>
          <p:spPr bwMode="auto">
            <a:xfrm flipH="1">
              <a:off x="2988000" y="2844000"/>
              <a:ext cx="1404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54" name="直接箭头连接符 253">
              <a:extLst>
                <a:ext uri="{FF2B5EF4-FFF2-40B4-BE49-F238E27FC236}">
                  <a16:creationId xmlns:a16="http://schemas.microsoft.com/office/drawing/2014/main" id="{89EBF88D-9F87-4550-9153-DFE68C22F9E4}"/>
                </a:ext>
              </a:extLst>
            </p:cNvPr>
            <p:cNvCxnSpPr>
              <a:cxnSpLocks/>
            </p:cNvCxnSpPr>
            <p:nvPr>
              <p:custDataLst>
                <p:tags r:id="rId92"/>
              </p:custDataLst>
            </p:nvPr>
          </p:nvCxnSpPr>
          <p:spPr bwMode="auto">
            <a:xfrm flipH="1">
              <a:off x="2988000" y="2844000"/>
              <a:ext cx="0" cy="1836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55" name="直接箭头连接符 254">
              <a:extLst>
                <a:ext uri="{FF2B5EF4-FFF2-40B4-BE49-F238E27FC236}">
                  <a16:creationId xmlns:a16="http://schemas.microsoft.com/office/drawing/2014/main" id="{EA65AF65-5E84-4273-B1BF-1DC25CBF1F11}"/>
                </a:ext>
              </a:extLst>
            </p:cNvPr>
            <p:cNvCxnSpPr>
              <a:cxnSpLocks/>
            </p:cNvCxnSpPr>
            <p:nvPr>
              <p:custDataLst>
                <p:tags r:id="rId93"/>
              </p:custDataLst>
            </p:nvPr>
          </p:nvCxnSpPr>
          <p:spPr bwMode="auto">
            <a:xfrm flipV="1">
              <a:off x="4392000" y="2844000"/>
              <a:ext cx="0" cy="216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256" name="直接箭头连接符 255">
              <a:extLst>
                <a:ext uri="{FF2B5EF4-FFF2-40B4-BE49-F238E27FC236}">
                  <a16:creationId xmlns:a16="http://schemas.microsoft.com/office/drawing/2014/main" id="{858D9A5D-AB0B-4802-B910-7737F76F48F6}"/>
                </a:ext>
              </a:extLst>
            </p:cNvPr>
            <p:cNvCxnSpPr>
              <a:cxnSpLocks/>
            </p:cNvCxnSpPr>
            <p:nvPr>
              <p:custDataLst>
                <p:tags r:id="rId94"/>
              </p:custDataLst>
            </p:nvPr>
          </p:nvCxnSpPr>
          <p:spPr bwMode="auto">
            <a:xfrm flipH="1">
              <a:off x="2916000" y="2772000"/>
              <a:ext cx="1548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57" name="直接箭头连接符 256">
              <a:extLst>
                <a:ext uri="{FF2B5EF4-FFF2-40B4-BE49-F238E27FC236}">
                  <a16:creationId xmlns:a16="http://schemas.microsoft.com/office/drawing/2014/main" id="{F6B06909-3713-4275-BA90-AF3BF18A79EA}"/>
                </a:ext>
              </a:extLst>
            </p:cNvPr>
            <p:cNvCxnSpPr>
              <a:cxnSpLocks/>
            </p:cNvCxnSpPr>
            <p:nvPr>
              <p:custDataLst>
                <p:tags r:id="rId95"/>
              </p:custDataLst>
            </p:nvPr>
          </p:nvCxnSpPr>
          <p:spPr bwMode="auto">
            <a:xfrm flipV="1">
              <a:off x="4464000" y="2772000"/>
              <a:ext cx="0" cy="864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258" name="直接箭头连接符 257">
              <a:extLst>
                <a:ext uri="{FF2B5EF4-FFF2-40B4-BE49-F238E27FC236}">
                  <a16:creationId xmlns:a16="http://schemas.microsoft.com/office/drawing/2014/main" id="{76A45CDC-1806-4891-AE08-3739774B9A1E}"/>
                </a:ext>
              </a:extLst>
            </p:cNvPr>
            <p:cNvCxnSpPr>
              <a:cxnSpLocks/>
            </p:cNvCxnSpPr>
            <p:nvPr>
              <p:custDataLst>
                <p:tags r:id="rId96"/>
              </p:custDataLst>
            </p:nvPr>
          </p:nvCxnSpPr>
          <p:spPr bwMode="auto">
            <a:xfrm flipH="1">
              <a:off x="2844000" y="2700000"/>
              <a:ext cx="1692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59" name="直接箭头连接符 258">
              <a:extLst>
                <a:ext uri="{FF2B5EF4-FFF2-40B4-BE49-F238E27FC236}">
                  <a16:creationId xmlns:a16="http://schemas.microsoft.com/office/drawing/2014/main" id="{6EEF1490-E334-4C0D-8B1B-7F54E40F06D9}"/>
                </a:ext>
              </a:extLst>
            </p:cNvPr>
            <p:cNvCxnSpPr>
              <a:cxnSpLocks/>
            </p:cNvCxnSpPr>
            <p:nvPr>
              <p:custDataLst>
                <p:tags r:id="rId97"/>
              </p:custDataLst>
            </p:nvPr>
          </p:nvCxnSpPr>
          <p:spPr bwMode="auto">
            <a:xfrm flipV="1">
              <a:off x="4536000" y="2700000"/>
              <a:ext cx="0" cy="1512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260" name="直接箭头连接符 259">
              <a:extLst>
                <a:ext uri="{FF2B5EF4-FFF2-40B4-BE49-F238E27FC236}">
                  <a16:creationId xmlns:a16="http://schemas.microsoft.com/office/drawing/2014/main" id="{1D2A4A65-4EAC-4CC6-88A3-97BDB9BF3D7A}"/>
                </a:ext>
              </a:extLst>
            </p:cNvPr>
            <p:cNvCxnSpPr>
              <a:cxnSpLocks/>
            </p:cNvCxnSpPr>
            <p:nvPr>
              <p:custDataLst>
                <p:tags r:id="rId98"/>
              </p:custDataLst>
            </p:nvPr>
          </p:nvCxnSpPr>
          <p:spPr bwMode="auto">
            <a:xfrm flipH="1">
              <a:off x="2916000" y="2772000"/>
              <a:ext cx="0" cy="1980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61" name="直接箭头连接符 260">
              <a:extLst>
                <a:ext uri="{FF2B5EF4-FFF2-40B4-BE49-F238E27FC236}">
                  <a16:creationId xmlns:a16="http://schemas.microsoft.com/office/drawing/2014/main" id="{8A200818-CAD1-40D7-AAED-74CF827957CD}"/>
                </a:ext>
              </a:extLst>
            </p:cNvPr>
            <p:cNvCxnSpPr>
              <a:cxnSpLocks/>
            </p:cNvCxnSpPr>
            <p:nvPr>
              <p:custDataLst>
                <p:tags r:id="rId99"/>
              </p:custDataLst>
            </p:nvPr>
          </p:nvCxnSpPr>
          <p:spPr bwMode="auto">
            <a:xfrm flipH="1">
              <a:off x="2844000" y="2700000"/>
              <a:ext cx="0" cy="2124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62" name="直接箭头连接符 261">
              <a:extLst>
                <a:ext uri="{FF2B5EF4-FFF2-40B4-BE49-F238E27FC236}">
                  <a16:creationId xmlns:a16="http://schemas.microsoft.com/office/drawing/2014/main" id="{90032C40-1C28-40FB-92E5-BAF157B80427}"/>
                </a:ext>
              </a:extLst>
            </p:cNvPr>
            <p:cNvCxnSpPr/>
            <p:nvPr>
              <p:custDataLst>
                <p:tags r:id="rId100"/>
              </p:custDataLst>
            </p:nvPr>
          </p:nvCxnSpPr>
          <p:spPr bwMode="auto">
            <a:xfrm flipV="1">
              <a:off x="2700000" y="3060000"/>
              <a:ext cx="64800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63" name="直接箭头连接符 262">
              <a:extLst>
                <a:ext uri="{FF2B5EF4-FFF2-40B4-BE49-F238E27FC236}">
                  <a16:creationId xmlns:a16="http://schemas.microsoft.com/office/drawing/2014/main" id="{3D9E74B6-F7FD-45FA-967D-7DF1CC51F66C}"/>
                </a:ext>
              </a:extLst>
            </p:cNvPr>
            <p:cNvCxnSpPr>
              <a:cxnSpLocks/>
            </p:cNvCxnSpPr>
            <p:nvPr>
              <p:custDataLst>
                <p:tags r:id="rId101"/>
              </p:custDataLst>
            </p:nvPr>
          </p:nvCxnSpPr>
          <p:spPr bwMode="auto">
            <a:xfrm flipH="1">
              <a:off x="2772000" y="3060000"/>
              <a:ext cx="0" cy="183600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264" name="直接箭头连接符 263">
              <a:extLst>
                <a:ext uri="{FF2B5EF4-FFF2-40B4-BE49-F238E27FC236}">
                  <a16:creationId xmlns:a16="http://schemas.microsoft.com/office/drawing/2014/main" id="{5FD6680F-51CE-41E5-917B-41A865ED0CE6}"/>
                </a:ext>
              </a:extLst>
            </p:cNvPr>
            <p:cNvCxnSpPr/>
            <p:nvPr>
              <p:custDataLst>
                <p:tags r:id="rId102"/>
              </p:custDataLst>
            </p:nvPr>
          </p:nvCxnSpPr>
          <p:spPr bwMode="auto">
            <a:xfrm flipV="1">
              <a:off x="2772000" y="3708000"/>
              <a:ext cx="32400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265" name="直接箭头连接符 264">
              <a:extLst>
                <a:ext uri="{FF2B5EF4-FFF2-40B4-BE49-F238E27FC236}">
                  <a16:creationId xmlns:a16="http://schemas.microsoft.com/office/drawing/2014/main" id="{B72E0E7C-08F3-4F80-BF57-FDDE235B2946}"/>
                </a:ext>
              </a:extLst>
            </p:cNvPr>
            <p:cNvCxnSpPr/>
            <p:nvPr>
              <p:custDataLst>
                <p:tags r:id="rId103"/>
              </p:custDataLst>
            </p:nvPr>
          </p:nvCxnSpPr>
          <p:spPr bwMode="auto">
            <a:xfrm flipV="1">
              <a:off x="2988280" y="3564000"/>
              <a:ext cx="10795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266" name="直接箭头连接符 265">
              <a:extLst>
                <a:ext uri="{FF2B5EF4-FFF2-40B4-BE49-F238E27FC236}">
                  <a16:creationId xmlns:a16="http://schemas.microsoft.com/office/drawing/2014/main" id="{01C7E7BA-31E9-4C65-AED7-FD97E3115251}"/>
                </a:ext>
              </a:extLst>
            </p:cNvPr>
            <p:cNvCxnSpPr/>
            <p:nvPr>
              <p:custDataLst>
                <p:tags r:id="rId104"/>
              </p:custDataLst>
            </p:nvPr>
          </p:nvCxnSpPr>
          <p:spPr bwMode="auto">
            <a:xfrm flipV="1">
              <a:off x="2772000" y="4284000"/>
              <a:ext cx="32400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267" name="直接箭头连接符 266">
              <a:extLst>
                <a:ext uri="{FF2B5EF4-FFF2-40B4-BE49-F238E27FC236}">
                  <a16:creationId xmlns:a16="http://schemas.microsoft.com/office/drawing/2014/main" id="{E731DFB9-5961-4F88-89A4-1719C037E679}"/>
                </a:ext>
              </a:extLst>
            </p:cNvPr>
            <p:cNvCxnSpPr/>
            <p:nvPr>
              <p:custDataLst>
                <p:tags r:id="rId105"/>
              </p:custDataLst>
            </p:nvPr>
          </p:nvCxnSpPr>
          <p:spPr bwMode="auto">
            <a:xfrm flipV="1">
              <a:off x="2988280" y="4140000"/>
              <a:ext cx="10795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268" name="直接箭头连接符 267">
              <a:extLst>
                <a:ext uri="{FF2B5EF4-FFF2-40B4-BE49-F238E27FC236}">
                  <a16:creationId xmlns:a16="http://schemas.microsoft.com/office/drawing/2014/main" id="{5A38C94F-F1EB-4CE0-B793-DD510FCD51CB}"/>
                </a:ext>
              </a:extLst>
            </p:cNvPr>
            <p:cNvCxnSpPr/>
            <p:nvPr>
              <p:custDataLst>
                <p:tags r:id="rId106"/>
              </p:custDataLst>
            </p:nvPr>
          </p:nvCxnSpPr>
          <p:spPr bwMode="auto">
            <a:xfrm flipV="1">
              <a:off x="2772000" y="4896000"/>
              <a:ext cx="32400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69" name="直接箭头连接符 268">
              <a:extLst>
                <a:ext uri="{FF2B5EF4-FFF2-40B4-BE49-F238E27FC236}">
                  <a16:creationId xmlns:a16="http://schemas.microsoft.com/office/drawing/2014/main" id="{1B327F59-7B64-4DDA-852A-E7E5BB7DC3A8}"/>
                </a:ext>
              </a:extLst>
            </p:cNvPr>
            <p:cNvCxnSpPr/>
            <p:nvPr>
              <p:custDataLst>
                <p:tags r:id="rId107"/>
              </p:custDataLst>
            </p:nvPr>
          </p:nvCxnSpPr>
          <p:spPr bwMode="auto">
            <a:xfrm flipV="1">
              <a:off x="2988280" y="4680000"/>
              <a:ext cx="10795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70" name="直接箭头连接符 269">
              <a:extLst>
                <a:ext uri="{FF2B5EF4-FFF2-40B4-BE49-F238E27FC236}">
                  <a16:creationId xmlns:a16="http://schemas.microsoft.com/office/drawing/2014/main" id="{F6A885A7-1873-4B44-BDA2-966D1E209179}"/>
                </a:ext>
              </a:extLst>
            </p:cNvPr>
            <p:cNvCxnSpPr/>
            <p:nvPr>
              <p:custDataLst>
                <p:tags r:id="rId108"/>
              </p:custDataLst>
            </p:nvPr>
          </p:nvCxnSpPr>
          <p:spPr bwMode="auto">
            <a:xfrm flipV="1">
              <a:off x="2916000" y="4212000"/>
              <a:ext cx="180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271" name="直接箭头连接符 270">
              <a:extLst>
                <a:ext uri="{FF2B5EF4-FFF2-40B4-BE49-F238E27FC236}">
                  <a16:creationId xmlns:a16="http://schemas.microsoft.com/office/drawing/2014/main" id="{F3ADED9D-D45B-4723-AF61-B9CF6B713B8E}"/>
                </a:ext>
              </a:extLst>
            </p:cNvPr>
            <p:cNvCxnSpPr/>
            <p:nvPr>
              <p:custDataLst>
                <p:tags r:id="rId109"/>
              </p:custDataLst>
            </p:nvPr>
          </p:nvCxnSpPr>
          <p:spPr bwMode="auto">
            <a:xfrm flipV="1">
              <a:off x="2916000" y="4752000"/>
              <a:ext cx="180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72" name="直接箭头连接符 271">
              <a:extLst>
                <a:ext uri="{FF2B5EF4-FFF2-40B4-BE49-F238E27FC236}">
                  <a16:creationId xmlns:a16="http://schemas.microsoft.com/office/drawing/2014/main" id="{A1AA0E0E-50C5-4488-806A-5DAC7AAFCD54}"/>
                </a:ext>
              </a:extLst>
            </p:cNvPr>
            <p:cNvCxnSpPr/>
            <p:nvPr>
              <p:custDataLst>
                <p:tags r:id="rId110"/>
              </p:custDataLst>
            </p:nvPr>
          </p:nvCxnSpPr>
          <p:spPr bwMode="auto">
            <a:xfrm flipV="1">
              <a:off x="2844000" y="4824000"/>
              <a:ext cx="252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341" name="组合 340">
            <a:extLst>
              <a:ext uri="{FF2B5EF4-FFF2-40B4-BE49-F238E27FC236}">
                <a16:creationId xmlns:a16="http://schemas.microsoft.com/office/drawing/2014/main" id="{6EAA958C-F6C4-4926-8126-BB1E20A93EDB}"/>
              </a:ext>
            </a:extLst>
          </p:cNvPr>
          <p:cNvGrpSpPr/>
          <p:nvPr/>
        </p:nvGrpSpPr>
        <p:grpSpPr>
          <a:xfrm>
            <a:off x="5472096" y="1260000"/>
            <a:ext cx="2628296" cy="2664000"/>
            <a:chOff x="4608000" y="2628000"/>
            <a:chExt cx="2628296" cy="2664000"/>
          </a:xfrm>
        </p:grpSpPr>
        <p:grpSp>
          <p:nvGrpSpPr>
            <p:cNvPr id="367" name="组合 366">
              <a:extLst>
                <a:ext uri="{FF2B5EF4-FFF2-40B4-BE49-F238E27FC236}">
                  <a16:creationId xmlns:a16="http://schemas.microsoft.com/office/drawing/2014/main" id="{FA8D3BB9-E161-4B00-A310-2ECCD272F0C1}"/>
                </a:ext>
              </a:extLst>
            </p:cNvPr>
            <p:cNvGrpSpPr/>
            <p:nvPr/>
          </p:nvGrpSpPr>
          <p:grpSpPr>
            <a:xfrm>
              <a:off x="4608000" y="2628000"/>
              <a:ext cx="2628296" cy="2664000"/>
              <a:chOff x="2591604" y="2628000"/>
              <a:chExt cx="2628296" cy="2664000"/>
            </a:xfrm>
          </p:grpSpPr>
          <p:sp>
            <p:nvSpPr>
              <p:cNvPr id="400" name="Text Box 36">
                <a:extLst>
                  <a:ext uri="{FF2B5EF4-FFF2-40B4-BE49-F238E27FC236}">
                    <a16:creationId xmlns:a16="http://schemas.microsoft.com/office/drawing/2014/main" id="{AEC5B4EB-E1E6-4CFF-9D10-4F6689125747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59"/>
                </p:custDataLst>
              </p:nvPr>
            </p:nvSpPr>
            <p:spPr bwMode="auto">
              <a:xfrm>
                <a:off x="2915604" y="2628000"/>
                <a:ext cx="2016000" cy="2664000"/>
              </a:xfrm>
              <a:prstGeom prst="rect">
                <a:avLst/>
              </a:prstGeom>
              <a:solidFill>
                <a:srgbClr val="CCFF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36000" bIns="36000" anchor="b" anchorCtr="0">
                <a:noAutofit/>
              </a:bodyPr>
              <a:lstStyle/>
              <a:p>
                <a:pPr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600" b="1" u="none" dirty="0">
                    <a:latin typeface="宋体" panose="02010600030101010101" pitchFamily="2" charset="-122"/>
                  </a:rPr>
                  <a:t>异步</a:t>
                </a:r>
              </a:p>
            </p:txBody>
          </p:sp>
          <p:sp>
            <p:nvSpPr>
              <p:cNvPr id="401" name="Text Box 36">
                <a:extLst>
                  <a:ext uri="{FF2B5EF4-FFF2-40B4-BE49-F238E27FC236}">
                    <a16:creationId xmlns:a16="http://schemas.microsoft.com/office/drawing/2014/main" id="{707D70F2-9FE5-4A04-A34D-B14E2FFD7DFE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60"/>
                </p:custDataLst>
              </p:nvPr>
            </p:nvSpPr>
            <p:spPr bwMode="auto">
              <a:xfrm>
                <a:off x="3275604" y="2988000"/>
                <a:ext cx="360000" cy="212400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990099"/>
                </a:solidFill>
                <a:prstDash val="sysDash"/>
                <a:miter lim="800000"/>
              </a:ln>
              <a:effectLst/>
            </p:spPr>
            <p:txBody>
              <a:bodyPr vert="eaVert" wrap="square" lIns="0" tIns="0" rIns="0" bIns="0" anchor="t" anchorCtr="0">
                <a:no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zh-CN" altLang="en-US" sz="1400" b="1" dirty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                 </a:t>
                </a:r>
                <a:r>
                  <a:rPr lang="en-US" altLang="zh-CN" sz="1400" b="1" baseline="-25000" dirty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 </a:t>
                </a:r>
                <a:r>
                  <a:rPr lang="zh-CN" altLang="en-US" sz="1400" b="1" dirty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状 态</a:t>
                </a:r>
                <a:endParaRPr lang="en-US" altLang="zh-CN" sz="1400" b="1" u="none" dirty="0">
                  <a:solidFill>
                    <a:srgbClr val="990099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402" name="Text Box 36">
                <a:extLst>
                  <a:ext uri="{FF2B5EF4-FFF2-40B4-BE49-F238E27FC236}">
                    <a16:creationId xmlns:a16="http://schemas.microsoft.com/office/drawing/2014/main" id="{7AEF50BE-0142-4962-960C-23D5C40405A9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61"/>
                </p:custDataLst>
              </p:nvPr>
            </p:nvSpPr>
            <p:spPr bwMode="auto">
              <a:xfrm>
                <a:off x="3708000" y="2916000"/>
                <a:ext cx="612000" cy="230400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C00000"/>
                </a:solidFill>
                <a:prstDash val="sysDash"/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endParaRPr lang="en-US" altLang="zh-CN" sz="1600" b="1" u="none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403" name="Text Box 191">
                <a:extLst>
                  <a:ext uri="{FF2B5EF4-FFF2-40B4-BE49-F238E27FC236}">
                    <a16:creationId xmlns:a16="http://schemas.microsoft.com/office/drawing/2014/main" id="{A77D7B18-9AC5-4CF2-81D3-1373A978BAE6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62"/>
                </p:custDataLst>
              </p:nvPr>
            </p:nvSpPr>
            <p:spPr bwMode="auto">
              <a:xfrm>
                <a:off x="2591604" y="4932000"/>
                <a:ext cx="252000" cy="2159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CP</a:t>
                </a:r>
              </a:p>
            </p:txBody>
          </p:sp>
          <p:sp>
            <p:nvSpPr>
              <p:cNvPr id="404" name="Text Box 36">
                <a:extLst>
                  <a:ext uri="{FF2B5EF4-FFF2-40B4-BE49-F238E27FC236}">
                    <a16:creationId xmlns:a16="http://schemas.microsoft.com/office/drawing/2014/main" id="{F0735746-119B-4525-9891-646C2BD7E287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63"/>
                </p:custDataLst>
              </p:nvPr>
            </p:nvSpPr>
            <p:spPr bwMode="auto">
              <a:xfrm>
                <a:off x="2987604" y="2664000"/>
                <a:ext cx="216001" cy="219600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accent2"/>
                </a:solidFill>
                <a:prstDash val="sysDash"/>
                <a:miter lim="800000"/>
              </a:ln>
              <a:effectLst/>
            </p:spPr>
            <p:txBody>
              <a:bodyPr vert="eaVert" wrap="square" lIns="0" tIns="0" rIns="0" bIns="36000" anchor="ctr" anchorCtr="0">
                <a:no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zh-CN" altLang="en-US" sz="14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激励</a:t>
                </a:r>
                <a:endParaRPr lang="en-US" altLang="zh-CN" sz="1400" b="1" u="none" dirty="0">
                  <a:solidFill>
                    <a:schemeClr val="accent2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405" name="Text Box 36">
                <a:extLst>
                  <a:ext uri="{FF2B5EF4-FFF2-40B4-BE49-F238E27FC236}">
                    <a16:creationId xmlns:a16="http://schemas.microsoft.com/office/drawing/2014/main" id="{4260C56D-ED91-4AAE-948D-EC393C1355DA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64"/>
                </p:custDataLst>
              </p:nvPr>
            </p:nvSpPr>
            <p:spPr bwMode="auto">
              <a:xfrm>
                <a:off x="4644000" y="2988000"/>
                <a:ext cx="216001" cy="187200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accent2"/>
                </a:solidFill>
                <a:prstDash val="sysDash"/>
                <a:miter lim="800000"/>
              </a:ln>
              <a:effectLst/>
            </p:spPr>
            <p:txBody>
              <a:bodyPr vert="eaVert" wrap="square" lIns="0" tIns="0" rIns="0" bIns="0" anchor="ctr" anchorCtr="0">
                <a:no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zh-CN" altLang="en-US" sz="14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  输出</a:t>
                </a:r>
                <a:endParaRPr lang="en-US" altLang="zh-CN" sz="1400" b="1" u="none" dirty="0">
                  <a:solidFill>
                    <a:schemeClr val="accent2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406" name="Text Box 191">
                <a:extLst>
                  <a:ext uri="{FF2B5EF4-FFF2-40B4-BE49-F238E27FC236}">
                    <a16:creationId xmlns:a16="http://schemas.microsoft.com/office/drawing/2014/main" id="{9C83B5FE-B8D9-4C56-99D1-AC9387C9416F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65"/>
                </p:custDataLst>
              </p:nvPr>
            </p:nvSpPr>
            <p:spPr bwMode="auto">
              <a:xfrm>
                <a:off x="5003157" y="2953428"/>
                <a:ext cx="215900" cy="2159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Q</a:t>
                </a:r>
                <a:r>
                  <a:rPr lang="en-US" altLang="zh-CN" sz="1600" b="1" baseline="-250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407" name="Text Box 191">
                <a:extLst>
                  <a:ext uri="{FF2B5EF4-FFF2-40B4-BE49-F238E27FC236}">
                    <a16:creationId xmlns:a16="http://schemas.microsoft.com/office/drawing/2014/main" id="{E51AB9DC-0AB8-4091-96B3-8A9A0E06C15C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66"/>
                </p:custDataLst>
              </p:nvPr>
            </p:nvSpPr>
            <p:spPr bwMode="auto">
              <a:xfrm>
                <a:off x="5003157" y="3528000"/>
                <a:ext cx="215900" cy="2159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Q</a:t>
                </a:r>
                <a:r>
                  <a:rPr lang="en-US" altLang="zh-CN" sz="1600" b="1" baseline="-250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408" name="Text Box 191">
                <a:extLst>
                  <a:ext uri="{FF2B5EF4-FFF2-40B4-BE49-F238E27FC236}">
                    <a16:creationId xmlns:a16="http://schemas.microsoft.com/office/drawing/2014/main" id="{E3142746-DB05-40C1-B748-A8F6D4A7A9E7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67"/>
                </p:custDataLst>
              </p:nvPr>
            </p:nvSpPr>
            <p:spPr bwMode="auto">
              <a:xfrm>
                <a:off x="5002375" y="4104000"/>
                <a:ext cx="215900" cy="2159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Q</a:t>
                </a:r>
                <a:r>
                  <a:rPr lang="en-US" altLang="zh-CN" sz="1600" b="1" baseline="-250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2</a:t>
                </a:r>
              </a:p>
            </p:txBody>
          </p:sp>
          <p:sp>
            <p:nvSpPr>
              <p:cNvPr id="409" name="Text Box 191">
                <a:extLst>
                  <a:ext uri="{FF2B5EF4-FFF2-40B4-BE49-F238E27FC236}">
                    <a16:creationId xmlns:a16="http://schemas.microsoft.com/office/drawing/2014/main" id="{2A5ED06C-5D39-48BB-A13E-5CFDAA134708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68"/>
                </p:custDataLst>
              </p:nvPr>
            </p:nvSpPr>
            <p:spPr bwMode="auto">
              <a:xfrm>
                <a:off x="5004000" y="4680000"/>
                <a:ext cx="215900" cy="2159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Q</a:t>
                </a:r>
                <a:r>
                  <a:rPr lang="en-US" altLang="zh-CN" sz="1600" b="1" baseline="-250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3</a:t>
                </a:r>
              </a:p>
            </p:txBody>
          </p:sp>
          <p:cxnSp>
            <p:nvCxnSpPr>
              <p:cNvPr id="410" name="直接箭头连接符 409">
                <a:extLst>
                  <a:ext uri="{FF2B5EF4-FFF2-40B4-BE49-F238E27FC236}">
                    <a16:creationId xmlns:a16="http://schemas.microsoft.com/office/drawing/2014/main" id="{5818D424-0915-41B6-A863-D148A88CED44}"/>
                  </a:ext>
                </a:extLst>
              </p:cNvPr>
              <p:cNvCxnSpPr>
                <a:cxnSpLocks/>
              </p:cNvCxnSpPr>
              <p:nvPr>
                <p:custDataLst>
                  <p:tags r:id="rId69"/>
                </p:custDataLst>
              </p:nvPr>
            </p:nvCxnSpPr>
            <p:spPr bwMode="auto">
              <a:xfrm flipV="1">
                <a:off x="4644000" y="3060000"/>
                <a:ext cx="21600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411" name="直接箭头连接符 410">
                <a:extLst>
                  <a:ext uri="{FF2B5EF4-FFF2-40B4-BE49-F238E27FC236}">
                    <a16:creationId xmlns:a16="http://schemas.microsoft.com/office/drawing/2014/main" id="{2CB6D54A-622E-495A-8BE6-E948AE86F96A}"/>
                  </a:ext>
                </a:extLst>
              </p:cNvPr>
              <p:cNvCxnSpPr>
                <a:cxnSpLocks/>
              </p:cNvCxnSpPr>
              <p:nvPr>
                <p:custDataLst>
                  <p:tags r:id="rId70"/>
                </p:custDataLst>
              </p:nvPr>
            </p:nvCxnSpPr>
            <p:spPr bwMode="auto">
              <a:xfrm flipV="1">
                <a:off x="4644000" y="3636000"/>
                <a:ext cx="21600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412" name="直接箭头连接符 411">
                <a:extLst>
                  <a:ext uri="{FF2B5EF4-FFF2-40B4-BE49-F238E27FC236}">
                    <a16:creationId xmlns:a16="http://schemas.microsoft.com/office/drawing/2014/main" id="{4C6B7176-3D99-4124-9EBE-2D1E213C5568}"/>
                  </a:ext>
                </a:extLst>
              </p:cNvPr>
              <p:cNvCxnSpPr>
                <a:cxnSpLocks/>
              </p:cNvCxnSpPr>
              <p:nvPr>
                <p:custDataLst>
                  <p:tags r:id="rId71"/>
                </p:custDataLst>
              </p:nvPr>
            </p:nvCxnSpPr>
            <p:spPr bwMode="auto">
              <a:xfrm flipV="1">
                <a:off x="4644000" y="4212000"/>
                <a:ext cx="21600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413" name="直接箭头连接符 412">
                <a:extLst>
                  <a:ext uri="{FF2B5EF4-FFF2-40B4-BE49-F238E27FC236}">
                    <a16:creationId xmlns:a16="http://schemas.microsoft.com/office/drawing/2014/main" id="{2138CD41-5D2A-4C93-B1B3-A94B6589CDF1}"/>
                  </a:ext>
                </a:extLst>
              </p:cNvPr>
              <p:cNvCxnSpPr>
                <a:cxnSpLocks/>
              </p:cNvCxnSpPr>
              <p:nvPr>
                <p:custDataLst>
                  <p:tags r:id="rId72"/>
                </p:custDataLst>
              </p:nvPr>
            </p:nvCxnSpPr>
            <p:spPr bwMode="auto">
              <a:xfrm flipV="1">
                <a:off x="4644000" y="4788000"/>
                <a:ext cx="21600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414" name="直接箭头连接符 413">
                <a:extLst>
                  <a:ext uri="{FF2B5EF4-FFF2-40B4-BE49-F238E27FC236}">
                    <a16:creationId xmlns:a16="http://schemas.microsoft.com/office/drawing/2014/main" id="{3BBE9B63-7BD3-404E-BC67-9E7D21857223}"/>
                  </a:ext>
                </a:extLst>
              </p:cNvPr>
              <p:cNvCxnSpPr>
                <a:cxnSpLocks/>
              </p:cNvCxnSpPr>
              <p:nvPr>
                <p:custDataLst>
                  <p:tags r:id="rId73"/>
                </p:custDataLst>
              </p:nvPr>
            </p:nvCxnSpPr>
            <p:spPr bwMode="auto">
              <a:xfrm flipV="1">
                <a:off x="4860000" y="3060000"/>
                <a:ext cx="14400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415" name="直接箭头连接符 414">
                <a:extLst>
                  <a:ext uri="{FF2B5EF4-FFF2-40B4-BE49-F238E27FC236}">
                    <a16:creationId xmlns:a16="http://schemas.microsoft.com/office/drawing/2014/main" id="{FCF4A138-8B79-420A-AEEA-F595C2D1EAB7}"/>
                  </a:ext>
                </a:extLst>
              </p:cNvPr>
              <p:cNvCxnSpPr>
                <a:cxnSpLocks/>
              </p:cNvCxnSpPr>
              <p:nvPr>
                <p:custDataLst>
                  <p:tags r:id="rId74"/>
                </p:custDataLst>
              </p:nvPr>
            </p:nvCxnSpPr>
            <p:spPr bwMode="auto">
              <a:xfrm flipV="1">
                <a:off x="4860000" y="3636000"/>
                <a:ext cx="14400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416" name="直接箭头连接符 415">
                <a:extLst>
                  <a:ext uri="{FF2B5EF4-FFF2-40B4-BE49-F238E27FC236}">
                    <a16:creationId xmlns:a16="http://schemas.microsoft.com/office/drawing/2014/main" id="{90A76DAC-6C50-47F9-8398-97F86757D3C8}"/>
                  </a:ext>
                </a:extLst>
              </p:cNvPr>
              <p:cNvCxnSpPr>
                <a:cxnSpLocks/>
              </p:cNvCxnSpPr>
              <p:nvPr>
                <p:custDataLst>
                  <p:tags r:id="rId75"/>
                </p:custDataLst>
              </p:nvPr>
            </p:nvCxnSpPr>
            <p:spPr bwMode="auto">
              <a:xfrm flipV="1">
                <a:off x="4860000" y="4212000"/>
                <a:ext cx="14400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417" name="直接箭头连接符 416">
                <a:extLst>
                  <a:ext uri="{FF2B5EF4-FFF2-40B4-BE49-F238E27FC236}">
                    <a16:creationId xmlns:a16="http://schemas.microsoft.com/office/drawing/2014/main" id="{3EF4BE56-DEDD-441B-B5D4-7BE2224C9CFF}"/>
                  </a:ext>
                </a:extLst>
              </p:cNvPr>
              <p:cNvCxnSpPr>
                <a:cxnSpLocks/>
              </p:cNvCxnSpPr>
              <p:nvPr>
                <p:custDataLst>
                  <p:tags r:id="rId76"/>
                </p:custDataLst>
              </p:nvPr>
            </p:nvCxnSpPr>
            <p:spPr bwMode="auto">
              <a:xfrm flipV="1">
                <a:off x="4860000" y="4788000"/>
                <a:ext cx="14400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418" name="直接箭头连接符 417">
                <a:extLst>
                  <a:ext uri="{FF2B5EF4-FFF2-40B4-BE49-F238E27FC236}">
                    <a16:creationId xmlns:a16="http://schemas.microsoft.com/office/drawing/2014/main" id="{EAF64CAC-0ED2-468E-A4A3-E2B680A77E0B}"/>
                  </a:ext>
                </a:extLst>
              </p:cNvPr>
              <p:cNvCxnSpPr/>
              <p:nvPr>
                <p:custDataLst>
                  <p:tags r:id="rId77"/>
                </p:custDataLst>
              </p:nvPr>
            </p:nvCxnSpPr>
            <p:spPr bwMode="auto">
              <a:xfrm flipV="1">
                <a:off x="2843604" y="5040000"/>
                <a:ext cx="43200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419" name="直接箭头连接符 418">
                <a:extLst>
                  <a:ext uri="{FF2B5EF4-FFF2-40B4-BE49-F238E27FC236}">
                    <a16:creationId xmlns:a16="http://schemas.microsoft.com/office/drawing/2014/main" id="{82CD98BC-24CE-419F-9B79-191B53658868}"/>
                  </a:ext>
                </a:extLst>
              </p:cNvPr>
              <p:cNvCxnSpPr/>
              <p:nvPr>
                <p:custDataLst>
                  <p:tags r:id="rId78"/>
                </p:custDataLst>
              </p:nvPr>
            </p:nvCxnSpPr>
            <p:spPr bwMode="auto">
              <a:xfrm flipV="1">
                <a:off x="3203604" y="3060000"/>
                <a:ext cx="7200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420" name="直接箭头连接符 419">
                <a:extLst>
                  <a:ext uri="{FF2B5EF4-FFF2-40B4-BE49-F238E27FC236}">
                    <a16:creationId xmlns:a16="http://schemas.microsoft.com/office/drawing/2014/main" id="{DDF51B6E-B0A2-4909-91BE-2B8ABC472D66}"/>
                  </a:ext>
                </a:extLst>
              </p:cNvPr>
              <p:cNvCxnSpPr>
                <a:cxnSpLocks/>
              </p:cNvCxnSpPr>
              <p:nvPr>
                <p:custDataLst>
                  <p:tags r:id="rId79"/>
                </p:custDataLst>
              </p:nvPr>
            </p:nvCxnSpPr>
            <p:spPr bwMode="auto">
              <a:xfrm flipV="1">
                <a:off x="3420000" y="5040000"/>
                <a:ext cx="21600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421" name="直接箭头连接符 420">
                <a:extLst>
                  <a:ext uri="{FF2B5EF4-FFF2-40B4-BE49-F238E27FC236}">
                    <a16:creationId xmlns:a16="http://schemas.microsoft.com/office/drawing/2014/main" id="{543B3ACF-9C45-4FE2-A7AB-FF7FBAF07D09}"/>
                  </a:ext>
                </a:extLst>
              </p:cNvPr>
              <p:cNvCxnSpPr/>
              <p:nvPr>
                <p:custDataLst>
                  <p:tags r:id="rId80"/>
                </p:custDataLst>
              </p:nvPr>
            </p:nvCxnSpPr>
            <p:spPr bwMode="auto">
              <a:xfrm flipV="1">
                <a:off x="2843604" y="3060000"/>
                <a:ext cx="14400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422" name="直接箭头连接符 421">
                <a:extLst>
                  <a:ext uri="{FF2B5EF4-FFF2-40B4-BE49-F238E27FC236}">
                    <a16:creationId xmlns:a16="http://schemas.microsoft.com/office/drawing/2014/main" id="{196811DF-2C46-4A35-9406-BEB40B5BC1C6}"/>
                  </a:ext>
                </a:extLst>
              </p:cNvPr>
              <p:cNvCxnSpPr/>
              <p:nvPr>
                <p:custDataLst>
                  <p:tags r:id="rId81"/>
                </p:custDataLst>
              </p:nvPr>
            </p:nvCxnSpPr>
            <p:spPr bwMode="auto">
              <a:xfrm flipV="1">
                <a:off x="3203604" y="3636000"/>
                <a:ext cx="7200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423" name="直接箭头连接符 422">
                <a:extLst>
                  <a:ext uri="{FF2B5EF4-FFF2-40B4-BE49-F238E27FC236}">
                    <a16:creationId xmlns:a16="http://schemas.microsoft.com/office/drawing/2014/main" id="{673DFE6E-708A-471B-A1BC-182C115000B5}"/>
                  </a:ext>
                </a:extLst>
              </p:cNvPr>
              <p:cNvCxnSpPr/>
              <p:nvPr>
                <p:custDataLst>
                  <p:tags r:id="rId82"/>
                </p:custDataLst>
              </p:nvPr>
            </p:nvCxnSpPr>
            <p:spPr bwMode="auto">
              <a:xfrm flipV="1">
                <a:off x="3203604" y="4212000"/>
                <a:ext cx="7200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424" name="直接箭头连接符 423">
                <a:extLst>
                  <a:ext uri="{FF2B5EF4-FFF2-40B4-BE49-F238E27FC236}">
                    <a16:creationId xmlns:a16="http://schemas.microsoft.com/office/drawing/2014/main" id="{8501E32F-B9B1-4B9A-AA48-950AF3B7E135}"/>
                  </a:ext>
                </a:extLst>
              </p:cNvPr>
              <p:cNvCxnSpPr/>
              <p:nvPr>
                <p:custDataLst>
                  <p:tags r:id="rId83"/>
                </p:custDataLst>
              </p:nvPr>
            </p:nvCxnSpPr>
            <p:spPr bwMode="auto">
              <a:xfrm flipV="1">
                <a:off x="3203604" y="4788000"/>
                <a:ext cx="7200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425" name="Text Box 191">
                <a:extLst>
                  <a:ext uri="{FF2B5EF4-FFF2-40B4-BE49-F238E27FC236}">
                    <a16:creationId xmlns:a16="http://schemas.microsoft.com/office/drawing/2014/main" id="{616B67B6-9537-4466-A656-53F70DE3F0A2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84"/>
                </p:custDataLst>
              </p:nvPr>
            </p:nvSpPr>
            <p:spPr bwMode="auto">
              <a:xfrm>
                <a:off x="2591604" y="2952000"/>
                <a:ext cx="252000" cy="2159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EN</a:t>
                </a:r>
              </a:p>
            </p:txBody>
          </p:sp>
        </p:grpSp>
        <p:grpSp>
          <p:nvGrpSpPr>
            <p:cNvPr id="368" name="组合 367">
              <a:extLst>
                <a:ext uri="{FF2B5EF4-FFF2-40B4-BE49-F238E27FC236}">
                  <a16:creationId xmlns:a16="http://schemas.microsoft.com/office/drawing/2014/main" id="{1C8380C3-EF32-4AF4-A688-C1A5C5A6A5D8}"/>
                </a:ext>
              </a:extLst>
            </p:cNvPr>
            <p:cNvGrpSpPr/>
            <p:nvPr/>
          </p:nvGrpSpPr>
          <p:grpSpPr>
            <a:xfrm>
              <a:off x="5652244" y="2952000"/>
              <a:ext cx="1007745" cy="504190"/>
              <a:chOff x="3175" y="6293"/>
              <a:chExt cx="1587" cy="794"/>
            </a:xfrm>
          </p:grpSpPr>
          <p:sp>
            <p:nvSpPr>
              <p:cNvPr id="393" name="Text Box 36">
                <a:extLst>
                  <a:ext uri="{FF2B5EF4-FFF2-40B4-BE49-F238E27FC236}">
                    <a16:creationId xmlns:a16="http://schemas.microsoft.com/office/drawing/2014/main" id="{F2C0E272-1160-4579-927D-81BFFB6ADA2E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52"/>
                </p:custDataLst>
              </p:nvPr>
            </p:nvSpPr>
            <p:spPr bwMode="auto">
              <a:xfrm>
                <a:off x="3403" y="6293"/>
                <a:ext cx="737" cy="794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horz" wrap="square" lIns="1778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EN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</a:rPr>
                  <a:t>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2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T</a:t>
                </a:r>
                <a:r>
                  <a:rPr lang="en-US" altLang="zh-CN" sz="1600" b="1" baseline="-25000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 </a:t>
                </a:r>
                <a:r>
                  <a:rPr lang="en-US" altLang="zh-CN" sz="1600" b="1" dirty="0">
                    <a:latin typeface="宋体" panose="02010600030101010101" pitchFamily="2" charset="-122"/>
                    <a:sym typeface="+mn-ea"/>
                  </a:rPr>
                  <a:t>Q</a:t>
                </a:r>
                <a:endParaRPr lang="en-US" altLang="zh-CN" sz="1600" b="1" u="none" dirty="0">
                  <a:latin typeface="宋体" panose="02010600030101010101" pitchFamily="2" charset="-122"/>
                  <a:sym typeface="+mn-ea"/>
                </a:endParaRPr>
              </a:p>
            </p:txBody>
          </p:sp>
          <p:cxnSp>
            <p:nvCxnSpPr>
              <p:cNvPr id="394" name="直接箭头连接符 393">
                <a:extLst>
                  <a:ext uri="{FF2B5EF4-FFF2-40B4-BE49-F238E27FC236}">
                    <a16:creationId xmlns:a16="http://schemas.microsoft.com/office/drawing/2014/main" id="{B63BFE67-7015-4221-BCB0-FC8849279A7F}"/>
                  </a:ext>
                </a:extLst>
              </p:cNvPr>
              <p:cNvCxnSpPr/>
              <p:nvPr>
                <p:custDataLst>
                  <p:tags r:id="rId53"/>
                </p:custDataLst>
              </p:nvPr>
            </p:nvCxnSpPr>
            <p:spPr bwMode="auto">
              <a:xfrm flipV="1">
                <a:off x="3175" y="6463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95" name="直接箭头连接符 394">
                <a:extLst>
                  <a:ext uri="{FF2B5EF4-FFF2-40B4-BE49-F238E27FC236}">
                    <a16:creationId xmlns:a16="http://schemas.microsoft.com/office/drawing/2014/main" id="{305625CD-3015-41DD-90F0-461D12D1D5EA}"/>
                  </a:ext>
                </a:extLst>
              </p:cNvPr>
              <p:cNvCxnSpPr/>
              <p:nvPr>
                <p:custDataLst>
                  <p:tags r:id="rId54"/>
                </p:custDataLst>
              </p:nvPr>
            </p:nvCxnSpPr>
            <p:spPr bwMode="auto">
              <a:xfrm flipV="1">
                <a:off x="4138" y="6463"/>
                <a:ext cx="62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96" name="直接箭头连接符 395">
                <a:extLst>
                  <a:ext uri="{FF2B5EF4-FFF2-40B4-BE49-F238E27FC236}">
                    <a16:creationId xmlns:a16="http://schemas.microsoft.com/office/drawing/2014/main" id="{A1DD0298-DF64-4B0F-8D5A-7B7C0DBB6A78}"/>
                  </a:ext>
                </a:extLst>
              </p:cNvPr>
              <p:cNvCxnSpPr/>
              <p:nvPr>
                <p:custDataLst>
                  <p:tags r:id="rId55"/>
                </p:custDataLst>
              </p:nvPr>
            </p:nvCxnSpPr>
            <p:spPr bwMode="auto">
              <a:xfrm flipV="1">
                <a:off x="4138" y="6860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397" name="等腰三角形 396">
                <a:extLst>
                  <a:ext uri="{FF2B5EF4-FFF2-40B4-BE49-F238E27FC236}">
                    <a16:creationId xmlns:a16="http://schemas.microsoft.com/office/drawing/2014/main" id="{C24A88C4-0BF3-4289-8F19-5145976350CF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3348" y="6803"/>
                <a:ext cx="227" cy="113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1620000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398" name="直接箭头连接符 397">
                <a:extLst>
                  <a:ext uri="{FF2B5EF4-FFF2-40B4-BE49-F238E27FC236}">
                    <a16:creationId xmlns:a16="http://schemas.microsoft.com/office/drawing/2014/main" id="{0399A5A5-014C-43E6-9C23-6022C86B5846}"/>
                  </a:ext>
                </a:extLst>
              </p:cNvPr>
              <p:cNvCxnSpPr/>
              <p:nvPr>
                <p:custDataLst>
                  <p:tags r:id="rId57"/>
                </p:custDataLst>
              </p:nvPr>
            </p:nvCxnSpPr>
            <p:spPr bwMode="auto">
              <a:xfrm flipV="1">
                <a:off x="3923" y="6727"/>
                <a:ext cx="170" cy="0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99" name="直接箭头连接符 398">
                <a:extLst>
                  <a:ext uri="{FF2B5EF4-FFF2-40B4-BE49-F238E27FC236}">
                    <a16:creationId xmlns:a16="http://schemas.microsoft.com/office/drawing/2014/main" id="{DEC751DF-15A8-4E92-83B6-80C24F409482}"/>
                  </a:ext>
                </a:extLst>
              </p:cNvPr>
              <p:cNvCxnSpPr/>
              <p:nvPr>
                <p:custDataLst>
                  <p:tags r:id="rId58"/>
                </p:custDataLst>
              </p:nvPr>
            </p:nvCxnSpPr>
            <p:spPr bwMode="auto">
              <a:xfrm flipV="1">
                <a:off x="3175" y="6860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</p:grpSp>
        <p:grpSp>
          <p:nvGrpSpPr>
            <p:cNvPr id="369" name="组合 368">
              <a:extLst>
                <a:ext uri="{FF2B5EF4-FFF2-40B4-BE49-F238E27FC236}">
                  <a16:creationId xmlns:a16="http://schemas.microsoft.com/office/drawing/2014/main" id="{21E98FC1-E6B8-43E8-AC65-33B25406B8FB}"/>
                </a:ext>
              </a:extLst>
            </p:cNvPr>
            <p:cNvGrpSpPr/>
            <p:nvPr/>
          </p:nvGrpSpPr>
          <p:grpSpPr>
            <a:xfrm>
              <a:off x="5652659" y="3528000"/>
              <a:ext cx="1007745" cy="504190"/>
              <a:chOff x="3175" y="6293"/>
              <a:chExt cx="1587" cy="794"/>
            </a:xfrm>
          </p:grpSpPr>
          <p:sp>
            <p:nvSpPr>
              <p:cNvPr id="386" name="Text Box 36">
                <a:extLst>
                  <a:ext uri="{FF2B5EF4-FFF2-40B4-BE49-F238E27FC236}">
                    <a16:creationId xmlns:a16="http://schemas.microsoft.com/office/drawing/2014/main" id="{95D21BAF-F17F-448C-BEC2-E1EDFCAA8FC4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45"/>
                </p:custDataLst>
              </p:nvPr>
            </p:nvSpPr>
            <p:spPr bwMode="auto">
              <a:xfrm>
                <a:off x="3403" y="6293"/>
                <a:ext cx="737" cy="794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horz" wrap="square" lIns="1778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EN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</a:rPr>
                  <a:t>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2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T</a:t>
                </a:r>
                <a:r>
                  <a:rPr lang="en-US" altLang="zh-CN" sz="1600" b="1" baseline="-25000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 </a:t>
                </a:r>
                <a:r>
                  <a:rPr lang="en-US" altLang="zh-CN" sz="1600" b="1" dirty="0">
                    <a:latin typeface="宋体" panose="02010600030101010101" pitchFamily="2" charset="-122"/>
                    <a:sym typeface="+mn-ea"/>
                  </a:rPr>
                  <a:t>Q</a:t>
                </a:r>
                <a:endParaRPr lang="en-US" altLang="zh-CN" sz="1600" b="1" u="none" dirty="0">
                  <a:latin typeface="宋体" panose="02010600030101010101" pitchFamily="2" charset="-122"/>
                  <a:sym typeface="+mn-ea"/>
                </a:endParaRPr>
              </a:p>
            </p:txBody>
          </p:sp>
          <p:cxnSp>
            <p:nvCxnSpPr>
              <p:cNvPr id="387" name="直接箭头连接符 386">
                <a:extLst>
                  <a:ext uri="{FF2B5EF4-FFF2-40B4-BE49-F238E27FC236}">
                    <a16:creationId xmlns:a16="http://schemas.microsoft.com/office/drawing/2014/main" id="{4CA9EDDA-CDE1-4020-B09D-2E0E15AC3005}"/>
                  </a:ext>
                </a:extLst>
              </p:cNvPr>
              <p:cNvCxnSpPr/>
              <p:nvPr>
                <p:custDataLst>
                  <p:tags r:id="rId46"/>
                </p:custDataLst>
              </p:nvPr>
            </p:nvCxnSpPr>
            <p:spPr bwMode="auto">
              <a:xfrm flipV="1">
                <a:off x="3175" y="6463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88" name="直接箭头连接符 387">
                <a:extLst>
                  <a:ext uri="{FF2B5EF4-FFF2-40B4-BE49-F238E27FC236}">
                    <a16:creationId xmlns:a16="http://schemas.microsoft.com/office/drawing/2014/main" id="{7034CF7F-62B1-4DE3-8076-9F8C570B1805}"/>
                  </a:ext>
                </a:extLst>
              </p:cNvPr>
              <p:cNvCxnSpPr/>
              <p:nvPr>
                <p:custDataLst>
                  <p:tags r:id="rId47"/>
                </p:custDataLst>
              </p:nvPr>
            </p:nvCxnSpPr>
            <p:spPr bwMode="auto">
              <a:xfrm flipV="1">
                <a:off x="4138" y="6463"/>
                <a:ext cx="62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89" name="直接箭头连接符 388">
                <a:extLst>
                  <a:ext uri="{FF2B5EF4-FFF2-40B4-BE49-F238E27FC236}">
                    <a16:creationId xmlns:a16="http://schemas.microsoft.com/office/drawing/2014/main" id="{A88260FD-1597-4457-AB0F-0069CE85103E}"/>
                  </a:ext>
                </a:extLst>
              </p:cNvPr>
              <p:cNvCxnSpPr/>
              <p:nvPr>
                <p:custDataLst>
                  <p:tags r:id="rId48"/>
                </p:custDataLst>
              </p:nvPr>
            </p:nvCxnSpPr>
            <p:spPr bwMode="auto">
              <a:xfrm flipV="1">
                <a:off x="4138" y="6860"/>
                <a:ext cx="34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390" name="等腰三角形 389">
                <a:extLst>
                  <a:ext uri="{FF2B5EF4-FFF2-40B4-BE49-F238E27FC236}">
                    <a16:creationId xmlns:a16="http://schemas.microsoft.com/office/drawing/2014/main" id="{2D7E66D2-0BDF-42E4-AC81-C09A2939FA9F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3348" y="6803"/>
                <a:ext cx="227" cy="113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1620000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391" name="直接箭头连接符 390">
                <a:extLst>
                  <a:ext uri="{FF2B5EF4-FFF2-40B4-BE49-F238E27FC236}">
                    <a16:creationId xmlns:a16="http://schemas.microsoft.com/office/drawing/2014/main" id="{CADADBFB-94EF-4334-BB42-9ED6BC411383}"/>
                  </a:ext>
                </a:extLst>
              </p:cNvPr>
              <p:cNvCxnSpPr/>
              <p:nvPr>
                <p:custDataLst>
                  <p:tags r:id="rId50"/>
                </p:custDataLst>
              </p:nvPr>
            </p:nvCxnSpPr>
            <p:spPr bwMode="auto">
              <a:xfrm flipV="1">
                <a:off x="3923" y="6727"/>
                <a:ext cx="170" cy="0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92" name="直接箭头连接符 391">
                <a:extLst>
                  <a:ext uri="{FF2B5EF4-FFF2-40B4-BE49-F238E27FC236}">
                    <a16:creationId xmlns:a16="http://schemas.microsoft.com/office/drawing/2014/main" id="{B0E80E9A-9E52-4429-BF7B-CB59EDC3E4E2}"/>
                  </a:ext>
                </a:extLst>
              </p:cNvPr>
              <p:cNvCxnSpPr/>
              <p:nvPr>
                <p:custDataLst>
                  <p:tags r:id="rId51"/>
                </p:custDataLst>
              </p:nvPr>
            </p:nvCxnSpPr>
            <p:spPr bwMode="auto">
              <a:xfrm flipV="1">
                <a:off x="3175" y="6860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</p:grpSp>
        <p:grpSp>
          <p:nvGrpSpPr>
            <p:cNvPr id="370" name="组合 369">
              <a:extLst>
                <a:ext uri="{FF2B5EF4-FFF2-40B4-BE49-F238E27FC236}">
                  <a16:creationId xmlns:a16="http://schemas.microsoft.com/office/drawing/2014/main" id="{4F16DA88-CF74-47FE-A6C8-94CA822F247B}"/>
                </a:ext>
              </a:extLst>
            </p:cNvPr>
            <p:cNvGrpSpPr/>
            <p:nvPr/>
          </p:nvGrpSpPr>
          <p:grpSpPr>
            <a:xfrm>
              <a:off x="5652659" y="4104000"/>
              <a:ext cx="1007745" cy="504190"/>
              <a:chOff x="3175" y="6293"/>
              <a:chExt cx="1587" cy="794"/>
            </a:xfrm>
          </p:grpSpPr>
          <p:sp>
            <p:nvSpPr>
              <p:cNvPr id="379" name="Text Box 36">
                <a:extLst>
                  <a:ext uri="{FF2B5EF4-FFF2-40B4-BE49-F238E27FC236}">
                    <a16:creationId xmlns:a16="http://schemas.microsoft.com/office/drawing/2014/main" id="{1BF506D7-5D3B-44E1-90B4-7A6EEC637CCA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38"/>
                </p:custDataLst>
              </p:nvPr>
            </p:nvSpPr>
            <p:spPr bwMode="auto">
              <a:xfrm>
                <a:off x="3403" y="6293"/>
                <a:ext cx="737" cy="794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horz" wrap="square" lIns="1778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EN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</a:rPr>
                  <a:t>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2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T</a:t>
                </a:r>
                <a:r>
                  <a:rPr lang="en-US" altLang="zh-CN" sz="1600" b="1" baseline="-25000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 </a:t>
                </a:r>
                <a:r>
                  <a:rPr lang="en-US" altLang="zh-CN" sz="1600" b="1" dirty="0">
                    <a:latin typeface="宋体" panose="02010600030101010101" pitchFamily="2" charset="-122"/>
                    <a:sym typeface="+mn-ea"/>
                  </a:rPr>
                  <a:t>Q</a:t>
                </a:r>
                <a:endParaRPr lang="en-US" altLang="zh-CN" sz="1600" b="1" u="none" dirty="0">
                  <a:latin typeface="宋体" panose="02010600030101010101" pitchFamily="2" charset="-122"/>
                  <a:sym typeface="+mn-ea"/>
                </a:endParaRPr>
              </a:p>
            </p:txBody>
          </p:sp>
          <p:cxnSp>
            <p:nvCxnSpPr>
              <p:cNvPr id="380" name="直接箭头连接符 379">
                <a:extLst>
                  <a:ext uri="{FF2B5EF4-FFF2-40B4-BE49-F238E27FC236}">
                    <a16:creationId xmlns:a16="http://schemas.microsoft.com/office/drawing/2014/main" id="{DEC87C94-0FED-41B1-985D-857F29BFBE1D}"/>
                  </a:ext>
                </a:extLst>
              </p:cNvPr>
              <p:cNvCxnSpPr/>
              <p:nvPr>
                <p:custDataLst>
                  <p:tags r:id="rId39"/>
                </p:custDataLst>
              </p:nvPr>
            </p:nvCxnSpPr>
            <p:spPr bwMode="auto">
              <a:xfrm flipV="1">
                <a:off x="3175" y="6463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81" name="直接箭头连接符 380">
                <a:extLst>
                  <a:ext uri="{FF2B5EF4-FFF2-40B4-BE49-F238E27FC236}">
                    <a16:creationId xmlns:a16="http://schemas.microsoft.com/office/drawing/2014/main" id="{1777BB05-8A21-4C0C-9789-AA34008E9ACC}"/>
                  </a:ext>
                </a:extLst>
              </p:cNvPr>
              <p:cNvCxnSpPr/>
              <p:nvPr>
                <p:custDataLst>
                  <p:tags r:id="rId40"/>
                </p:custDataLst>
              </p:nvPr>
            </p:nvCxnSpPr>
            <p:spPr bwMode="auto">
              <a:xfrm flipV="1">
                <a:off x="4138" y="6463"/>
                <a:ext cx="62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82" name="直接箭头连接符 381">
                <a:extLst>
                  <a:ext uri="{FF2B5EF4-FFF2-40B4-BE49-F238E27FC236}">
                    <a16:creationId xmlns:a16="http://schemas.microsoft.com/office/drawing/2014/main" id="{14C51A07-B180-402F-95D1-E3DE3B36819C}"/>
                  </a:ext>
                </a:extLst>
              </p:cNvPr>
              <p:cNvCxnSpPr/>
              <p:nvPr>
                <p:custDataLst>
                  <p:tags r:id="rId41"/>
                </p:custDataLst>
              </p:nvPr>
            </p:nvCxnSpPr>
            <p:spPr bwMode="auto">
              <a:xfrm flipV="1">
                <a:off x="4138" y="6860"/>
                <a:ext cx="45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383" name="等腰三角形 382">
                <a:extLst>
                  <a:ext uri="{FF2B5EF4-FFF2-40B4-BE49-F238E27FC236}">
                    <a16:creationId xmlns:a16="http://schemas.microsoft.com/office/drawing/2014/main" id="{F9D8BC84-5A8D-4860-8384-F4710A670F16}"/>
                  </a:ext>
                </a:extLst>
              </p:cNvPr>
              <p:cNvSpPr/>
              <p:nvPr>
                <p:custDataLst>
                  <p:tags r:id="rId42"/>
                </p:custDataLst>
              </p:nvPr>
            </p:nvSpPr>
            <p:spPr>
              <a:xfrm>
                <a:off x="3348" y="6803"/>
                <a:ext cx="227" cy="113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1620000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384" name="直接箭头连接符 383">
                <a:extLst>
                  <a:ext uri="{FF2B5EF4-FFF2-40B4-BE49-F238E27FC236}">
                    <a16:creationId xmlns:a16="http://schemas.microsoft.com/office/drawing/2014/main" id="{3EA53808-3F66-4750-9B90-95C0A6FB3C37}"/>
                  </a:ext>
                </a:extLst>
              </p:cNvPr>
              <p:cNvCxnSpPr/>
              <p:nvPr>
                <p:custDataLst>
                  <p:tags r:id="rId43"/>
                </p:custDataLst>
              </p:nvPr>
            </p:nvCxnSpPr>
            <p:spPr bwMode="auto">
              <a:xfrm flipV="1">
                <a:off x="3923" y="6727"/>
                <a:ext cx="170" cy="0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85" name="直接箭头连接符 384">
                <a:extLst>
                  <a:ext uri="{FF2B5EF4-FFF2-40B4-BE49-F238E27FC236}">
                    <a16:creationId xmlns:a16="http://schemas.microsoft.com/office/drawing/2014/main" id="{FE233FA5-0D69-462F-A129-FCC51807FD31}"/>
                  </a:ext>
                </a:extLst>
              </p:cNvPr>
              <p:cNvCxnSpPr/>
              <p:nvPr>
                <p:custDataLst>
                  <p:tags r:id="rId44"/>
                </p:custDataLst>
              </p:nvPr>
            </p:nvCxnSpPr>
            <p:spPr bwMode="auto">
              <a:xfrm flipV="1">
                <a:off x="3175" y="6860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</p:grpSp>
        <p:grpSp>
          <p:nvGrpSpPr>
            <p:cNvPr id="371" name="组合 370">
              <a:extLst>
                <a:ext uri="{FF2B5EF4-FFF2-40B4-BE49-F238E27FC236}">
                  <a16:creationId xmlns:a16="http://schemas.microsoft.com/office/drawing/2014/main" id="{7ABB92B0-AD29-4D66-AB6F-87E299BE5C32}"/>
                </a:ext>
              </a:extLst>
            </p:cNvPr>
            <p:cNvGrpSpPr/>
            <p:nvPr/>
          </p:nvGrpSpPr>
          <p:grpSpPr>
            <a:xfrm>
              <a:off x="5652659" y="4680000"/>
              <a:ext cx="1007745" cy="504190"/>
              <a:chOff x="3175" y="6293"/>
              <a:chExt cx="1587" cy="794"/>
            </a:xfrm>
          </p:grpSpPr>
          <p:sp>
            <p:nvSpPr>
              <p:cNvPr id="372" name="Text Box 36">
                <a:extLst>
                  <a:ext uri="{FF2B5EF4-FFF2-40B4-BE49-F238E27FC236}">
                    <a16:creationId xmlns:a16="http://schemas.microsoft.com/office/drawing/2014/main" id="{F3D9E820-7EFF-4288-968C-31B777F46A79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31"/>
                </p:custDataLst>
              </p:nvPr>
            </p:nvSpPr>
            <p:spPr bwMode="auto">
              <a:xfrm>
                <a:off x="3403" y="6293"/>
                <a:ext cx="737" cy="794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horz" wrap="square" lIns="1778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EN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</a:rPr>
                  <a:t>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2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T</a:t>
                </a:r>
                <a:r>
                  <a:rPr lang="en-US" altLang="zh-CN" sz="1600" b="1" baseline="-25000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 </a:t>
                </a:r>
                <a:r>
                  <a:rPr lang="en-US" altLang="zh-CN" sz="1600" b="1" dirty="0">
                    <a:latin typeface="宋体" panose="02010600030101010101" pitchFamily="2" charset="-122"/>
                    <a:sym typeface="+mn-ea"/>
                  </a:rPr>
                  <a:t>Q</a:t>
                </a:r>
                <a:endParaRPr lang="en-US" altLang="zh-CN" sz="1600" b="1" u="none" dirty="0">
                  <a:latin typeface="宋体" panose="02010600030101010101" pitchFamily="2" charset="-122"/>
                  <a:sym typeface="+mn-ea"/>
                </a:endParaRPr>
              </a:p>
            </p:txBody>
          </p:sp>
          <p:cxnSp>
            <p:nvCxnSpPr>
              <p:cNvPr id="373" name="直接箭头连接符 372">
                <a:extLst>
                  <a:ext uri="{FF2B5EF4-FFF2-40B4-BE49-F238E27FC236}">
                    <a16:creationId xmlns:a16="http://schemas.microsoft.com/office/drawing/2014/main" id="{A8A4FF53-F48E-4008-AD5C-800CBD9E3337}"/>
                  </a:ext>
                </a:extLst>
              </p:cNvPr>
              <p:cNvCxnSpPr/>
              <p:nvPr>
                <p:custDataLst>
                  <p:tags r:id="rId32"/>
                </p:custDataLst>
              </p:nvPr>
            </p:nvCxnSpPr>
            <p:spPr bwMode="auto">
              <a:xfrm flipV="1">
                <a:off x="3175" y="6463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74" name="直接箭头连接符 373">
                <a:extLst>
                  <a:ext uri="{FF2B5EF4-FFF2-40B4-BE49-F238E27FC236}">
                    <a16:creationId xmlns:a16="http://schemas.microsoft.com/office/drawing/2014/main" id="{186C07FE-FA98-4690-BF07-D267FC1DF6DE}"/>
                  </a:ext>
                </a:extLst>
              </p:cNvPr>
              <p:cNvCxnSpPr/>
              <p:nvPr>
                <p:custDataLst>
                  <p:tags r:id="rId33"/>
                </p:custDataLst>
              </p:nvPr>
            </p:nvCxnSpPr>
            <p:spPr bwMode="auto">
              <a:xfrm flipV="1">
                <a:off x="4138" y="6463"/>
                <a:ext cx="62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75" name="直接箭头连接符 374">
                <a:extLst>
                  <a:ext uri="{FF2B5EF4-FFF2-40B4-BE49-F238E27FC236}">
                    <a16:creationId xmlns:a16="http://schemas.microsoft.com/office/drawing/2014/main" id="{F1030556-F674-4BF2-BEED-B15CCAC74C58}"/>
                  </a:ext>
                </a:extLst>
              </p:cNvPr>
              <p:cNvCxnSpPr/>
              <p:nvPr>
                <p:custDataLst>
                  <p:tags r:id="rId34"/>
                </p:custDataLst>
              </p:nvPr>
            </p:nvCxnSpPr>
            <p:spPr bwMode="auto">
              <a:xfrm flipV="1">
                <a:off x="4138" y="6860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376" name="等腰三角形 375">
                <a:extLst>
                  <a:ext uri="{FF2B5EF4-FFF2-40B4-BE49-F238E27FC236}">
                    <a16:creationId xmlns:a16="http://schemas.microsoft.com/office/drawing/2014/main" id="{30ACDDB1-2035-47C7-8AFC-AE084F47800E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3348" y="6803"/>
                <a:ext cx="227" cy="113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1620000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377" name="直接箭头连接符 376">
                <a:extLst>
                  <a:ext uri="{FF2B5EF4-FFF2-40B4-BE49-F238E27FC236}">
                    <a16:creationId xmlns:a16="http://schemas.microsoft.com/office/drawing/2014/main" id="{4508E650-7FD6-4DF2-8EEE-A955D28CAE06}"/>
                  </a:ext>
                </a:extLst>
              </p:cNvPr>
              <p:cNvCxnSpPr/>
              <p:nvPr>
                <p:custDataLst>
                  <p:tags r:id="rId36"/>
                </p:custDataLst>
              </p:nvPr>
            </p:nvCxnSpPr>
            <p:spPr bwMode="auto">
              <a:xfrm flipV="1">
                <a:off x="3923" y="6727"/>
                <a:ext cx="170" cy="0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78" name="直接箭头连接符 377">
                <a:extLst>
                  <a:ext uri="{FF2B5EF4-FFF2-40B4-BE49-F238E27FC236}">
                    <a16:creationId xmlns:a16="http://schemas.microsoft.com/office/drawing/2014/main" id="{DA9AF7D9-2C15-47F7-A9BD-4D8104E2CE54}"/>
                  </a:ext>
                </a:extLst>
              </p:cNvPr>
              <p:cNvCxnSpPr/>
              <p:nvPr>
                <p:custDataLst>
                  <p:tags r:id="rId37"/>
                </p:custDataLst>
              </p:nvPr>
            </p:nvCxnSpPr>
            <p:spPr bwMode="auto">
              <a:xfrm flipV="1">
                <a:off x="3175" y="6860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</p:grpSp>
      </p:grpSp>
      <p:grpSp>
        <p:nvGrpSpPr>
          <p:cNvPr id="342" name="组合 341">
            <a:extLst>
              <a:ext uri="{FF2B5EF4-FFF2-40B4-BE49-F238E27FC236}">
                <a16:creationId xmlns:a16="http://schemas.microsoft.com/office/drawing/2014/main" id="{5159564E-730E-430C-858B-51E0EF768203}"/>
              </a:ext>
            </a:extLst>
          </p:cNvPr>
          <p:cNvGrpSpPr/>
          <p:nvPr/>
        </p:nvGrpSpPr>
        <p:grpSpPr>
          <a:xfrm>
            <a:off x="5868096" y="1692000"/>
            <a:ext cx="216144" cy="1728000"/>
            <a:chOff x="3059856" y="3060000"/>
            <a:chExt cx="216144" cy="1728000"/>
          </a:xfrm>
        </p:grpSpPr>
        <p:cxnSp>
          <p:nvCxnSpPr>
            <p:cNvPr id="362" name="直接箭头连接符 361">
              <a:extLst>
                <a:ext uri="{FF2B5EF4-FFF2-40B4-BE49-F238E27FC236}">
                  <a16:creationId xmlns:a16="http://schemas.microsoft.com/office/drawing/2014/main" id="{92845580-0064-417C-AB39-32807A0051C4}"/>
                </a:ext>
              </a:extLst>
            </p:cNvPr>
            <p:cNvCxnSpPr/>
            <p:nvPr>
              <p:custDataLst>
                <p:tags r:id="rId26"/>
              </p:custDataLst>
            </p:nvPr>
          </p:nvCxnSpPr>
          <p:spPr bwMode="auto">
            <a:xfrm flipV="1">
              <a:off x="3059856" y="3060000"/>
              <a:ext cx="216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63" name="直接箭头连接符 362">
              <a:extLst>
                <a:ext uri="{FF2B5EF4-FFF2-40B4-BE49-F238E27FC236}">
                  <a16:creationId xmlns:a16="http://schemas.microsoft.com/office/drawing/2014/main" id="{A23B5747-F040-4C00-B043-2ECFADC7FD70}"/>
                </a:ext>
              </a:extLst>
            </p:cNvPr>
            <p:cNvCxnSpPr>
              <a:cxnSpLocks/>
            </p:cNvCxnSpPr>
            <p:nvPr>
              <p:custDataLst>
                <p:tags r:id="rId27"/>
              </p:custDataLst>
            </p:nvPr>
          </p:nvCxnSpPr>
          <p:spPr bwMode="auto">
            <a:xfrm flipH="1">
              <a:off x="3167688" y="3060000"/>
              <a:ext cx="0" cy="1728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364" name="直接箭头连接符 363">
              <a:extLst>
                <a:ext uri="{FF2B5EF4-FFF2-40B4-BE49-F238E27FC236}">
                  <a16:creationId xmlns:a16="http://schemas.microsoft.com/office/drawing/2014/main" id="{8E336655-CB12-4DB7-9C22-CDC3F1931445}"/>
                </a:ext>
              </a:extLst>
            </p:cNvPr>
            <p:cNvCxnSpPr/>
            <p:nvPr>
              <p:custDataLst>
                <p:tags r:id="rId28"/>
              </p:custDataLst>
            </p:nvPr>
          </p:nvCxnSpPr>
          <p:spPr bwMode="auto">
            <a:xfrm flipV="1">
              <a:off x="3168000" y="3636000"/>
              <a:ext cx="108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365" name="直接箭头连接符 364">
              <a:extLst>
                <a:ext uri="{FF2B5EF4-FFF2-40B4-BE49-F238E27FC236}">
                  <a16:creationId xmlns:a16="http://schemas.microsoft.com/office/drawing/2014/main" id="{43A62C4F-EA93-4ECD-9936-A6E1BDFC5BEA}"/>
                </a:ext>
              </a:extLst>
            </p:cNvPr>
            <p:cNvCxnSpPr/>
            <p:nvPr>
              <p:custDataLst>
                <p:tags r:id="rId29"/>
              </p:custDataLst>
            </p:nvPr>
          </p:nvCxnSpPr>
          <p:spPr bwMode="auto">
            <a:xfrm flipV="1">
              <a:off x="3168000" y="4212000"/>
              <a:ext cx="108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366" name="直接箭头连接符 365">
              <a:extLst>
                <a:ext uri="{FF2B5EF4-FFF2-40B4-BE49-F238E27FC236}">
                  <a16:creationId xmlns:a16="http://schemas.microsoft.com/office/drawing/2014/main" id="{66E84CA3-5791-4411-AC62-8D31E5A9A8DC}"/>
                </a:ext>
              </a:extLst>
            </p:cNvPr>
            <p:cNvCxnSpPr/>
            <p:nvPr>
              <p:custDataLst>
                <p:tags r:id="rId30"/>
              </p:custDataLst>
            </p:nvPr>
          </p:nvCxnSpPr>
          <p:spPr bwMode="auto">
            <a:xfrm flipV="1">
              <a:off x="3168000" y="4788000"/>
              <a:ext cx="108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</p:grpSp>
      <p:grpSp>
        <p:nvGrpSpPr>
          <p:cNvPr id="343" name="组合 342">
            <a:extLst>
              <a:ext uri="{FF2B5EF4-FFF2-40B4-BE49-F238E27FC236}">
                <a16:creationId xmlns:a16="http://schemas.microsoft.com/office/drawing/2014/main" id="{B300CD64-AF25-4A85-9ABF-CC6C557DDE8B}"/>
              </a:ext>
            </a:extLst>
          </p:cNvPr>
          <p:cNvGrpSpPr/>
          <p:nvPr/>
        </p:nvGrpSpPr>
        <p:grpSpPr>
          <a:xfrm>
            <a:off x="6156096" y="1331999"/>
            <a:ext cx="1260396" cy="2340001"/>
            <a:chOff x="5292000" y="2699999"/>
            <a:chExt cx="1260396" cy="2340001"/>
          </a:xfrm>
        </p:grpSpPr>
        <p:cxnSp>
          <p:nvCxnSpPr>
            <p:cNvPr id="344" name="直接箭头连接符 343">
              <a:extLst>
                <a:ext uri="{FF2B5EF4-FFF2-40B4-BE49-F238E27FC236}">
                  <a16:creationId xmlns:a16="http://schemas.microsoft.com/office/drawing/2014/main" id="{3924C6E5-938D-48C8-9447-469E1B2D96D2}"/>
                </a:ext>
              </a:extLst>
            </p:cNvPr>
            <p:cNvCxnSpPr>
              <a:cxnSpLocks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5580396" y="2844000"/>
              <a:ext cx="828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45" name="直接箭头连接符 344">
              <a:extLst>
                <a:ext uri="{FF2B5EF4-FFF2-40B4-BE49-F238E27FC236}">
                  <a16:creationId xmlns:a16="http://schemas.microsoft.com/office/drawing/2014/main" id="{E81516D5-DA0D-43E6-B174-4647C5D0B587}"/>
                </a:ext>
              </a:extLst>
            </p:cNvPr>
            <p:cNvCxnSpPr>
              <a:cxnSpLocks/>
            </p:cNvCxnSpPr>
            <p:nvPr>
              <p:custDataLst>
                <p:tags r:id="rId9"/>
              </p:custDataLst>
            </p:nvPr>
          </p:nvCxnSpPr>
          <p:spPr bwMode="auto">
            <a:xfrm flipV="1">
              <a:off x="5364396" y="3312000"/>
              <a:ext cx="288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46" name="直接箭头连接符 345">
              <a:extLst>
                <a:ext uri="{FF2B5EF4-FFF2-40B4-BE49-F238E27FC236}">
                  <a16:creationId xmlns:a16="http://schemas.microsoft.com/office/drawing/2014/main" id="{25804363-3985-4AD8-B8DD-AB1F0968652A}"/>
                </a:ext>
              </a:extLst>
            </p:cNvPr>
            <p:cNvCxnSpPr>
              <a:cxnSpLocks/>
            </p:cNvCxnSpPr>
            <p:nvPr>
              <p:custDataLst>
                <p:tags r:id="rId10"/>
              </p:custDataLst>
            </p:nvPr>
          </p:nvCxnSpPr>
          <p:spPr bwMode="auto">
            <a:xfrm flipH="1">
              <a:off x="5580396" y="2844000"/>
              <a:ext cx="0" cy="1044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47" name="直接箭头连接符 346">
              <a:extLst>
                <a:ext uri="{FF2B5EF4-FFF2-40B4-BE49-F238E27FC236}">
                  <a16:creationId xmlns:a16="http://schemas.microsoft.com/office/drawing/2014/main" id="{67962459-FD6A-42AA-B7DC-C64DD04B4DC1}"/>
                </a:ext>
              </a:extLst>
            </p:cNvPr>
            <p:cNvCxnSpPr>
              <a:cxnSpLocks/>
            </p:cNvCxnSpPr>
            <p:nvPr>
              <p:custDataLst>
                <p:tags r:id="rId11"/>
              </p:custDataLst>
            </p:nvPr>
          </p:nvCxnSpPr>
          <p:spPr bwMode="auto">
            <a:xfrm flipV="1">
              <a:off x="6408396" y="2844000"/>
              <a:ext cx="0" cy="468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48" name="直接箭头连接符 347">
              <a:extLst>
                <a:ext uri="{FF2B5EF4-FFF2-40B4-BE49-F238E27FC236}">
                  <a16:creationId xmlns:a16="http://schemas.microsoft.com/office/drawing/2014/main" id="{2F226D79-A59C-4E5F-A982-879BCC78BEE6}"/>
                </a:ext>
              </a:extLst>
            </p:cNvPr>
            <p:cNvCxnSpPr>
              <a:cxnSpLocks/>
            </p:cNvCxnSpPr>
            <p:nvPr>
              <p:custDataLst>
                <p:tags r:id="rId12"/>
              </p:custDataLst>
            </p:nvPr>
          </p:nvCxnSpPr>
          <p:spPr bwMode="auto">
            <a:xfrm flipH="1">
              <a:off x="5508396" y="2772000"/>
              <a:ext cx="972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49" name="直接箭头连接符 348">
              <a:extLst>
                <a:ext uri="{FF2B5EF4-FFF2-40B4-BE49-F238E27FC236}">
                  <a16:creationId xmlns:a16="http://schemas.microsoft.com/office/drawing/2014/main" id="{4A1FB7F1-83AD-433C-86AE-2D307354AB0C}"/>
                </a:ext>
              </a:extLst>
            </p:cNvPr>
            <p:cNvCxnSpPr>
              <a:cxnSpLocks/>
            </p:cNvCxnSpPr>
            <p:nvPr>
              <p:custDataLst>
                <p:tags r:id="rId13"/>
              </p:custDataLst>
            </p:nvPr>
          </p:nvCxnSpPr>
          <p:spPr bwMode="auto">
            <a:xfrm flipH="1">
              <a:off x="6480396" y="2771999"/>
              <a:ext cx="0" cy="1116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50" name="直接箭头连接符 349">
              <a:extLst>
                <a:ext uri="{FF2B5EF4-FFF2-40B4-BE49-F238E27FC236}">
                  <a16:creationId xmlns:a16="http://schemas.microsoft.com/office/drawing/2014/main" id="{4BC0527E-49A5-4351-B88D-94876D77274B}"/>
                </a:ext>
              </a:extLst>
            </p:cNvPr>
            <p:cNvCxnSpPr>
              <a:cxnSpLocks/>
            </p:cNvCxnSpPr>
            <p:nvPr>
              <p:custDataLst>
                <p:tags r:id="rId14"/>
              </p:custDataLst>
            </p:nvPr>
          </p:nvCxnSpPr>
          <p:spPr bwMode="auto">
            <a:xfrm flipH="1">
              <a:off x="5436396" y="2700000"/>
              <a:ext cx="1116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51" name="直接箭头连接符 350">
              <a:extLst>
                <a:ext uri="{FF2B5EF4-FFF2-40B4-BE49-F238E27FC236}">
                  <a16:creationId xmlns:a16="http://schemas.microsoft.com/office/drawing/2014/main" id="{6F21ED19-253C-4500-9AB5-6F05CE2BC473}"/>
                </a:ext>
              </a:extLst>
            </p:cNvPr>
            <p:cNvCxnSpPr>
              <a:cxnSpLocks/>
            </p:cNvCxnSpPr>
            <p:nvPr>
              <p:custDataLst>
                <p:tags r:id="rId15"/>
              </p:custDataLst>
            </p:nvPr>
          </p:nvCxnSpPr>
          <p:spPr bwMode="auto">
            <a:xfrm flipH="1">
              <a:off x="6552396" y="2699999"/>
              <a:ext cx="0" cy="1764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52" name="直接箭头连接符 351">
              <a:extLst>
                <a:ext uri="{FF2B5EF4-FFF2-40B4-BE49-F238E27FC236}">
                  <a16:creationId xmlns:a16="http://schemas.microsoft.com/office/drawing/2014/main" id="{36F61A7D-3510-45D2-81FC-2860609458F0}"/>
                </a:ext>
              </a:extLst>
            </p:cNvPr>
            <p:cNvCxnSpPr>
              <a:cxnSpLocks/>
            </p:cNvCxnSpPr>
            <p:nvPr>
              <p:custDataLst>
                <p:tags r:id="rId16"/>
              </p:custDataLst>
            </p:nvPr>
          </p:nvCxnSpPr>
          <p:spPr bwMode="auto">
            <a:xfrm flipV="1">
              <a:off x="5580396" y="3888000"/>
              <a:ext cx="72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53" name="直接箭头连接符 352">
              <a:extLst>
                <a:ext uri="{FF2B5EF4-FFF2-40B4-BE49-F238E27FC236}">
                  <a16:creationId xmlns:a16="http://schemas.microsoft.com/office/drawing/2014/main" id="{85C9C5F2-6CD9-4A4F-A180-FA8557E3F7D6}"/>
                </a:ext>
              </a:extLst>
            </p:cNvPr>
            <p:cNvCxnSpPr>
              <a:cxnSpLocks/>
            </p:cNvCxnSpPr>
            <p:nvPr>
              <p:custDataLst>
                <p:tags r:id="rId17"/>
              </p:custDataLst>
            </p:nvPr>
          </p:nvCxnSpPr>
          <p:spPr bwMode="auto">
            <a:xfrm flipV="1">
              <a:off x="5508396" y="4464000"/>
              <a:ext cx="144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54" name="直接箭头连接符 353">
              <a:extLst>
                <a:ext uri="{FF2B5EF4-FFF2-40B4-BE49-F238E27FC236}">
                  <a16:creationId xmlns:a16="http://schemas.microsoft.com/office/drawing/2014/main" id="{5238D0B5-08D0-4E0B-BCBD-2180B09DBC17}"/>
                </a:ext>
              </a:extLst>
            </p:cNvPr>
            <p:cNvCxnSpPr>
              <a:cxnSpLocks/>
            </p:cNvCxnSpPr>
            <p:nvPr>
              <p:custDataLst>
                <p:tags r:id="rId18"/>
              </p:custDataLst>
            </p:nvPr>
          </p:nvCxnSpPr>
          <p:spPr bwMode="auto">
            <a:xfrm flipH="1">
              <a:off x="5508396" y="2772000"/>
              <a:ext cx="0" cy="1692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55" name="直接箭头连接符 354">
              <a:extLst>
                <a:ext uri="{FF2B5EF4-FFF2-40B4-BE49-F238E27FC236}">
                  <a16:creationId xmlns:a16="http://schemas.microsoft.com/office/drawing/2014/main" id="{F3478E93-9DD7-4933-8EE3-9F372FAE48DB}"/>
                </a:ext>
              </a:extLst>
            </p:cNvPr>
            <p:cNvCxnSpPr>
              <a:cxnSpLocks/>
            </p:cNvCxnSpPr>
            <p:nvPr>
              <p:custDataLst>
                <p:tags r:id="rId19"/>
              </p:custDataLst>
            </p:nvPr>
          </p:nvCxnSpPr>
          <p:spPr bwMode="auto">
            <a:xfrm flipH="1">
              <a:off x="5436396" y="2700000"/>
              <a:ext cx="0" cy="2340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56" name="直接箭头连接符 355">
              <a:extLst>
                <a:ext uri="{FF2B5EF4-FFF2-40B4-BE49-F238E27FC236}">
                  <a16:creationId xmlns:a16="http://schemas.microsoft.com/office/drawing/2014/main" id="{726919D9-9649-4070-BCAD-EEA17B1D595C}"/>
                </a:ext>
              </a:extLst>
            </p:cNvPr>
            <p:cNvCxnSpPr>
              <a:cxnSpLocks/>
            </p:cNvCxnSpPr>
            <p:nvPr>
              <p:custDataLst>
                <p:tags r:id="rId20"/>
              </p:custDataLst>
            </p:nvPr>
          </p:nvCxnSpPr>
          <p:spPr bwMode="auto">
            <a:xfrm flipV="1">
              <a:off x="5292000" y="3060000"/>
              <a:ext cx="360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57" name="直接箭头连接符 356">
              <a:extLst>
                <a:ext uri="{FF2B5EF4-FFF2-40B4-BE49-F238E27FC236}">
                  <a16:creationId xmlns:a16="http://schemas.microsoft.com/office/drawing/2014/main" id="{786364E6-1774-4D1B-B8E5-686F7521BBE3}"/>
                </a:ext>
              </a:extLst>
            </p:cNvPr>
            <p:cNvCxnSpPr>
              <a:cxnSpLocks/>
            </p:cNvCxnSpPr>
            <p:nvPr>
              <p:custDataLst>
                <p:tags r:id="rId21"/>
              </p:custDataLst>
            </p:nvPr>
          </p:nvCxnSpPr>
          <p:spPr bwMode="auto">
            <a:xfrm flipV="1">
              <a:off x="5292000" y="3636000"/>
              <a:ext cx="360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358" name="直接箭头连接符 357">
              <a:extLst>
                <a:ext uri="{FF2B5EF4-FFF2-40B4-BE49-F238E27FC236}">
                  <a16:creationId xmlns:a16="http://schemas.microsoft.com/office/drawing/2014/main" id="{99613E41-5D63-4728-96B0-BF7C100FC5BA}"/>
                </a:ext>
              </a:extLst>
            </p:cNvPr>
            <p:cNvCxnSpPr>
              <a:cxnSpLocks/>
            </p:cNvCxnSpPr>
            <p:nvPr>
              <p:custDataLst>
                <p:tags r:id="rId22"/>
              </p:custDataLst>
            </p:nvPr>
          </p:nvCxnSpPr>
          <p:spPr bwMode="auto">
            <a:xfrm flipV="1">
              <a:off x="5292000" y="4212000"/>
              <a:ext cx="360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359" name="直接箭头连接符 358">
              <a:extLst>
                <a:ext uri="{FF2B5EF4-FFF2-40B4-BE49-F238E27FC236}">
                  <a16:creationId xmlns:a16="http://schemas.microsoft.com/office/drawing/2014/main" id="{D4788EBD-9BED-427B-BF10-778BBDE5C0B9}"/>
                </a:ext>
              </a:extLst>
            </p:cNvPr>
            <p:cNvCxnSpPr>
              <a:cxnSpLocks/>
            </p:cNvCxnSpPr>
            <p:nvPr>
              <p:custDataLst>
                <p:tags r:id="rId23"/>
              </p:custDataLst>
            </p:nvPr>
          </p:nvCxnSpPr>
          <p:spPr bwMode="auto">
            <a:xfrm flipV="1">
              <a:off x="5292000" y="4788000"/>
              <a:ext cx="360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360" name="直接箭头连接符 359">
              <a:extLst>
                <a:ext uri="{FF2B5EF4-FFF2-40B4-BE49-F238E27FC236}">
                  <a16:creationId xmlns:a16="http://schemas.microsoft.com/office/drawing/2014/main" id="{304B824F-D514-4424-9004-5C31AC8FBD7B}"/>
                </a:ext>
              </a:extLst>
            </p:cNvPr>
            <p:cNvCxnSpPr>
              <a:cxnSpLocks/>
            </p:cNvCxnSpPr>
            <p:nvPr>
              <p:custDataLst>
                <p:tags r:id="rId24"/>
              </p:custDataLst>
            </p:nvPr>
          </p:nvCxnSpPr>
          <p:spPr bwMode="auto">
            <a:xfrm flipH="1">
              <a:off x="5364088" y="3312000"/>
              <a:ext cx="0" cy="1728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61" name="直接箭头连接符 360">
              <a:extLst>
                <a:ext uri="{FF2B5EF4-FFF2-40B4-BE49-F238E27FC236}">
                  <a16:creationId xmlns:a16="http://schemas.microsoft.com/office/drawing/2014/main" id="{3DE180CD-2FDB-430E-A607-9D9D3F443891}"/>
                </a:ext>
              </a:extLst>
            </p:cNvPr>
            <p:cNvCxnSpPr>
              <a:cxnSpLocks/>
            </p:cNvCxnSpPr>
            <p:nvPr>
              <p:custDataLst>
                <p:tags r:id="rId25"/>
              </p:custDataLst>
            </p:nvPr>
          </p:nvCxnSpPr>
          <p:spPr bwMode="auto">
            <a:xfrm flipV="1">
              <a:off x="5292088" y="5040000"/>
              <a:ext cx="72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426" name="Text Box 6">
            <a:extLst>
              <a:ext uri="{FF2B5EF4-FFF2-40B4-BE49-F238E27FC236}">
                <a16:creationId xmlns:a16="http://schemas.microsoft.com/office/drawing/2014/main" id="{2F87F6A2-EDC0-478F-9C81-D7707E21EC43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195736" y="3933056"/>
            <a:ext cx="6120680" cy="207845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anchor="t" anchorCtr="0">
            <a:spAutoFit/>
          </a:bodyPr>
          <a:lstStyle/>
          <a:p>
            <a:pPr marL="490855" indent="-490855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Q</a:t>
            </a:r>
            <a:r>
              <a:rPr lang="en-US" altLang="zh-CN" sz="2200" b="1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在低位有进位时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且</a:t>
            </a:r>
            <a:r>
              <a:rPr lang="en-US" altLang="zh-CN" sz="1600" b="1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EN</a:t>
            </a:r>
            <a:r>
              <a:rPr lang="en-US" altLang="zh-CN" sz="1600" b="1" baseline="-18000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1)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翻转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en-US" altLang="zh-CN" sz="1600" b="1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en-US" altLang="zh-CN" sz="1600" b="1" baseline="-18000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有</a:t>
            </a:r>
            <a:r>
              <a:rPr lang="zh-CN" altLang="en-US" sz="1600" b="1" dirty="0">
                <a:latin typeface="+mn-lt"/>
                <a:cs typeface="宋体" panose="02010600030101010101" pitchFamily="2" charset="-122"/>
                <a:sym typeface="+mn-ea"/>
              </a:rPr>
              <a:t>↑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490855" indent="-490855" eaLnBrk="1" latinLnBrk="0" hangingPunct="1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490855" indent="-490855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Q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＝触发器出端，同步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异步相同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米利型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20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490855" indent="-490855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Y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highlight>
                  <a:srgbClr val="CCFFFF"/>
                </a:highligh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EN•</a:t>
            </a:r>
            <a:r>
              <a:rPr lang="zh-CN" altLang="en-US" sz="2000" b="1" dirty="0">
                <a:highlight>
                  <a:srgbClr val="CCFFFF"/>
                </a:highligh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低位进位逻辑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0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Y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highlight>
                  <a:srgbClr val="CCFFFF"/>
                </a:highligh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EN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状态函数实现进位逻辑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20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490855" indent="-49085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Q</a:t>
            </a:r>
            <a:r>
              <a:rPr lang="en-US" altLang="zh-CN" sz="2000" b="1" kern="100" baseline="30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*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Y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000" b="1" dirty="0" err="1">
                <a:highlight>
                  <a:srgbClr val="CCCCFF"/>
                </a:highligh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en-US" altLang="zh-CN" sz="2000" b="1" baseline="-18000" dirty="0" err="1">
                <a:highlight>
                  <a:srgbClr val="CCCCFF"/>
                </a:highligh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</a:t>
            </a:r>
            <a:r>
              <a:rPr lang="zh-CN" altLang="en-US" sz="2000" b="1" dirty="0">
                <a:highlight>
                  <a:srgbClr val="CCCCFF"/>
                </a:highligh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highlight>
                  <a:srgbClr val="CCCCFF"/>
                </a:highligh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CP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；</a:t>
            </a:r>
            <a:endParaRPr lang="en-US" altLang="zh-CN" sz="20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431" name="组合 430">
            <a:extLst>
              <a:ext uri="{FF2B5EF4-FFF2-40B4-BE49-F238E27FC236}">
                <a16:creationId xmlns:a16="http://schemas.microsoft.com/office/drawing/2014/main" id="{5FC5A907-090C-41C4-A6EE-CF6BE048FCB4}"/>
              </a:ext>
            </a:extLst>
          </p:cNvPr>
          <p:cNvGrpSpPr/>
          <p:nvPr/>
        </p:nvGrpSpPr>
        <p:grpSpPr>
          <a:xfrm>
            <a:off x="2195736" y="5949280"/>
            <a:ext cx="4644000" cy="424155"/>
            <a:chOff x="2195736" y="5940000"/>
            <a:chExt cx="4644000" cy="424155"/>
          </a:xfrm>
        </p:grpSpPr>
        <p:sp>
          <p:nvSpPr>
            <p:cNvPr id="430" name="Text Box 6">
              <a:extLst>
                <a:ext uri="{FF2B5EF4-FFF2-40B4-BE49-F238E27FC236}">
                  <a16:creationId xmlns:a16="http://schemas.microsoft.com/office/drawing/2014/main" id="{AE83A911-7639-42E5-BF1A-5C1B34C73B45}"/>
                </a:ext>
              </a:extLst>
            </p:cNvPr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2195736" y="5940000"/>
              <a:ext cx="4644000" cy="42415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anchor="t" anchorCtr="0">
              <a:spAutoFit/>
            </a:bodyPr>
            <a:lstStyle/>
            <a:p>
              <a:pPr marL="490855" indent="-490855" eaLnBrk="1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 b="1" kern="100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Q</a:t>
              </a:r>
              <a:r>
                <a:rPr lang="en-US" altLang="zh-CN" sz="2000" b="1" kern="100" baseline="30000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*</a:t>
              </a:r>
              <a:r>
                <a:rPr lang="zh-CN" altLang="en-US" sz="2000" b="1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＝</a:t>
              </a:r>
              <a:r>
                <a:rPr lang="en-US" altLang="zh-CN" sz="2000" b="1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Y</a:t>
              </a:r>
              <a:r>
                <a:rPr lang="zh-CN" altLang="en-US" sz="2000" b="1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，</a:t>
              </a:r>
              <a:r>
                <a:rPr lang="en-US" altLang="zh-CN" sz="2000" b="1" dirty="0">
                  <a:highlight>
                    <a:srgbClr val="CCCCFF"/>
                  </a:highlight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T</a:t>
              </a:r>
              <a:r>
                <a:rPr lang="en-US" altLang="zh-CN" sz="2000" b="1" baseline="-18000" dirty="0">
                  <a:highlight>
                    <a:srgbClr val="CCCCFF"/>
                  </a:highlight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0</a:t>
              </a:r>
              <a:r>
                <a:rPr lang="zh-CN" altLang="en-US" sz="2000" b="1" dirty="0">
                  <a:highlight>
                    <a:srgbClr val="CCCCFF"/>
                  </a:highlight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＝</a:t>
              </a:r>
              <a:r>
                <a:rPr lang="en-US" altLang="zh-CN" sz="2000" b="1" dirty="0">
                  <a:highlight>
                    <a:srgbClr val="CCCCFF"/>
                  </a:highlight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CP</a:t>
              </a:r>
              <a:r>
                <a:rPr lang="zh-CN" altLang="en-US" sz="2000" b="1" dirty="0">
                  <a:highlight>
                    <a:srgbClr val="CCCCFF"/>
                  </a:highlight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、</a:t>
              </a:r>
              <a:r>
                <a:rPr lang="en-US" altLang="zh-CN" sz="2000" b="1" dirty="0">
                  <a:highlight>
                    <a:srgbClr val="CCCCFF"/>
                  </a:highlight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T</a:t>
              </a:r>
              <a:r>
                <a:rPr lang="en-US" altLang="zh-CN" sz="2000" b="1" baseline="-18000" dirty="0">
                  <a:highlight>
                    <a:srgbClr val="CCCCFF"/>
                  </a:highlight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1</a:t>
              </a:r>
              <a:r>
                <a:rPr lang="zh-CN" altLang="en-US" sz="2000" b="1" dirty="0">
                  <a:highlight>
                    <a:srgbClr val="CCCCFF"/>
                  </a:highlight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＝</a:t>
              </a:r>
              <a:r>
                <a:rPr lang="en-US" altLang="zh-CN" sz="2000" b="1" dirty="0">
                  <a:highlight>
                    <a:srgbClr val="CCCCFF"/>
                  </a:highlight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Q</a:t>
              </a:r>
              <a:r>
                <a:rPr lang="en-US" altLang="zh-CN" sz="2000" b="1" baseline="-18000" dirty="0">
                  <a:highlight>
                    <a:srgbClr val="CCCCFF"/>
                  </a:highlight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0</a:t>
              </a:r>
              <a:r>
                <a:rPr lang="zh-CN" altLang="en-US" sz="2000" b="1" dirty="0">
                  <a:highlight>
                    <a:srgbClr val="CCCCFF"/>
                  </a:highlight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、</a:t>
              </a:r>
              <a:r>
                <a:rPr lang="en-US" altLang="zh-CN" sz="2000" b="1" dirty="0">
                  <a:highlight>
                    <a:srgbClr val="CCCCFF"/>
                  </a:highlight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T</a:t>
              </a:r>
              <a:r>
                <a:rPr lang="en-US" altLang="zh-CN" sz="2000" b="1" baseline="-18000" dirty="0">
                  <a:highlight>
                    <a:srgbClr val="CCCCFF"/>
                  </a:highlight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2</a:t>
              </a:r>
              <a:r>
                <a:rPr lang="zh-CN" altLang="en-US" sz="2000" b="1" dirty="0">
                  <a:highlight>
                    <a:srgbClr val="CCCCFF"/>
                  </a:highlight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＝</a:t>
              </a:r>
              <a:r>
                <a:rPr lang="en-US" altLang="zh-CN" sz="2000" b="1" dirty="0">
                  <a:highlight>
                    <a:srgbClr val="CCCCFF"/>
                  </a:highlight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Q</a:t>
              </a:r>
              <a:r>
                <a:rPr lang="en-US" altLang="zh-CN" sz="2000" b="1" baseline="-18000" dirty="0">
                  <a:highlight>
                    <a:srgbClr val="CCCCFF"/>
                  </a:highlight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1</a:t>
              </a:r>
              <a:r>
                <a:rPr lang="zh-CN" altLang="en-US" sz="2000" b="1" dirty="0">
                  <a:highlight>
                    <a:srgbClr val="CCCCFF"/>
                  </a:highlight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、</a:t>
              </a:r>
              <a:r>
                <a:rPr lang="en-US" altLang="zh-CN" sz="2000" b="1" dirty="0">
                  <a:highlight>
                    <a:srgbClr val="CCCCFF"/>
                  </a:highlight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T</a:t>
              </a:r>
              <a:r>
                <a:rPr lang="en-US" altLang="zh-CN" sz="2000" b="1" baseline="-18000" dirty="0">
                  <a:highlight>
                    <a:srgbClr val="CCCCFF"/>
                  </a:highlight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3</a:t>
              </a:r>
              <a:r>
                <a:rPr lang="zh-CN" altLang="en-US" sz="2000" b="1" dirty="0">
                  <a:highlight>
                    <a:srgbClr val="CCCCFF"/>
                  </a:highlight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＝</a:t>
              </a:r>
              <a:r>
                <a:rPr lang="en-US" altLang="zh-CN" sz="2000" b="1" dirty="0">
                  <a:highlight>
                    <a:srgbClr val="CCCCFF"/>
                  </a:highlight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Q</a:t>
              </a:r>
              <a:r>
                <a:rPr lang="en-US" altLang="zh-CN" sz="2000" b="1" baseline="-18000" dirty="0">
                  <a:highlight>
                    <a:srgbClr val="CCCCFF"/>
                  </a:highlight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2</a:t>
              </a:r>
              <a:endParaRPr lang="en-US" altLang="zh-CN" sz="2000" b="1" kern="100" dirty="0">
                <a:highlight>
                  <a:srgbClr val="CCCCFF"/>
                </a:highlight>
                <a:latin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</p:txBody>
        </p:sp>
        <p:cxnSp>
          <p:nvCxnSpPr>
            <p:cNvPr id="427" name="直接箭头连接符 426">
              <a:extLst>
                <a:ext uri="{FF2B5EF4-FFF2-40B4-BE49-F238E27FC236}">
                  <a16:creationId xmlns:a16="http://schemas.microsoft.com/office/drawing/2014/main" id="{C2730014-A60C-4404-9A97-005B0DABC15F}"/>
                </a:ext>
              </a:extLst>
            </p:cNvPr>
            <p:cNvCxnSpPr/>
            <p:nvPr>
              <p:custDataLst>
                <p:tags r:id="rId5"/>
              </p:custDataLst>
            </p:nvPr>
          </p:nvCxnSpPr>
          <p:spPr bwMode="auto">
            <a:xfrm flipV="1">
              <a:off x="4597200" y="6066000"/>
              <a:ext cx="18000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28" name="直接箭头连接符 427">
              <a:extLst>
                <a:ext uri="{FF2B5EF4-FFF2-40B4-BE49-F238E27FC236}">
                  <a16:creationId xmlns:a16="http://schemas.microsoft.com/office/drawing/2014/main" id="{7861B375-F881-4B92-A425-51021859F3BB}"/>
                </a:ext>
              </a:extLst>
            </p:cNvPr>
            <p:cNvCxnSpPr/>
            <p:nvPr>
              <p:custDataLst>
                <p:tags r:id="rId6"/>
              </p:custDataLst>
            </p:nvPr>
          </p:nvCxnSpPr>
          <p:spPr bwMode="auto">
            <a:xfrm flipV="1">
              <a:off x="5536800" y="6066000"/>
              <a:ext cx="18000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29" name="直接箭头连接符 428">
              <a:extLst>
                <a:ext uri="{FF2B5EF4-FFF2-40B4-BE49-F238E27FC236}">
                  <a16:creationId xmlns:a16="http://schemas.microsoft.com/office/drawing/2014/main" id="{24FA8826-9591-448D-835F-F3FDC0A79B7C}"/>
                </a:ext>
              </a:extLst>
            </p:cNvPr>
            <p:cNvCxnSpPr/>
            <p:nvPr>
              <p:custDataLst>
                <p:tags r:id="rId7"/>
              </p:custDataLst>
            </p:nvPr>
          </p:nvCxnSpPr>
          <p:spPr bwMode="auto">
            <a:xfrm flipV="1">
              <a:off x="6472800" y="6066000"/>
              <a:ext cx="18000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432" name="AutoShape 62">
            <a:hlinkClick r:id="rId174" action="ppaction://hlinksldjump"/>
            <a:extLst>
              <a:ext uri="{FF2B5EF4-FFF2-40B4-BE49-F238E27FC236}">
                <a16:creationId xmlns:a16="http://schemas.microsoft.com/office/drawing/2014/main" id="{F2FEE5DA-A07B-4132-85CC-B347CE64D7C9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 rot="5400000">
            <a:off x="4068000" y="6534764"/>
            <a:ext cx="287337" cy="269886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  <a:scene3d>
            <a:camera prst="orthographicFront">
              <a:rot lat="0" lon="0" rev="10800000"/>
            </a:camera>
            <a:lightRig rig="threePt" dir="t"/>
          </a:scene3d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96100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/>
          <p:cNvGrpSpPr/>
          <p:nvPr/>
        </p:nvGrpSpPr>
        <p:grpSpPr>
          <a:xfrm>
            <a:off x="4356295" y="5085184"/>
            <a:ext cx="1980565" cy="1259840"/>
            <a:chOff x="5329" y="6690"/>
            <a:chExt cx="3119" cy="1984"/>
          </a:xfrm>
        </p:grpSpPr>
        <p:sp>
          <p:nvSpPr>
            <p:cNvPr id="30" name="Text Box 36"/>
            <p:cNvSpPr txBox="1">
              <a:spLocks noChangeArrowheads="1"/>
            </p:cNvSpPr>
            <p:nvPr>
              <p:custDataLst>
                <p:tags r:id="rId80"/>
              </p:custDataLst>
            </p:nvPr>
          </p:nvSpPr>
          <p:spPr bwMode="auto">
            <a:xfrm>
              <a:off x="5726" y="7087"/>
              <a:ext cx="2494" cy="1361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wrap="square" lIns="17780" tIns="0" rIns="0" bIns="0" anchor="t" anchorCtr="0">
              <a:noAutofit/>
            </a:bodyPr>
            <a:lstStyle/>
            <a:p>
              <a:pPr algn="l">
                <a:lnSpc>
                  <a:spcPct val="90000"/>
                </a:lnSpc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   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Q</a:t>
              </a:r>
              <a:r>
                <a:rPr lang="en-US" altLang="zh-CN" sz="1600" b="1" u="none" baseline="-25000" dirty="0">
                  <a:latin typeface="宋体" panose="02010600030101010101" pitchFamily="2" charset="-122"/>
                </a:rPr>
                <a:t>A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Q</a:t>
              </a:r>
              <a:r>
                <a:rPr lang="en-US" altLang="zh-CN" sz="1600" b="1" u="none" baseline="-25000" dirty="0">
                  <a:latin typeface="宋体" panose="02010600030101010101" pitchFamily="2" charset="-122"/>
                </a:rPr>
                <a:t>B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Q</a:t>
              </a:r>
              <a:r>
                <a:rPr lang="en-US" altLang="zh-CN" sz="1600" b="1" u="none" baseline="-25000" dirty="0">
                  <a:latin typeface="宋体" panose="02010600030101010101" pitchFamily="2" charset="-122"/>
                </a:rPr>
                <a:t>C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Q</a:t>
              </a:r>
              <a:r>
                <a:rPr lang="en-US" altLang="zh-CN" sz="1600" b="1" u="none" baseline="-25000" dirty="0">
                  <a:latin typeface="宋体" panose="02010600030101010101" pitchFamily="2" charset="-122"/>
                </a:rPr>
                <a:t>D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CO</a:t>
              </a:r>
            </a:p>
            <a:p>
              <a:pPr algn="l">
                <a:lnSpc>
                  <a:spcPct val="90000"/>
                </a:lnSpc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LD          </a:t>
              </a:r>
              <a:r>
                <a:rPr lang="en-US" altLang="zh-CN" sz="1400" b="1" u="none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EP</a:t>
              </a:r>
            </a:p>
            <a:p>
              <a:pPr algn="l">
                <a:lnSpc>
                  <a:spcPct val="90000"/>
                </a:lnSpc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CR          </a:t>
              </a:r>
              <a:r>
                <a:rPr lang="en-US" altLang="zh-CN" sz="1400" b="1" u="none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ET</a:t>
              </a:r>
              <a:endParaRPr lang="en-US" altLang="zh-CN" sz="1600" b="1" dirty="0">
                <a:latin typeface="宋体" panose="02010600030101010101" pitchFamily="2" charset="-122"/>
                <a:sym typeface="+mn-ea"/>
              </a:endParaRPr>
            </a:p>
            <a:p>
              <a:pPr algn="l">
                <a:lnSpc>
                  <a:spcPct val="80000"/>
                </a:lnSpc>
                <a:spcAft>
                  <a:spcPts val="0"/>
                </a:spcAft>
              </a:pPr>
              <a:r>
                <a:rPr lang="en-US" altLang="zh-CN" sz="1200" b="1" u="none" dirty="0">
                  <a:latin typeface="宋体" panose="02010600030101010101" pitchFamily="2" charset="-122"/>
                  <a:sym typeface="+mn-ea"/>
                </a:rPr>
                <a:t> </a:t>
              </a:r>
              <a:r>
                <a:rPr lang="en-US" altLang="zh-CN" sz="1600" b="1" u="none" dirty="0">
                  <a:latin typeface="宋体" panose="02010600030101010101" pitchFamily="2" charset="-122"/>
                  <a:sym typeface="+mn-ea"/>
                </a:rPr>
                <a:t>CP A B C D</a:t>
              </a:r>
            </a:p>
          </p:txBody>
        </p:sp>
        <p:cxnSp>
          <p:nvCxnSpPr>
            <p:cNvPr id="31" name="直接箭头连接符 30"/>
            <p:cNvCxnSpPr/>
            <p:nvPr>
              <p:custDataLst>
                <p:tags r:id="rId81"/>
              </p:custDataLst>
            </p:nvPr>
          </p:nvCxnSpPr>
          <p:spPr bwMode="auto">
            <a:xfrm flipV="1">
              <a:off x="5443" y="7597"/>
              <a:ext cx="17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2" name="直接箭头连接符 31"/>
            <p:cNvCxnSpPr/>
            <p:nvPr>
              <p:custDataLst>
                <p:tags r:id="rId82"/>
              </p:custDataLst>
            </p:nvPr>
          </p:nvCxnSpPr>
          <p:spPr bwMode="auto">
            <a:xfrm flipV="1">
              <a:off x="8221" y="7597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3" name="等腰三角形 32"/>
            <p:cNvSpPr/>
            <p:nvPr>
              <p:custDataLst>
                <p:tags r:id="rId83"/>
              </p:custDataLst>
            </p:nvPr>
          </p:nvSpPr>
          <p:spPr>
            <a:xfrm>
              <a:off x="5669" y="8220"/>
              <a:ext cx="227" cy="113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scene3d>
              <a:camera prst="orthographicFront">
                <a:rot lat="0" lon="0" rev="16200000"/>
              </a:camera>
              <a:lightRig rig="threePt" dir="t"/>
            </a:scene3d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34" name="直接箭头连接符 33"/>
            <p:cNvCxnSpPr/>
            <p:nvPr>
              <p:custDataLst>
                <p:tags r:id="rId84"/>
              </p:custDataLst>
            </p:nvPr>
          </p:nvCxnSpPr>
          <p:spPr bwMode="auto">
            <a:xfrm flipV="1">
              <a:off x="5329" y="8277"/>
              <a:ext cx="39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5" name="椭圆 34"/>
            <p:cNvSpPr/>
            <p:nvPr>
              <p:custDataLst>
                <p:tags r:id="rId85"/>
              </p:custDataLst>
            </p:nvPr>
          </p:nvSpPr>
          <p:spPr>
            <a:xfrm>
              <a:off x="5613" y="7540"/>
              <a:ext cx="113" cy="113"/>
            </a:xfrm>
            <a:prstGeom prst="ellips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36" name="直接箭头连接符 35"/>
            <p:cNvCxnSpPr/>
            <p:nvPr>
              <p:custDataLst>
                <p:tags r:id="rId86"/>
              </p:custDataLst>
            </p:nvPr>
          </p:nvCxnSpPr>
          <p:spPr bwMode="auto">
            <a:xfrm flipV="1">
              <a:off x="6463" y="8447"/>
              <a:ext cx="0" cy="22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sp>
          <p:nvSpPr>
            <p:cNvPr id="37" name="Text Box 191"/>
            <p:cNvSpPr txBox="1">
              <a:spLocks noChangeArrowheads="1"/>
            </p:cNvSpPr>
            <p:nvPr>
              <p:custDataLst>
                <p:tags r:id="rId87"/>
              </p:custDataLst>
            </p:nvPr>
          </p:nvSpPr>
          <p:spPr bwMode="auto">
            <a:xfrm>
              <a:off x="6463" y="7611"/>
              <a:ext cx="1020" cy="34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74161</a:t>
              </a:r>
            </a:p>
          </p:txBody>
        </p:sp>
        <p:cxnSp>
          <p:nvCxnSpPr>
            <p:cNvPr id="38" name="直接箭头连接符 37"/>
            <p:cNvCxnSpPr/>
            <p:nvPr>
              <p:custDataLst>
                <p:tags r:id="rId88"/>
              </p:custDataLst>
            </p:nvPr>
          </p:nvCxnSpPr>
          <p:spPr bwMode="auto">
            <a:xfrm flipV="1">
              <a:off x="6747" y="8447"/>
              <a:ext cx="0" cy="22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39" name="直接箭头连接符 38"/>
            <p:cNvCxnSpPr/>
            <p:nvPr>
              <p:custDataLst>
                <p:tags r:id="rId89"/>
              </p:custDataLst>
            </p:nvPr>
          </p:nvCxnSpPr>
          <p:spPr bwMode="auto">
            <a:xfrm flipV="1">
              <a:off x="7087" y="8447"/>
              <a:ext cx="0" cy="22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40" name="直接箭头连接符 39"/>
            <p:cNvCxnSpPr/>
            <p:nvPr>
              <p:custDataLst>
                <p:tags r:id="rId90"/>
              </p:custDataLst>
            </p:nvPr>
          </p:nvCxnSpPr>
          <p:spPr bwMode="auto">
            <a:xfrm flipV="1">
              <a:off x="7427" y="8447"/>
              <a:ext cx="0" cy="22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41" name="直接箭头连接符 40"/>
            <p:cNvCxnSpPr/>
            <p:nvPr>
              <p:custDataLst>
                <p:tags r:id="rId91"/>
              </p:custDataLst>
            </p:nvPr>
          </p:nvCxnSpPr>
          <p:spPr bwMode="auto">
            <a:xfrm flipV="1">
              <a:off x="6406" y="6860"/>
              <a:ext cx="0" cy="22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2" name="直接箭头连接符 41"/>
            <p:cNvCxnSpPr/>
            <p:nvPr>
              <p:custDataLst>
                <p:tags r:id="rId92"/>
              </p:custDataLst>
            </p:nvPr>
          </p:nvCxnSpPr>
          <p:spPr bwMode="auto">
            <a:xfrm flipV="1">
              <a:off x="6803" y="6690"/>
              <a:ext cx="0" cy="39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3" name="直接箭头连接符 42"/>
            <p:cNvCxnSpPr/>
            <p:nvPr>
              <p:custDataLst>
                <p:tags r:id="rId93"/>
              </p:custDataLst>
            </p:nvPr>
          </p:nvCxnSpPr>
          <p:spPr bwMode="auto">
            <a:xfrm flipV="1">
              <a:off x="7143" y="6690"/>
              <a:ext cx="0" cy="39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4" name="直接箭头连接符 43"/>
            <p:cNvCxnSpPr/>
            <p:nvPr>
              <p:custDataLst>
                <p:tags r:id="rId94"/>
              </p:custDataLst>
            </p:nvPr>
          </p:nvCxnSpPr>
          <p:spPr bwMode="auto">
            <a:xfrm flipV="1">
              <a:off x="7540" y="6860"/>
              <a:ext cx="0" cy="22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5" name="直接箭头连接符 44"/>
            <p:cNvCxnSpPr/>
            <p:nvPr>
              <p:custDataLst>
                <p:tags r:id="rId95"/>
              </p:custDataLst>
            </p:nvPr>
          </p:nvCxnSpPr>
          <p:spPr bwMode="auto">
            <a:xfrm flipV="1">
              <a:off x="5386" y="7937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46" name="椭圆 45"/>
            <p:cNvSpPr/>
            <p:nvPr>
              <p:custDataLst>
                <p:tags r:id="rId96"/>
              </p:custDataLst>
            </p:nvPr>
          </p:nvSpPr>
          <p:spPr>
            <a:xfrm>
              <a:off x="5613" y="7880"/>
              <a:ext cx="113" cy="113"/>
            </a:xfrm>
            <a:prstGeom prst="ellips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47" name="直接箭头连接符 46"/>
            <p:cNvCxnSpPr/>
            <p:nvPr>
              <p:custDataLst>
                <p:tags r:id="rId97"/>
              </p:custDataLst>
            </p:nvPr>
          </p:nvCxnSpPr>
          <p:spPr bwMode="auto">
            <a:xfrm flipV="1">
              <a:off x="8221" y="7937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48" name="直接箭头连接符 47"/>
            <p:cNvCxnSpPr/>
            <p:nvPr>
              <p:custDataLst>
                <p:tags r:id="rId98"/>
              </p:custDataLst>
            </p:nvPr>
          </p:nvCxnSpPr>
          <p:spPr bwMode="auto">
            <a:xfrm flipV="1">
              <a:off x="7994" y="6860"/>
              <a:ext cx="0" cy="22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9" name="直接箭头连接符 48"/>
            <p:cNvCxnSpPr/>
            <p:nvPr>
              <p:custDataLst>
                <p:tags r:id="rId99"/>
              </p:custDataLst>
            </p:nvPr>
          </p:nvCxnSpPr>
          <p:spPr bwMode="auto">
            <a:xfrm flipV="1">
              <a:off x="5771" y="7429"/>
              <a:ext cx="306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50" name="直接箭头连接符 49"/>
            <p:cNvCxnSpPr/>
            <p:nvPr>
              <p:custDataLst>
                <p:tags r:id="rId100"/>
              </p:custDataLst>
            </p:nvPr>
          </p:nvCxnSpPr>
          <p:spPr bwMode="auto">
            <a:xfrm flipV="1">
              <a:off x="5771" y="7776"/>
              <a:ext cx="306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27</a:t>
            </a:fld>
            <a:endParaRPr lang="en-US" altLang="zh-CN"/>
          </a:p>
        </p:txBody>
      </p:sp>
      <p:sp>
        <p:nvSpPr>
          <p:cNvPr id="150" name="Text Box 7"/>
          <p:cNvSpPr txBox="1">
            <a:spLocks noChangeArrowheads="1"/>
          </p:cNvSpPr>
          <p:nvPr/>
        </p:nvSpPr>
        <p:spPr bwMode="auto">
          <a:xfrm>
            <a:off x="179070" y="332656"/>
            <a:ext cx="5165090" cy="24453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集成计数器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r>
              <a:rPr 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集成其他功能</a:t>
            </a:r>
          </a:p>
          <a:p>
            <a:pPr marL="1150620" indent="-115062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74161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引脚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 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同步二进制加法计数器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1150620" indent="-115062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150620" indent="-115062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150620" indent="-115062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150620" indent="-115062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150620" indent="-115062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74161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功能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 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增加清零、置数功能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8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aphicFrame>
        <p:nvGraphicFramePr>
          <p:cNvPr id="196" name="表格 195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41775991"/>
              </p:ext>
            </p:extLst>
          </p:nvPr>
        </p:nvGraphicFramePr>
        <p:xfrm>
          <a:off x="1419225" y="2782800"/>
          <a:ext cx="5829300" cy="185547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91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7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7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0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67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15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871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0426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7051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a:t>CR</a:t>
                      </a:r>
                    </a:p>
                  </a:txBody>
                  <a:tcPr marL="36195" marR="3600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a:t>LD</a:t>
                      </a:r>
                    </a:p>
                  </a:txBody>
                  <a:tcPr marL="36195" marR="3600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EP</a:t>
                      </a:r>
                    </a:p>
                  </a:txBody>
                  <a:tcPr marL="36195" marR="3600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ET</a:t>
                      </a:r>
                    </a:p>
                  </a:txBody>
                  <a:tcPr marL="36195" marR="3600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CP</a:t>
                      </a:r>
                    </a:p>
                  </a:txBody>
                  <a:tcPr marL="36195" marR="3600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 B C D</a:t>
                      </a:r>
                    </a:p>
                  </a:txBody>
                  <a:tcPr marL="36195" marR="3600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Q</a:t>
                      </a:r>
                      <a:r>
                        <a:rPr lang="en-US" altLang="zh-CN" sz="1600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A</a:t>
                      </a:r>
                      <a:r>
                        <a:rPr lang="en-US" altLang="zh-CN" sz="1600" baseline="30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*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Q</a:t>
                      </a:r>
                      <a:r>
                        <a:rPr lang="en-US" altLang="zh-CN" sz="1600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B</a:t>
                      </a:r>
                      <a:r>
                        <a:rPr lang="en-US" altLang="zh-CN" sz="1600" baseline="30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*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Q</a:t>
                      </a:r>
                      <a:r>
                        <a:rPr lang="en-US" altLang="zh-CN" sz="1600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C</a:t>
                      </a:r>
                      <a:r>
                        <a:rPr lang="en-US" altLang="zh-CN" sz="1600" baseline="30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*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Q</a:t>
                      </a:r>
                      <a:r>
                        <a:rPr lang="en-US" altLang="zh-CN" sz="1600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D</a:t>
                      </a:r>
                      <a:r>
                        <a:rPr lang="en-US" altLang="zh-CN" sz="1600" baseline="30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*</a:t>
                      </a:r>
                      <a:endParaRPr lang="en-US" altLang="zh-CN" sz="1600" b="1" baseline="-25000" dirty="0">
                        <a:solidFill>
                          <a:schemeClr val="tx1"/>
                        </a:solidFill>
                        <a:uFillTx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195" marR="3600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CO</a:t>
                      </a:r>
                      <a:r>
                        <a:rPr lang="en-US" altLang="zh-CN" sz="1600" b="1" baseline="30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*</a:t>
                      </a:r>
                    </a:p>
                  </a:txBody>
                  <a:tcPr marL="36195" marR="3600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功能</a:t>
                      </a:r>
                    </a:p>
                  </a:txBody>
                  <a:tcPr marL="36195" marR="3600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6195" marR="3600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×</a:t>
                      </a:r>
                    </a:p>
                  </a:txBody>
                  <a:tcPr marL="36195" marR="3600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×</a:t>
                      </a:r>
                    </a:p>
                  </a:txBody>
                  <a:tcPr marL="36195" marR="3600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685800" rtl="0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×</a:t>
                      </a:r>
                    </a:p>
                  </a:txBody>
                  <a:tcPr marL="36195" marR="3600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×</a:t>
                      </a:r>
                    </a:p>
                  </a:txBody>
                  <a:tcPr marL="36195" marR="3600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××××</a:t>
                      </a:r>
                    </a:p>
                  </a:txBody>
                  <a:tcPr marL="36195" marR="3600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0 0 0 0</a:t>
                      </a:r>
                    </a:p>
                  </a:txBody>
                  <a:tcPr marL="36195" marR="3600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6195" marR="3600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zh-CN" altLang="en-US" sz="1600" b="1" dirty="0">
                          <a:solidFill>
                            <a:srgbClr val="C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异步</a:t>
                      </a:r>
                      <a:r>
                        <a:rPr lang="zh-CN" altLang="en-US" sz="1600" b="1" dirty="0">
                          <a:solidFill>
                            <a:srgbClr val="FF33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清零</a:t>
                      </a:r>
                    </a:p>
                  </a:txBody>
                  <a:tcPr marL="36195" marR="3600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00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6195" marR="3600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×</a:t>
                      </a:r>
                    </a:p>
                  </a:txBody>
                  <a:tcPr marL="36195" marR="3600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685800" rtl="0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×</a:t>
                      </a:r>
                    </a:p>
                  </a:txBody>
                  <a:tcPr marL="36195" marR="3600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↑</a:t>
                      </a:r>
                    </a:p>
                  </a:txBody>
                  <a:tcPr marL="36195" marR="3600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685800" rtl="0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a:t>a b c d</a:t>
                      </a:r>
                      <a:endParaRPr lang="en-US" sz="1600" b="1" dirty="0">
                        <a:solidFill>
                          <a:schemeClr val="tx1"/>
                        </a:solidFill>
                        <a:uFillTx/>
                        <a:latin typeface="宋体" panose="02010600030101010101" pitchFamily="2" charset="-122"/>
                        <a:ea typeface="宋体" panose="02010600030101010101" pitchFamily="2" charset="-122"/>
                        <a:cs typeface="Cambria Math" panose="02040503050406030204" pitchFamily="18" charset="0"/>
                      </a:endParaRPr>
                    </a:p>
                  </a:txBody>
                  <a:tcPr marL="36195" marR="3600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685800" rtl="0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Cambria Math" panose="02040503050406030204" pitchFamily="18" charset="0"/>
                          <a:sym typeface="+mn-ea"/>
                        </a:rPr>
                        <a:t>a b c d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uFillTx/>
                        <a:latin typeface="宋体" panose="02010600030101010101" pitchFamily="2" charset="-122"/>
                        <a:ea typeface="宋体" panose="02010600030101010101" pitchFamily="2" charset="-122"/>
                        <a:cs typeface="Cambria Math" panose="02040503050406030204" pitchFamily="18" charset="0"/>
                        <a:sym typeface="+mn-ea"/>
                      </a:endParaRPr>
                    </a:p>
                  </a:txBody>
                  <a:tcPr marL="36195" marR="3600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6195" marR="3600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zh-CN" altLang="en-US" sz="1600" b="1" dirty="0">
                          <a:solidFill>
                            <a:srgbClr val="C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同步</a:t>
                      </a:r>
                      <a:r>
                        <a:rPr lang="zh-CN" altLang="en-US" sz="1600" b="1" dirty="0">
                          <a:solidFill>
                            <a:srgbClr val="FF33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置数</a:t>
                      </a:r>
                    </a:p>
                  </a:txBody>
                  <a:tcPr marL="36195" marR="3600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00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00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6195" marR="3600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685800" rtl="0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00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685800" rtl="0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×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uFillTx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00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685800" rtl="0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××××</a:t>
                      </a:r>
                    </a:p>
                  </a:txBody>
                  <a:tcPr marL="36195" marR="3600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Q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A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Q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B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Q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C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Q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D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uFillTx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00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6195" marR="3600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zh-CN" altLang="en-US" sz="1600" b="1" dirty="0">
                          <a:latin typeface="宋体" panose="02010600030101010101" pitchFamily="2" charset="-122"/>
                        </a:rPr>
                        <a:t>数据</a:t>
                      </a:r>
                      <a:r>
                        <a:rPr lang="zh-CN" altLang="en-US" sz="1600" b="1" dirty="0">
                          <a:solidFill>
                            <a:srgbClr val="FF3399"/>
                          </a:solidFill>
                          <a:latin typeface="宋体" panose="02010600030101010101" pitchFamily="2" charset="-122"/>
                        </a:rPr>
                        <a:t>保持</a:t>
                      </a:r>
                      <a:endParaRPr lang="zh-CN" altLang="en-US" sz="1600" b="1" dirty="0">
                        <a:solidFill>
                          <a:srgbClr val="FF339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00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00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685800" rtl="0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1</a:t>
                      </a:r>
                    </a:p>
                  </a:txBody>
                  <a:tcPr marL="36195" marR="3600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685800" rtl="0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600" b="1" i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×</a:t>
                      </a:r>
                    </a:p>
                  </a:txBody>
                  <a:tcPr marL="36195" marR="3600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6195" marR="3600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685800" rtl="0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×</a:t>
                      </a:r>
                    </a:p>
                  </a:txBody>
                  <a:tcPr marL="36195" marR="3600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685800" rtl="0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××××</a:t>
                      </a:r>
                    </a:p>
                  </a:txBody>
                  <a:tcPr marL="36195" marR="3600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00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CO</a:t>
                      </a:r>
                    </a:p>
                  </a:txBody>
                  <a:tcPr marL="36195" marR="3600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00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00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00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00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00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685800" rtl="0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↑</a:t>
                      </a:r>
                    </a:p>
                  </a:txBody>
                  <a:tcPr marL="36195" marR="3600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685800" rtl="0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××××</a:t>
                      </a:r>
                    </a:p>
                  </a:txBody>
                  <a:tcPr marL="36195" marR="3600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Q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A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Q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B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Q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C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Q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D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+1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uFillTx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00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NCO</a:t>
                      </a:r>
                      <a:r>
                        <a:rPr lang="zh-CN" altLang="en-US" sz="1600" b="1" baseline="30000" dirty="0">
                          <a:solidFill>
                            <a:schemeClr val="tx1"/>
                          </a:solidFill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①</a:t>
                      </a:r>
                    </a:p>
                  </a:txBody>
                  <a:tcPr marL="36195" marR="3600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加法</a:t>
                      </a:r>
                      <a:r>
                        <a:rPr lang="zh-CN" altLang="en-US" sz="1600" b="1" dirty="0">
                          <a:solidFill>
                            <a:srgbClr val="FF33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计数</a:t>
                      </a:r>
                      <a:r>
                        <a:rPr lang="zh-CN" altLang="en-US" sz="1600" b="1" baseline="30000" dirty="0">
                          <a:solidFill>
                            <a:schemeClr val="tx1"/>
                          </a:solidFill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②</a:t>
                      </a:r>
                      <a:endParaRPr lang="zh-CN" altLang="en-US" sz="1600" b="1" dirty="0">
                        <a:solidFill>
                          <a:srgbClr val="99009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195" marR="3600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4160">
                <a:tc gridSpan="9"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注：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①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Q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A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Q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B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Q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C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Q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D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=1111</a:t>
                      </a:r>
                      <a:r>
                        <a:rPr lang="zh-CN" sz="1600" b="1" dirty="0">
                          <a:solidFill>
                            <a:schemeClr val="tx1"/>
                          </a:solidFill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时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NCO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＝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1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，否则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NCO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＝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0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；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 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②循环计数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uFillTx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36195" marR="3600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00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00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00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00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00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00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00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00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AutoShape 338"/>
          <p:cNvSpPr/>
          <p:nvPr>
            <p:custDataLst>
              <p:tags r:id="rId2"/>
            </p:custDataLst>
          </p:nvPr>
        </p:nvSpPr>
        <p:spPr bwMode="auto">
          <a:xfrm>
            <a:off x="7451020" y="3132088"/>
            <a:ext cx="936000" cy="252000"/>
          </a:xfrm>
          <a:prstGeom prst="borderCallout2">
            <a:avLst>
              <a:gd name="adj1" fmla="val 49109"/>
              <a:gd name="adj2" fmla="val 478"/>
              <a:gd name="adj3" fmla="val 47345"/>
              <a:gd name="adj4" fmla="val -14602"/>
              <a:gd name="adj5" fmla="val 124956"/>
              <a:gd name="adj6" fmla="val -34638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7780" rIns="18000" bIns="0" anchor="ctr" anchorCtr="0"/>
          <a:lstStyle/>
          <a:p>
            <a:pPr algn="ctr">
              <a:lnSpc>
                <a:spcPct val="90000"/>
              </a:lnSpc>
            </a:pPr>
            <a:r>
              <a:rPr lang="zh-CN" sz="1600" b="1" dirty="0">
                <a:latin typeface="宋体" panose="02010600030101010101" pitchFamily="2" charset="-122"/>
                <a:sym typeface="+mn-ea"/>
              </a:rPr>
              <a:t>设置初值</a:t>
            </a:r>
            <a:endParaRPr lang="zh-CN" sz="1600" b="1" u="none" baseline="-25000" dirty="0"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3" name="Text Box 6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1355" y="4725144"/>
            <a:ext cx="6303475" cy="4241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anchor="t" anchorCtr="0">
            <a:spAutoFit/>
          </a:bodyPr>
          <a:lstStyle/>
          <a:p>
            <a:pPr marL="490855" indent="-490855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例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4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：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用</a:t>
            </a:r>
            <a:r>
              <a:rPr lang="en-US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74161</a:t>
            </a:r>
            <a:r>
              <a:rPr lang="zh-CN" altLang="en-US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构成</a:t>
            </a:r>
            <a:r>
              <a:rPr lang="zh-CN" altLang="zh-CN" sz="2000" b="1" u="sng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模</a:t>
            </a:r>
            <a:r>
              <a:rPr lang="en-US" altLang="zh-CN" sz="2000" b="1" u="sng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6</a:t>
            </a:r>
            <a:r>
              <a:rPr lang="zh-CN" altLang="en-US" sz="2000" b="1" u="sng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计数器</a:t>
            </a:r>
            <a:r>
              <a:rPr lang="en-US" altLang="zh-CN" sz="16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(0000→…→</a:t>
            </a:r>
            <a:r>
              <a:rPr lang="en-US" altLang="zh-CN" sz="1600" b="1" kern="100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0101</a:t>
            </a:r>
            <a:r>
              <a:rPr lang="en-US" altLang="zh-CN" sz="16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→</a:t>
            </a:r>
            <a:r>
              <a:rPr lang="en-US" altLang="zh-CN" sz="1600" b="1" kern="100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0000</a:t>
            </a:r>
            <a:r>
              <a:rPr lang="en-US" altLang="zh-CN" sz="16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→…)</a:t>
            </a:r>
            <a:endParaRPr lang="zh-CN" altLang="en-US" sz="2000" b="1" kern="100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94" name="组合 93"/>
          <p:cNvGrpSpPr/>
          <p:nvPr/>
        </p:nvGrpSpPr>
        <p:grpSpPr>
          <a:xfrm>
            <a:off x="4320490" y="5085184"/>
            <a:ext cx="2087735" cy="1369060"/>
            <a:chOff x="4706" y="4535"/>
            <a:chExt cx="3288" cy="2156"/>
          </a:xfrm>
        </p:grpSpPr>
        <p:cxnSp>
          <p:nvCxnSpPr>
            <p:cNvPr id="51" name="直接箭头连接符 50"/>
            <p:cNvCxnSpPr/>
            <p:nvPr>
              <p:custDataLst>
                <p:tags r:id="rId67"/>
              </p:custDataLst>
            </p:nvPr>
          </p:nvCxnSpPr>
          <p:spPr bwMode="auto">
            <a:xfrm flipH="1" flipV="1">
              <a:off x="4876" y="5441"/>
              <a:ext cx="1" cy="85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52" name="直接箭头连接符 51"/>
            <p:cNvCxnSpPr/>
            <p:nvPr>
              <p:custDataLst>
                <p:tags r:id="rId68"/>
              </p:custDataLst>
            </p:nvPr>
          </p:nvCxnSpPr>
          <p:spPr bwMode="auto">
            <a:xfrm flipV="1">
              <a:off x="5893" y="6519"/>
              <a:ext cx="124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53" name="直接箭头连接符 52"/>
            <p:cNvCxnSpPr/>
            <p:nvPr>
              <p:custDataLst>
                <p:tags r:id="rId69"/>
              </p:custDataLst>
            </p:nvPr>
          </p:nvCxnSpPr>
          <p:spPr bwMode="auto">
            <a:xfrm flipH="1" flipV="1">
              <a:off x="5385" y="4649"/>
              <a:ext cx="1191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77" name="直接箭头连接符 76"/>
            <p:cNvCxnSpPr/>
            <p:nvPr>
              <p:custDataLst>
                <p:tags r:id="rId70"/>
              </p:custDataLst>
            </p:nvPr>
          </p:nvCxnSpPr>
          <p:spPr bwMode="auto">
            <a:xfrm flipH="1">
              <a:off x="4706" y="4706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54" name="直接箭头连接符 53"/>
            <p:cNvCxnSpPr/>
            <p:nvPr>
              <p:custDataLst>
                <p:tags r:id="rId71"/>
              </p:custDataLst>
            </p:nvPr>
          </p:nvCxnSpPr>
          <p:spPr bwMode="auto">
            <a:xfrm>
              <a:off x="4706" y="4719"/>
              <a:ext cx="0" cy="107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3" name="直接箭头连接符 62"/>
            <p:cNvCxnSpPr/>
            <p:nvPr>
              <p:custDataLst>
                <p:tags r:id="rId72"/>
              </p:custDataLst>
            </p:nvPr>
          </p:nvCxnSpPr>
          <p:spPr bwMode="auto">
            <a:xfrm flipV="1">
              <a:off x="4706" y="5783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55" name="Text Box 36"/>
            <p:cNvSpPr txBox="1">
              <a:spLocks noChangeArrowheads="1"/>
            </p:cNvSpPr>
            <p:nvPr>
              <p:custDataLst>
                <p:tags r:id="rId73"/>
              </p:custDataLst>
            </p:nvPr>
          </p:nvSpPr>
          <p:spPr bwMode="auto">
            <a:xfrm>
              <a:off x="5045" y="4535"/>
              <a:ext cx="340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&amp;</a:t>
              </a:r>
            </a:p>
          </p:txBody>
        </p:sp>
        <p:cxnSp>
          <p:nvCxnSpPr>
            <p:cNvPr id="56" name="直接箭头连接符 55"/>
            <p:cNvCxnSpPr/>
            <p:nvPr>
              <p:custDataLst>
                <p:tags r:id="rId74"/>
              </p:custDataLst>
            </p:nvPr>
          </p:nvCxnSpPr>
          <p:spPr bwMode="auto">
            <a:xfrm flipH="1" flipV="1">
              <a:off x="5385" y="4762"/>
              <a:ext cx="85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sp>
          <p:nvSpPr>
            <p:cNvPr id="57" name="椭圆 56"/>
            <p:cNvSpPr/>
            <p:nvPr>
              <p:custDataLst>
                <p:tags r:id="rId75"/>
              </p:custDataLst>
            </p:nvPr>
          </p:nvSpPr>
          <p:spPr>
            <a:xfrm>
              <a:off x="4931" y="4649"/>
              <a:ext cx="113" cy="113"/>
            </a:xfrm>
            <a:prstGeom prst="ellips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0" name="Text Box 191"/>
            <p:cNvSpPr txBox="1">
              <a:spLocks noChangeArrowheads="1"/>
            </p:cNvSpPr>
            <p:nvPr>
              <p:custDataLst>
                <p:tags r:id="rId76"/>
              </p:custDataLst>
            </p:nvPr>
          </p:nvSpPr>
          <p:spPr bwMode="auto">
            <a:xfrm>
              <a:off x="7143" y="6351"/>
              <a:ext cx="22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91" name="Text Box 191"/>
            <p:cNvSpPr txBox="1">
              <a:spLocks noChangeArrowheads="1"/>
            </p:cNvSpPr>
            <p:nvPr>
              <p:custDataLst>
                <p:tags r:id="rId77"/>
              </p:custDataLst>
            </p:nvPr>
          </p:nvSpPr>
          <p:spPr bwMode="auto">
            <a:xfrm>
              <a:off x="4762" y="6325"/>
              <a:ext cx="22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cxnSp>
          <p:nvCxnSpPr>
            <p:cNvPr id="92" name="直接箭头连接符 91"/>
            <p:cNvCxnSpPr/>
            <p:nvPr>
              <p:custDataLst>
                <p:tags r:id="rId78"/>
              </p:custDataLst>
            </p:nvPr>
          </p:nvCxnSpPr>
          <p:spPr bwMode="auto">
            <a:xfrm flipH="1" flipV="1">
              <a:off x="7879" y="5444"/>
              <a:ext cx="1" cy="68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sp>
          <p:nvSpPr>
            <p:cNvPr id="93" name="Text Box 191"/>
            <p:cNvSpPr txBox="1">
              <a:spLocks noChangeArrowheads="1"/>
            </p:cNvSpPr>
            <p:nvPr>
              <p:custDataLst>
                <p:tags r:id="rId79"/>
              </p:custDataLst>
            </p:nvPr>
          </p:nvSpPr>
          <p:spPr bwMode="auto">
            <a:xfrm>
              <a:off x="7767" y="6180"/>
              <a:ext cx="22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</p:grpSp>
      <p:grpSp>
        <p:nvGrpSpPr>
          <p:cNvPr id="95" name="组合 94"/>
          <p:cNvGrpSpPr/>
          <p:nvPr/>
        </p:nvGrpSpPr>
        <p:grpSpPr>
          <a:xfrm>
            <a:off x="6948248" y="5085819"/>
            <a:ext cx="1944370" cy="1259205"/>
            <a:chOff x="5386" y="6691"/>
            <a:chExt cx="3062" cy="1983"/>
          </a:xfrm>
        </p:grpSpPr>
        <p:sp>
          <p:nvSpPr>
            <p:cNvPr id="96" name="Text Box 36"/>
            <p:cNvSpPr txBox="1"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5726" y="7087"/>
              <a:ext cx="2494" cy="1361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wrap="square" lIns="17780" tIns="0" rIns="0" bIns="0" anchor="t" anchorCtr="0">
              <a:noAutofit/>
            </a:bodyPr>
            <a:lstStyle/>
            <a:p>
              <a:pPr algn="l">
                <a:lnSpc>
                  <a:spcPct val="90000"/>
                </a:lnSpc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   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Q</a:t>
              </a:r>
              <a:r>
                <a:rPr lang="en-US" altLang="zh-CN" sz="1600" b="1" u="none" baseline="-25000" dirty="0">
                  <a:latin typeface="宋体" panose="02010600030101010101" pitchFamily="2" charset="-122"/>
                </a:rPr>
                <a:t>A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Q</a:t>
              </a:r>
              <a:r>
                <a:rPr lang="en-US" altLang="zh-CN" sz="1600" b="1" u="none" baseline="-25000" dirty="0">
                  <a:latin typeface="宋体" panose="02010600030101010101" pitchFamily="2" charset="-122"/>
                </a:rPr>
                <a:t>B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Q</a:t>
              </a:r>
              <a:r>
                <a:rPr lang="en-US" altLang="zh-CN" sz="1600" b="1" u="none" baseline="-25000" dirty="0">
                  <a:latin typeface="宋体" panose="02010600030101010101" pitchFamily="2" charset="-122"/>
                </a:rPr>
                <a:t>C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Q</a:t>
              </a:r>
              <a:r>
                <a:rPr lang="en-US" altLang="zh-CN" sz="1600" b="1" u="none" baseline="-25000" dirty="0">
                  <a:latin typeface="宋体" panose="02010600030101010101" pitchFamily="2" charset="-122"/>
                </a:rPr>
                <a:t>D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CO</a:t>
              </a:r>
            </a:p>
            <a:p>
              <a:pPr algn="l">
                <a:lnSpc>
                  <a:spcPct val="90000"/>
                </a:lnSpc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LD          </a:t>
              </a:r>
              <a:r>
                <a:rPr lang="en-US" altLang="zh-CN" sz="1400" b="1" u="none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EP</a:t>
              </a:r>
            </a:p>
            <a:p>
              <a:pPr algn="l">
                <a:lnSpc>
                  <a:spcPct val="90000"/>
                </a:lnSpc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CR          </a:t>
              </a:r>
              <a:r>
                <a:rPr lang="en-US" altLang="zh-CN" sz="1400" b="1" u="none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ET</a:t>
              </a:r>
              <a:endParaRPr lang="en-US" altLang="zh-CN" sz="1600" b="1" dirty="0">
                <a:latin typeface="宋体" panose="02010600030101010101" pitchFamily="2" charset="-122"/>
                <a:sym typeface="+mn-ea"/>
              </a:endParaRPr>
            </a:p>
            <a:p>
              <a:pPr algn="l">
                <a:lnSpc>
                  <a:spcPct val="80000"/>
                </a:lnSpc>
                <a:spcAft>
                  <a:spcPts val="0"/>
                </a:spcAft>
              </a:pPr>
              <a:r>
                <a:rPr lang="en-US" altLang="zh-CN" sz="1200" b="1" u="none" dirty="0">
                  <a:latin typeface="宋体" panose="02010600030101010101" pitchFamily="2" charset="-122"/>
                  <a:sym typeface="+mn-ea"/>
                </a:rPr>
                <a:t> </a:t>
              </a:r>
              <a:r>
                <a:rPr lang="en-US" altLang="zh-CN" sz="1600" b="1" u="none" dirty="0">
                  <a:latin typeface="宋体" panose="02010600030101010101" pitchFamily="2" charset="-122"/>
                  <a:sym typeface="+mn-ea"/>
                </a:rPr>
                <a:t>CP A B C D</a:t>
              </a:r>
            </a:p>
          </p:txBody>
        </p:sp>
        <p:cxnSp>
          <p:nvCxnSpPr>
            <p:cNvPr id="97" name="直接箭头连接符 96"/>
            <p:cNvCxnSpPr/>
            <p:nvPr>
              <p:custDataLst>
                <p:tags r:id="rId47"/>
              </p:custDataLst>
            </p:nvPr>
          </p:nvCxnSpPr>
          <p:spPr bwMode="auto">
            <a:xfrm flipV="1">
              <a:off x="5443" y="7597"/>
              <a:ext cx="17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98" name="直接箭头连接符 97"/>
            <p:cNvCxnSpPr/>
            <p:nvPr>
              <p:custDataLst>
                <p:tags r:id="rId48"/>
              </p:custDataLst>
            </p:nvPr>
          </p:nvCxnSpPr>
          <p:spPr bwMode="auto">
            <a:xfrm flipV="1">
              <a:off x="8221" y="7597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99" name="等腰三角形 98"/>
            <p:cNvSpPr/>
            <p:nvPr>
              <p:custDataLst>
                <p:tags r:id="rId49"/>
              </p:custDataLst>
            </p:nvPr>
          </p:nvSpPr>
          <p:spPr>
            <a:xfrm>
              <a:off x="5669" y="8220"/>
              <a:ext cx="227" cy="113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scene3d>
              <a:camera prst="orthographicFront">
                <a:rot lat="0" lon="0" rev="16200000"/>
              </a:camera>
              <a:lightRig rig="threePt" dir="t"/>
            </a:scene3d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00" name="直接箭头连接符 99"/>
            <p:cNvCxnSpPr/>
            <p:nvPr>
              <p:custDataLst>
                <p:tags r:id="rId50"/>
              </p:custDataLst>
            </p:nvPr>
          </p:nvCxnSpPr>
          <p:spPr bwMode="auto">
            <a:xfrm flipV="1">
              <a:off x="5386" y="8277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01" name="椭圆 100"/>
            <p:cNvSpPr/>
            <p:nvPr>
              <p:custDataLst>
                <p:tags r:id="rId51"/>
              </p:custDataLst>
            </p:nvPr>
          </p:nvSpPr>
          <p:spPr>
            <a:xfrm>
              <a:off x="5613" y="7540"/>
              <a:ext cx="113" cy="113"/>
            </a:xfrm>
            <a:prstGeom prst="ellips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02" name="直接箭头连接符 101"/>
            <p:cNvCxnSpPr/>
            <p:nvPr>
              <p:custDataLst>
                <p:tags r:id="rId52"/>
              </p:custDataLst>
            </p:nvPr>
          </p:nvCxnSpPr>
          <p:spPr bwMode="auto">
            <a:xfrm flipV="1">
              <a:off x="6463" y="8447"/>
              <a:ext cx="0" cy="22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sp>
          <p:nvSpPr>
            <p:cNvPr id="103" name="Text Box 191"/>
            <p:cNvSpPr txBox="1"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6463" y="7611"/>
              <a:ext cx="1020" cy="34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74161</a:t>
              </a:r>
            </a:p>
          </p:txBody>
        </p:sp>
        <p:cxnSp>
          <p:nvCxnSpPr>
            <p:cNvPr id="104" name="直接箭头连接符 103"/>
            <p:cNvCxnSpPr/>
            <p:nvPr>
              <p:custDataLst>
                <p:tags r:id="rId54"/>
              </p:custDataLst>
            </p:nvPr>
          </p:nvCxnSpPr>
          <p:spPr bwMode="auto">
            <a:xfrm flipV="1">
              <a:off x="6747" y="8447"/>
              <a:ext cx="0" cy="22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105" name="直接箭头连接符 104"/>
            <p:cNvCxnSpPr/>
            <p:nvPr>
              <p:custDataLst>
                <p:tags r:id="rId55"/>
              </p:custDataLst>
            </p:nvPr>
          </p:nvCxnSpPr>
          <p:spPr bwMode="auto">
            <a:xfrm flipV="1">
              <a:off x="7087" y="8447"/>
              <a:ext cx="0" cy="22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106" name="直接箭头连接符 105"/>
            <p:cNvCxnSpPr/>
            <p:nvPr>
              <p:custDataLst>
                <p:tags r:id="rId56"/>
              </p:custDataLst>
            </p:nvPr>
          </p:nvCxnSpPr>
          <p:spPr bwMode="auto">
            <a:xfrm flipV="1">
              <a:off x="7427" y="8447"/>
              <a:ext cx="0" cy="22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107" name="直接箭头连接符 106"/>
            <p:cNvCxnSpPr/>
            <p:nvPr>
              <p:custDataLst>
                <p:tags r:id="rId57"/>
              </p:custDataLst>
            </p:nvPr>
          </p:nvCxnSpPr>
          <p:spPr bwMode="auto">
            <a:xfrm flipV="1">
              <a:off x="6406" y="6691"/>
              <a:ext cx="0" cy="39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8" name="直接箭头连接符 107"/>
            <p:cNvCxnSpPr/>
            <p:nvPr>
              <p:custDataLst>
                <p:tags r:id="rId58"/>
              </p:custDataLst>
            </p:nvPr>
          </p:nvCxnSpPr>
          <p:spPr bwMode="auto">
            <a:xfrm flipV="1">
              <a:off x="6803" y="6861"/>
              <a:ext cx="0" cy="22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9" name="直接箭头连接符 108"/>
            <p:cNvCxnSpPr/>
            <p:nvPr>
              <p:custDataLst>
                <p:tags r:id="rId59"/>
              </p:custDataLst>
            </p:nvPr>
          </p:nvCxnSpPr>
          <p:spPr bwMode="auto">
            <a:xfrm flipV="1">
              <a:off x="7143" y="6691"/>
              <a:ext cx="0" cy="39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0" name="直接箭头连接符 109"/>
            <p:cNvCxnSpPr/>
            <p:nvPr>
              <p:custDataLst>
                <p:tags r:id="rId60"/>
              </p:custDataLst>
            </p:nvPr>
          </p:nvCxnSpPr>
          <p:spPr bwMode="auto">
            <a:xfrm flipV="1">
              <a:off x="7540" y="6861"/>
              <a:ext cx="0" cy="22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1" name="直接箭头连接符 110"/>
            <p:cNvCxnSpPr/>
            <p:nvPr>
              <p:custDataLst>
                <p:tags r:id="rId61"/>
              </p:custDataLst>
            </p:nvPr>
          </p:nvCxnSpPr>
          <p:spPr bwMode="auto">
            <a:xfrm flipV="1">
              <a:off x="5386" y="7937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12" name="椭圆 111"/>
            <p:cNvSpPr/>
            <p:nvPr>
              <p:custDataLst>
                <p:tags r:id="rId62"/>
              </p:custDataLst>
            </p:nvPr>
          </p:nvSpPr>
          <p:spPr>
            <a:xfrm>
              <a:off x="5613" y="7880"/>
              <a:ext cx="113" cy="113"/>
            </a:xfrm>
            <a:prstGeom prst="ellips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13" name="直接箭头连接符 112"/>
            <p:cNvCxnSpPr/>
            <p:nvPr>
              <p:custDataLst>
                <p:tags r:id="rId63"/>
              </p:custDataLst>
            </p:nvPr>
          </p:nvCxnSpPr>
          <p:spPr bwMode="auto">
            <a:xfrm flipV="1">
              <a:off x="8221" y="7937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114" name="直接箭头连接符 113"/>
            <p:cNvCxnSpPr/>
            <p:nvPr>
              <p:custDataLst>
                <p:tags r:id="rId64"/>
              </p:custDataLst>
            </p:nvPr>
          </p:nvCxnSpPr>
          <p:spPr bwMode="auto">
            <a:xfrm flipV="1">
              <a:off x="7994" y="6860"/>
              <a:ext cx="0" cy="22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5" name="直接箭头连接符 114"/>
            <p:cNvCxnSpPr/>
            <p:nvPr>
              <p:custDataLst>
                <p:tags r:id="rId65"/>
              </p:custDataLst>
            </p:nvPr>
          </p:nvCxnSpPr>
          <p:spPr bwMode="auto">
            <a:xfrm flipV="1">
              <a:off x="5771" y="7429"/>
              <a:ext cx="306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6" name="直接箭头连接符 115"/>
            <p:cNvCxnSpPr/>
            <p:nvPr>
              <p:custDataLst>
                <p:tags r:id="rId66"/>
              </p:custDataLst>
            </p:nvPr>
          </p:nvCxnSpPr>
          <p:spPr bwMode="auto">
            <a:xfrm flipV="1">
              <a:off x="5771" y="7776"/>
              <a:ext cx="306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117" name="组合 116"/>
          <p:cNvGrpSpPr/>
          <p:nvPr/>
        </p:nvGrpSpPr>
        <p:grpSpPr>
          <a:xfrm>
            <a:off x="6804248" y="5085184"/>
            <a:ext cx="2159635" cy="1369060"/>
            <a:chOff x="4593" y="4535"/>
            <a:chExt cx="3401" cy="2156"/>
          </a:xfrm>
        </p:grpSpPr>
        <p:cxnSp>
          <p:nvCxnSpPr>
            <p:cNvPr id="119" name="直接箭头连接符 118"/>
            <p:cNvCxnSpPr/>
            <p:nvPr>
              <p:custDataLst>
                <p:tags r:id="rId34"/>
              </p:custDataLst>
            </p:nvPr>
          </p:nvCxnSpPr>
          <p:spPr bwMode="auto">
            <a:xfrm flipV="1">
              <a:off x="5893" y="6519"/>
              <a:ext cx="124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0" name="直接箭头连接符 119"/>
            <p:cNvCxnSpPr/>
            <p:nvPr>
              <p:custDataLst>
                <p:tags r:id="rId35"/>
              </p:custDataLst>
            </p:nvPr>
          </p:nvCxnSpPr>
          <p:spPr bwMode="auto">
            <a:xfrm flipH="1" flipV="1">
              <a:off x="5385" y="4649"/>
              <a:ext cx="1191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121" name="直接箭头连接符 120"/>
            <p:cNvCxnSpPr/>
            <p:nvPr>
              <p:custDataLst>
                <p:tags r:id="rId36"/>
              </p:custDataLst>
            </p:nvPr>
          </p:nvCxnSpPr>
          <p:spPr bwMode="auto">
            <a:xfrm flipH="1">
              <a:off x="4706" y="4706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2" name="直接箭头连接符 121"/>
            <p:cNvCxnSpPr/>
            <p:nvPr>
              <p:custDataLst>
                <p:tags r:id="rId37"/>
              </p:custDataLst>
            </p:nvPr>
          </p:nvCxnSpPr>
          <p:spPr bwMode="auto">
            <a:xfrm>
              <a:off x="4706" y="4719"/>
              <a:ext cx="0" cy="73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3" name="直接箭头连接符 122"/>
            <p:cNvCxnSpPr/>
            <p:nvPr>
              <p:custDataLst>
                <p:tags r:id="rId38"/>
              </p:custDataLst>
            </p:nvPr>
          </p:nvCxnSpPr>
          <p:spPr bwMode="auto">
            <a:xfrm flipV="1">
              <a:off x="4706" y="5442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24" name="Text Box 36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5045" y="4535"/>
              <a:ext cx="340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&amp;</a:t>
              </a:r>
            </a:p>
          </p:txBody>
        </p:sp>
        <p:cxnSp>
          <p:nvCxnSpPr>
            <p:cNvPr id="125" name="直接箭头连接符 124"/>
            <p:cNvCxnSpPr/>
            <p:nvPr>
              <p:custDataLst>
                <p:tags r:id="rId40"/>
              </p:custDataLst>
            </p:nvPr>
          </p:nvCxnSpPr>
          <p:spPr bwMode="auto">
            <a:xfrm flipH="1" flipV="1">
              <a:off x="5386" y="4762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sp>
          <p:nvSpPr>
            <p:cNvPr id="126" name="椭圆 125"/>
            <p:cNvSpPr/>
            <p:nvPr>
              <p:custDataLst>
                <p:tags r:id="rId41"/>
              </p:custDataLst>
            </p:nvPr>
          </p:nvSpPr>
          <p:spPr>
            <a:xfrm>
              <a:off x="4931" y="4649"/>
              <a:ext cx="113" cy="113"/>
            </a:xfrm>
            <a:prstGeom prst="ellips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7" name="Text Box 191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7143" y="6351"/>
              <a:ext cx="22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128" name="Text Box 191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4593" y="5612"/>
              <a:ext cx="22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cxnSp>
          <p:nvCxnSpPr>
            <p:cNvPr id="129" name="直接箭头连接符 128"/>
            <p:cNvCxnSpPr/>
            <p:nvPr>
              <p:custDataLst>
                <p:tags r:id="rId44"/>
              </p:custDataLst>
            </p:nvPr>
          </p:nvCxnSpPr>
          <p:spPr bwMode="auto">
            <a:xfrm flipH="1" flipV="1">
              <a:off x="7879" y="5444"/>
              <a:ext cx="1" cy="68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sp>
          <p:nvSpPr>
            <p:cNvPr id="130" name="Text Box 191"/>
            <p:cNvSpPr txBox="1"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7767" y="6122"/>
              <a:ext cx="22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511935" y="2818800"/>
            <a:ext cx="575945" cy="0"/>
            <a:chOff x="2381" y="4422"/>
            <a:chExt cx="907" cy="0"/>
          </a:xfrm>
        </p:grpSpPr>
        <p:cxnSp>
          <p:nvCxnSpPr>
            <p:cNvPr id="24" name="直接箭头连接符 23"/>
            <p:cNvCxnSpPr/>
            <p:nvPr>
              <p:custDataLst>
                <p:tags r:id="rId32"/>
              </p:custDataLst>
            </p:nvPr>
          </p:nvCxnSpPr>
          <p:spPr bwMode="auto">
            <a:xfrm flipV="1">
              <a:off x="2381" y="4422"/>
              <a:ext cx="312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5" name="直接箭头连接符 24"/>
            <p:cNvCxnSpPr/>
            <p:nvPr>
              <p:custDataLst>
                <p:tags r:id="rId33"/>
              </p:custDataLst>
            </p:nvPr>
          </p:nvCxnSpPr>
          <p:spPr bwMode="auto">
            <a:xfrm flipV="1">
              <a:off x="2976" y="4422"/>
              <a:ext cx="312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58" name="Text Box 4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260000" y="5974530"/>
            <a:ext cx="2376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195" tIns="10795" rIns="36195" bIns="10795" anchor="ctr" anchorCtr="0">
            <a:noAutofit/>
          </a:bodyPr>
          <a:lstStyle/>
          <a:p>
            <a:pPr marL="443865" indent="-443865">
              <a:lnSpc>
                <a:spcPct val="90000"/>
              </a:lnSpc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思考：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哪种方法更好？</a:t>
            </a:r>
            <a:endParaRPr lang="zh-CN" altLang="en-US" sz="18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Box 6"/>
              <p:cNvSpPr txBox="1">
                <a:spLocks noChangeArrowhead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683568" y="5085184"/>
                <a:ext cx="3229610" cy="119449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 anchor="t" anchorCtr="0">
                <a:spAutoFit/>
              </a:bodyPr>
              <a:lstStyle/>
              <a:p>
                <a:pPr marL="490855" indent="-490855" eaLnBrk="1" latinLnBrk="0" hangingPunct="1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zh-CN" sz="2000" b="1" kern="100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解</a:t>
                </a:r>
                <a:r>
                  <a:rPr lang="en-US" altLang="zh-CN" sz="2000" b="1" kern="100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1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：</a:t>
                </a:r>
                <a:r>
                  <a:rPr lang="zh-CN" sz="2000" b="1" kern="100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输出</a:t>
                </a:r>
                <a:r>
                  <a:rPr lang="en-US" altLang="zh-CN" sz="2000" b="1" kern="100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0110</a:t>
                </a:r>
                <a:r>
                  <a:rPr lang="zh-CN" altLang="en-US" sz="2000" b="1" kern="100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时使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i="0">
                            <a:latin typeface="Cambria Math" panose="02040503050406030204" pitchFamily="18" charset="0"/>
                          </a:rPr>
                          <m:t>CR</m:t>
                        </m:r>
                      </m:e>
                    </m:acc>
                  </m:oMath>
                </a14:m>
                <a:r>
                  <a:rPr lang="zh-CN" altLang="en-US" sz="2000" b="1" kern="100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有效</a:t>
                </a:r>
              </a:p>
              <a:p>
                <a:pPr marL="490855" indent="-490855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2000" b="1" kern="1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解</a:t>
                </a:r>
                <a:r>
                  <a:rPr lang="en-US" altLang="zh-CN" sz="2000" b="1" kern="1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2</a:t>
                </a:r>
                <a:r>
                  <a:rPr lang="zh-CN" altLang="en-US" sz="2000" b="1" kern="1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：输出</a:t>
                </a:r>
                <a:r>
                  <a:rPr lang="en-US" altLang="zh-CN" sz="2000" b="1" kern="1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0101</a:t>
                </a:r>
                <a:r>
                  <a:rPr lang="zh-CN" altLang="en-US" sz="2000" b="1" kern="1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时使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latin typeface="Cambria Math" panose="02040503050406030204" pitchFamily="18" charset="0"/>
                          </a:rPr>
                          <m:t>LD</m:t>
                        </m:r>
                      </m:e>
                    </m:acc>
                  </m:oMath>
                </a14:m>
                <a:r>
                  <a:rPr lang="zh-CN" altLang="en-US" sz="2000" b="1" kern="1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有效</a:t>
                </a:r>
              </a:p>
              <a:p>
                <a:pPr marL="490855" indent="-490855" eaLnBrk="1" latinLnBrk="0" hangingPunct="1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000" b="1" kern="100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</a:t>
                </a:r>
                <a:endParaRPr lang="zh-CN" altLang="en-US" sz="2000" b="1" kern="100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endParaRPr>
              </a:p>
            </p:txBody>
          </p:sp>
        </mc:Choice>
        <mc:Fallback xmlns="">
          <p:sp>
            <p:nvSpPr>
              <p:cNvPr id="11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03"/>
                </p:custDataLst>
              </p:nvPr>
            </p:nvSpPr>
            <p:spPr bwMode="auto">
              <a:xfrm>
                <a:off x="683568" y="5085184"/>
                <a:ext cx="3229610" cy="1194494"/>
              </a:xfrm>
              <a:prstGeom prst="rect">
                <a:avLst/>
              </a:prstGeom>
              <a:blipFill>
                <a:blip r:embed="rId104"/>
                <a:stretch>
                  <a:fillRect l="-1887" t="-510" r="-943"/>
                </a:stretch>
              </a:blipFill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组合 8"/>
          <p:cNvGrpSpPr/>
          <p:nvPr/>
        </p:nvGrpSpPr>
        <p:grpSpPr>
          <a:xfrm>
            <a:off x="1404620" y="1231200"/>
            <a:ext cx="6948170" cy="1080135"/>
            <a:chOff x="2212" y="1933"/>
            <a:chExt cx="10942" cy="1701"/>
          </a:xfrm>
        </p:grpSpPr>
        <p:sp>
          <p:nvSpPr>
            <p:cNvPr id="195" name="Text Box 191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5897" y="1933"/>
              <a:ext cx="7257" cy="170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t" anchorCtr="0"/>
            <a:lstStyle/>
            <a:p>
              <a:pPr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  <a:sym typeface="+mn-ea"/>
                </a:rPr>
                <a:t>CP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—</a:t>
              </a: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  <a:sym typeface="+mn-ea"/>
                </a:rPr>
                <a:t>计数脉冲输入端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  <a:sym typeface="+mn-ea"/>
                </a:rPr>
                <a:t>     </a:t>
              </a:r>
              <a:r>
                <a:rPr lang="en-US" sz="1600" b="1" dirty="0">
                  <a:latin typeface="宋体" panose="02010600030101010101" pitchFamily="2" charset="-122"/>
                  <a:sym typeface="+mn-ea"/>
                </a:rPr>
                <a:t>CR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—</a:t>
              </a:r>
              <a:r>
                <a:rPr lang="zh-CN" altLang="en-US" sz="1600" b="1" dirty="0">
                  <a:latin typeface="宋体" panose="02010600030101010101" pitchFamily="2" charset="-122"/>
                  <a:sym typeface="+mn-ea"/>
                </a:rPr>
                <a:t>异步清零端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endParaRPr>
            </a:p>
            <a:p>
              <a:pPr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ABCD—</a:t>
              </a:r>
              <a:r>
                <a:rPr lang="zh-CN" altLang="en-US" sz="1600" b="1" dirty="0">
                  <a:latin typeface="宋体" panose="02010600030101010101" pitchFamily="2" charset="-122"/>
                  <a:sym typeface="+mn-ea"/>
                </a:rPr>
                <a:t>数据输入端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       LD—</a:t>
              </a:r>
              <a:r>
                <a:rPr lang="zh-CN" altLang="en-US" sz="1600" b="1" dirty="0">
                  <a:latin typeface="宋体" panose="02010600030101010101" pitchFamily="2" charset="-122"/>
                  <a:sym typeface="+mn-ea"/>
                </a:rPr>
                <a:t>预置数控制端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endParaRPr>
            </a:p>
            <a:p>
              <a:pPr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600" b="1" dirty="0">
                  <a:latin typeface="宋体" panose="02010600030101010101" pitchFamily="2" charset="-122"/>
                  <a:sym typeface="+mn-ea"/>
                </a:rPr>
                <a:t>Q</a:t>
              </a:r>
              <a:r>
                <a:rPr lang="en-US" sz="1600" b="1" baseline="-25000" dirty="0">
                  <a:latin typeface="宋体" panose="02010600030101010101" pitchFamily="2" charset="-122"/>
                  <a:sym typeface="+mn-ea"/>
                </a:rPr>
                <a:t>A</a:t>
              </a:r>
              <a:r>
                <a:rPr lang="en-US" sz="1600" b="1" dirty="0">
                  <a:latin typeface="宋体" panose="02010600030101010101" pitchFamily="2" charset="-122"/>
                  <a:sym typeface="+mn-ea"/>
                </a:rPr>
                <a:t>Q</a:t>
              </a:r>
              <a:r>
                <a:rPr lang="en-US" sz="1600" b="1" baseline="-25000" dirty="0">
                  <a:latin typeface="宋体" panose="02010600030101010101" pitchFamily="2" charset="-122"/>
                  <a:sym typeface="+mn-ea"/>
                </a:rPr>
                <a:t>B</a:t>
              </a:r>
              <a:r>
                <a:rPr lang="en-US" sz="1600" b="1" dirty="0">
                  <a:latin typeface="宋体" panose="02010600030101010101" pitchFamily="2" charset="-122"/>
                  <a:sym typeface="+mn-ea"/>
                </a:rPr>
                <a:t>Q</a:t>
              </a:r>
              <a:r>
                <a:rPr lang="en-US" sz="1600" b="1" baseline="-25000" dirty="0">
                  <a:latin typeface="宋体" panose="02010600030101010101" pitchFamily="2" charset="-122"/>
                  <a:sym typeface="+mn-ea"/>
                </a:rPr>
                <a:t>C</a:t>
              </a:r>
              <a:r>
                <a:rPr lang="en-US" sz="1600" b="1" dirty="0">
                  <a:latin typeface="宋体" panose="02010600030101010101" pitchFamily="2" charset="-122"/>
                  <a:sym typeface="+mn-ea"/>
                </a:rPr>
                <a:t>Q</a:t>
              </a:r>
              <a:r>
                <a:rPr lang="en-US" sz="1600" b="1" baseline="-25000" dirty="0">
                  <a:latin typeface="宋体" panose="02010600030101010101" pitchFamily="2" charset="-122"/>
                  <a:sym typeface="+mn-ea"/>
                </a:rPr>
                <a:t>D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—</a:t>
              </a:r>
              <a:r>
                <a:rPr lang="zh-CN" altLang="en-US" sz="1600" b="1" dirty="0">
                  <a:latin typeface="宋体" panose="02010600030101010101" pitchFamily="2" charset="-122"/>
                  <a:sym typeface="+mn-ea"/>
                </a:rPr>
                <a:t>计数器输出端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  EP</a:t>
              </a:r>
              <a:r>
                <a:rPr lang="zh-CN" altLang="en-US" sz="1600" b="1" dirty="0">
                  <a:latin typeface="宋体" panose="02010600030101010101" pitchFamily="2" charset="-122"/>
                  <a:sym typeface="+mn-ea"/>
                </a:rPr>
                <a:t>及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ET—</a:t>
              </a:r>
              <a:r>
                <a:rPr lang="zh-CN" altLang="en-US" sz="1600" b="1" dirty="0">
                  <a:latin typeface="宋体" panose="02010600030101010101" pitchFamily="2" charset="-122"/>
                  <a:sym typeface="+mn-ea"/>
                </a:rPr>
                <a:t>工作状态控制端</a:t>
              </a:r>
              <a:endParaRPr lang="en-US" altLang="zh-CN" sz="1600" b="1" dirty="0">
                <a:latin typeface="宋体" panose="02010600030101010101" pitchFamily="2" charset="-122"/>
                <a:sym typeface="+mn-ea"/>
              </a:endParaRPr>
            </a:p>
            <a:p>
              <a:pPr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600" b="1" dirty="0">
                  <a:solidFill>
                    <a:schemeClr val="tx1"/>
                  </a:solidFill>
                  <a:latin typeface="宋体" panose="02010600030101010101" pitchFamily="2" charset="-122"/>
                  <a:sym typeface="+mn-ea"/>
                </a:rPr>
                <a:t>CO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—</a:t>
              </a:r>
              <a:r>
                <a:rPr lang="zh-CN" altLang="en-US" sz="1600" b="1" dirty="0">
                  <a:latin typeface="宋体" panose="02010600030101010101" pitchFamily="2" charset="-122"/>
                  <a:sym typeface="+mn-ea"/>
                </a:rPr>
                <a:t>进位输出端</a:t>
              </a:r>
              <a:endPara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endParaRPr>
            </a:p>
          </p:txBody>
        </p:sp>
        <p:grpSp>
          <p:nvGrpSpPr>
            <p:cNvPr id="172" name="组合 171"/>
            <p:cNvGrpSpPr/>
            <p:nvPr/>
          </p:nvGrpSpPr>
          <p:grpSpPr>
            <a:xfrm>
              <a:off x="2212" y="1933"/>
              <a:ext cx="3402" cy="1701"/>
              <a:chOff x="5386" y="6916"/>
              <a:chExt cx="3402" cy="1701"/>
            </a:xfrm>
          </p:grpSpPr>
          <p:sp>
            <p:nvSpPr>
              <p:cNvPr id="173" name="Text Box 36"/>
              <p:cNvSpPr txBox="1">
                <a:spLocks noChangeArrowheads="1"/>
              </p:cNvSpPr>
              <p:nvPr>
                <p:custDataLst>
                  <p:tags r:id="rId11"/>
                </p:custDataLst>
              </p:nvPr>
            </p:nvSpPr>
            <p:spPr bwMode="auto">
              <a:xfrm>
                <a:off x="5726" y="7087"/>
                <a:ext cx="2817" cy="1361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horz" wrap="square" lIns="17780" tIns="0" rIns="0" bIns="0" anchor="t" anchorCtr="0">
                <a:noAutofit/>
              </a:bodyPr>
              <a:lstStyle/>
              <a:p>
                <a:pPr algn="l">
                  <a:lnSpc>
                    <a:spcPct val="90000"/>
                  </a:lnSpc>
                  <a:spcAft>
                    <a:spcPts val="0"/>
                  </a:spcAft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   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</a:t>
                </a:r>
                <a:r>
                  <a:rPr lang="en-US" altLang="zh-CN" sz="1600" b="1" u="none" baseline="-25000" dirty="0">
                    <a:latin typeface="宋体" panose="02010600030101010101" pitchFamily="2" charset="-122"/>
                  </a:rPr>
                  <a:t>A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 Q</a:t>
                </a:r>
                <a:r>
                  <a:rPr lang="en-US" altLang="zh-CN" sz="1600" b="1" u="none" baseline="-25000" dirty="0">
                    <a:latin typeface="宋体" panose="02010600030101010101" pitchFamily="2" charset="-122"/>
                  </a:rPr>
                  <a:t>B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 Q</a:t>
                </a:r>
                <a:r>
                  <a:rPr lang="en-US" altLang="zh-CN" sz="1600" b="1" u="none" baseline="-25000" dirty="0">
                    <a:latin typeface="宋体" panose="02010600030101010101" pitchFamily="2" charset="-122"/>
                  </a:rPr>
                  <a:t>C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 Q</a:t>
                </a:r>
                <a:r>
                  <a:rPr lang="en-US" altLang="zh-CN" sz="1600" b="1" u="none" baseline="-25000" dirty="0">
                    <a:latin typeface="宋体" panose="02010600030101010101" pitchFamily="2" charset="-122"/>
                  </a:rPr>
                  <a:t>D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 CO</a:t>
                </a:r>
              </a:p>
              <a:p>
                <a:pPr algn="l">
                  <a:lnSpc>
                    <a:spcPct val="90000"/>
                  </a:lnSpc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LD             EP</a:t>
                </a:r>
              </a:p>
              <a:p>
                <a:pPr algn="l">
                  <a:lnSpc>
                    <a:spcPct val="90000"/>
                  </a:lnSpc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CR             ET</a:t>
                </a:r>
                <a:endParaRPr lang="en-US" altLang="zh-CN" sz="1600" b="1" dirty="0">
                  <a:latin typeface="宋体" panose="02010600030101010101" pitchFamily="2" charset="-122"/>
                  <a:sym typeface="+mn-ea"/>
                </a:endParaRPr>
              </a:p>
              <a:p>
                <a:pPr algn="l">
                  <a:lnSpc>
                    <a:spcPct val="80000"/>
                  </a:lnSpc>
                  <a:spcAft>
                    <a:spcPts val="0"/>
                  </a:spcAft>
                </a:pPr>
                <a:r>
                  <a:rPr lang="en-US" altLang="zh-CN" sz="1200" b="1" u="none" dirty="0"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u="none" dirty="0">
                    <a:latin typeface="宋体" panose="02010600030101010101" pitchFamily="2" charset="-122"/>
                    <a:sym typeface="+mn-ea"/>
                  </a:rPr>
                  <a:t>CP A</a:t>
                </a:r>
                <a:r>
                  <a:rPr lang="en-US" altLang="zh-CN" sz="1600" b="1" u="none" baseline="-25000" dirty="0">
                    <a:latin typeface="宋体" panose="02010600030101010101" pitchFamily="2" charset="-122"/>
                    <a:sym typeface="+mn-ea"/>
                  </a:rPr>
                  <a:t>  </a:t>
                </a:r>
                <a:r>
                  <a:rPr lang="en-US" altLang="zh-CN" sz="1600" b="1" u="none" dirty="0">
                    <a:latin typeface="宋体" panose="02010600030101010101" pitchFamily="2" charset="-122"/>
                    <a:sym typeface="+mn-ea"/>
                  </a:rPr>
                  <a:t>B</a:t>
                </a:r>
                <a:r>
                  <a:rPr lang="en-US" altLang="zh-CN" sz="1600" b="1" u="none" baseline="-25000" dirty="0"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u="none" dirty="0">
                    <a:latin typeface="宋体" panose="02010600030101010101" pitchFamily="2" charset="-122"/>
                    <a:sym typeface="+mn-ea"/>
                  </a:rPr>
                  <a:t> C</a:t>
                </a:r>
                <a:r>
                  <a:rPr lang="en-US" altLang="zh-CN" sz="1600" b="1" u="none" baseline="-25000" dirty="0"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u="none" dirty="0">
                    <a:latin typeface="宋体" panose="02010600030101010101" pitchFamily="2" charset="-122"/>
                    <a:sym typeface="+mn-ea"/>
                  </a:rPr>
                  <a:t> D</a:t>
                </a:r>
              </a:p>
            </p:txBody>
          </p:sp>
          <p:cxnSp>
            <p:nvCxnSpPr>
              <p:cNvPr id="174" name="直接箭头连接符 173"/>
              <p:cNvCxnSpPr/>
              <p:nvPr>
                <p:custDataLst>
                  <p:tags r:id="rId12"/>
                </p:custDataLst>
              </p:nvPr>
            </p:nvCxnSpPr>
            <p:spPr bwMode="auto">
              <a:xfrm flipV="1">
                <a:off x="5386" y="7597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75" name="直接箭头连接符 174"/>
              <p:cNvCxnSpPr/>
              <p:nvPr>
                <p:custDataLst>
                  <p:tags r:id="rId13"/>
                </p:custDataLst>
              </p:nvPr>
            </p:nvCxnSpPr>
            <p:spPr bwMode="auto">
              <a:xfrm flipV="1">
                <a:off x="8544" y="7597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176" name="等腰三角形 175"/>
              <p:cNvSpPr/>
              <p:nvPr>
                <p:custDataLst>
                  <p:tags r:id="rId14"/>
                </p:custDataLst>
              </p:nvPr>
            </p:nvSpPr>
            <p:spPr>
              <a:xfrm>
                <a:off x="5669" y="8220"/>
                <a:ext cx="227" cy="113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1620000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177" name="直接箭头连接符 176"/>
              <p:cNvCxnSpPr/>
              <p:nvPr>
                <p:custDataLst>
                  <p:tags r:id="rId15"/>
                </p:custDataLst>
              </p:nvPr>
            </p:nvCxnSpPr>
            <p:spPr bwMode="auto">
              <a:xfrm flipV="1">
                <a:off x="5386" y="8277"/>
                <a:ext cx="34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178" name="椭圆 177"/>
              <p:cNvSpPr/>
              <p:nvPr>
                <p:custDataLst>
                  <p:tags r:id="rId16"/>
                </p:custDataLst>
              </p:nvPr>
            </p:nvSpPr>
            <p:spPr>
              <a:xfrm>
                <a:off x="5613" y="7540"/>
                <a:ext cx="113" cy="113"/>
              </a:xfrm>
              <a:prstGeom prst="ellips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179" name="直接箭头连接符 178"/>
              <p:cNvCxnSpPr/>
              <p:nvPr>
                <p:custDataLst>
                  <p:tags r:id="rId17"/>
                </p:custDataLst>
              </p:nvPr>
            </p:nvCxnSpPr>
            <p:spPr bwMode="auto">
              <a:xfrm flipV="1">
                <a:off x="6463" y="8447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180" name="Text Box 191"/>
              <p:cNvSpPr txBox="1">
                <a:spLocks noChangeArrowheads="1"/>
              </p:cNvSpPr>
              <p:nvPr>
                <p:custDataLst>
                  <p:tags r:id="rId18"/>
                </p:custDataLst>
              </p:nvPr>
            </p:nvSpPr>
            <p:spPr bwMode="auto">
              <a:xfrm>
                <a:off x="6633" y="7611"/>
                <a:ext cx="1020" cy="34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74161</a:t>
                </a:r>
              </a:p>
            </p:txBody>
          </p:sp>
          <p:cxnSp>
            <p:nvCxnSpPr>
              <p:cNvPr id="181" name="直接箭头连接符 180"/>
              <p:cNvCxnSpPr/>
              <p:nvPr>
                <p:custDataLst>
                  <p:tags r:id="rId19"/>
                </p:custDataLst>
              </p:nvPr>
            </p:nvCxnSpPr>
            <p:spPr bwMode="auto">
              <a:xfrm flipV="1">
                <a:off x="6803" y="8447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83" name="直接箭头连接符 182"/>
              <p:cNvCxnSpPr/>
              <p:nvPr>
                <p:custDataLst>
                  <p:tags r:id="rId20"/>
                </p:custDataLst>
              </p:nvPr>
            </p:nvCxnSpPr>
            <p:spPr bwMode="auto">
              <a:xfrm flipV="1">
                <a:off x="7257" y="8447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84" name="直接箭头连接符 183"/>
              <p:cNvCxnSpPr/>
              <p:nvPr>
                <p:custDataLst>
                  <p:tags r:id="rId21"/>
                </p:custDataLst>
              </p:nvPr>
            </p:nvCxnSpPr>
            <p:spPr bwMode="auto">
              <a:xfrm flipV="1">
                <a:off x="7654" y="8447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85" name="直接箭头连接符 184"/>
              <p:cNvCxnSpPr/>
              <p:nvPr>
                <p:custDataLst>
                  <p:tags r:id="rId22"/>
                </p:custDataLst>
              </p:nvPr>
            </p:nvCxnSpPr>
            <p:spPr bwMode="auto">
              <a:xfrm flipV="1">
                <a:off x="6406" y="6916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86" name="直接箭头连接符 185"/>
              <p:cNvCxnSpPr/>
              <p:nvPr>
                <p:custDataLst>
                  <p:tags r:id="rId23"/>
                </p:custDataLst>
              </p:nvPr>
            </p:nvCxnSpPr>
            <p:spPr bwMode="auto">
              <a:xfrm flipV="1">
                <a:off x="6860" y="6916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87" name="直接箭头连接符 186"/>
              <p:cNvCxnSpPr/>
              <p:nvPr>
                <p:custDataLst>
                  <p:tags r:id="rId24"/>
                </p:custDataLst>
              </p:nvPr>
            </p:nvCxnSpPr>
            <p:spPr bwMode="auto">
              <a:xfrm flipV="1">
                <a:off x="7257" y="6916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88" name="直接箭头连接符 187"/>
              <p:cNvCxnSpPr/>
              <p:nvPr>
                <p:custDataLst>
                  <p:tags r:id="rId25"/>
                </p:custDataLst>
              </p:nvPr>
            </p:nvCxnSpPr>
            <p:spPr bwMode="auto">
              <a:xfrm flipV="1">
                <a:off x="7710" y="6916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89" name="直接箭头连接符 188"/>
              <p:cNvCxnSpPr/>
              <p:nvPr>
                <p:custDataLst>
                  <p:tags r:id="rId26"/>
                </p:custDataLst>
              </p:nvPr>
            </p:nvCxnSpPr>
            <p:spPr bwMode="auto">
              <a:xfrm flipV="1">
                <a:off x="5386" y="7937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190" name="椭圆 189"/>
              <p:cNvSpPr/>
              <p:nvPr>
                <p:custDataLst>
                  <p:tags r:id="rId27"/>
                </p:custDataLst>
              </p:nvPr>
            </p:nvSpPr>
            <p:spPr>
              <a:xfrm>
                <a:off x="5613" y="7880"/>
                <a:ext cx="113" cy="113"/>
              </a:xfrm>
              <a:prstGeom prst="ellips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191" name="直接箭头连接符 190"/>
              <p:cNvCxnSpPr/>
              <p:nvPr>
                <p:custDataLst>
                  <p:tags r:id="rId28"/>
                </p:custDataLst>
              </p:nvPr>
            </p:nvCxnSpPr>
            <p:spPr bwMode="auto">
              <a:xfrm flipV="1">
                <a:off x="8561" y="7937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92" name="直接箭头连接符 191"/>
              <p:cNvCxnSpPr/>
              <p:nvPr>
                <p:custDataLst>
                  <p:tags r:id="rId29"/>
                </p:custDataLst>
              </p:nvPr>
            </p:nvCxnSpPr>
            <p:spPr bwMode="auto">
              <a:xfrm flipV="1">
                <a:off x="8220" y="6916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93" name="直接箭头连接符 192"/>
              <p:cNvCxnSpPr/>
              <p:nvPr>
                <p:custDataLst>
                  <p:tags r:id="rId30"/>
                </p:custDataLst>
              </p:nvPr>
            </p:nvCxnSpPr>
            <p:spPr bwMode="auto">
              <a:xfrm flipV="1">
                <a:off x="5771" y="7429"/>
                <a:ext cx="306" cy="0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94" name="直接箭头连接符 193"/>
              <p:cNvCxnSpPr/>
              <p:nvPr>
                <p:custDataLst>
                  <p:tags r:id="rId31"/>
                </p:custDataLst>
              </p:nvPr>
            </p:nvCxnSpPr>
            <p:spPr bwMode="auto">
              <a:xfrm flipV="1">
                <a:off x="5771" y="7776"/>
                <a:ext cx="306" cy="0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</p:grpSp>
        <p:cxnSp>
          <p:nvCxnSpPr>
            <p:cNvPr id="4" name="直接箭头连接符 3"/>
            <p:cNvCxnSpPr/>
            <p:nvPr>
              <p:custDataLst>
                <p:tags r:id="rId9"/>
              </p:custDataLst>
            </p:nvPr>
          </p:nvCxnSpPr>
          <p:spPr bwMode="auto">
            <a:xfrm flipV="1">
              <a:off x="9621" y="1984"/>
              <a:ext cx="306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7" name="直接箭头连接符 6"/>
            <p:cNvCxnSpPr/>
            <p:nvPr>
              <p:custDataLst>
                <p:tags r:id="rId10"/>
              </p:custDataLst>
            </p:nvPr>
          </p:nvCxnSpPr>
          <p:spPr bwMode="auto">
            <a:xfrm flipV="1">
              <a:off x="9621" y="2409"/>
              <a:ext cx="306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8" name="AutoShape 338"/>
          <p:cNvSpPr/>
          <p:nvPr>
            <p:custDataLst>
              <p:tags r:id="rId6"/>
            </p:custDataLst>
          </p:nvPr>
        </p:nvSpPr>
        <p:spPr bwMode="auto">
          <a:xfrm>
            <a:off x="5472360" y="2420888"/>
            <a:ext cx="1152000" cy="252000"/>
          </a:xfrm>
          <a:prstGeom prst="borderCallout2">
            <a:avLst>
              <a:gd name="adj1" fmla="val 49109"/>
              <a:gd name="adj2" fmla="val 478"/>
              <a:gd name="adj3" fmla="val 47345"/>
              <a:gd name="adj4" fmla="val -14602"/>
              <a:gd name="adj5" fmla="val 170017"/>
              <a:gd name="adj6" fmla="val -34610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7780" rIns="18000" bIns="0" anchor="ctr" anchorCtr="0"/>
          <a:lstStyle/>
          <a:p>
            <a:pPr algn="ctr">
              <a:lnSpc>
                <a:spcPct val="90000"/>
              </a:lnSpc>
            </a:pP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Q</a:t>
            </a:r>
            <a:r>
              <a:rPr lang="en-US" altLang="zh-CN" sz="1600" b="1" baseline="-25000" dirty="0">
                <a:latin typeface="宋体" panose="02010600030101010101" pitchFamily="2" charset="-122"/>
                <a:sym typeface="+mn-ea"/>
              </a:rPr>
              <a:t>D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为最高位</a:t>
            </a:r>
            <a:endParaRPr lang="zh-CN" altLang="en-US" sz="1600" b="1" u="none" baseline="-25000" dirty="0"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118" name="Text Box 191">
            <a:extLst>
              <a:ext uri="{FF2B5EF4-FFF2-40B4-BE49-F238E27FC236}">
                <a16:creationId xmlns:a16="http://schemas.microsoft.com/office/drawing/2014/main" id="{21768A45-4D14-439D-AB13-A4D0DC99E716}"/>
              </a:ext>
            </a:extLst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6516000" y="5616000"/>
            <a:ext cx="216000" cy="288000"/>
          </a:xfrm>
          <a:prstGeom prst="rect">
            <a:avLst/>
          </a:prstGeom>
          <a:solidFill>
            <a:srgbClr val="CCFFFF"/>
          </a:solidFill>
          <a:ln w="9525">
            <a:noFill/>
            <a:miter lim="800000"/>
          </a:ln>
        </p:spPr>
        <p:txBody>
          <a:bodyPr lIns="0" tIns="0" rIns="0" bIns="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</a:rPr>
              <a:t>或</a:t>
            </a:r>
            <a:endParaRPr lang="en-US" altLang="zh-CN" sz="20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58" grpId="0" bldLvl="0" animBg="1"/>
      <p:bldP spid="8" grpId="0" bldLvl="0" animBg="1"/>
      <p:bldP spid="11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28</a:t>
            </a:fld>
            <a:endParaRPr lang="en-US" altLang="zh-CN"/>
          </a:p>
        </p:txBody>
      </p:sp>
      <p:sp>
        <p:nvSpPr>
          <p:cNvPr id="3" name="Text Box 6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3895" y="332656"/>
            <a:ext cx="8387080" cy="18774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anchor="t" anchorCtr="0">
            <a:spAutoFit/>
          </a:bodyPr>
          <a:lstStyle/>
          <a:p>
            <a:pPr marL="490855" indent="-490855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例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5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：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用</a:t>
            </a:r>
            <a:r>
              <a:rPr lang="en-US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74161</a:t>
            </a:r>
            <a:r>
              <a:rPr lang="zh-CN" altLang="en-US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设计</a:t>
            </a:r>
            <a:r>
              <a:rPr lang="zh-CN" altLang="en-US" sz="2000" b="1" u="sng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输出频率</a:t>
            </a:r>
            <a:r>
              <a:rPr lang="zh-CN" altLang="en-US" sz="2000" b="1" u="sng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u="sng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1/256</a:t>
            </a:r>
            <a:r>
              <a:rPr lang="zh-CN" altLang="en-US" sz="2000" b="1" u="sng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输入频率</a:t>
            </a:r>
            <a:r>
              <a:rPr lang="zh-CN" altLang="en-US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</a:t>
            </a:r>
            <a:r>
              <a:rPr lang="zh-CN" sz="2000" b="1" u="sng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分频</a:t>
            </a:r>
            <a:r>
              <a:rPr lang="zh-CN" altLang="en-US" sz="2000" b="1" u="sng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器</a:t>
            </a:r>
            <a:endParaRPr lang="zh-CN" altLang="zh-CN" sz="2000" b="1" kern="100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490855" indent="-490855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解</a:t>
            </a:r>
            <a:r>
              <a:rPr lang="zh-CN" altLang="zh-CN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r>
              <a:rPr lang="en-US" altLang="zh-CN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个计数器级联</a:t>
            </a:r>
            <a:r>
              <a:rPr lang="en-US" altLang="zh-CN" sz="16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模＝</a:t>
            </a:r>
            <a:r>
              <a:rPr lang="en-US" altLang="zh-CN" sz="16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en-US" altLang="zh-CN" sz="1600" b="1" kern="100" baseline="30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4</a:t>
            </a:r>
            <a:r>
              <a:rPr lang="en-US" altLang="zh-CN" sz="16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*2</a:t>
            </a:r>
            <a:r>
              <a:rPr lang="en-US" altLang="zh-CN" sz="1600" b="1" kern="100" baseline="30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4</a:t>
            </a:r>
            <a:r>
              <a:rPr lang="zh-CN" altLang="en-US" sz="16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16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256</a:t>
            </a:r>
            <a:r>
              <a:rPr lang="en-US" altLang="zh-CN" sz="16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000" b="1" kern="100" dirty="0" err="1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f</a:t>
            </a:r>
            <a:r>
              <a:rPr lang="en-US" altLang="zh-CN" sz="2000" b="1" kern="100" baseline="-25000" dirty="0" err="1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CO</a:t>
            </a:r>
            <a:r>
              <a:rPr lang="zh-CN" altLang="en-US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f</a:t>
            </a:r>
            <a:r>
              <a:rPr lang="en-US" altLang="zh-CN" sz="2000" b="1" kern="100" baseline="-25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CP</a:t>
            </a:r>
            <a:r>
              <a:rPr lang="en-US" altLang="zh-CN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/n</a:t>
            </a:r>
            <a:r>
              <a:rPr lang="zh-CN" altLang="en-US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，初值</a:t>
            </a:r>
            <a:r>
              <a:rPr lang="en-US" altLang="zh-CN" sz="16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n</a:t>
            </a:r>
            <a:r>
              <a:rPr lang="zh-CN" altLang="en-US" sz="18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18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n</a:t>
            </a:r>
            <a:r>
              <a:rPr lang="en-US" altLang="zh-CN" sz="1800" b="1" kern="100" baseline="-25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en-US" altLang="zh-CN" sz="18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*n</a:t>
            </a:r>
            <a:r>
              <a:rPr lang="en-US" altLang="zh-CN" sz="1800" b="1" kern="100" baseline="-25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en-US" altLang="zh-CN" sz="18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依题意</a:t>
            </a:r>
            <a:r>
              <a:rPr lang="en-US" altLang="zh-CN" sz="18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=0)</a:t>
            </a:r>
          </a:p>
          <a:p>
            <a:pPr marL="490855" indent="-490855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altLang="en-US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方案</a:t>
            </a:r>
            <a:r>
              <a:rPr lang="en-US" altLang="zh-CN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—CO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连接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CP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异步级联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000" b="1" dirty="0">
              <a:latin typeface="宋体" panose="02010600030101010101" pitchFamily="2" charset="-122"/>
              <a:sym typeface="+mn-ea"/>
            </a:endParaRPr>
          </a:p>
          <a:p>
            <a:pPr marL="490855" indent="-490855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altLang="en-US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方案</a:t>
            </a:r>
            <a:r>
              <a:rPr lang="en-US" altLang="zh-CN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—CP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并联、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CO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连接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EP</a:t>
            </a:r>
          </a:p>
          <a:p>
            <a:pPr marL="490855" indent="-490855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(</a:t>
            </a:r>
            <a:r>
              <a:rPr lang="zh-CN" altLang="en-US" sz="16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同步级联</a:t>
            </a:r>
            <a:r>
              <a:rPr lang="en-US" altLang="zh-CN" sz="16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</a:p>
        </p:txBody>
      </p:sp>
      <p:sp>
        <p:nvSpPr>
          <p:cNvPr id="65" name="Text Box 6"/>
          <p:cNvSpPr txBox="1">
            <a:spLocks noChangeArrowheads="1"/>
          </p:cNvSpPr>
          <p:nvPr/>
        </p:nvSpPr>
        <p:spPr bwMode="auto">
          <a:xfrm>
            <a:off x="683895" y="4869160"/>
            <a:ext cx="8051800" cy="15684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anchor="t" anchorCtr="0">
            <a:spAutoFit/>
          </a:bodyPr>
          <a:lstStyle/>
          <a:p>
            <a:pPr marL="490855" indent="-490855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例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7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：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用</a:t>
            </a:r>
            <a:r>
              <a:rPr lang="en-US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位计数器</a:t>
            </a:r>
            <a:r>
              <a:rPr lang="en-US" altLang="zh-CN" sz="16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带异步清零端</a:t>
            </a:r>
            <a:r>
              <a:rPr lang="en-US" altLang="zh-CN" sz="16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设计含</a:t>
            </a:r>
            <a:r>
              <a:rPr lang="en-US" altLang="zh-CN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</a:t>
            </a:r>
            <a:r>
              <a:rPr lang="zh-CN" altLang="en-US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个脉冲信号的</a:t>
            </a:r>
            <a:r>
              <a:rPr lang="zh-CN" altLang="en-US" sz="2000" b="1" u="sng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环形</a:t>
            </a:r>
            <a:r>
              <a:rPr lang="zh-CN" sz="2000" b="1" u="sng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脉冲</a:t>
            </a:r>
            <a:r>
              <a:rPr lang="zh-CN" altLang="en-US" sz="2000" b="1" u="sng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发生器</a:t>
            </a:r>
            <a:endParaRPr lang="zh-CN" altLang="zh-CN" sz="2000" b="1" kern="100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490855" indent="-490855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</a:t>
            </a:r>
            <a:r>
              <a:rPr lang="zh-CN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解</a:t>
            </a:r>
            <a:r>
              <a:rPr lang="zh-CN" altLang="zh-CN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r>
              <a:rPr lang="zh-CN" altLang="en-US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译码</a:t>
            </a:r>
            <a:r>
              <a:rPr lang="zh-CN" altLang="zh-CN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计数器</a:t>
            </a:r>
            <a:r>
              <a:rPr lang="zh-CN" altLang="en-US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</a:t>
            </a:r>
            <a:r>
              <a:rPr lang="zh-CN" altLang="zh-CN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输出</a:t>
            </a:r>
          </a:p>
          <a:p>
            <a:pPr marL="490855" indent="-490855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</a:t>
            </a:r>
            <a:r>
              <a:rPr lang="zh-CN" altLang="en-US" sz="20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信号</a:t>
            </a:r>
            <a:r>
              <a:rPr lang="zh-CN" altLang="zh-CN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，输出</a:t>
            </a:r>
            <a:r>
              <a:rPr lang="zh-CN" altLang="en-US" sz="20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</a:t>
            </a:r>
            <a:endParaRPr lang="zh-CN" altLang="zh-CN" sz="2000" b="1" kern="100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490855" indent="-490855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</a:t>
            </a:r>
            <a:r>
              <a:rPr lang="zh-CN" altLang="en-US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下一</a:t>
            </a:r>
            <a:r>
              <a:rPr lang="en-US" altLang="zh-CN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CP</a:t>
            </a:r>
            <a:r>
              <a:rPr lang="zh-CN" altLang="en-US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复位</a:t>
            </a:r>
            <a:r>
              <a:rPr lang="zh-CN" altLang="zh-CN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计数器</a:t>
            </a:r>
            <a:endParaRPr lang="en-US" altLang="zh-CN" sz="1600" b="1" kern="100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66" name="组合 65"/>
          <p:cNvGrpSpPr/>
          <p:nvPr/>
        </p:nvGrpSpPr>
        <p:grpSpPr>
          <a:xfrm>
            <a:off x="508635" y="5373216"/>
            <a:ext cx="2196465" cy="935990"/>
            <a:chOff x="3174" y="2721"/>
            <a:chExt cx="3459" cy="1474"/>
          </a:xfrm>
        </p:grpSpPr>
        <p:cxnSp>
          <p:nvCxnSpPr>
            <p:cNvPr id="722" name="直接连接符 721"/>
            <p:cNvCxnSpPr/>
            <p:nvPr>
              <p:custDataLst>
                <p:tags r:id="rId157"/>
              </p:custDataLst>
            </p:nvPr>
          </p:nvCxnSpPr>
          <p:spPr>
            <a:xfrm flipH="1">
              <a:off x="3743" y="3005"/>
              <a:ext cx="1" cy="1191"/>
            </a:xfrm>
            <a:prstGeom prst="line">
              <a:avLst/>
            </a:prstGeom>
            <a:ln w="9525">
              <a:solidFill>
                <a:srgbClr val="0070C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>
              <p:custDataLst>
                <p:tags r:id="rId158"/>
              </p:custDataLst>
            </p:nvPr>
          </p:nvCxnSpPr>
          <p:spPr>
            <a:xfrm flipH="1">
              <a:off x="5102" y="3005"/>
              <a:ext cx="1" cy="1191"/>
            </a:xfrm>
            <a:prstGeom prst="line">
              <a:avLst/>
            </a:prstGeom>
            <a:ln w="9525">
              <a:solidFill>
                <a:srgbClr val="0070C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>
              <p:custDataLst>
                <p:tags r:id="rId159"/>
              </p:custDataLst>
            </p:nvPr>
          </p:nvCxnSpPr>
          <p:spPr>
            <a:xfrm flipH="1">
              <a:off x="6463" y="3005"/>
              <a:ext cx="1" cy="1191"/>
            </a:xfrm>
            <a:prstGeom prst="line">
              <a:avLst/>
            </a:prstGeom>
            <a:ln w="9525">
              <a:solidFill>
                <a:srgbClr val="0070C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6" name="直接连接符 725"/>
            <p:cNvCxnSpPr/>
            <p:nvPr>
              <p:custDataLst>
                <p:tags r:id="rId160"/>
              </p:custDataLst>
            </p:nvPr>
          </p:nvCxnSpPr>
          <p:spPr>
            <a:xfrm>
              <a:off x="4195" y="3118"/>
              <a:ext cx="2" cy="2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7" name="直接连接符 726"/>
            <p:cNvCxnSpPr/>
            <p:nvPr>
              <p:custDataLst>
                <p:tags r:id="rId161"/>
              </p:custDataLst>
            </p:nvPr>
          </p:nvCxnSpPr>
          <p:spPr>
            <a:xfrm>
              <a:off x="3744" y="3118"/>
              <a:ext cx="45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8" name="直接连接符 727"/>
            <p:cNvCxnSpPr/>
            <p:nvPr>
              <p:custDataLst>
                <p:tags r:id="rId162"/>
              </p:custDataLst>
            </p:nvPr>
          </p:nvCxnSpPr>
          <p:spPr>
            <a:xfrm>
              <a:off x="3744" y="3118"/>
              <a:ext cx="0" cy="2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9" name="直接连接符 728"/>
            <p:cNvCxnSpPr/>
            <p:nvPr>
              <p:custDataLst>
                <p:tags r:id="rId163"/>
              </p:custDataLst>
            </p:nvPr>
          </p:nvCxnSpPr>
          <p:spPr>
            <a:xfrm>
              <a:off x="3572" y="3402"/>
              <a:ext cx="17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0" name="直接连接符 729"/>
            <p:cNvCxnSpPr/>
            <p:nvPr>
              <p:custDataLst>
                <p:tags r:id="rId164"/>
              </p:custDataLst>
            </p:nvPr>
          </p:nvCxnSpPr>
          <p:spPr>
            <a:xfrm>
              <a:off x="4195" y="3402"/>
              <a:ext cx="90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9" name="TextBox 738"/>
            <p:cNvSpPr txBox="1"/>
            <p:nvPr>
              <p:custDataLst>
                <p:tags r:id="rId165"/>
              </p:custDataLst>
            </p:nvPr>
          </p:nvSpPr>
          <p:spPr>
            <a:xfrm>
              <a:off x="3174" y="2721"/>
              <a:ext cx="397" cy="283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>
              <a:defPPr>
                <a:defRPr lang="zh-CN"/>
              </a:defPPr>
              <a:lvl1pPr>
                <a:lnSpc>
                  <a:spcPct val="90000"/>
                </a:lnSpc>
                <a:defRPr sz="1600" b="1">
                  <a:latin typeface="+mn-ea"/>
                  <a:ea typeface="+mn-ea"/>
                  <a:cs typeface="Times New Roman" panose="02020603050405020304" pitchFamily="18" charset="0"/>
                </a:defRPr>
              </a:lvl1pPr>
            </a:lstStyle>
            <a:p>
              <a:r>
                <a:rPr lang="en-US" dirty="0" err="1"/>
                <a:t>CP</a:t>
              </a:r>
              <a:endParaRPr lang="en-US" dirty="0"/>
            </a:p>
          </p:txBody>
        </p:sp>
        <p:cxnSp>
          <p:nvCxnSpPr>
            <p:cNvPr id="757" name="直接连接符 756"/>
            <p:cNvCxnSpPr/>
            <p:nvPr>
              <p:custDataLst>
                <p:tags r:id="rId166"/>
              </p:custDataLst>
            </p:nvPr>
          </p:nvCxnSpPr>
          <p:spPr>
            <a:xfrm>
              <a:off x="5554" y="3118"/>
              <a:ext cx="2" cy="2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8" name="直接连接符 757"/>
            <p:cNvCxnSpPr/>
            <p:nvPr>
              <p:custDataLst>
                <p:tags r:id="rId167"/>
              </p:custDataLst>
            </p:nvPr>
          </p:nvCxnSpPr>
          <p:spPr>
            <a:xfrm>
              <a:off x="5102" y="3118"/>
              <a:ext cx="45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9" name="直接连接符 758"/>
            <p:cNvCxnSpPr/>
            <p:nvPr>
              <p:custDataLst>
                <p:tags r:id="rId168"/>
              </p:custDataLst>
            </p:nvPr>
          </p:nvCxnSpPr>
          <p:spPr>
            <a:xfrm>
              <a:off x="5102" y="3118"/>
              <a:ext cx="0" cy="2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3" name="直接连接符 802"/>
            <p:cNvCxnSpPr/>
            <p:nvPr>
              <p:custDataLst>
                <p:tags r:id="rId169"/>
              </p:custDataLst>
            </p:nvPr>
          </p:nvCxnSpPr>
          <p:spPr>
            <a:xfrm>
              <a:off x="5556" y="3402"/>
              <a:ext cx="107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2" name="直接连接符 811"/>
            <p:cNvCxnSpPr/>
            <p:nvPr>
              <p:custDataLst>
                <p:tags r:id="rId170"/>
              </p:custDataLst>
            </p:nvPr>
          </p:nvCxnSpPr>
          <p:spPr>
            <a:xfrm>
              <a:off x="3966" y="2721"/>
              <a:ext cx="0" cy="283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4" name="直接连接符 813"/>
            <p:cNvCxnSpPr/>
            <p:nvPr>
              <p:custDataLst>
                <p:tags r:id="rId171"/>
              </p:custDataLst>
            </p:nvPr>
          </p:nvCxnSpPr>
          <p:spPr>
            <a:xfrm>
              <a:off x="3741" y="2721"/>
              <a:ext cx="0" cy="283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5" name="直接连接符 814"/>
            <p:cNvCxnSpPr/>
            <p:nvPr>
              <p:custDataLst>
                <p:tags r:id="rId172"/>
              </p:custDataLst>
            </p:nvPr>
          </p:nvCxnSpPr>
          <p:spPr>
            <a:xfrm>
              <a:off x="3571" y="3005"/>
              <a:ext cx="170" cy="0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6" name="直接连接符 815"/>
            <p:cNvCxnSpPr/>
            <p:nvPr>
              <p:custDataLst>
                <p:tags r:id="rId173"/>
              </p:custDataLst>
            </p:nvPr>
          </p:nvCxnSpPr>
          <p:spPr>
            <a:xfrm>
              <a:off x="3966" y="3005"/>
              <a:ext cx="229" cy="0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7" name="直接连接符 816"/>
            <p:cNvCxnSpPr/>
            <p:nvPr>
              <p:custDataLst>
                <p:tags r:id="rId174"/>
              </p:custDataLst>
            </p:nvPr>
          </p:nvCxnSpPr>
          <p:spPr>
            <a:xfrm>
              <a:off x="4418" y="2721"/>
              <a:ext cx="0" cy="283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9" name="直接连接符 818"/>
            <p:cNvCxnSpPr/>
            <p:nvPr>
              <p:custDataLst>
                <p:tags r:id="rId175"/>
              </p:custDataLst>
            </p:nvPr>
          </p:nvCxnSpPr>
          <p:spPr>
            <a:xfrm>
              <a:off x="4193" y="2721"/>
              <a:ext cx="0" cy="283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0" name="直接连接符 819"/>
            <p:cNvCxnSpPr/>
            <p:nvPr>
              <p:custDataLst>
                <p:tags r:id="rId176"/>
              </p:custDataLst>
            </p:nvPr>
          </p:nvCxnSpPr>
          <p:spPr>
            <a:xfrm>
              <a:off x="4418" y="3005"/>
              <a:ext cx="229" cy="0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1" name="直接连接符 820"/>
            <p:cNvCxnSpPr/>
            <p:nvPr>
              <p:custDataLst>
                <p:tags r:id="rId177"/>
              </p:custDataLst>
            </p:nvPr>
          </p:nvCxnSpPr>
          <p:spPr>
            <a:xfrm>
              <a:off x="4874" y="2721"/>
              <a:ext cx="0" cy="283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3" name="直接连接符 822"/>
            <p:cNvCxnSpPr/>
            <p:nvPr>
              <p:custDataLst>
                <p:tags r:id="rId178"/>
              </p:custDataLst>
            </p:nvPr>
          </p:nvCxnSpPr>
          <p:spPr>
            <a:xfrm>
              <a:off x="4649" y="2721"/>
              <a:ext cx="0" cy="283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4" name="直接连接符 823"/>
            <p:cNvCxnSpPr/>
            <p:nvPr>
              <p:custDataLst>
                <p:tags r:id="rId179"/>
              </p:custDataLst>
            </p:nvPr>
          </p:nvCxnSpPr>
          <p:spPr>
            <a:xfrm>
              <a:off x="4874" y="3005"/>
              <a:ext cx="229" cy="0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5" name="直接连接符 824"/>
            <p:cNvCxnSpPr/>
            <p:nvPr>
              <p:custDataLst>
                <p:tags r:id="rId180"/>
              </p:custDataLst>
            </p:nvPr>
          </p:nvCxnSpPr>
          <p:spPr>
            <a:xfrm>
              <a:off x="5325" y="2721"/>
              <a:ext cx="0" cy="283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7" name="直接连接符 826"/>
            <p:cNvCxnSpPr/>
            <p:nvPr>
              <p:custDataLst>
                <p:tags r:id="rId181"/>
              </p:custDataLst>
            </p:nvPr>
          </p:nvCxnSpPr>
          <p:spPr>
            <a:xfrm>
              <a:off x="5100" y="2721"/>
              <a:ext cx="0" cy="283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8" name="直接连接符 827"/>
            <p:cNvCxnSpPr/>
            <p:nvPr>
              <p:custDataLst>
                <p:tags r:id="rId182"/>
              </p:custDataLst>
            </p:nvPr>
          </p:nvCxnSpPr>
          <p:spPr>
            <a:xfrm>
              <a:off x="5325" y="3005"/>
              <a:ext cx="229" cy="0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9" name="直接连接符 828"/>
            <p:cNvCxnSpPr/>
            <p:nvPr>
              <p:custDataLst>
                <p:tags r:id="rId183"/>
              </p:custDataLst>
            </p:nvPr>
          </p:nvCxnSpPr>
          <p:spPr>
            <a:xfrm>
              <a:off x="5779" y="2721"/>
              <a:ext cx="0" cy="283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1" name="直接连接符 830"/>
            <p:cNvCxnSpPr/>
            <p:nvPr>
              <p:custDataLst>
                <p:tags r:id="rId184"/>
              </p:custDataLst>
            </p:nvPr>
          </p:nvCxnSpPr>
          <p:spPr>
            <a:xfrm>
              <a:off x="5554" y="2721"/>
              <a:ext cx="0" cy="283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2" name="直接连接符 831"/>
            <p:cNvCxnSpPr/>
            <p:nvPr>
              <p:custDataLst>
                <p:tags r:id="rId185"/>
              </p:custDataLst>
            </p:nvPr>
          </p:nvCxnSpPr>
          <p:spPr>
            <a:xfrm>
              <a:off x="5779" y="3005"/>
              <a:ext cx="229" cy="0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3" name="直接连接符 832"/>
            <p:cNvCxnSpPr/>
            <p:nvPr>
              <p:custDataLst>
                <p:tags r:id="rId186"/>
              </p:custDataLst>
            </p:nvPr>
          </p:nvCxnSpPr>
          <p:spPr>
            <a:xfrm>
              <a:off x="6231" y="2721"/>
              <a:ext cx="0" cy="283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5" name="直接连接符 834"/>
            <p:cNvCxnSpPr/>
            <p:nvPr>
              <p:custDataLst>
                <p:tags r:id="rId187"/>
              </p:custDataLst>
            </p:nvPr>
          </p:nvCxnSpPr>
          <p:spPr>
            <a:xfrm>
              <a:off x="6006" y="2721"/>
              <a:ext cx="0" cy="283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6" name="直接连接符 835"/>
            <p:cNvCxnSpPr/>
            <p:nvPr>
              <p:custDataLst>
                <p:tags r:id="rId188"/>
              </p:custDataLst>
            </p:nvPr>
          </p:nvCxnSpPr>
          <p:spPr>
            <a:xfrm>
              <a:off x="6231" y="3005"/>
              <a:ext cx="229" cy="0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9" name="组合 68"/>
            <p:cNvGrpSpPr/>
            <p:nvPr/>
          </p:nvGrpSpPr>
          <p:grpSpPr>
            <a:xfrm>
              <a:off x="3741" y="2721"/>
              <a:ext cx="2890" cy="0"/>
              <a:chOff x="3741" y="2778"/>
              <a:chExt cx="2890" cy="0"/>
            </a:xfrm>
          </p:grpSpPr>
          <p:cxnSp>
            <p:nvCxnSpPr>
              <p:cNvPr id="813" name="直接连接符 812"/>
              <p:cNvCxnSpPr/>
              <p:nvPr>
                <p:custDataLst>
                  <p:tags r:id="rId211"/>
                </p:custDataLst>
              </p:nvPr>
            </p:nvCxnSpPr>
            <p:spPr>
              <a:xfrm>
                <a:off x="3741" y="2778"/>
                <a:ext cx="225" cy="0"/>
              </a:xfrm>
              <a:prstGeom prst="line">
                <a:avLst/>
              </a:prstGeom>
              <a:ln w="12700">
                <a:solidFill>
                  <a:srgbClr val="9900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8" name="直接连接符 817"/>
              <p:cNvCxnSpPr/>
              <p:nvPr>
                <p:custDataLst>
                  <p:tags r:id="rId212"/>
                </p:custDataLst>
              </p:nvPr>
            </p:nvCxnSpPr>
            <p:spPr>
              <a:xfrm>
                <a:off x="4193" y="2778"/>
                <a:ext cx="225" cy="0"/>
              </a:xfrm>
              <a:prstGeom prst="line">
                <a:avLst/>
              </a:prstGeom>
              <a:ln w="12700">
                <a:solidFill>
                  <a:srgbClr val="9900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2" name="直接连接符 821"/>
              <p:cNvCxnSpPr/>
              <p:nvPr>
                <p:custDataLst>
                  <p:tags r:id="rId213"/>
                </p:custDataLst>
              </p:nvPr>
            </p:nvCxnSpPr>
            <p:spPr>
              <a:xfrm>
                <a:off x="4649" y="2778"/>
                <a:ext cx="225" cy="0"/>
              </a:xfrm>
              <a:prstGeom prst="line">
                <a:avLst/>
              </a:prstGeom>
              <a:ln w="12700">
                <a:solidFill>
                  <a:srgbClr val="9900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6" name="直接连接符 825"/>
              <p:cNvCxnSpPr/>
              <p:nvPr>
                <p:custDataLst>
                  <p:tags r:id="rId214"/>
                </p:custDataLst>
              </p:nvPr>
            </p:nvCxnSpPr>
            <p:spPr>
              <a:xfrm>
                <a:off x="5100" y="2778"/>
                <a:ext cx="225" cy="0"/>
              </a:xfrm>
              <a:prstGeom prst="line">
                <a:avLst/>
              </a:prstGeom>
              <a:ln w="12700">
                <a:solidFill>
                  <a:srgbClr val="9900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0" name="直接连接符 829"/>
              <p:cNvCxnSpPr/>
              <p:nvPr>
                <p:custDataLst>
                  <p:tags r:id="rId215"/>
                </p:custDataLst>
              </p:nvPr>
            </p:nvCxnSpPr>
            <p:spPr>
              <a:xfrm>
                <a:off x="5554" y="2778"/>
                <a:ext cx="225" cy="0"/>
              </a:xfrm>
              <a:prstGeom prst="line">
                <a:avLst/>
              </a:prstGeom>
              <a:ln w="12700">
                <a:solidFill>
                  <a:srgbClr val="9900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4" name="直接连接符 833"/>
              <p:cNvCxnSpPr/>
              <p:nvPr>
                <p:custDataLst>
                  <p:tags r:id="rId216"/>
                </p:custDataLst>
              </p:nvPr>
            </p:nvCxnSpPr>
            <p:spPr>
              <a:xfrm>
                <a:off x="6006" y="2778"/>
                <a:ext cx="225" cy="0"/>
              </a:xfrm>
              <a:prstGeom prst="line">
                <a:avLst/>
              </a:prstGeom>
              <a:ln w="12700">
                <a:solidFill>
                  <a:srgbClr val="9900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8" name="直接连接符 837"/>
              <p:cNvCxnSpPr/>
              <p:nvPr>
                <p:custDataLst>
                  <p:tags r:id="rId217"/>
                </p:custDataLst>
              </p:nvPr>
            </p:nvCxnSpPr>
            <p:spPr>
              <a:xfrm>
                <a:off x="6461" y="2778"/>
                <a:ext cx="170" cy="0"/>
              </a:xfrm>
              <a:prstGeom prst="line">
                <a:avLst/>
              </a:prstGeom>
              <a:ln w="12700">
                <a:solidFill>
                  <a:srgbClr val="9900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39" name="直接连接符 838"/>
            <p:cNvCxnSpPr/>
            <p:nvPr>
              <p:custDataLst>
                <p:tags r:id="rId189"/>
              </p:custDataLst>
            </p:nvPr>
          </p:nvCxnSpPr>
          <p:spPr>
            <a:xfrm>
              <a:off x="6461" y="2721"/>
              <a:ext cx="0" cy="283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2" name="直接连接符 741"/>
            <p:cNvCxnSpPr/>
            <p:nvPr>
              <p:custDataLst>
                <p:tags r:id="rId190"/>
              </p:custDataLst>
            </p:nvPr>
          </p:nvCxnSpPr>
          <p:spPr>
            <a:xfrm>
              <a:off x="4649" y="3515"/>
              <a:ext cx="2" cy="2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3" name="直接连接符 742"/>
            <p:cNvCxnSpPr/>
            <p:nvPr>
              <p:custDataLst>
                <p:tags r:id="rId191"/>
              </p:custDataLst>
            </p:nvPr>
          </p:nvCxnSpPr>
          <p:spPr>
            <a:xfrm>
              <a:off x="4197" y="3515"/>
              <a:ext cx="45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4" name="直接连接符 743"/>
            <p:cNvCxnSpPr/>
            <p:nvPr>
              <p:custDataLst>
                <p:tags r:id="rId192"/>
              </p:custDataLst>
            </p:nvPr>
          </p:nvCxnSpPr>
          <p:spPr>
            <a:xfrm>
              <a:off x="4197" y="3515"/>
              <a:ext cx="0" cy="2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5" name="直接连接符 744"/>
            <p:cNvCxnSpPr/>
            <p:nvPr>
              <p:custDataLst>
                <p:tags r:id="rId193"/>
              </p:custDataLst>
            </p:nvPr>
          </p:nvCxnSpPr>
          <p:spPr>
            <a:xfrm>
              <a:off x="3572" y="3798"/>
              <a:ext cx="624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6" name="直接连接符 745"/>
            <p:cNvCxnSpPr/>
            <p:nvPr>
              <p:custDataLst>
                <p:tags r:id="rId194"/>
              </p:custDataLst>
            </p:nvPr>
          </p:nvCxnSpPr>
          <p:spPr>
            <a:xfrm>
              <a:off x="4649" y="3798"/>
              <a:ext cx="90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1" name="直接连接符 760"/>
            <p:cNvCxnSpPr/>
            <p:nvPr>
              <p:custDataLst>
                <p:tags r:id="rId195"/>
              </p:custDataLst>
            </p:nvPr>
          </p:nvCxnSpPr>
          <p:spPr>
            <a:xfrm>
              <a:off x="6007" y="3515"/>
              <a:ext cx="2" cy="2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2" name="直接连接符 761"/>
            <p:cNvCxnSpPr/>
            <p:nvPr>
              <p:custDataLst>
                <p:tags r:id="rId196"/>
              </p:custDataLst>
            </p:nvPr>
          </p:nvCxnSpPr>
          <p:spPr>
            <a:xfrm>
              <a:off x="5556" y="3515"/>
              <a:ext cx="45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3" name="直接连接符 762"/>
            <p:cNvCxnSpPr/>
            <p:nvPr>
              <p:custDataLst>
                <p:tags r:id="rId197"/>
              </p:custDataLst>
            </p:nvPr>
          </p:nvCxnSpPr>
          <p:spPr>
            <a:xfrm>
              <a:off x="5556" y="3515"/>
              <a:ext cx="0" cy="2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>
              <p:custDataLst>
                <p:tags r:id="rId198"/>
              </p:custDataLst>
            </p:nvPr>
          </p:nvCxnSpPr>
          <p:spPr>
            <a:xfrm>
              <a:off x="6009" y="3798"/>
              <a:ext cx="624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7" name="直接连接符 746"/>
            <p:cNvCxnSpPr/>
            <p:nvPr>
              <p:custDataLst>
                <p:tags r:id="rId199"/>
              </p:custDataLst>
            </p:nvPr>
          </p:nvCxnSpPr>
          <p:spPr>
            <a:xfrm>
              <a:off x="5103" y="3912"/>
              <a:ext cx="2" cy="2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8" name="直接连接符 747"/>
            <p:cNvCxnSpPr/>
            <p:nvPr>
              <p:custDataLst>
                <p:tags r:id="rId200"/>
              </p:custDataLst>
            </p:nvPr>
          </p:nvCxnSpPr>
          <p:spPr>
            <a:xfrm>
              <a:off x="4651" y="3912"/>
              <a:ext cx="45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9" name="直接连接符 748"/>
            <p:cNvCxnSpPr/>
            <p:nvPr>
              <p:custDataLst>
                <p:tags r:id="rId201"/>
              </p:custDataLst>
            </p:nvPr>
          </p:nvCxnSpPr>
          <p:spPr>
            <a:xfrm>
              <a:off x="4651" y="3912"/>
              <a:ext cx="0" cy="2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0" name="直接连接符 749"/>
            <p:cNvCxnSpPr/>
            <p:nvPr>
              <p:custDataLst>
                <p:tags r:id="rId202"/>
              </p:custDataLst>
            </p:nvPr>
          </p:nvCxnSpPr>
          <p:spPr>
            <a:xfrm>
              <a:off x="3572" y="4195"/>
              <a:ext cx="107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1" name="直接连接符 750"/>
            <p:cNvCxnSpPr/>
            <p:nvPr>
              <p:custDataLst>
                <p:tags r:id="rId203"/>
              </p:custDataLst>
            </p:nvPr>
          </p:nvCxnSpPr>
          <p:spPr>
            <a:xfrm>
              <a:off x="5103" y="4195"/>
              <a:ext cx="90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5" name="直接连接符 764"/>
            <p:cNvCxnSpPr/>
            <p:nvPr>
              <p:custDataLst>
                <p:tags r:id="rId204"/>
              </p:custDataLst>
            </p:nvPr>
          </p:nvCxnSpPr>
          <p:spPr>
            <a:xfrm>
              <a:off x="6461" y="3912"/>
              <a:ext cx="2" cy="2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6" name="直接连接符 765"/>
            <p:cNvCxnSpPr/>
            <p:nvPr>
              <p:custDataLst>
                <p:tags r:id="rId205"/>
              </p:custDataLst>
            </p:nvPr>
          </p:nvCxnSpPr>
          <p:spPr>
            <a:xfrm>
              <a:off x="6009" y="3912"/>
              <a:ext cx="45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7" name="直接连接符 766"/>
            <p:cNvCxnSpPr/>
            <p:nvPr>
              <p:custDataLst>
                <p:tags r:id="rId206"/>
              </p:custDataLst>
            </p:nvPr>
          </p:nvCxnSpPr>
          <p:spPr>
            <a:xfrm>
              <a:off x="6009" y="3912"/>
              <a:ext cx="0" cy="2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>
              <p:custDataLst>
                <p:tags r:id="rId207"/>
              </p:custDataLst>
            </p:nvPr>
          </p:nvCxnSpPr>
          <p:spPr>
            <a:xfrm>
              <a:off x="6463" y="4195"/>
              <a:ext cx="17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38"/>
            <p:cNvSpPr txBox="1"/>
            <p:nvPr>
              <p:custDataLst>
                <p:tags r:id="rId208"/>
              </p:custDataLst>
            </p:nvPr>
          </p:nvSpPr>
          <p:spPr>
            <a:xfrm>
              <a:off x="3175" y="3118"/>
              <a:ext cx="397" cy="283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>
              <a:defPPr>
                <a:defRPr lang="zh-CN"/>
              </a:defPPr>
              <a:lvl1pPr>
                <a:lnSpc>
                  <a:spcPct val="90000"/>
                </a:lnSpc>
                <a:defRPr sz="1600" b="1">
                  <a:latin typeface="+mn-ea"/>
                  <a:ea typeface="+mn-ea"/>
                  <a:cs typeface="Times New Roman" panose="02020603050405020304" pitchFamily="18" charset="0"/>
                </a:defRPr>
              </a:lvl1pPr>
            </a:lstStyle>
            <a:p>
              <a:r>
                <a:rPr lang="en-US" dirty="0" err="1"/>
                <a:t>T0</a:t>
              </a:r>
              <a:endParaRPr lang="en-US" dirty="0"/>
            </a:p>
          </p:txBody>
        </p:sp>
        <p:sp>
          <p:nvSpPr>
            <p:cNvPr id="73" name="TextBox 738"/>
            <p:cNvSpPr txBox="1"/>
            <p:nvPr>
              <p:custDataLst>
                <p:tags r:id="rId209"/>
              </p:custDataLst>
            </p:nvPr>
          </p:nvSpPr>
          <p:spPr>
            <a:xfrm>
              <a:off x="3175" y="3515"/>
              <a:ext cx="397" cy="283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>
              <a:defPPr>
                <a:defRPr lang="zh-CN"/>
              </a:defPPr>
              <a:lvl1pPr>
                <a:lnSpc>
                  <a:spcPct val="90000"/>
                </a:lnSpc>
                <a:defRPr sz="1600" b="1">
                  <a:latin typeface="+mn-ea"/>
                  <a:ea typeface="+mn-ea"/>
                  <a:cs typeface="Times New Roman" panose="02020603050405020304" pitchFamily="18" charset="0"/>
                </a:defRPr>
              </a:lvl1pPr>
            </a:lstStyle>
            <a:p>
              <a:r>
                <a:rPr lang="en-US" dirty="0" err="1"/>
                <a:t>T1</a:t>
              </a:r>
              <a:endParaRPr lang="en-US" dirty="0"/>
            </a:p>
          </p:txBody>
        </p:sp>
        <p:sp>
          <p:nvSpPr>
            <p:cNvPr id="74" name="TextBox 738"/>
            <p:cNvSpPr txBox="1"/>
            <p:nvPr>
              <p:custDataLst>
                <p:tags r:id="rId210"/>
              </p:custDataLst>
            </p:nvPr>
          </p:nvSpPr>
          <p:spPr>
            <a:xfrm>
              <a:off x="3175" y="3912"/>
              <a:ext cx="397" cy="283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>
              <a:defPPr>
                <a:defRPr lang="zh-CN"/>
              </a:defPPr>
              <a:lvl1pPr>
                <a:lnSpc>
                  <a:spcPct val="90000"/>
                </a:lnSpc>
                <a:defRPr sz="1600" b="1">
                  <a:latin typeface="+mn-ea"/>
                  <a:ea typeface="+mn-ea"/>
                  <a:cs typeface="Times New Roman" panose="02020603050405020304" pitchFamily="18" charset="0"/>
                </a:defRPr>
              </a:lvl1pPr>
            </a:lstStyle>
            <a:p>
              <a:r>
                <a:rPr lang="en-US" dirty="0" err="1"/>
                <a:t>T2</a:t>
              </a:r>
              <a:endParaRPr lang="en-US" dirty="0"/>
            </a:p>
          </p:txBody>
        </p:sp>
      </p:grpSp>
      <p:grpSp>
        <p:nvGrpSpPr>
          <p:cNvPr id="117" name="组合 116"/>
          <p:cNvGrpSpPr/>
          <p:nvPr/>
        </p:nvGrpSpPr>
        <p:grpSpPr>
          <a:xfrm>
            <a:off x="5544000" y="5373216"/>
            <a:ext cx="3420110" cy="1043940"/>
            <a:chOff x="8764" y="4829"/>
            <a:chExt cx="5386" cy="1644"/>
          </a:xfrm>
        </p:grpSpPr>
        <p:sp>
          <p:nvSpPr>
            <p:cNvPr id="179" name="矩形 178"/>
            <p:cNvSpPr/>
            <p:nvPr>
              <p:custDataLst>
                <p:tags r:id="rId135"/>
              </p:custDataLst>
            </p:nvPr>
          </p:nvSpPr>
          <p:spPr>
            <a:xfrm>
              <a:off x="9275" y="4829"/>
              <a:ext cx="4365" cy="1644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81" name="Text Box 149"/>
            <p:cNvSpPr txBox="1">
              <a:spLocks noChangeArrowheads="1"/>
            </p:cNvSpPr>
            <p:nvPr>
              <p:custDataLst>
                <p:tags r:id="rId136"/>
              </p:custDataLst>
            </p:nvPr>
          </p:nvSpPr>
          <p:spPr bwMode="auto">
            <a:xfrm>
              <a:off x="13810" y="4964"/>
              <a:ext cx="340" cy="90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10800" anchor="t" anchorCtr="0"/>
            <a:lstStyle/>
            <a:p>
              <a:pPr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20000" dirty="0">
                  <a:latin typeface="宋体" panose="02010600030101010101" pitchFamily="2" charset="-122"/>
                </a:rPr>
                <a:t>0</a:t>
              </a:r>
            </a:p>
            <a:p>
              <a:pPr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20000" dirty="0">
                  <a:latin typeface="宋体" panose="02010600030101010101" pitchFamily="2" charset="-122"/>
                </a:rPr>
                <a:t>1</a:t>
              </a:r>
            </a:p>
            <a:p>
              <a:pPr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20000" dirty="0">
                  <a:latin typeface="宋体" panose="02010600030101010101" pitchFamily="2" charset="-122"/>
                </a:rPr>
                <a:t>2</a:t>
              </a:r>
            </a:p>
            <a:p>
              <a:pPr algn="l"/>
              <a:endParaRPr lang="en-US" altLang="zh-CN" sz="1600" b="1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185" name="直接箭头连接符 184"/>
            <p:cNvCxnSpPr/>
            <p:nvPr>
              <p:custDataLst>
                <p:tags r:id="rId137"/>
              </p:custDataLst>
            </p:nvPr>
          </p:nvCxnSpPr>
          <p:spPr bwMode="auto">
            <a:xfrm>
              <a:off x="13413" y="5113"/>
              <a:ext cx="397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86" name="直接箭头连接符 185"/>
            <p:cNvCxnSpPr/>
            <p:nvPr>
              <p:custDataLst>
                <p:tags r:id="rId138"/>
              </p:custDataLst>
            </p:nvPr>
          </p:nvCxnSpPr>
          <p:spPr bwMode="auto">
            <a:xfrm>
              <a:off x="13413" y="5396"/>
              <a:ext cx="397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87" name="直接箭头连接符 186"/>
            <p:cNvCxnSpPr/>
            <p:nvPr>
              <p:custDataLst>
                <p:tags r:id="rId139"/>
              </p:custDataLst>
            </p:nvPr>
          </p:nvCxnSpPr>
          <p:spPr bwMode="auto">
            <a:xfrm>
              <a:off x="13413" y="5680"/>
              <a:ext cx="397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00" name="Text Box 320"/>
            <p:cNvSpPr txBox="1">
              <a:spLocks noChangeArrowheads="1"/>
            </p:cNvSpPr>
            <p:nvPr>
              <p:custDataLst>
                <p:tags r:id="rId140"/>
              </p:custDataLst>
            </p:nvPr>
          </p:nvSpPr>
          <p:spPr bwMode="auto">
            <a:xfrm>
              <a:off x="8764" y="5396"/>
              <a:ext cx="39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t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CP</a:t>
              </a:r>
              <a:endParaRPr lang="zh-CN" altLang="en-US" sz="1600" b="1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105" name="直接箭头连接符 104"/>
            <p:cNvCxnSpPr/>
            <p:nvPr>
              <p:custDataLst>
                <p:tags r:id="rId141"/>
              </p:custDataLst>
            </p:nvPr>
          </p:nvCxnSpPr>
          <p:spPr bwMode="auto">
            <a:xfrm flipV="1">
              <a:off x="9161" y="5963"/>
              <a:ext cx="90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11" name="Text Box 320"/>
            <p:cNvSpPr txBox="1">
              <a:spLocks noChangeArrowheads="1"/>
            </p:cNvSpPr>
            <p:nvPr>
              <p:custDataLst>
                <p:tags r:id="rId142"/>
              </p:custDataLst>
            </p:nvPr>
          </p:nvSpPr>
          <p:spPr bwMode="auto">
            <a:xfrm>
              <a:off x="8765" y="5793"/>
              <a:ext cx="39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t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CR</a:t>
              </a:r>
              <a:endParaRPr lang="zh-CN" altLang="en-US" sz="1600" b="1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112" name="直接箭头连接符 111"/>
            <p:cNvCxnSpPr/>
            <p:nvPr>
              <p:custDataLst>
                <p:tags r:id="rId143"/>
              </p:custDataLst>
            </p:nvPr>
          </p:nvCxnSpPr>
          <p:spPr bwMode="auto">
            <a:xfrm flipV="1">
              <a:off x="8810" y="5793"/>
              <a:ext cx="306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81" name="直接箭头连接符 80"/>
            <p:cNvCxnSpPr/>
            <p:nvPr>
              <p:custDataLst>
                <p:tags r:id="rId144"/>
              </p:custDataLst>
            </p:nvPr>
          </p:nvCxnSpPr>
          <p:spPr bwMode="auto">
            <a:xfrm flipV="1">
              <a:off x="9502" y="5169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86" name="直接箭头连接符 85"/>
            <p:cNvCxnSpPr/>
            <p:nvPr>
              <p:custDataLst>
                <p:tags r:id="rId145"/>
              </p:custDataLst>
            </p:nvPr>
          </p:nvCxnSpPr>
          <p:spPr bwMode="auto">
            <a:xfrm flipV="1">
              <a:off x="10579" y="5736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83" name="Text Box 163"/>
            <p:cNvSpPr txBox="1">
              <a:spLocks noChangeArrowheads="1"/>
            </p:cNvSpPr>
            <p:nvPr>
              <p:custDataLst>
                <p:tags r:id="rId146"/>
              </p:custDataLst>
            </p:nvPr>
          </p:nvSpPr>
          <p:spPr bwMode="auto">
            <a:xfrm>
              <a:off x="9728" y="4999"/>
              <a:ext cx="2041" cy="737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7780" tIns="17780" rIns="0" bIns="0" anchor="t" anchorCtr="0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LD D1 D0  Q1    </a:t>
              </a:r>
              <a:endParaRPr lang="en-US" altLang="zh-CN" sz="1600" b="1" dirty="0"/>
            </a:p>
            <a:p>
              <a:pPr>
                <a:lnSpc>
                  <a:spcPct val="90000"/>
                </a:lnSpc>
                <a:spcBef>
                  <a:spcPts val="200"/>
                </a:spcBef>
                <a:spcAft>
                  <a:spcPts val="0"/>
                </a:spcAft>
              </a:pPr>
              <a:r>
                <a:rPr lang="en-US" altLang="zh-CN" sz="1200" b="1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C</a:t>
              </a:r>
              <a:r>
                <a:rPr lang="en-US" altLang="zh-CN" sz="1600" b="1" spc="200" dirty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 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 CR    Q0</a:t>
              </a:r>
            </a:p>
          </p:txBody>
        </p:sp>
        <p:sp>
          <p:nvSpPr>
            <p:cNvPr id="75" name="等腰三角形 74"/>
            <p:cNvSpPr/>
            <p:nvPr>
              <p:custDataLst>
                <p:tags r:id="rId147"/>
              </p:custDataLst>
            </p:nvPr>
          </p:nvSpPr>
          <p:spPr>
            <a:xfrm>
              <a:off x="9672" y="5510"/>
              <a:ext cx="227" cy="113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scene3d>
              <a:camera prst="orthographicFront">
                <a:rot lat="0" lon="0" rev="16200000"/>
              </a:camera>
              <a:lightRig rig="threePt" dir="t"/>
            </a:scene3d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6" name="椭圆 75"/>
            <p:cNvSpPr/>
            <p:nvPr>
              <p:custDataLst>
                <p:tags r:id="rId148"/>
              </p:custDataLst>
            </p:nvPr>
          </p:nvSpPr>
          <p:spPr>
            <a:xfrm>
              <a:off x="9615" y="5113"/>
              <a:ext cx="113" cy="113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8" name="椭圆 77"/>
            <p:cNvSpPr/>
            <p:nvPr>
              <p:custDataLst>
                <p:tags r:id="rId149"/>
              </p:custDataLst>
            </p:nvPr>
          </p:nvSpPr>
          <p:spPr>
            <a:xfrm>
              <a:off x="10522" y="5736"/>
              <a:ext cx="113" cy="113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79" name="直接箭头连接符 78"/>
            <p:cNvCxnSpPr/>
            <p:nvPr>
              <p:custDataLst>
                <p:tags r:id="rId150"/>
              </p:custDataLst>
            </p:nvPr>
          </p:nvCxnSpPr>
          <p:spPr bwMode="auto">
            <a:xfrm flipV="1">
              <a:off x="9757" y="5041"/>
              <a:ext cx="306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80" name="直接箭头连接符 79"/>
            <p:cNvCxnSpPr/>
            <p:nvPr>
              <p:custDataLst>
                <p:tags r:id="rId151"/>
              </p:custDataLst>
            </p:nvPr>
          </p:nvCxnSpPr>
          <p:spPr bwMode="auto">
            <a:xfrm flipV="1">
              <a:off x="10409" y="5417"/>
              <a:ext cx="306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82" name="直接箭头连接符 81"/>
            <p:cNvCxnSpPr/>
            <p:nvPr>
              <p:custDataLst>
                <p:tags r:id="rId152"/>
              </p:custDataLst>
            </p:nvPr>
          </p:nvCxnSpPr>
          <p:spPr bwMode="auto">
            <a:xfrm flipV="1">
              <a:off x="11769" y="5169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83" name="直接箭头连接符 82"/>
            <p:cNvCxnSpPr/>
            <p:nvPr>
              <p:custDataLst>
                <p:tags r:id="rId153"/>
              </p:custDataLst>
            </p:nvPr>
          </p:nvCxnSpPr>
          <p:spPr bwMode="auto">
            <a:xfrm flipV="1">
              <a:off x="10409" y="4886"/>
              <a:ext cx="0" cy="113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84" name="直接箭头连接符 83"/>
            <p:cNvCxnSpPr/>
            <p:nvPr>
              <p:custDataLst>
                <p:tags r:id="rId154"/>
              </p:custDataLst>
            </p:nvPr>
          </p:nvCxnSpPr>
          <p:spPr bwMode="auto">
            <a:xfrm flipV="1">
              <a:off x="10919" y="4886"/>
              <a:ext cx="0" cy="113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85" name="直接箭头连接符 84"/>
            <p:cNvCxnSpPr/>
            <p:nvPr>
              <p:custDataLst>
                <p:tags r:id="rId155"/>
              </p:custDataLst>
            </p:nvPr>
          </p:nvCxnSpPr>
          <p:spPr bwMode="auto">
            <a:xfrm flipV="1">
              <a:off x="9161" y="5566"/>
              <a:ext cx="56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87" name="直接箭头连接符 86"/>
            <p:cNvCxnSpPr/>
            <p:nvPr>
              <p:custDataLst>
                <p:tags r:id="rId156"/>
              </p:custDataLst>
            </p:nvPr>
          </p:nvCxnSpPr>
          <p:spPr bwMode="auto">
            <a:xfrm flipV="1">
              <a:off x="11769" y="5566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116" name="组合 115"/>
          <p:cNvGrpSpPr/>
          <p:nvPr/>
        </p:nvGrpSpPr>
        <p:grpSpPr>
          <a:xfrm>
            <a:off x="5868000" y="5472000"/>
            <a:ext cx="2735580" cy="864235"/>
            <a:chOff x="9275" y="4999"/>
            <a:chExt cx="4308" cy="1361"/>
          </a:xfrm>
        </p:grpSpPr>
        <p:sp>
          <p:nvSpPr>
            <p:cNvPr id="180" name="Text Box 148"/>
            <p:cNvSpPr txBox="1">
              <a:spLocks noChangeArrowheads="1"/>
            </p:cNvSpPr>
            <p:nvPr>
              <p:custDataLst>
                <p:tags r:id="rId117"/>
              </p:custDataLst>
            </p:nvPr>
          </p:nvSpPr>
          <p:spPr bwMode="auto">
            <a:xfrm>
              <a:off x="12336" y="4999"/>
              <a:ext cx="1077" cy="1134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algn="ctr"/>
              <a:r>
                <a:rPr lang="en-US" altLang="zh-CN" sz="1600" b="1" dirty="0">
                  <a:latin typeface="宋体" panose="02010600030101010101" pitchFamily="2" charset="-122"/>
                </a:rPr>
                <a:t>2-4</a:t>
              </a:r>
            </a:p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译码器</a:t>
              </a:r>
              <a:endParaRPr lang="zh-CN" altLang="en-US" sz="1600" b="1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82" name="Text Box 157"/>
            <p:cNvSpPr txBox="1">
              <a:spLocks noChangeArrowheads="1"/>
            </p:cNvSpPr>
            <p:nvPr>
              <p:custDataLst>
                <p:tags r:id="rId118"/>
              </p:custDataLst>
            </p:nvPr>
          </p:nvSpPr>
          <p:spPr bwMode="auto">
            <a:xfrm>
              <a:off x="10069" y="5850"/>
              <a:ext cx="283" cy="397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600" b="1" dirty="0">
                  <a:latin typeface="宋体" panose="02010600030101010101" pitchFamily="2" charset="-122"/>
                </a:rPr>
                <a:t>&amp;</a:t>
              </a:r>
            </a:p>
          </p:txBody>
        </p:sp>
        <p:cxnSp>
          <p:nvCxnSpPr>
            <p:cNvPr id="188" name="直接箭头连接符 187"/>
            <p:cNvCxnSpPr/>
            <p:nvPr>
              <p:custDataLst>
                <p:tags r:id="rId119"/>
              </p:custDataLst>
            </p:nvPr>
          </p:nvCxnSpPr>
          <p:spPr bwMode="auto">
            <a:xfrm>
              <a:off x="13413" y="5963"/>
              <a:ext cx="17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91" name="直接箭头连接符 190"/>
            <p:cNvCxnSpPr/>
            <p:nvPr>
              <p:custDataLst>
                <p:tags r:id="rId120"/>
              </p:custDataLst>
            </p:nvPr>
          </p:nvCxnSpPr>
          <p:spPr bwMode="auto">
            <a:xfrm>
              <a:off x="11996" y="5169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92" name="直接箭头连接符 191"/>
            <p:cNvCxnSpPr/>
            <p:nvPr>
              <p:custDataLst>
                <p:tags r:id="rId121"/>
              </p:custDataLst>
            </p:nvPr>
          </p:nvCxnSpPr>
          <p:spPr bwMode="auto">
            <a:xfrm>
              <a:off x="11996" y="5566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93" name="直接箭头连接符 192"/>
            <p:cNvCxnSpPr/>
            <p:nvPr>
              <p:custDataLst>
                <p:tags r:id="rId122"/>
              </p:custDataLst>
            </p:nvPr>
          </p:nvCxnSpPr>
          <p:spPr bwMode="auto">
            <a:xfrm>
              <a:off x="11939" y="5169"/>
              <a:ext cx="0" cy="79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194" name="直接箭头连接符 193"/>
            <p:cNvCxnSpPr/>
            <p:nvPr>
              <p:custDataLst>
                <p:tags r:id="rId123"/>
              </p:custDataLst>
            </p:nvPr>
          </p:nvCxnSpPr>
          <p:spPr bwMode="auto">
            <a:xfrm>
              <a:off x="12110" y="5566"/>
              <a:ext cx="0" cy="51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sp>
          <p:nvSpPr>
            <p:cNvPr id="96" name="Text Box 191"/>
            <p:cNvSpPr txBox="1">
              <a:spLocks noChangeArrowheads="1"/>
            </p:cNvSpPr>
            <p:nvPr>
              <p:custDataLst>
                <p:tags r:id="rId124"/>
              </p:custDataLst>
            </p:nvPr>
          </p:nvSpPr>
          <p:spPr bwMode="auto">
            <a:xfrm>
              <a:off x="9275" y="4999"/>
              <a:ext cx="22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175" name="Text Box 36"/>
            <p:cNvSpPr txBox="1">
              <a:spLocks noChangeArrowheads="1"/>
            </p:cNvSpPr>
            <p:nvPr>
              <p:custDataLst>
                <p:tags r:id="rId125"/>
              </p:custDataLst>
            </p:nvPr>
          </p:nvSpPr>
          <p:spPr bwMode="auto">
            <a:xfrm>
              <a:off x="11258" y="5850"/>
              <a:ext cx="283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&amp;</a:t>
              </a:r>
            </a:p>
          </p:txBody>
        </p:sp>
        <p:cxnSp>
          <p:nvCxnSpPr>
            <p:cNvPr id="99" name="直接箭头连接符 98"/>
            <p:cNvCxnSpPr/>
            <p:nvPr>
              <p:custDataLst>
                <p:tags r:id="rId126"/>
              </p:custDataLst>
            </p:nvPr>
          </p:nvCxnSpPr>
          <p:spPr bwMode="auto">
            <a:xfrm flipV="1">
              <a:off x="9842" y="6360"/>
              <a:ext cx="107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00" name="椭圆 99"/>
            <p:cNvSpPr/>
            <p:nvPr>
              <p:custDataLst>
                <p:tags r:id="rId127"/>
              </p:custDataLst>
            </p:nvPr>
          </p:nvSpPr>
          <p:spPr>
            <a:xfrm>
              <a:off x="11145" y="5963"/>
              <a:ext cx="113" cy="113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01" name="直接箭头连接符 100"/>
            <p:cNvCxnSpPr/>
            <p:nvPr>
              <p:custDataLst>
                <p:tags r:id="rId128"/>
              </p:custDataLst>
            </p:nvPr>
          </p:nvCxnSpPr>
          <p:spPr bwMode="auto">
            <a:xfrm flipV="1">
              <a:off x="11543" y="5963"/>
              <a:ext cx="39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2" name="直接箭头连接符 101"/>
            <p:cNvCxnSpPr/>
            <p:nvPr>
              <p:custDataLst>
                <p:tags r:id="rId129"/>
              </p:custDataLst>
            </p:nvPr>
          </p:nvCxnSpPr>
          <p:spPr bwMode="auto">
            <a:xfrm flipV="1">
              <a:off x="11543" y="6077"/>
              <a:ext cx="56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6" name="直接箭头连接符 105"/>
            <p:cNvCxnSpPr/>
            <p:nvPr>
              <p:custDataLst>
                <p:tags r:id="rId130"/>
              </p:custDataLst>
            </p:nvPr>
          </p:nvCxnSpPr>
          <p:spPr bwMode="auto">
            <a:xfrm flipH="1" flipV="1">
              <a:off x="9837" y="6133"/>
              <a:ext cx="226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7" name="直接箭头连接符 106"/>
            <p:cNvCxnSpPr/>
            <p:nvPr>
              <p:custDataLst>
                <p:tags r:id="rId131"/>
              </p:custDataLst>
            </p:nvPr>
          </p:nvCxnSpPr>
          <p:spPr bwMode="auto">
            <a:xfrm flipV="1">
              <a:off x="9837" y="6133"/>
              <a:ext cx="0" cy="22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8" name="直接箭头连接符 107"/>
            <p:cNvCxnSpPr/>
            <p:nvPr>
              <p:custDataLst>
                <p:tags r:id="rId132"/>
              </p:custDataLst>
            </p:nvPr>
          </p:nvCxnSpPr>
          <p:spPr bwMode="auto">
            <a:xfrm flipV="1">
              <a:off x="10352" y="6020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9" name="直接箭头连接符 108"/>
            <p:cNvCxnSpPr/>
            <p:nvPr>
              <p:custDataLst>
                <p:tags r:id="rId133"/>
              </p:custDataLst>
            </p:nvPr>
          </p:nvCxnSpPr>
          <p:spPr bwMode="auto">
            <a:xfrm flipV="1">
              <a:off x="10919" y="6020"/>
              <a:ext cx="0" cy="34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0" name="直接箭头连接符 109"/>
            <p:cNvCxnSpPr/>
            <p:nvPr>
              <p:custDataLst>
                <p:tags r:id="rId134"/>
              </p:custDataLst>
            </p:nvPr>
          </p:nvCxnSpPr>
          <p:spPr bwMode="auto">
            <a:xfrm flipH="1" flipV="1">
              <a:off x="10919" y="6020"/>
              <a:ext cx="226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118" name="Text Box 6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3895" y="3029585"/>
            <a:ext cx="8216265" cy="14916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anchor="t" anchorCtr="0">
            <a:spAutoFit/>
          </a:bodyPr>
          <a:lstStyle/>
          <a:p>
            <a:pPr marL="490855" indent="-490855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例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6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：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用</a:t>
            </a:r>
            <a:r>
              <a:rPr lang="en-US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74161</a:t>
            </a:r>
            <a:r>
              <a:rPr lang="zh-CN" altLang="en-US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设计输出</a:t>
            </a:r>
            <a:r>
              <a:rPr lang="en-US" altLang="zh-CN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11000101</a:t>
            </a:r>
            <a:r>
              <a:rPr lang="zh-CN" altLang="en-US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</a:t>
            </a:r>
            <a:r>
              <a:rPr lang="zh-CN" altLang="en-US" sz="2000" b="1" u="sng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序列信号发生器</a:t>
            </a:r>
            <a:endParaRPr lang="zh-CN" altLang="zh-CN" sz="2000" b="1" kern="100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490855" indent="-490855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解</a:t>
            </a:r>
            <a:r>
              <a:rPr lang="zh-CN" altLang="zh-CN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：用</a:t>
            </a:r>
            <a:r>
              <a:rPr lang="en-US" altLang="zh-CN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MUX</a:t>
            </a:r>
            <a:r>
              <a:rPr lang="zh-CN" altLang="en-US" sz="2000" b="1" u="sng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选择</a:t>
            </a:r>
            <a:r>
              <a:rPr lang="zh-CN" altLang="en-US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数据</a:t>
            </a:r>
            <a:r>
              <a:rPr lang="zh-CN" altLang="en-US" sz="20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的当前位</a:t>
            </a:r>
            <a:r>
              <a:rPr lang="zh-CN" altLang="zh-CN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</a:p>
          <a:p>
            <a:pPr marL="490855" indent="-490855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zh-CN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用计数器</a:t>
            </a:r>
            <a:r>
              <a:rPr lang="zh-CN" altLang="zh-CN" sz="2000" b="1" u="sng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控制</a:t>
            </a:r>
            <a:r>
              <a:rPr lang="zh-CN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输出</a:t>
            </a:r>
            <a:r>
              <a:rPr lang="zh-CN" altLang="en-US" sz="20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的位顺序</a:t>
            </a:r>
            <a:endParaRPr lang="zh-CN" sz="2000" b="1" kern="100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490855" indent="-490855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(</a:t>
            </a:r>
            <a:r>
              <a:rPr lang="zh-CN" altLang="en-US" sz="16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每</a:t>
            </a:r>
            <a:r>
              <a:rPr lang="en-US" altLang="zh-CN" sz="16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8</a:t>
            </a:r>
            <a:r>
              <a:rPr lang="zh-CN" altLang="en-US" sz="16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位需清零</a:t>
            </a:r>
            <a:r>
              <a:rPr lang="en-US" altLang="zh-CN" sz="16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</a:p>
        </p:txBody>
      </p:sp>
      <p:sp>
        <p:nvSpPr>
          <p:cNvPr id="119" name="Text Box 4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084234" y="2456952"/>
            <a:ext cx="7232182" cy="540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Dot"/>
            <a:miter lim="800000"/>
          </a:ln>
          <a:effectLst/>
        </p:spPr>
        <p:txBody>
          <a:bodyPr wrap="square" lIns="36195" tIns="10795" rIns="36195" bIns="10795" anchor="ctr" anchorCtr="0">
            <a:noAutofit/>
          </a:bodyPr>
          <a:lstStyle/>
          <a:p>
            <a:pPr marL="443865" indent="-443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序列信号发生器</a:t>
            </a:r>
            <a:r>
              <a:rPr lang="en-US" altLang="zh-CN" sz="16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sz="1600" b="1" dirty="0">
                <a:latin typeface="宋体" panose="02010600030101010101" pitchFamily="2" charset="-122"/>
                <a:sym typeface="+mn-ea"/>
              </a:rPr>
              <a:t>输出</a:t>
            </a:r>
            <a:r>
              <a:rPr lang="zh-CN" altLang="zh-CN" sz="1600" b="1" dirty="0">
                <a:latin typeface="宋体" panose="02010600030101010101" pitchFamily="2" charset="-122"/>
                <a:sym typeface="+mn-ea"/>
              </a:rPr>
              <a:t>端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一个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串行地输出数字信号各个位的电路</a:t>
            </a:r>
            <a:endParaRPr lang="zh-CN" altLang="en-US" sz="16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443865" indent="-443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环形脉冲发生器</a:t>
            </a:r>
            <a:r>
              <a:rPr lang="en-US" altLang="zh-CN" sz="16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输出端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多个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循环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&amp;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顺序地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输出脉冲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信号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仅一个有效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的电路</a:t>
            </a:r>
            <a:endParaRPr lang="zh-CN" altLang="en-US" sz="16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151" name="组合 150"/>
          <p:cNvGrpSpPr/>
          <p:nvPr/>
        </p:nvGrpSpPr>
        <p:grpSpPr>
          <a:xfrm>
            <a:off x="4247515" y="3501008"/>
            <a:ext cx="4823460" cy="1367790"/>
            <a:chOff x="6350" y="1587"/>
            <a:chExt cx="7596" cy="2154"/>
          </a:xfrm>
        </p:grpSpPr>
        <p:sp>
          <p:nvSpPr>
            <p:cNvPr id="120" name="矩形 119"/>
            <p:cNvSpPr/>
            <p:nvPr>
              <p:custDataLst>
                <p:tags r:id="rId75"/>
              </p:custDataLst>
            </p:nvPr>
          </p:nvSpPr>
          <p:spPr>
            <a:xfrm>
              <a:off x="6860" y="1587"/>
              <a:ext cx="6690" cy="2154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grpSp>
          <p:nvGrpSpPr>
            <p:cNvPr id="121" name="组合 120"/>
            <p:cNvGrpSpPr/>
            <p:nvPr/>
          </p:nvGrpSpPr>
          <p:grpSpPr>
            <a:xfrm>
              <a:off x="6747" y="1700"/>
              <a:ext cx="3345" cy="1985"/>
              <a:chOff x="5103" y="6632"/>
              <a:chExt cx="3345" cy="1985"/>
            </a:xfrm>
          </p:grpSpPr>
          <p:sp>
            <p:nvSpPr>
              <p:cNvPr id="122" name="Text Box 36"/>
              <p:cNvSpPr txBox="1">
                <a:spLocks noChangeArrowheads="1"/>
              </p:cNvSpPr>
              <p:nvPr>
                <p:custDataLst>
                  <p:tags r:id="rId96"/>
                </p:custDataLst>
              </p:nvPr>
            </p:nvSpPr>
            <p:spPr bwMode="auto">
              <a:xfrm>
                <a:off x="5726" y="7087"/>
                <a:ext cx="2494" cy="1361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horz" wrap="square" lIns="17780" tIns="0" rIns="0" bIns="0" anchor="t" anchorCtr="0">
                <a:noAutofit/>
              </a:bodyPr>
              <a:lstStyle/>
              <a:p>
                <a:pPr algn="l">
                  <a:lnSpc>
                    <a:spcPct val="90000"/>
                  </a:lnSpc>
                  <a:spcAft>
                    <a:spcPts val="0"/>
                  </a:spcAft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   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</a:t>
                </a:r>
                <a:r>
                  <a:rPr lang="en-US" altLang="zh-CN" sz="1600" b="1" u="none" baseline="-25000" dirty="0">
                    <a:latin typeface="宋体" panose="02010600030101010101" pitchFamily="2" charset="-122"/>
                  </a:rPr>
                  <a:t>A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</a:t>
                </a:r>
                <a:r>
                  <a:rPr lang="en-US" altLang="zh-CN" sz="1600" b="1" u="none" baseline="-25000" dirty="0">
                    <a:latin typeface="宋体" panose="02010600030101010101" pitchFamily="2" charset="-122"/>
                  </a:rPr>
                  <a:t>B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</a:t>
                </a:r>
                <a:r>
                  <a:rPr lang="en-US" altLang="zh-CN" sz="1600" b="1" u="none" baseline="-25000" dirty="0">
                    <a:latin typeface="宋体" panose="02010600030101010101" pitchFamily="2" charset="-122"/>
                  </a:rPr>
                  <a:t>C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</a:t>
                </a:r>
                <a:r>
                  <a:rPr lang="en-US" altLang="zh-CN" sz="1600" b="1" u="none" baseline="-25000" dirty="0">
                    <a:latin typeface="宋体" panose="02010600030101010101" pitchFamily="2" charset="-122"/>
                  </a:rPr>
                  <a:t>D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CO</a:t>
                </a:r>
              </a:p>
              <a:p>
                <a:pPr algn="l">
                  <a:lnSpc>
                    <a:spcPct val="90000"/>
                  </a:lnSpc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LD          </a:t>
                </a:r>
                <a:r>
                  <a:rPr lang="en-US" altLang="zh-CN" sz="1400" b="1" u="none" dirty="0">
                    <a:latin typeface="宋体" panose="02010600030101010101" pitchFamily="2" charset="-122"/>
                  </a:rPr>
                  <a:t>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EP</a:t>
                </a:r>
              </a:p>
              <a:p>
                <a:pPr algn="l">
                  <a:lnSpc>
                    <a:spcPct val="90000"/>
                  </a:lnSpc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CR          </a:t>
                </a:r>
                <a:r>
                  <a:rPr lang="en-US" altLang="zh-CN" sz="1400" b="1" u="none" dirty="0">
                    <a:latin typeface="宋体" panose="02010600030101010101" pitchFamily="2" charset="-122"/>
                  </a:rPr>
                  <a:t>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ET</a:t>
                </a:r>
                <a:endParaRPr lang="en-US" altLang="zh-CN" sz="1600" b="1" dirty="0">
                  <a:latin typeface="宋体" panose="02010600030101010101" pitchFamily="2" charset="-122"/>
                  <a:sym typeface="+mn-ea"/>
                </a:endParaRPr>
              </a:p>
              <a:p>
                <a:pPr algn="l">
                  <a:lnSpc>
                    <a:spcPct val="80000"/>
                  </a:lnSpc>
                  <a:spcAft>
                    <a:spcPts val="0"/>
                  </a:spcAft>
                </a:pPr>
                <a:r>
                  <a:rPr lang="en-US" altLang="zh-CN" sz="1200" b="1" u="none" dirty="0"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u="none" dirty="0">
                    <a:latin typeface="宋体" panose="02010600030101010101" pitchFamily="2" charset="-122"/>
                    <a:sym typeface="+mn-ea"/>
                  </a:rPr>
                  <a:t>CP A B C D</a:t>
                </a:r>
              </a:p>
            </p:txBody>
          </p:sp>
          <p:cxnSp>
            <p:nvCxnSpPr>
              <p:cNvPr id="123" name="直接箭头连接符 122"/>
              <p:cNvCxnSpPr/>
              <p:nvPr>
                <p:custDataLst>
                  <p:tags r:id="rId97"/>
                </p:custDataLst>
              </p:nvPr>
            </p:nvCxnSpPr>
            <p:spPr bwMode="auto">
              <a:xfrm flipV="1">
                <a:off x="5443" y="7597"/>
                <a:ext cx="17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124" name="直接箭头连接符 123"/>
              <p:cNvCxnSpPr/>
              <p:nvPr>
                <p:custDataLst>
                  <p:tags r:id="rId98"/>
                </p:custDataLst>
              </p:nvPr>
            </p:nvCxnSpPr>
            <p:spPr bwMode="auto">
              <a:xfrm flipV="1">
                <a:off x="8221" y="7597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125" name="等腰三角形 124"/>
              <p:cNvSpPr/>
              <p:nvPr>
                <p:custDataLst>
                  <p:tags r:id="rId99"/>
                </p:custDataLst>
              </p:nvPr>
            </p:nvSpPr>
            <p:spPr>
              <a:xfrm>
                <a:off x="5669" y="8220"/>
                <a:ext cx="227" cy="113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1620000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126" name="直接箭头连接符 125"/>
              <p:cNvCxnSpPr/>
              <p:nvPr>
                <p:custDataLst>
                  <p:tags r:id="rId100"/>
                </p:custDataLst>
              </p:nvPr>
            </p:nvCxnSpPr>
            <p:spPr bwMode="auto">
              <a:xfrm flipV="1">
                <a:off x="5103" y="8277"/>
                <a:ext cx="62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127" name="椭圆 126"/>
              <p:cNvSpPr/>
              <p:nvPr>
                <p:custDataLst>
                  <p:tags r:id="rId101"/>
                </p:custDataLst>
              </p:nvPr>
            </p:nvSpPr>
            <p:spPr>
              <a:xfrm>
                <a:off x="5613" y="7540"/>
                <a:ext cx="113" cy="113"/>
              </a:xfrm>
              <a:prstGeom prst="ellipse">
                <a:avLst/>
              </a:prstGeom>
              <a:solidFill>
                <a:schemeClr val="bg1">
                  <a:alpha val="80000"/>
                </a:schemeClr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128" name="直接箭头连接符 127"/>
              <p:cNvCxnSpPr/>
              <p:nvPr>
                <p:custDataLst>
                  <p:tags r:id="rId102"/>
                </p:custDataLst>
              </p:nvPr>
            </p:nvCxnSpPr>
            <p:spPr bwMode="auto">
              <a:xfrm flipV="1">
                <a:off x="6463" y="8447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sp>
            <p:nvSpPr>
              <p:cNvPr id="129" name="Text Box 191"/>
              <p:cNvSpPr txBox="1">
                <a:spLocks noChangeArrowheads="1"/>
              </p:cNvSpPr>
              <p:nvPr>
                <p:custDataLst>
                  <p:tags r:id="rId103"/>
                </p:custDataLst>
              </p:nvPr>
            </p:nvSpPr>
            <p:spPr bwMode="auto">
              <a:xfrm>
                <a:off x="6463" y="7611"/>
                <a:ext cx="1020" cy="34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74161</a:t>
                </a:r>
              </a:p>
            </p:txBody>
          </p:sp>
          <p:cxnSp>
            <p:nvCxnSpPr>
              <p:cNvPr id="130" name="直接箭头连接符 129"/>
              <p:cNvCxnSpPr/>
              <p:nvPr>
                <p:custDataLst>
                  <p:tags r:id="rId104"/>
                </p:custDataLst>
              </p:nvPr>
            </p:nvCxnSpPr>
            <p:spPr bwMode="auto">
              <a:xfrm flipV="1">
                <a:off x="6747" y="8447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131" name="直接箭头连接符 130"/>
              <p:cNvCxnSpPr/>
              <p:nvPr>
                <p:custDataLst>
                  <p:tags r:id="rId105"/>
                </p:custDataLst>
              </p:nvPr>
            </p:nvCxnSpPr>
            <p:spPr bwMode="auto">
              <a:xfrm flipV="1">
                <a:off x="7087" y="8447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132" name="直接箭头连接符 131"/>
              <p:cNvCxnSpPr/>
              <p:nvPr>
                <p:custDataLst>
                  <p:tags r:id="rId106"/>
                </p:custDataLst>
              </p:nvPr>
            </p:nvCxnSpPr>
            <p:spPr bwMode="auto">
              <a:xfrm flipV="1">
                <a:off x="7427" y="8447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133" name="直接箭头连接符 132"/>
              <p:cNvCxnSpPr/>
              <p:nvPr>
                <p:custDataLst>
                  <p:tags r:id="rId107"/>
                </p:custDataLst>
              </p:nvPr>
            </p:nvCxnSpPr>
            <p:spPr bwMode="auto">
              <a:xfrm flipV="1">
                <a:off x="6406" y="6632"/>
                <a:ext cx="0" cy="454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34" name="直接箭头连接符 133"/>
              <p:cNvCxnSpPr/>
              <p:nvPr>
                <p:custDataLst>
                  <p:tags r:id="rId108"/>
                </p:custDataLst>
              </p:nvPr>
            </p:nvCxnSpPr>
            <p:spPr bwMode="auto">
              <a:xfrm flipV="1">
                <a:off x="6803" y="6746"/>
                <a:ext cx="0" cy="34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35" name="直接箭头连接符 134"/>
              <p:cNvCxnSpPr/>
              <p:nvPr>
                <p:custDataLst>
                  <p:tags r:id="rId109"/>
                </p:custDataLst>
              </p:nvPr>
            </p:nvCxnSpPr>
            <p:spPr bwMode="auto">
              <a:xfrm flipV="1">
                <a:off x="7143" y="6859"/>
                <a:ext cx="0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36" name="直接箭头连接符 135"/>
              <p:cNvCxnSpPr/>
              <p:nvPr>
                <p:custDataLst>
                  <p:tags r:id="rId110"/>
                </p:custDataLst>
              </p:nvPr>
            </p:nvCxnSpPr>
            <p:spPr bwMode="auto">
              <a:xfrm flipV="1">
                <a:off x="7540" y="6802"/>
                <a:ext cx="0" cy="283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37" name="直接箭头连接符 136"/>
              <p:cNvCxnSpPr/>
              <p:nvPr>
                <p:custDataLst>
                  <p:tags r:id="rId111"/>
                </p:custDataLst>
              </p:nvPr>
            </p:nvCxnSpPr>
            <p:spPr bwMode="auto">
              <a:xfrm flipV="1">
                <a:off x="5330" y="7937"/>
                <a:ext cx="283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138" name="椭圆 137"/>
              <p:cNvSpPr/>
              <p:nvPr>
                <p:custDataLst>
                  <p:tags r:id="rId112"/>
                </p:custDataLst>
              </p:nvPr>
            </p:nvSpPr>
            <p:spPr>
              <a:xfrm>
                <a:off x="5613" y="7880"/>
                <a:ext cx="113" cy="113"/>
              </a:xfrm>
              <a:prstGeom prst="ellipse">
                <a:avLst/>
              </a:prstGeom>
              <a:solidFill>
                <a:schemeClr val="bg1">
                  <a:alpha val="80000"/>
                </a:schemeClr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139" name="直接箭头连接符 138"/>
              <p:cNvCxnSpPr/>
              <p:nvPr>
                <p:custDataLst>
                  <p:tags r:id="rId113"/>
                </p:custDataLst>
              </p:nvPr>
            </p:nvCxnSpPr>
            <p:spPr bwMode="auto">
              <a:xfrm flipV="1">
                <a:off x="8221" y="7937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  <a:effectLst/>
            </p:spPr>
          </p:cxnSp>
          <p:cxnSp>
            <p:nvCxnSpPr>
              <p:cNvPr id="140" name="直接箭头连接符 139"/>
              <p:cNvCxnSpPr/>
              <p:nvPr>
                <p:custDataLst>
                  <p:tags r:id="rId114"/>
                </p:custDataLst>
              </p:nvPr>
            </p:nvCxnSpPr>
            <p:spPr bwMode="auto">
              <a:xfrm flipV="1">
                <a:off x="7994" y="6916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41" name="直接箭头连接符 140"/>
              <p:cNvCxnSpPr/>
              <p:nvPr>
                <p:custDataLst>
                  <p:tags r:id="rId115"/>
                </p:custDataLst>
              </p:nvPr>
            </p:nvCxnSpPr>
            <p:spPr bwMode="auto">
              <a:xfrm flipV="1">
                <a:off x="5771" y="7429"/>
                <a:ext cx="306" cy="0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42" name="直接箭头连接符 141"/>
              <p:cNvCxnSpPr/>
              <p:nvPr>
                <p:custDataLst>
                  <p:tags r:id="rId116"/>
                </p:custDataLst>
              </p:nvPr>
            </p:nvCxnSpPr>
            <p:spPr bwMode="auto">
              <a:xfrm flipV="1">
                <a:off x="5771" y="7776"/>
                <a:ext cx="306" cy="0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</p:grpSp>
        <p:cxnSp>
          <p:nvCxnSpPr>
            <p:cNvPr id="143" name="直接箭头连接符 142"/>
            <p:cNvCxnSpPr/>
            <p:nvPr>
              <p:custDataLst>
                <p:tags r:id="rId76"/>
              </p:custDataLst>
            </p:nvPr>
          </p:nvCxnSpPr>
          <p:spPr bwMode="auto">
            <a:xfrm flipV="1">
              <a:off x="12019" y="3516"/>
              <a:ext cx="164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44" name="Text Box 320"/>
            <p:cNvSpPr txBox="1">
              <a:spLocks noChangeArrowheads="1"/>
            </p:cNvSpPr>
            <p:nvPr>
              <p:custDataLst>
                <p:tags r:id="rId77"/>
              </p:custDataLst>
            </p:nvPr>
          </p:nvSpPr>
          <p:spPr bwMode="auto">
            <a:xfrm>
              <a:off x="6350" y="3175"/>
              <a:ext cx="39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t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CP</a:t>
              </a:r>
              <a:endParaRPr lang="zh-CN" altLang="en-US" sz="1600" b="1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45" name="Text Box 320"/>
            <p:cNvSpPr txBox="1">
              <a:spLocks noChangeArrowheads="1"/>
            </p:cNvSpPr>
            <p:nvPr>
              <p:custDataLst>
                <p:tags r:id="rId78"/>
              </p:custDataLst>
            </p:nvPr>
          </p:nvSpPr>
          <p:spPr bwMode="auto">
            <a:xfrm>
              <a:off x="13663" y="3345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t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Z</a:t>
              </a:r>
              <a:endParaRPr lang="zh-CN" altLang="en-US" sz="1600" b="1" baseline="-20000" dirty="0">
                <a:latin typeface="宋体" panose="02010600030101010101" pitchFamily="2" charset="-122"/>
              </a:endParaRPr>
            </a:p>
          </p:txBody>
        </p:sp>
        <p:grpSp>
          <p:nvGrpSpPr>
            <p:cNvPr id="150" name="组合 149"/>
            <p:cNvGrpSpPr/>
            <p:nvPr/>
          </p:nvGrpSpPr>
          <p:grpSpPr>
            <a:xfrm>
              <a:off x="10431" y="1843"/>
              <a:ext cx="3032" cy="1729"/>
              <a:chOff x="10431" y="1843"/>
              <a:chExt cx="3032" cy="1729"/>
            </a:xfrm>
          </p:grpSpPr>
          <p:sp>
            <p:nvSpPr>
              <p:cNvPr id="146" name="Text Box 148"/>
              <p:cNvSpPr txBox="1">
                <a:spLocks noChangeArrowheads="1"/>
              </p:cNvSpPr>
              <p:nvPr>
                <p:custDataLst>
                  <p:tags r:id="rId79"/>
                </p:custDataLst>
              </p:nvPr>
            </p:nvSpPr>
            <p:spPr bwMode="auto">
              <a:xfrm>
                <a:off x="10829" y="2324"/>
                <a:ext cx="2635" cy="1020"/>
              </a:xfrm>
              <a:prstGeom prst="rect">
                <a:avLst/>
              </a:prstGeom>
              <a:solidFill>
                <a:srgbClr val="CC99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horz" lIns="18000" tIns="10800" rIns="0" bIns="0" anchor="t" anchorCtr="0"/>
              <a:lstStyle/>
              <a:p>
                <a:pPr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latin typeface="宋体" panose="02010600030101010101" pitchFamily="2" charset="-122"/>
                  </a:rPr>
                  <a:t>S</a:t>
                </a:r>
                <a:r>
                  <a:rPr lang="en-US" altLang="zh-CN" sz="1600" b="1" baseline="-25000" dirty="0">
                    <a:latin typeface="宋体" panose="02010600030101010101" pitchFamily="2" charset="-122"/>
                  </a:rPr>
                  <a:t>0 </a:t>
                </a:r>
                <a:r>
                  <a:rPr lang="en-US" altLang="zh-CN" sz="1600" b="1" dirty="0">
                    <a:latin typeface="宋体" panose="02010600030101010101" pitchFamily="2" charset="-122"/>
                  </a:rPr>
                  <a:t>D</a:t>
                </a:r>
                <a:r>
                  <a:rPr lang="en-US" altLang="zh-CN" sz="1600" b="1" baseline="-25000" dirty="0">
                    <a:latin typeface="宋体" panose="02010600030101010101" pitchFamily="2" charset="-122"/>
                  </a:rPr>
                  <a:t>7</a:t>
                </a:r>
                <a:r>
                  <a:rPr lang="en-US" altLang="zh-CN" sz="1600" b="1" dirty="0">
                    <a:latin typeface="宋体" panose="02010600030101010101" pitchFamily="2" charset="-122"/>
                  </a:rPr>
                  <a:t>D</a:t>
                </a:r>
                <a:r>
                  <a:rPr lang="en-US" altLang="zh-CN" sz="1600" b="1" baseline="-25000" dirty="0">
                    <a:latin typeface="宋体" panose="02010600030101010101" pitchFamily="2" charset="-122"/>
                  </a:rPr>
                  <a:t>6</a:t>
                </a:r>
                <a:r>
                  <a:rPr lang="en-US" altLang="zh-CN" sz="1600" b="1" dirty="0">
                    <a:latin typeface="宋体" panose="02010600030101010101" pitchFamily="2" charset="-122"/>
                  </a:rPr>
                  <a:t>D</a:t>
                </a:r>
                <a:r>
                  <a:rPr lang="en-US" altLang="zh-CN" sz="1600" b="1" baseline="-25000" dirty="0">
                    <a:latin typeface="宋体" panose="02010600030101010101" pitchFamily="2" charset="-122"/>
                  </a:rPr>
                  <a:t>5</a:t>
                </a:r>
                <a:r>
                  <a:rPr lang="en-US" altLang="zh-CN" sz="1600" b="1" dirty="0">
                    <a:latin typeface="宋体" panose="02010600030101010101" pitchFamily="2" charset="-122"/>
                    <a:sym typeface="+mn-ea"/>
                  </a:rPr>
                  <a:t>D</a:t>
                </a:r>
                <a:r>
                  <a:rPr lang="en-US" altLang="zh-CN" sz="1600" b="1" baseline="-25000" dirty="0">
                    <a:latin typeface="宋体" panose="02010600030101010101" pitchFamily="2" charset="-122"/>
                    <a:sym typeface="+mn-ea"/>
                  </a:rPr>
                  <a:t>4</a:t>
                </a:r>
                <a:r>
                  <a:rPr lang="en-US" altLang="zh-CN" sz="1600" b="1" dirty="0">
                    <a:latin typeface="宋体" panose="02010600030101010101" pitchFamily="2" charset="-122"/>
                    <a:sym typeface="+mn-ea"/>
                  </a:rPr>
                  <a:t>D</a:t>
                </a:r>
                <a:r>
                  <a:rPr lang="en-US" altLang="zh-CN" sz="1600" b="1" baseline="-25000" dirty="0">
                    <a:latin typeface="宋体" panose="02010600030101010101" pitchFamily="2" charset="-122"/>
                    <a:sym typeface="+mn-ea"/>
                  </a:rPr>
                  <a:t>3</a:t>
                </a:r>
                <a:r>
                  <a:rPr lang="en-US" altLang="zh-CN" sz="1600" b="1" dirty="0">
                    <a:latin typeface="宋体" panose="02010600030101010101" pitchFamily="2" charset="-122"/>
                  </a:rPr>
                  <a:t>D</a:t>
                </a:r>
                <a:r>
                  <a:rPr lang="en-US" altLang="zh-CN" sz="1600" b="1" baseline="-25000" dirty="0">
                    <a:latin typeface="宋体" panose="02010600030101010101" pitchFamily="2" charset="-122"/>
                  </a:rPr>
                  <a:t>2</a:t>
                </a:r>
                <a:r>
                  <a:rPr lang="en-US" altLang="zh-CN" sz="1600" b="1" dirty="0">
                    <a:latin typeface="宋体" panose="02010600030101010101" pitchFamily="2" charset="-122"/>
                  </a:rPr>
                  <a:t>D</a:t>
                </a:r>
                <a:r>
                  <a:rPr lang="en-US" altLang="zh-CN" sz="1600" b="1" baseline="-25000" dirty="0">
                    <a:latin typeface="宋体" panose="02010600030101010101" pitchFamily="2" charset="-122"/>
                  </a:rPr>
                  <a:t>1</a:t>
                </a:r>
                <a:r>
                  <a:rPr lang="en-US" altLang="zh-CN" sz="1600" b="1" dirty="0">
                    <a:latin typeface="宋体" panose="02010600030101010101" pitchFamily="2" charset="-122"/>
                  </a:rPr>
                  <a:t>D</a:t>
                </a:r>
                <a:r>
                  <a:rPr lang="en-US" altLang="zh-CN" sz="1600" b="1" baseline="-25000" dirty="0">
                    <a:latin typeface="宋体" panose="02010600030101010101" pitchFamily="2" charset="-122"/>
                  </a:rPr>
                  <a:t>0</a:t>
                </a:r>
                <a:endParaRPr lang="en-US" altLang="zh-CN" sz="1600" b="1" dirty="0">
                  <a:latin typeface="宋体" panose="02010600030101010101" pitchFamily="2" charset="-122"/>
                </a:endParaRPr>
              </a:p>
              <a:p>
                <a:pPr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latin typeface="宋体" panose="02010600030101010101" pitchFamily="2" charset="-122"/>
                  </a:rPr>
                  <a:t>S</a:t>
                </a:r>
                <a:r>
                  <a:rPr lang="en-US" altLang="zh-CN" sz="1600" b="1" baseline="-25000" dirty="0">
                    <a:latin typeface="宋体" panose="02010600030101010101" pitchFamily="2" charset="-122"/>
                  </a:rPr>
                  <a:t>1</a:t>
                </a:r>
                <a:r>
                  <a:rPr lang="en-US" altLang="zh-CN" sz="1600" b="1" dirty="0">
                    <a:latin typeface="宋体" panose="02010600030101010101" pitchFamily="2" charset="-122"/>
                  </a:rPr>
                  <a:t>  </a:t>
                </a:r>
                <a:r>
                  <a:rPr lang="en-US" altLang="zh-CN" sz="1600" b="1" dirty="0">
                    <a:highlight>
                      <a:srgbClr val="FFFF00"/>
                    </a:highlight>
                    <a:latin typeface="宋体" panose="02010600030101010101" pitchFamily="2" charset="-122"/>
                  </a:rPr>
                  <a:t>8-1</a:t>
                </a:r>
                <a:r>
                  <a:rPr lang="zh-CN" altLang="en-US" sz="1600" b="1" dirty="0">
                    <a:highlight>
                      <a:srgbClr val="FFFF00"/>
                    </a:highlight>
                    <a:latin typeface="宋体" panose="02010600030101010101" pitchFamily="2" charset="-122"/>
                  </a:rPr>
                  <a:t>选择器</a:t>
                </a:r>
                <a:endParaRPr lang="zh-CN" altLang="en-US" sz="1600" b="1" dirty="0">
                  <a:latin typeface="宋体" panose="02010600030101010101" pitchFamily="2" charset="-122"/>
                </a:endParaRPr>
              </a:p>
              <a:p>
                <a:pPr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latin typeface="宋体" panose="02010600030101010101" pitchFamily="2" charset="-122"/>
                  </a:rPr>
                  <a:t>S</a:t>
                </a:r>
                <a:r>
                  <a:rPr lang="en-US" altLang="zh-CN" sz="1600" b="1" baseline="-20000" dirty="0">
                    <a:latin typeface="宋体" panose="02010600030101010101" pitchFamily="2" charset="-122"/>
                  </a:rPr>
                  <a:t>2</a:t>
                </a:r>
                <a:r>
                  <a:rPr lang="en-US" altLang="zh-CN" sz="1600" b="1" dirty="0">
                    <a:latin typeface="宋体" panose="02010600030101010101" pitchFamily="2" charset="-122"/>
                  </a:rPr>
                  <a:t>  G  Y</a:t>
                </a:r>
              </a:p>
            </p:txBody>
          </p:sp>
          <p:sp>
            <p:nvSpPr>
              <p:cNvPr id="147" name="TextBox 738"/>
              <p:cNvSpPr txBox="1"/>
              <p:nvPr>
                <p:custDataLst>
                  <p:tags r:id="rId80"/>
                </p:custDataLst>
              </p:nvPr>
            </p:nvSpPr>
            <p:spPr>
              <a:xfrm>
                <a:off x="11225" y="1843"/>
                <a:ext cx="2154" cy="28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 anchorCtr="0">
                <a:noAutofit/>
              </a:bodyPr>
              <a:lstStyle>
                <a:defPPr>
                  <a:defRPr lang="zh-CN"/>
                </a:defPPr>
                <a:lvl1pPr>
                  <a:lnSpc>
                    <a:spcPct val="90000"/>
                  </a:lnSpc>
                  <a:defRPr sz="1600" b="1">
                    <a:latin typeface="+mn-ea"/>
                    <a:ea typeface="+mn-ea"/>
                    <a:cs typeface="Times New Roman" panose="02020603050405020304" pitchFamily="18" charset="0"/>
                  </a:defRPr>
                </a:lvl1pPr>
              </a:lstStyle>
              <a:p>
                <a:r>
                  <a:rPr lang="en-US" dirty="0" err="1">
                    <a:latin typeface="宋体" panose="02010600030101010101" pitchFamily="2" charset="-122"/>
                    <a:ea typeface="宋体" panose="02010600030101010101" pitchFamily="2" charset="-122"/>
                  </a:rPr>
                  <a:t>1</a:t>
                </a:r>
                <a:r>
                  <a:rPr lang="en-US" baseline="-25000" dirty="0" err="1">
                    <a:latin typeface="宋体" panose="02010600030101010101" pitchFamily="2" charset="-122"/>
                    <a:ea typeface="宋体" panose="02010600030101010101" pitchFamily="2" charset="-122"/>
                  </a:rPr>
                  <a:t> </a:t>
                </a:r>
                <a:r>
                  <a:rPr lang="en-US" dirty="0" err="1">
                    <a:latin typeface="宋体" panose="02010600030101010101" pitchFamily="2" charset="-122"/>
                    <a:ea typeface="宋体" panose="02010600030101010101" pitchFamily="2" charset="-122"/>
                  </a:rPr>
                  <a:t>0</a:t>
                </a:r>
                <a:r>
                  <a:rPr lang="en-US" baseline="-25000" dirty="0" err="1">
                    <a:latin typeface="宋体" panose="02010600030101010101" pitchFamily="2" charset="-122"/>
                    <a:ea typeface="宋体" panose="02010600030101010101" pitchFamily="2" charset="-122"/>
                  </a:rPr>
                  <a:t> </a:t>
                </a:r>
                <a:r>
                  <a:rPr lang="en-US" dirty="0" err="1">
                    <a:latin typeface="宋体" panose="02010600030101010101" pitchFamily="2" charset="-122"/>
                    <a:ea typeface="宋体" panose="02010600030101010101" pitchFamily="2" charset="-122"/>
                  </a:rPr>
                  <a:t>1</a:t>
                </a:r>
                <a:r>
                  <a:rPr lang="en-US" baseline="-25000" dirty="0" err="1">
                    <a:latin typeface="宋体" panose="02010600030101010101" pitchFamily="2" charset="-122"/>
                    <a:ea typeface="宋体" panose="02010600030101010101" pitchFamily="2" charset="-122"/>
                  </a:rPr>
                  <a:t> </a:t>
                </a:r>
                <a:r>
                  <a:rPr lang="en-US" dirty="0" err="1">
                    <a:latin typeface="宋体" panose="02010600030101010101" pitchFamily="2" charset="-122"/>
                    <a:ea typeface="宋体" panose="02010600030101010101" pitchFamily="2" charset="-122"/>
                  </a:rPr>
                  <a:t>0</a:t>
                </a:r>
                <a:r>
                  <a:rPr lang="en-US" baseline="-25000" dirty="0" err="1">
                    <a:latin typeface="宋体" panose="02010600030101010101" pitchFamily="2" charset="-122"/>
                    <a:ea typeface="宋体" panose="02010600030101010101" pitchFamily="2" charset="-122"/>
                  </a:rPr>
                  <a:t> </a:t>
                </a:r>
                <a:r>
                  <a:rPr lang="en-US" dirty="0" err="1">
                    <a:latin typeface="宋体" panose="02010600030101010101" pitchFamily="2" charset="-122"/>
                    <a:ea typeface="宋体" panose="02010600030101010101" pitchFamily="2" charset="-122"/>
                  </a:rPr>
                  <a:t>0</a:t>
                </a:r>
                <a:r>
                  <a:rPr lang="en-US" baseline="-25000" dirty="0" err="1">
                    <a:latin typeface="宋体" panose="02010600030101010101" pitchFamily="2" charset="-122"/>
                    <a:ea typeface="宋体" panose="02010600030101010101" pitchFamily="2" charset="-122"/>
                  </a:rPr>
                  <a:t> </a:t>
                </a:r>
                <a:r>
                  <a:rPr lang="en-US" dirty="0" err="1">
                    <a:latin typeface="宋体" panose="02010600030101010101" pitchFamily="2" charset="-122"/>
                    <a:ea typeface="宋体" panose="02010600030101010101" pitchFamily="2" charset="-122"/>
                  </a:rPr>
                  <a:t>0</a:t>
                </a:r>
                <a:r>
                  <a:rPr lang="en-US" baseline="-25000" dirty="0" err="1">
                    <a:latin typeface="宋体" panose="02010600030101010101" pitchFamily="2" charset="-122"/>
                    <a:ea typeface="宋体" panose="02010600030101010101" pitchFamily="2" charset="-122"/>
                  </a:rPr>
                  <a:t> </a:t>
                </a:r>
                <a:r>
                  <a:rPr lang="en-US" dirty="0" err="1">
                    <a:latin typeface="宋体" panose="02010600030101010101" pitchFamily="2" charset="-122"/>
                    <a:ea typeface="宋体" panose="02010600030101010101" pitchFamily="2" charset="-122"/>
                  </a:rPr>
                  <a:t>1</a:t>
                </a:r>
                <a:r>
                  <a:rPr lang="en-US" baseline="-25000" dirty="0" err="1">
                    <a:latin typeface="宋体" panose="02010600030101010101" pitchFamily="2" charset="-122"/>
                    <a:ea typeface="宋体" panose="02010600030101010101" pitchFamily="2" charset="-122"/>
                  </a:rPr>
                  <a:t> </a:t>
                </a:r>
                <a:r>
                  <a:rPr lang="en-US" dirty="0" err="1">
                    <a:latin typeface="宋体" panose="02010600030101010101" pitchFamily="2" charset="-122"/>
                    <a:ea typeface="宋体" panose="02010600030101010101" pitchFamily="2" charset="-122"/>
                  </a:rPr>
                  <a:t>1</a:t>
                </a:r>
              </a:p>
            </p:txBody>
          </p:sp>
          <p:cxnSp>
            <p:nvCxnSpPr>
              <p:cNvPr id="148" name="直接箭头连接符 147"/>
              <p:cNvCxnSpPr/>
              <p:nvPr>
                <p:custDataLst>
                  <p:tags r:id="rId81"/>
                </p:custDataLst>
              </p:nvPr>
            </p:nvCxnSpPr>
            <p:spPr bwMode="auto">
              <a:xfrm flipV="1">
                <a:off x="11310" y="2154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49" name="直接箭头连接符 148"/>
              <p:cNvCxnSpPr/>
              <p:nvPr>
                <p:custDataLst>
                  <p:tags r:id="rId82"/>
                </p:custDataLst>
              </p:nvPr>
            </p:nvCxnSpPr>
            <p:spPr bwMode="auto">
              <a:xfrm flipV="1">
                <a:off x="11565" y="2154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52" name="直接箭头连接符 151"/>
              <p:cNvCxnSpPr/>
              <p:nvPr>
                <p:custDataLst>
                  <p:tags r:id="rId83"/>
                </p:custDataLst>
              </p:nvPr>
            </p:nvCxnSpPr>
            <p:spPr bwMode="auto">
              <a:xfrm flipV="1">
                <a:off x="11849" y="2154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53" name="直接箭头连接符 152"/>
              <p:cNvCxnSpPr/>
              <p:nvPr>
                <p:custDataLst>
                  <p:tags r:id="rId84"/>
                </p:custDataLst>
              </p:nvPr>
            </p:nvCxnSpPr>
            <p:spPr bwMode="auto">
              <a:xfrm flipV="1">
                <a:off x="12104" y="2154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54" name="直接箭头连接符 153"/>
              <p:cNvCxnSpPr/>
              <p:nvPr>
                <p:custDataLst>
                  <p:tags r:id="rId85"/>
                </p:custDataLst>
              </p:nvPr>
            </p:nvCxnSpPr>
            <p:spPr bwMode="auto">
              <a:xfrm flipV="1">
                <a:off x="12359" y="2154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55" name="直接箭头连接符 154"/>
              <p:cNvCxnSpPr/>
              <p:nvPr>
                <p:custDataLst>
                  <p:tags r:id="rId86"/>
                </p:custDataLst>
              </p:nvPr>
            </p:nvCxnSpPr>
            <p:spPr bwMode="auto">
              <a:xfrm flipV="1">
                <a:off x="12643" y="2154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56" name="直接箭头连接符 155"/>
              <p:cNvCxnSpPr/>
              <p:nvPr>
                <p:custDataLst>
                  <p:tags r:id="rId87"/>
                </p:custDataLst>
              </p:nvPr>
            </p:nvCxnSpPr>
            <p:spPr bwMode="auto">
              <a:xfrm flipV="1">
                <a:off x="12926" y="2154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57" name="直接箭头连接符 156"/>
              <p:cNvCxnSpPr/>
              <p:nvPr>
                <p:custDataLst>
                  <p:tags r:id="rId88"/>
                </p:custDataLst>
              </p:nvPr>
            </p:nvCxnSpPr>
            <p:spPr bwMode="auto">
              <a:xfrm flipV="1">
                <a:off x="13209" y="2154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58" name="直接箭头连接符 157"/>
              <p:cNvCxnSpPr/>
              <p:nvPr>
                <p:custDataLst>
                  <p:tags r:id="rId89"/>
                </p:custDataLst>
              </p:nvPr>
            </p:nvCxnSpPr>
            <p:spPr bwMode="auto">
              <a:xfrm flipV="1">
                <a:off x="12019" y="3345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59" name="直接箭头连接符 158"/>
              <p:cNvCxnSpPr/>
              <p:nvPr>
                <p:custDataLst>
                  <p:tags r:id="rId90"/>
                </p:custDataLst>
              </p:nvPr>
            </p:nvCxnSpPr>
            <p:spPr bwMode="auto">
              <a:xfrm flipV="1">
                <a:off x="10658" y="2494"/>
                <a:ext cx="17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60" name="直接箭头连接符 159"/>
              <p:cNvCxnSpPr/>
              <p:nvPr>
                <p:custDataLst>
                  <p:tags r:id="rId91"/>
                </p:custDataLst>
              </p:nvPr>
            </p:nvCxnSpPr>
            <p:spPr bwMode="auto">
              <a:xfrm flipV="1">
                <a:off x="10545" y="2835"/>
                <a:ext cx="283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61" name="直接箭头连接符 160"/>
              <p:cNvCxnSpPr/>
              <p:nvPr>
                <p:custDataLst>
                  <p:tags r:id="rId92"/>
                </p:custDataLst>
              </p:nvPr>
            </p:nvCxnSpPr>
            <p:spPr bwMode="auto">
              <a:xfrm flipV="1">
                <a:off x="10431" y="3175"/>
                <a:ext cx="39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62" name="直接箭头连接符 161"/>
              <p:cNvCxnSpPr/>
              <p:nvPr>
                <p:custDataLst>
                  <p:tags r:id="rId93"/>
                </p:custDataLst>
              </p:nvPr>
            </p:nvCxnSpPr>
            <p:spPr bwMode="auto">
              <a:xfrm flipH="1" flipV="1">
                <a:off x="11565" y="3345"/>
                <a:ext cx="1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163" name="直接箭头连接符 162"/>
              <p:cNvCxnSpPr/>
              <p:nvPr>
                <p:custDataLst>
                  <p:tags r:id="rId94"/>
                </p:custDataLst>
              </p:nvPr>
            </p:nvCxnSpPr>
            <p:spPr bwMode="auto">
              <a:xfrm flipV="1">
                <a:off x="11440" y="3050"/>
                <a:ext cx="187" cy="0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64" name="直接箭头连接符 163"/>
              <p:cNvCxnSpPr/>
              <p:nvPr>
                <p:custDataLst>
                  <p:tags r:id="rId95"/>
                </p:custDataLst>
              </p:nvPr>
            </p:nvCxnSpPr>
            <p:spPr bwMode="auto">
              <a:xfrm flipV="1">
                <a:off x="11452" y="3572"/>
                <a:ext cx="227" cy="0"/>
              </a:xfrm>
              <a:prstGeom prst="straightConnector1">
                <a:avLst/>
              </a:prstGeom>
              <a:noFill/>
              <a:ln w="222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</p:grpSp>
      </p:grpSp>
      <p:grpSp>
        <p:nvGrpSpPr>
          <p:cNvPr id="165" name="组合 164"/>
          <p:cNvGrpSpPr/>
          <p:nvPr/>
        </p:nvGrpSpPr>
        <p:grpSpPr>
          <a:xfrm>
            <a:off x="4642485" y="3573008"/>
            <a:ext cx="2341880" cy="1259840"/>
            <a:chOff x="6972" y="1701"/>
            <a:chExt cx="3688" cy="1984"/>
          </a:xfrm>
        </p:grpSpPr>
        <p:cxnSp>
          <p:nvCxnSpPr>
            <p:cNvPr id="166" name="直接箭头连接符 165"/>
            <p:cNvCxnSpPr/>
            <p:nvPr>
              <p:custDataLst>
                <p:tags r:id="rId60"/>
              </p:custDataLst>
            </p:nvPr>
          </p:nvCxnSpPr>
          <p:spPr bwMode="auto">
            <a:xfrm flipV="1">
              <a:off x="10658" y="1701"/>
              <a:ext cx="0" cy="794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67" name="直接箭头连接符 166"/>
            <p:cNvCxnSpPr/>
            <p:nvPr>
              <p:custDataLst>
                <p:tags r:id="rId61"/>
              </p:custDataLst>
            </p:nvPr>
          </p:nvCxnSpPr>
          <p:spPr bwMode="auto">
            <a:xfrm flipV="1">
              <a:off x="10545" y="1814"/>
              <a:ext cx="0" cy="102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68" name="直接箭头连接符 167"/>
            <p:cNvCxnSpPr/>
            <p:nvPr>
              <p:custDataLst>
                <p:tags r:id="rId62"/>
              </p:custDataLst>
            </p:nvPr>
          </p:nvCxnSpPr>
          <p:spPr bwMode="auto">
            <a:xfrm flipV="1">
              <a:off x="10431" y="1928"/>
              <a:ext cx="0" cy="124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69" name="直接箭头连接符 168"/>
            <p:cNvCxnSpPr/>
            <p:nvPr>
              <p:custDataLst>
                <p:tags r:id="rId63"/>
              </p:custDataLst>
            </p:nvPr>
          </p:nvCxnSpPr>
          <p:spPr bwMode="auto">
            <a:xfrm flipV="1">
              <a:off x="8789" y="1928"/>
              <a:ext cx="164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70" name="直接箭头连接符 169"/>
            <p:cNvCxnSpPr/>
            <p:nvPr>
              <p:custDataLst>
                <p:tags r:id="rId64"/>
              </p:custDataLst>
            </p:nvPr>
          </p:nvCxnSpPr>
          <p:spPr bwMode="auto">
            <a:xfrm flipV="1">
              <a:off x="8448" y="1814"/>
              <a:ext cx="2098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71" name="直接箭头连接符 170"/>
            <p:cNvCxnSpPr/>
            <p:nvPr>
              <p:custDataLst>
                <p:tags r:id="rId65"/>
              </p:custDataLst>
            </p:nvPr>
          </p:nvCxnSpPr>
          <p:spPr bwMode="auto">
            <a:xfrm flipV="1">
              <a:off x="8052" y="1701"/>
              <a:ext cx="2608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72" name="直接箭头连接符 171"/>
            <p:cNvCxnSpPr/>
            <p:nvPr>
              <p:custDataLst>
                <p:tags r:id="rId66"/>
              </p:custDataLst>
            </p:nvPr>
          </p:nvCxnSpPr>
          <p:spPr bwMode="auto">
            <a:xfrm flipH="1" flipV="1">
              <a:off x="7086" y="2438"/>
              <a:ext cx="1" cy="22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sp>
          <p:nvSpPr>
            <p:cNvPr id="173" name="Text Box 191"/>
            <p:cNvSpPr txBox="1">
              <a:spLocks noChangeArrowheads="1"/>
            </p:cNvSpPr>
            <p:nvPr>
              <p:custDataLst>
                <p:tags r:id="rId67"/>
              </p:custDataLst>
            </p:nvPr>
          </p:nvSpPr>
          <p:spPr bwMode="auto">
            <a:xfrm>
              <a:off x="6973" y="2098"/>
              <a:ext cx="22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cxnSp>
          <p:nvCxnSpPr>
            <p:cNvPr id="174" name="直接箭头连接符 173"/>
            <p:cNvCxnSpPr/>
            <p:nvPr>
              <p:custDataLst>
                <p:tags r:id="rId68"/>
              </p:custDataLst>
            </p:nvPr>
          </p:nvCxnSpPr>
          <p:spPr bwMode="auto">
            <a:xfrm flipH="1" flipV="1">
              <a:off x="10091" y="2665"/>
              <a:ext cx="1" cy="68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sp>
          <p:nvSpPr>
            <p:cNvPr id="176" name="Text Box 191"/>
            <p:cNvSpPr txBox="1">
              <a:spLocks noChangeArrowheads="1"/>
            </p:cNvSpPr>
            <p:nvPr>
              <p:custDataLst>
                <p:tags r:id="rId69"/>
              </p:custDataLst>
            </p:nvPr>
          </p:nvSpPr>
          <p:spPr bwMode="auto">
            <a:xfrm>
              <a:off x="9978" y="3345"/>
              <a:ext cx="22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cxnSp>
          <p:nvCxnSpPr>
            <p:cNvPr id="177" name="直接箭头连接符 176"/>
            <p:cNvCxnSpPr/>
            <p:nvPr>
              <p:custDataLst>
                <p:tags r:id="rId70"/>
              </p:custDataLst>
            </p:nvPr>
          </p:nvCxnSpPr>
          <p:spPr bwMode="auto">
            <a:xfrm flipV="1">
              <a:off x="7654" y="1871"/>
              <a:ext cx="1531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03" name="直接箭头连接符 202"/>
            <p:cNvCxnSpPr/>
            <p:nvPr>
              <p:custDataLst>
                <p:tags r:id="rId71"/>
              </p:custDataLst>
            </p:nvPr>
          </p:nvCxnSpPr>
          <p:spPr bwMode="auto">
            <a:xfrm flipH="1" flipV="1">
              <a:off x="6972" y="1871"/>
              <a:ext cx="1" cy="1134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sp>
          <p:nvSpPr>
            <p:cNvPr id="204" name="Text Box 36"/>
            <p:cNvSpPr txBox="1">
              <a:spLocks noChangeArrowheads="1"/>
            </p:cNvSpPr>
            <p:nvPr>
              <p:custDataLst>
                <p:tags r:id="rId72"/>
              </p:custDataLst>
            </p:nvPr>
          </p:nvSpPr>
          <p:spPr bwMode="auto">
            <a:xfrm>
              <a:off x="7427" y="1701"/>
              <a:ext cx="227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205" name="椭圆 204"/>
            <p:cNvSpPr/>
            <p:nvPr>
              <p:custDataLst>
                <p:tags r:id="rId73"/>
              </p:custDataLst>
            </p:nvPr>
          </p:nvSpPr>
          <p:spPr>
            <a:xfrm>
              <a:off x="7313" y="1814"/>
              <a:ext cx="113" cy="113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206" name="直接箭头连接符 205"/>
            <p:cNvCxnSpPr/>
            <p:nvPr>
              <p:custDataLst>
                <p:tags r:id="rId74"/>
              </p:custDataLst>
            </p:nvPr>
          </p:nvCxnSpPr>
          <p:spPr bwMode="auto">
            <a:xfrm flipV="1">
              <a:off x="6973" y="1871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227" name="组合 226"/>
          <p:cNvGrpSpPr/>
          <p:nvPr/>
        </p:nvGrpSpPr>
        <p:grpSpPr>
          <a:xfrm>
            <a:off x="4464050" y="1196752"/>
            <a:ext cx="4392295" cy="1151890"/>
            <a:chOff x="7030" y="1871"/>
            <a:chExt cx="6917" cy="1814"/>
          </a:xfrm>
        </p:grpSpPr>
        <p:sp>
          <p:nvSpPr>
            <p:cNvPr id="225" name="矩形 224"/>
            <p:cNvSpPr/>
            <p:nvPr>
              <p:custDataLst>
                <p:tags r:id="rId16"/>
              </p:custDataLst>
            </p:nvPr>
          </p:nvSpPr>
          <p:spPr>
            <a:xfrm>
              <a:off x="7143" y="1871"/>
              <a:ext cx="6690" cy="1814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grpSp>
          <p:nvGrpSpPr>
            <p:cNvPr id="208" name="组合 207"/>
            <p:cNvGrpSpPr/>
            <p:nvPr/>
          </p:nvGrpSpPr>
          <p:grpSpPr>
            <a:xfrm>
              <a:off x="7030" y="1984"/>
              <a:ext cx="3232" cy="1644"/>
              <a:chOff x="5216" y="6916"/>
              <a:chExt cx="3232" cy="1644"/>
            </a:xfrm>
          </p:grpSpPr>
          <p:sp>
            <p:nvSpPr>
              <p:cNvPr id="209" name="Text Box 36"/>
              <p:cNvSpPr txBox="1">
                <a:spLocks noChangeArrowheads="1"/>
              </p:cNvSpPr>
              <p:nvPr>
                <p:custDataLst>
                  <p:tags r:id="rId39"/>
                </p:custDataLst>
              </p:nvPr>
            </p:nvSpPr>
            <p:spPr bwMode="auto">
              <a:xfrm>
                <a:off x="5726" y="7087"/>
                <a:ext cx="2494" cy="1361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horz" wrap="square" lIns="17780" tIns="0" rIns="0" bIns="0" anchor="t" anchorCtr="0">
                <a:noAutofit/>
              </a:bodyPr>
              <a:lstStyle/>
              <a:p>
                <a:pPr algn="l">
                  <a:lnSpc>
                    <a:spcPct val="90000"/>
                  </a:lnSpc>
                  <a:spcAft>
                    <a:spcPts val="0"/>
                  </a:spcAft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   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</a:t>
                </a:r>
                <a:r>
                  <a:rPr lang="en-US" altLang="zh-CN" sz="1600" b="1" u="none" baseline="-25000" dirty="0">
                    <a:latin typeface="宋体" panose="02010600030101010101" pitchFamily="2" charset="-122"/>
                  </a:rPr>
                  <a:t>A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</a:t>
                </a:r>
                <a:r>
                  <a:rPr lang="en-US" altLang="zh-CN" sz="1600" b="1" u="none" baseline="-25000" dirty="0">
                    <a:latin typeface="宋体" panose="02010600030101010101" pitchFamily="2" charset="-122"/>
                  </a:rPr>
                  <a:t>B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</a:t>
                </a:r>
                <a:r>
                  <a:rPr lang="en-US" altLang="zh-CN" sz="1600" b="1" u="none" baseline="-25000" dirty="0">
                    <a:latin typeface="宋体" panose="02010600030101010101" pitchFamily="2" charset="-122"/>
                  </a:rPr>
                  <a:t>C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</a:t>
                </a:r>
                <a:r>
                  <a:rPr lang="en-US" altLang="zh-CN" sz="1600" b="1" u="none" baseline="-25000" dirty="0">
                    <a:latin typeface="宋体" panose="02010600030101010101" pitchFamily="2" charset="-122"/>
                  </a:rPr>
                  <a:t>D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CO</a:t>
                </a:r>
              </a:p>
              <a:p>
                <a:pPr algn="l">
                  <a:lnSpc>
                    <a:spcPct val="90000"/>
                  </a:lnSpc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LD          </a:t>
                </a:r>
                <a:r>
                  <a:rPr lang="en-US" altLang="zh-CN" sz="1400" b="1" u="none" dirty="0">
                    <a:latin typeface="宋体" panose="02010600030101010101" pitchFamily="2" charset="-122"/>
                  </a:rPr>
                  <a:t>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EP</a:t>
                </a:r>
              </a:p>
              <a:p>
                <a:pPr algn="l">
                  <a:lnSpc>
                    <a:spcPct val="90000"/>
                  </a:lnSpc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CR          </a:t>
                </a:r>
                <a:r>
                  <a:rPr lang="en-US" altLang="zh-CN" sz="1400" b="1" u="none" dirty="0">
                    <a:latin typeface="宋体" panose="02010600030101010101" pitchFamily="2" charset="-122"/>
                  </a:rPr>
                  <a:t>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ET</a:t>
                </a:r>
                <a:endParaRPr lang="en-US" altLang="zh-CN" sz="1600" b="1" dirty="0">
                  <a:latin typeface="宋体" panose="02010600030101010101" pitchFamily="2" charset="-122"/>
                  <a:sym typeface="+mn-ea"/>
                </a:endParaRPr>
              </a:p>
              <a:p>
                <a:pPr algn="l">
                  <a:lnSpc>
                    <a:spcPct val="80000"/>
                  </a:lnSpc>
                  <a:spcAft>
                    <a:spcPts val="0"/>
                  </a:spcAft>
                </a:pPr>
                <a:r>
                  <a:rPr lang="en-US" altLang="zh-CN" sz="1200" b="1" u="none" dirty="0"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u="none" dirty="0">
                    <a:latin typeface="宋体" panose="02010600030101010101" pitchFamily="2" charset="-122"/>
                    <a:sym typeface="+mn-ea"/>
                  </a:rPr>
                  <a:t>CP A B C D</a:t>
                </a:r>
              </a:p>
            </p:txBody>
          </p:sp>
          <p:cxnSp>
            <p:nvCxnSpPr>
              <p:cNvPr id="210" name="直接箭头连接符 209"/>
              <p:cNvCxnSpPr/>
              <p:nvPr>
                <p:custDataLst>
                  <p:tags r:id="rId40"/>
                </p:custDataLst>
              </p:nvPr>
            </p:nvCxnSpPr>
            <p:spPr bwMode="auto">
              <a:xfrm flipV="1">
                <a:off x="5443" y="7597"/>
                <a:ext cx="17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211" name="直接箭头连接符 210"/>
              <p:cNvCxnSpPr/>
              <p:nvPr>
                <p:custDataLst>
                  <p:tags r:id="rId41"/>
                </p:custDataLst>
              </p:nvPr>
            </p:nvCxnSpPr>
            <p:spPr bwMode="auto">
              <a:xfrm flipV="1">
                <a:off x="8221" y="7597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212" name="等腰三角形 211"/>
              <p:cNvSpPr/>
              <p:nvPr>
                <p:custDataLst>
                  <p:tags r:id="rId42"/>
                </p:custDataLst>
              </p:nvPr>
            </p:nvSpPr>
            <p:spPr>
              <a:xfrm>
                <a:off x="5669" y="8220"/>
                <a:ext cx="227" cy="113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1620000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213" name="直接箭头连接符 212"/>
              <p:cNvCxnSpPr/>
              <p:nvPr>
                <p:custDataLst>
                  <p:tags r:id="rId43"/>
                </p:custDataLst>
              </p:nvPr>
            </p:nvCxnSpPr>
            <p:spPr bwMode="auto">
              <a:xfrm flipV="1">
                <a:off x="5216" y="8277"/>
                <a:ext cx="51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214" name="椭圆 213"/>
              <p:cNvSpPr/>
              <p:nvPr>
                <p:custDataLst>
                  <p:tags r:id="rId44"/>
                </p:custDataLst>
              </p:nvPr>
            </p:nvSpPr>
            <p:spPr>
              <a:xfrm>
                <a:off x="5613" y="7540"/>
                <a:ext cx="113" cy="113"/>
              </a:xfrm>
              <a:prstGeom prst="ellips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215" name="直接箭头连接符 214"/>
              <p:cNvCxnSpPr/>
              <p:nvPr>
                <p:custDataLst>
                  <p:tags r:id="rId45"/>
                </p:custDataLst>
              </p:nvPr>
            </p:nvCxnSpPr>
            <p:spPr bwMode="auto">
              <a:xfrm flipV="1">
                <a:off x="6463" y="8447"/>
                <a:ext cx="0" cy="113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sp>
            <p:nvSpPr>
              <p:cNvPr id="216" name="Text Box 191"/>
              <p:cNvSpPr txBox="1">
                <a:spLocks noChangeArrowheads="1"/>
              </p:cNvSpPr>
              <p:nvPr>
                <p:custDataLst>
                  <p:tags r:id="rId46"/>
                </p:custDataLst>
              </p:nvPr>
            </p:nvSpPr>
            <p:spPr bwMode="auto">
              <a:xfrm>
                <a:off x="6463" y="7611"/>
                <a:ext cx="1020" cy="34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74161</a:t>
                </a:r>
              </a:p>
            </p:txBody>
          </p:sp>
          <p:cxnSp>
            <p:nvCxnSpPr>
              <p:cNvPr id="217" name="直接箭头连接符 216"/>
              <p:cNvCxnSpPr/>
              <p:nvPr>
                <p:custDataLst>
                  <p:tags r:id="rId47"/>
                </p:custDataLst>
              </p:nvPr>
            </p:nvCxnSpPr>
            <p:spPr bwMode="auto">
              <a:xfrm flipV="1">
                <a:off x="6747" y="8447"/>
                <a:ext cx="0" cy="113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218" name="直接箭头连接符 217"/>
              <p:cNvCxnSpPr/>
              <p:nvPr>
                <p:custDataLst>
                  <p:tags r:id="rId48"/>
                </p:custDataLst>
              </p:nvPr>
            </p:nvCxnSpPr>
            <p:spPr bwMode="auto">
              <a:xfrm flipV="1">
                <a:off x="7087" y="8447"/>
                <a:ext cx="0" cy="113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219" name="直接箭头连接符 218"/>
              <p:cNvCxnSpPr/>
              <p:nvPr>
                <p:custDataLst>
                  <p:tags r:id="rId49"/>
                </p:custDataLst>
              </p:nvPr>
            </p:nvCxnSpPr>
            <p:spPr bwMode="auto">
              <a:xfrm flipV="1">
                <a:off x="7427" y="8447"/>
                <a:ext cx="0" cy="113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220" name="直接箭头连接符 219"/>
              <p:cNvCxnSpPr/>
              <p:nvPr>
                <p:custDataLst>
                  <p:tags r:id="rId50"/>
                </p:custDataLst>
              </p:nvPr>
            </p:nvCxnSpPr>
            <p:spPr bwMode="auto">
              <a:xfrm flipV="1">
                <a:off x="6406" y="6916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21" name="直接箭头连接符 220"/>
              <p:cNvCxnSpPr/>
              <p:nvPr>
                <p:custDataLst>
                  <p:tags r:id="rId51"/>
                </p:custDataLst>
              </p:nvPr>
            </p:nvCxnSpPr>
            <p:spPr bwMode="auto">
              <a:xfrm flipV="1">
                <a:off x="6803" y="6916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22" name="直接箭头连接符 221"/>
              <p:cNvCxnSpPr/>
              <p:nvPr>
                <p:custDataLst>
                  <p:tags r:id="rId52"/>
                </p:custDataLst>
              </p:nvPr>
            </p:nvCxnSpPr>
            <p:spPr bwMode="auto">
              <a:xfrm flipV="1">
                <a:off x="7143" y="6916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23" name="直接箭头连接符 222"/>
              <p:cNvCxnSpPr/>
              <p:nvPr>
                <p:custDataLst>
                  <p:tags r:id="rId53"/>
                </p:custDataLst>
              </p:nvPr>
            </p:nvCxnSpPr>
            <p:spPr bwMode="auto">
              <a:xfrm flipV="1">
                <a:off x="7540" y="6916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24" name="直接箭头连接符 223"/>
              <p:cNvCxnSpPr/>
              <p:nvPr>
                <p:custDataLst>
                  <p:tags r:id="rId54"/>
                </p:custDataLst>
              </p:nvPr>
            </p:nvCxnSpPr>
            <p:spPr bwMode="auto">
              <a:xfrm flipV="1">
                <a:off x="5443" y="7937"/>
                <a:ext cx="17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226" name="椭圆 225"/>
              <p:cNvSpPr/>
              <p:nvPr>
                <p:custDataLst>
                  <p:tags r:id="rId55"/>
                </p:custDataLst>
              </p:nvPr>
            </p:nvSpPr>
            <p:spPr>
              <a:xfrm>
                <a:off x="5613" y="7880"/>
                <a:ext cx="113" cy="113"/>
              </a:xfrm>
              <a:prstGeom prst="ellips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228" name="直接箭头连接符 227"/>
              <p:cNvCxnSpPr/>
              <p:nvPr>
                <p:custDataLst>
                  <p:tags r:id="rId56"/>
                </p:custDataLst>
              </p:nvPr>
            </p:nvCxnSpPr>
            <p:spPr bwMode="auto">
              <a:xfrm flipV="1">
                <a:off x="8221" y="7937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  <a:effectLst/>
            </p:spPr>
          </p:cxnSp>
          <p:cxnSp>
            <p:nvCxnSpPr>
              <p:cNvPr id="229" name="直接箭头连接符 228"/>
              <p:cNvCxnSpPr/>
              <p:nvPr>
                <p:custDataLst>
                  <p:tags r:id="rId57"/>
                </p:custDataLst>
              </p:nvPr>
            </p:nvCxnSpPr>
            <p:spPr bwMode="auto">
              <a:xfrm flipV="1">
                <a:off x="7994" y="6916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30" name="直接箭头连接符 229"/>
              <p:cNvCxnSpPr/>
              <p:nvPr>
                <p:custDataLst>
                  <p:tags r:id="rId58"/>
                </p:custDataLst>
              </p:nvPr>
            </p:nvCxnSpPr>
            <p:spPr bwMode="auto">
              <a:xfrm flipV="1">
                <a:off x="5771" y="7429"/>
                <a:ext cx="306" cy="0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31" name="直接箭头连接符 230"/>
              <p:cNvCxnSpPr/>
              <p:nvPr>
                <p:custDataLst>
                  <p:tags r:id="rId59"/>
                </p:custDataLst>
              </p:nvPr>
            </p:nvCxnSpPr>
            <p:spPr bwMode="auto">
              <a:xfrm flipV="1">
                <a:off x="5771" y="7776"/>
                <a:ext cx="306" cy="0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</p:grpSp>
        <p:grpSp>
          <p:nvGrpSpPr>
            <p:cNvPr id="232" name="组合 231"/>
            <p:cNvGrpSpPr/>
            <p:nvPr/>
          </p:nvGrpSpPr>
          <p:grpSpPr>
            <a:xfrm>
              <a:off x="10715" y="1984"/>
              <a:ext cx="3006" cy="1644"/>
              <a:chOff x="5442" y="6916"/>
              <a:chExt cx="3006" cy="1644"/>
            </a:xfrm>
          </p:grpSpPr>
          <p:sp>
            <p:nvSpPr>
              <p:cNvPr id="233" name="Text Box 36"/>
              <p:cNvSpPr txBox="1">
                <a:spLocks noChangeArrowheads="1"/>
              </p:cNvSpPr>
              <p:nvPr>
                <p:custDataLst>
                  <p:tags r:id="rId18"/>
                </p:custDataLst>
              </p:nvPr>
            </p:nvSpPr>
            <p:spPr bwMode="auto">
              <a:xfrm>
                <a:off x="5726" y="7087"/>
                <a:ext cx="2494" cy="1361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horz" wrap="square" lIns="17780" tIns="0" rIns="0" bIns="0" anchor="t" anchorCtr="0">
                <a:noAutofit/>
              </a:bodyPr>
              <a:lstStyle/>
              <a:p>
                <a:pPr algn="l">
                  <a:lnSpc>
                    <a:spcPct val="90000"/>
                  </a:lnSpc>
                  <a:spcAft>
                    <a:spcPts val="0"/>
                  </a:spcAft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   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</a:t>
                </a:r>
                <a:r>
                  <a:rPr lang="en-US" altLang="zh-CN" sz="1600" b="1" u="none" baseline="-25000" dirty="0">
                    <a:latin typeface="宋体" panose="02010600030101010101" pitchFamily="2" charset="-122"/>
                  </a:rPr>
                  <a:t>A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</a:t>
                </a:r>
                <a:r>
                  <a:rPr lang="en-US" altLang="zh-CN" sz="1600" b="1" u="none" baseline="-25000" dirty="0">
                    <a:latin typeface="宋体" panose="02010600030101010101" pitchFamily="2" charset="-122"/>
                  </a:rPr>
                  <a:t>B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</a:t>
                </a:r>
                <a:r>
                  <a:rPr lang="en-US" altLang="zh-CN" sz="1600" b="1" u="none" baseline="-25000" dirty="0">
                    <a:latin typeface="宋体" panose="02010600030101010101" pitchFamily="2" charset="-122"/>
                  </a:rPr>
                  <a:t>C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</a:t>
                </a:r>
                <a:r>
                  <a:rPr lang="en-US" altLang="zh-CN" sz="1600" b="1" u="none" baseline="-25000" dirty="0">
                    <a:latin typeface="宋体" panose="02010600030101010101" pitchFamily="2" charset="-122"/>
                  </a:rPr>
                  <a:t>D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CO</a:t>
                </a:r>
              </a:p>
              <a:p>
                <a:pPr algn="l">
                  <a:lnSpc>
                    <a:spcPct val="90000"/>
                  </a:lnSpc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LD          </a:t>
                </a:r>
                <a:r>
                  <a:rPr lang="en-US" altLang="zh-CN" sz="1400" b="1" u="none" dirty="0">
                    <a:latin typeface="宋体" panose="02010600030101010101" pitchFamily="2" charset="-122"/>
                  </a:rPr>
                  <a:t>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EP</a:t>
                </a:r>
              </a:p>
              <a:p>
                <a:pPr algn="l">
                  <a:lnSpc>
                    <a:spcPct val="90000"/>
                  </a:lnSpc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CR          </a:t>
                </a:r>
                <a:r>
                  <a:rPr lang="en-US" altLang="zh-CN" sz="1400" b="1" u="none" dirty="0">
                    <a:latin typeface="宋体" panose="02010600030101010101" pitchFamily="2" charset="-122"/>
                  </a:rPr>
                  <a:t>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ET</a:t>
                </a:r>
                <a:endParaRPr lang="en-US" altLang="zh-CN" sz="1600" b="1" dirty="0">
                  <a:latin typeface="宋体" panose="02010600030101010101" pitchFamily="2" charset="-122"/>
                  <a:sym typeface="+mn-ea"/>
                </a:endParaRPr>
              </a:p>
              <a:p>
                <a:pPr algn="l">
                  <a:lnSpc>
                    <a:spcPct val="80000"/>
                  </a:lnSpc>
                  <a:spcAft>
                    <a:spcPts val="0"/>
                  </a:spcAft>
                </a:pPr>
                <a:r>
                  <a:rPr lang="en-US" altLang="zh-CN" sz="1200" b="1" u="none" dirty="0"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u="none" dirty="0">
                    <a:latin typeface="宋体" panose="02010600030101010101" pitchFamily="2" charset="-122"/>
                    <a:sym typeface="+mn-ea"/>
                  </a:rPr>
                  <a:t>CP A B C D</a:t>
                </a:r>
              </a:p>
            </p:txBody>
          </p:sp>
          <p:cxnSp>
            <p:nvCxnSpPr>
              <p:cNvPr id="234" name="直接箭头连接符 233"/>
              <p:cNvCxnSpPr/>
              <p:nvPr>
                <p:custDataLst>
                  <p:tags r:id="rId19"/>
                </p:custDataLst>
              </p:nvPr>
            </p:nvCxnSpPr>
            <p:spPr bwMode="auto">
              <a:xfrm flipV="1">
                <a:off x="5443" y="7597"/>
                <a:ext cx="17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235" name="直接箭头连接符 234"/>
              <p:cNvCxnSpPr/>
              <p:nvPr>
                <p:custDataLst>
                  <p:tags r:id="rId20"/>
                </p:custDataLst>
              </p:nvPr>
            </p:nvCxnSpPr>
            <p:spPr bwMode="auto">
              <a:xfrm flipV="1">
                <a:off x="8221" y="7597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236" name="等腰三角形 235"/>
              <p:cNvSpPr/>
              <p:nvPr>
                <p:custDataLst>
                  <p:tags r:id="rId21"/>
                </p:custDataLst>
              </p:nvPr>
            </p:nvSpPr>
            <p:spPr>
              <a:xfrm>
                <a:off x="5669" y="8220"/>
                <a:ext cx="227" cy="113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1620000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237" name="直接箭头连接符 236"/>
              <p:cNvCxnSpPr/>
              <p:nvPr>
                <p:custDataLst>
                  <p:tags r:id="rId22"/>
                </p:custDataLst>
              </p:nvPr>
            </p:nvCxnSpPr>
            <p:spPr bwMode="auto">
              <a:xfrm flipV="1">
                <a:off x="5442" y="8277"/>
                <a:ext cx="283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238" name="椭圆 237"/>
              <p:cNvSpPr/>
              <p:nvPr>
                <p:custDataLst>
                  <p:tags r:id="rId23"/>
                </p:custDataLst>
              </p:nvPr>
            </p:nvSpPr>
            <p:spPr>
              <a:xfrm>
                <a:off x="5613" y="7540"/>
                <a:ext cx="113" cy="113"/>
              </a:xfrm>
              <a:prstGeom prst="ellips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239" name="直接箭头连接符 238"/>
              <p:cNvCxnSpPr/>
              <p:nvPr>
                <p:custDataLst>
                  <p:tags r:id="rId24"/>
                </p:custDataLst>
              </p:nvPr>
            </p:nvCxnSpPr>
            <p:spPr bwMode="auto">
              <a:xfrm flipV="1">
                <a:off x="6463" y="8447"/>
                <a:ext cx="0" cy="113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sp>
            <p:nvSpPr>
              <p:cNvPr id="240" name="Text Box 191"/>
              <p:cNvSpPr txBox="1">
                <a:spLocks noChangeArrowheads="1"/>
              </p:cNvSpPr>
              <p:nvPr>
                <p:custDataLst>
                  <p:tags r:id="rId25"/>
                </p:custDataLst>
              </p:nvPr>
            </p:nvSpPr>
            <p:spPr bwMode="auto">
              <a:xfrm>
                <a:off x="6463" y="7611"/>
                <a:ext cx="1020" cy="34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74161</a:t>
                </a:r>
              </a:p>
            </p:txBody>
          </p:sp>
          <p:cxnSp>
            <p:nvCxnSpPr>
              <p:cNvPr id="241" name="直接箭头连接符 240"/>
              <p:cNvCxnSpPr/>
              <p:nvPr>
                <p:custDataLst>
                  <p:tags r:id="rId26"/>
                </p:custDataLst>
              </p:nvPr>
            </p:nvCxnSpPr>
            <p:spPr bwMode="auto">
              <a:xfrm flipV="1">
                <a:off x="6747" y="8447"/>
                <a:ext cx="0" cy="113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242" name="直接箭头连接符 241"/>
              <p:cNvCxnSpPr/>
              <p:nvPr>
                <p:custDataLst>
                  <p:tags r:id="rId27"/>
                </p:custDataLst>
              </p:nvPr>
            </p:nvCxnSpPr>
            <p:spPr bwMode="auto">
              <a:xfrm flipV="1">
                <a:off x="7087" y="8447"/>
                <a:ext cx="0" cy="113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243" name="直接箭头连接符 242"/>
              <p:cNvCxnSpPr/>
              <p:nvPr>
                <p:custDataLst>
                  <p:tags r:id="rId28"/>
                </p:custDataLst>
              </p:nvPr>
            </p:nvCxnSpPr>
            <p:spPr bwMode="auto">
              <a:xfrm flipV="1">
                <a:off x="7427" y="8447"/>
                <a:ext cx="0" cy="113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244" name="直接箭头连接符 243"/>
              <p:cNvCxnSpPr/>
              <p:nvPr>
                <p:custDataLst>
                  <p:tags r:id="rId29"/>
                </p:custDataLst>
              </p:nvPr>
            </p:nvCxnSpPr>
            <p:spPr bwMode="auto">
              <a:xfrm flipV="1">
                <a:off x="6406" y="6916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45" name="直接箭头连接符 244"/>
              <p:cNvCxnSpPr/>
              <p:nvPr>
                <p:custDataLst>
                  <p:tags r:id="rId30"/>
                </p:custDataLst>
              </p:nvPr>
            </p:nvCxnSpPr>
            <p:spPr bwMode="auto">
              <a:xfrm flipV="1">
                <a:off x="6803" y="6916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46" name="直接箭头连接符 245"/>
              <p:cNvCxnSpPr/>
              <p:nvPr>
                <p:custDataLst>
                  <p:tags r:id="rId31"/>
                </p:custDataLst>
              </p:nvPr>
            </p:nvCxnSpPr>
            <p:spPr bwMode="auto">
              <a:xfrm flipV="1">
                <a:off x="7143" y="6916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47" name="直接箭头连接符 246"/>
              <p:cNvCxnSpPr/>
              <p:nvPr>
                <p:custDataLst>
                  <p:tags r:id="rId32"/>
                </p:custDataLst>
              </p:nvPr>
            </p:nvCxnSpPr>
            <p:spPr bwMode="auto">
              <a:xfrm flipV="1">
                <a:off x="7540" y="6916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48" name="直接箭头连接符 247"/>
              <p:cNvCxnSpPr/>
              <p:nvPr>
                <p:custDataLst>
                  <p:tags r:id="rId33"/>
                </p:custDataLst>
              </p:nvPr>
            </p:nvCxnSpPr>
            <p:spPr bwMode="auto">
              <a:xfrm flipV="1">
                <a:off x="5442" y="7937"/>
                <a:ext cx="17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249" name="椭圆 248"/>
              <p:cNvSpPr/>
              <p:nvPr>
                <p:custDataLst>
                  <p:tags r:id="rId34"/>
                </p:custDataLst>
              </p:nvPr>
            </p:nvSpPr>
            <p:spPr>
              <a:xfrm>
                <a:off x="5613" y="7880"/>
                <a:ext cx="113" cy="113"/>
              </a:xfrm>
              <a:prstGeom prst="ellips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250" name="直接箭头连接符 249"/>
              <p:cNvCxnSpPr/>
              <p:nvPr>
                <p:custDataLst>
                  <p:tags r:id="rId35"/>
                </p:custDataLst>
              </p:nvPr>
            </p:nvCxnSpPr>
            <p:spPr bwMode="auto">
              <a:xfrm flipV="1">
                <a:off x="8221" y="7937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  <a:effectLst/>
            </p:spPr>
          </p:cxnSp>
          <p:cxnSp>
            <p:nvCxnSpPr>
              <p:cNvPr id="251" name="直接箭头连接符 250"/>
              <p:cNvCxnSpPr/>
              <p:nvPr>
                <p:custDataLst>
                  <p:tags r:id="rId36"/>
                </p:custDataLst>
              </p:nvPr>
            </p:nvCxnSpPr>
            <p:spPr bwMode="auto">
              <a:xfrm flipV="1">
                <a:off x="7994" y="6916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52" name="直接箭头连接符 251"/>
              <p:cNvCxnSpPr/>
              <p:nvPr>
                <p:custDataLst>
                  <p:tags r:id="rId37"/>
                </p:custDataLst>
              </p:nvPr>
            </p:nvCxnSpPr>
            <p:spPr bwMode="auto">
              <a:xfrm flipV="1">
                <a:off x="5771" y="7429"/>
                <a:ext cx="306" cy="0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53" name="直接箭头连接符 252"/>
              <p:cNvCxnSpPr/>
              <p:nvPr>
                <p:custDataLst>
                  <p:tags r:id="rId38"/>
                </p:custDataLst>
              </p:nvPr>
            </p:nvCxnSpPr>
            <p:spPr bwMode="auto">
              <a:xfrm flipV="1">
                <a:off x="5771" y="7776"/>
                <a:ext cx="306" cy="0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</p:grpSp>
        <p:cxnSp>
          <p:nvCxnSpPr>
            <p:cNvPr id="254" name="直接箭头连接符 253"/>
            <p:cNvCxnSpPr/>
            <p:nvPr>
              <p:custDataLst>
                <p:tags r:id="rId17"/>
              </p:custDataLst>
            </p:nvPr>
          </p:nvCxnSpPr>
          <p:spPr bwMode="auto">
            <a:xfrm flipV="1">
              <a:off x="13267" y="1984"/>
              <a:ext cx="68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255" name="组合 254"/>
          <p:cNvGrpSpPr/>
          <p:nvPr/>
        </p:nvGrpSpPr>
        <p:grpSpPr>
          <a:xfrm>
            <a:off x="4536000" y="1268759"/>
            <a:ext cx="4249025" cy="1043504"/>
            <a:chOff x="2664" y="2211"/>
            <a:chExt cx="6691" cy="1643"/>
          </a:xfrm>
        </p:grpSpPr>
        <p:cxnSp>
          <p:nvCxnSpPr>
            <p:cNvPr id="256" name="直接箭头连接符 255"/>
            <p:cNvCxnSpPr/>
            <p:nvPr>
              <p:custDataLst>
                <p:tags r:id="rId5"/>
              </p:custDataLst>
            </p:nvPr>
          </p:nvCxnSpPr>
          <p:spPr bwMode="auto">
            <a:xfrm flipH="1" flipV="1">
              <a:off x="2778" y="2721"/>
              <a:ext cx="1" cy="51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57" name="直接箭头连接符 256"/>
            <p:cNvCxnSpPr/>
            <p:nvPr>
              <p:custDataLst>
                <p:tags r:id="rId6"/>
              </p:custDataLst>
            </p:nvPr>
          </p:nvCxnSpPr>
          <p:spPr bwMode="auto">
            <a:xfrm flipH="1">
              <a:off x="6010" y="3571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58" name="直接箭头连接符 257"/>
            <p:cNvCxnSpPr/>
            <p:nvPr>
              <p:custDataLst>
                <p:tags r:id="rId7"/>
              </p:custDataLst>
            </p:nvPr>
          </p:nvCxnSpPr>
          <p:spPr bwMode="auto">
            <a:xfrm>
              <a:off x="6009" y="2211"/>
              <a:ext cx="0" cy="136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59" name="直接箭头连接符 258"/>
            <p:cNvCxnSpPr/>
            <p:nvPr>
              <p:custDataLst>
                <p:tags r:id="rId8"/>
              </p:custDataLst>
            </p:nvPr>
          </p:nvCxnSpPr>
          <p:spPr bwMode="auto">
            <a:xfrm flipV="1">
              <a:off x="5328" y="2211"/>
              <a:ext cx="68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60" name="Text Box 191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2664" y="2382"/>
              <a:ext cx="22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cxnSp>
          <p:nvCxnSpPr>
            <p:cNvPr id="261" name="直接箭头连接符 260"/>
            <p:cNvCxnSpPr/>
            <p:nvPr>
              <p:custDataLst>
                <p:tags r:id="rId10"/>
              </p:custDataLst>
            </p:nvPr>
          </p:nvCxnSpPr>
          <p:spPr bwMode="auto">
            <a:xfrm flipH="1" flipV="1">
              <a:off x="5781" y="2891"/>
              <a:ext cx="1" cy="56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sp>
          <p:nvSpPr>
            <p:cNvPr id="262" name="Text Box 191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5669" y="3458"/>
              <a:ext cx="22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cxnSp>
          <p:nvCxnSpPr>
            <p:cNvPr id="263" name="直接箭头连接符 262"/>
            <p:cNvCxnSpPr/>
            <p:nvPr>
              <p:custDataLst>
                <p:tags r:id="rId12"/>
              </p:custDataLst>
            </p:nvPr>
          </p:nvCxnSpPr>
          <p:spPr bwMode="auto">
            <a:xfrm flipH="1" flipV="1">
              <a:off x="6236" y="2721"/>
              <a:ext cx="1" cy="51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sp>
          <p:nvSpPr>
            <p:cNvPr id="264" name="Text Box 191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6122" y="2381"/>
              <a:ext cx="22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cxnSp>
          <p:nvCxnSpPr>
            <p:cNvPr id="265" name="直接箭头连接符 264"/>
            <p:cNvCxnSpPr/>
            <p:nvPr>
              <p:custDataLst>
                <p:tags r:id="rId14"/>
              </p:custDataLst>
            </p:nvPr>
          </p:nvCxnSpPr>
          <p:spPr bwMode="auto">
            <a:xfrm flipH="1" flipV="1">
              <a:off x="9241" y="2891"/>
              <a:ext cx="1" cy="56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sp>
          <p:nvSpPr>
            <p:cNvPr id="266" name="Text Box 191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9128" y="3514"/>
              <a:ext cx="22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267" name="AutoShape 62">
            <a:hlinkClick r:id="rId219" action="ppaction://hlinksldjump"/>
            <a:extLst>
              <a:ext uri="{FF2B5EF4-FFF2-40B4-BE49-F238E27FC236}">
                <a16:creationId xmlns:a16="http://schemas.microsoft.com/office/drawing/2014/main" id="{F71BE847-19C7-4E8E-A386-B7467546F6FF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 rot="5400000">
            <a:off x="2988000" y="6534764"/>
            <a:ext cx="287337" cy="269886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  <a:scene3d>
            <a:camera prst="orthographicFront">
              <a:rot lat="0" lon="0" rev="10800000"/>
            </a:camera>
            <a:lightRig rig="threePt" dir="t"/>
          </a:scene3d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20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4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0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29</a:t>
            </a:fld>
            <a:endParaRPr lang="en-US" altLang="zh-CN"/>
          </a:p>
        </p:txBody>
      </p:sp>
      <p:sp>
        <p:nvSpPr>
          <p:cNvPr id="333" name="Text Box 6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070" y="332656"/>
            <a:ext cx="3933825" cy="540333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anchor="t" anchorCtr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※</a:t>
            </a:r>
            <a:r>
              <a:rPr lang="zh-CN" sz="22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本章</a:t>
            </a:r>
            <a:r>
              <a:rPr lang="zh-CN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小结</a:t>
            </a:r>
            <a:endParaRPr lang="zh-CN" altLang="en-US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时序逻辑电路概述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基本结构：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时序逻辑的表示：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时序逻辑的定时：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功能描述方法：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05000"/>
              </a:lnSpc>
              <a:spcBef>
                <a:spcPts val="0"/>
              </a:spcBef>
            </a:pPr>
            <a:endParaRPr lang="en-US" altLang="zh-CN" sz="18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锁存器和触发器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</a:pP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时序电路设计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</a:pPr>
            <a:endParaRPr lang="zh-CN" altLang="en-US" sz="22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基本时序逻辑部件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399" name="Text Box 161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3260" y="6093296"/>
            <a:ext cx="4680828" cy="3238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36195" tIns="17780" rIns="36195" bIns="17780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b="1" dirty="0">
                <a:solidFill>
                  <a:srgbClr val="C00000"/>
                </a:solidFill>
                <a:highlight>
                  <a:srgbClr val="00FF00"/>
                </a:highlight>
                <a:latin typeface="宋体" panose="02010600030101010101" pitchFamily="2" charset="-122"/>
                <a:cs typeface="宋体" panose="02010600030101010101" pitchFamily="2" charset="-122"/>
              </a:rPr>
              <a:t>作业：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P100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起</a:t>
            </a:r>
            <a:r>
              <a:rPr lang="en-US" altLang="zh-CN" sz="20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4</a:t>
            </a:r>
            <a:r>
              <a:rPr lang="zh-CN" altLang="zh-CN" sz="20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0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5</a:t>
            </a:r>
            <a:r>
              <a:rPr lang="zh-CN" altLang="zh-CN" sz="20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0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6</a:t>
            </a:r>
            <a:r>
              <a:rPr lang="zh-CN" altLang="zh-CN" sz="20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0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9</a:t>
            </a:r>
            <a:r>
              <a:rPr lang="zh-CN" altLang="zh-CN" sz="20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0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11</a:t>
            </a:r>
            <a:r>
              <a:rPr lang="zh-CN" altLang="zh-CN" sz="20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0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12</a:t>
            </a: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Text Box 6"/>
          <p:cNvSpPr txBox="1">
            <a:spLocks noChangeArrowheads="1"/>
          </p:cNvSpPr>
          <p:nvPr/>
        </p:nvSpPr>
        <p:spPr bwMode="auto">
          <a:xfrm>
            <a:off x="1040130" y="728896"/>
            <a:ext cx="7995920" cy="542962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71755" anchor="t" anchorCtr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输出依赖于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输入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及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当前状态</a:t>
            </a:r>
            <a:endParaRPr lang="zh-CN" sz="2200" b="1" dirty="0">
              <a:solidFill>
                <a:srgbClr val="0070C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</a:t>
            </a:r>
            <a:r>
              <a:rPr lang="zh-CN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存储模块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＋次态激励模块＋输出模块</a:t>
            </a: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           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有限状态机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模型，用</a:t>
            </a:r>
            <a:r>
              <a:rPr lang="zh-CN" sz="2200" b="1" u="sng" dirty="0">
                <a:latin typeface="宋体" panose="02010600030101010101" pitchFamily="2" charset="-122"/>
                <a:sym typeface="+mn-ea"/>
              </a:rPr>
              <a:t>状态图</a:t>
            </a:r>
            <a:r>
              <a:rPr lang="zh-CN" sz="2200" b="1" dirty="0">
                <a:latin typeface="宋体" panose="02010600030101010101" pitchFamily="2" charset="-122"/>
                <a:sym typeface="+mn-ea"/>
              </a:rPr>
              <a:t>描述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状态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+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有向边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  <a:endParaRPr lang="zh-CN" altLang="en-US" sz="22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方式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有电平触发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边沿触发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功能表、时序图、状态图</a:t>
            </a:r>
            <a:r>
              <a:rPr lang="en-US" altLang="zh-CN" sz="16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(/</a:t>
            </a:r>
            <a:r>
              <a:rPr lang="zh-CN" altLang="en-US" sz="16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状态表</a:t>
            </a:r>
            <a:r>
              <a:rPr lang="en-US" altLang="zh-CN" sz="16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2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、特征方程</a:t>
            </a:r>
            <a:endParaRPr lang="en-US" altLang="zh-CN" sz="2200" b="1" spc="-5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        含输出函数、激励函数、状态函数→</a:t>
            </a:r>
            <a:r>
              <a:rPr lang="zh-CN" altLang="en-US" sz="1800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┘</a:t>
            </a:r>
            <a:endParaRPr lang="en-US" altLang="zh-CN" sz="1800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基本时序逻辑元件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基于双稳态元件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(2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个非门串联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组成，采用电平触发、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边沿触发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SR/D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锁存器、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D/T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触发器的结构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电路图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、功能表示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功能分析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-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状态图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表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-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状态化简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&amp;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编码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-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特征函数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-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电路图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-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分析</a:t>
            </a: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spc="-50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寄存器、</a:t>
            </a:r>
            <a:r>
              <a:rPr lang="zh-CN" altLang="en-US" sz="2200" b="1" spc="-50" dirty="0">
                <a:latin typeface="宋体" panose="02010600030101010101" pitchFamily="2" charset="-122"/>
                <a:sym typeface="+mn-ea"/>
              </a:rPr>
              <a:t>移位寄存器、计数器的</a:t>
            </a:r>
            <a:r>
              <a:rPr lang="zh-CN" altLang="en-US" sz="2200" b="1" spc="-50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功能、组成、功能表、应用</a:t>
            </a:r>
            <a:endParaRPr lang="zh-CN" altLang="en-US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" grpId="0" bldLvl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52b5e824-ef97-4852-b711-217f15a3a636"/>
  <p:tag name="COMMONDATA" val="eyJoZGlkIjoiY2ZiYjY4MjU5YzBkYmJmZjUyNGJiOWY1ZTc3NzM1MG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35db072e-bb1f-472f-a9a4-a773555da2ac}"/>
  <p:tag name="TABLE_ENDDRAG_ORIGIN_RECT" val="182*16"/>
  <p:tag name="TABLE_ENDDRAG_RECT" val="137*388*182*16"/>
  <p:tag name="KSO_WM_BEAUTIFY_FLAG" val="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42c38e39-c5a7-49ee-872f-a3fe681ef1d6}"/>
  <p:tag name="TABLE_ENDDRAG_ORIGIN_RECT" val="182*16"/>
  <p:tag name="TABLE_ENDDRAG_RECT" val="137*388*182*16"/>
  <p:tag name="KSO_WM_BEAUTIFY_FLAG" val="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12d9ae86-a4c2-49b3-9a9d-a8e64fd397a6}"/>
  <p:tag name="TABLE_ENDDRAG_ORIGIN_RECT" val="182*16"/>
  <p:tag name="TABLE_ENDDRAG_RECT" val="137*388*182*16"/>
  <p:tag name="KSO_WM_BEAUTIFY_FLAG" val="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b944a799-bd0b-495d-b21b-f7e6b065f748}"/>
  <p:tag name="TABLE_ENDDRAG_ORIGIN_RECT" val="182*16"/>
  <p:tag name="TABLE_ENDDRAG_RECT" val="137*388*182*16"/>
  <p:tag name="KSO_WM_BEAUTIFY_FLAG" val="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49d45bc0-3aa2-4f56-93ad-ad1dea5da0a8}"/>
  <p:tag name="TABLE_ENDDRAG_ORIGIN_RECT" val="126*81"/>
  <p:tag name="TABLE_ENDDRAG_RECT" val="119*356*126*81"/>
  <p:tag name="KSO_WM_BEAUTIFY_FLAG" val="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2308dff9-b8bc-404c-8b96-02567cc916f9}"/>
  <p:tag name="TABLE_ENDDRAG_ORIGIN_RECT" val="221*96"/>
  <p:tag name="TABLE_ENDDRAG_RECT" val="468*235*221*96"/>
  <p:tag name="KSO_WM_BEAUTIFY_FLAG" val="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fbeedd84-66b2-4555-9ef9-26387ba54391}"/>
  <p:tag name="TABLE_ENDDRAG_ORIGIN_RECT" val="126*81"/>
  <p:tag name="TABLE_ENDDRAG_RECT" val="119*356*126*81"/>
  <p:tag name="KSO_WM_BEAUTIFY_FLAG" val=""/>
</p:tagLst>
</file>

<file path=ppt/tags/tag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4bed2808-f79d-4d11-9040-de005c055679}"/>
  <p:tag name="TABLE_ENDDRAG_ORIGIN_RECT" val="126*81"/>
  <p:tag name="TABLE_ENDDRAG_RECT" val="119*356*126*81"/>
  <p:tag name="KSO_WM_BEAUTIFY_FLAG" val=""/>
</p:tagLst>
</file>

<file path=ppt/tags/tag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35d21325-488e-4bc0-bbc5-e93b5b5a81d2}"/>
  <p:tag name="KSO_WM_BEAUTIFY_FLAG" val=""/>
  <p:tag name="TABLE_ENDDRAG_ORIGIN_RECT" val="206*43"/>
  <p:tag name="TABLE_ENDDRAG_RECT" val="179*447*206*43"/>
</p:tagLst>
</file>

<file path=ppt/tags/tag10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e91b25e8-83ec-4256-85d8-11d4699841a3}"/>
  <p:tag name="TABLE_ENDDRAG_ORIGIN_RECT" val="139*54"/>
  <p:tag name="TABLE_ENDDRAG_RECT" val="543*394*139*54"/>
  <p:tag name="KSO_WM_BEAUTIFY_FLAG" val=""/>
</p:tagLst>
</file>

<file path=ppt/tags/tag1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e91b25e8-83ec-4256-85d8-11d4699841a3}"/>
  <p:tag name="TABLE_ENDDRAG_ORIGIN_RECT" val="139*54"/>
  <p:tag name="TABLE_ENDDRAG_RECT" val="543*394*139*54"/>
  <p:tag name="KSO_WM_BEAUTIFY_FLAG" val=""/>
</p:tagLst>
</file>

<file path=ppt/tags/tag1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7b11a55a-07a3-43d5-9283-7a85a155eac5}"/>
  <p:tag name="TABLE_ENDDRAG_ORIGIN_RECT" val="139*54"/>
  <p:tag name="TABLE_ENDDRAG_RECT" val="543*394*139*54"/>
  <p:tag name="KSO_WM_BEAUTIFY_FLAG" val=""/>
</p:tagLst>
</file>

<file path=ppt/tags/tag1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dada5b0d-fcb4-49e3-ad6e-683586140f35}"/>
  <p:tag name="TABLE_ENDDRAG_ORIGIN_RECT" val="139*54"/>
  <p:tag name="TABLE_ENDDRAG_RECT" val="543*394*139*54"/>
  <p:tag name="KSO_WM_BEAUTIFY_FLAG" val=""/>
</p:tagLst>
</file>

<file path=ppt/tags/tag1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dada5b0d-fcb4-49e3-ad6e-683586140f35}"/>
  <p:tag name="TABLE_ENDDRAG_ORIGIN_RECT" val="139*54"/>
  <p:tag name="TABLE_ENDDRAG_RECT" val="543*394*139*54"/>
  <p:tag name="KSO_WM_BEAUTIFY_FLAG" val=""/>
</p:tagLst>
</file>

<file path=ppt/tags/tag1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dada5b0d-fcb4-49e3-ad6e-683586140f35}"/>
  <p:tag name="TABLE_ENDDRAG_ORIGIN_RECT" val="139*54"/>
  <p:tag name="TABLE_ENDDRAG_RECT" val="543*394*139*54"/>
  <p:tag name="KSO_WM_BEAUTIFY_FLAG" val=""/>
</p:tagLst>
</file>

<file path=ppt/tags/tag1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5977054c-d074-4156-8725-c0b32787fc95}"/>
</p:tagLst>
</file>

<file path=ppt/tags/tag1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4dc2b831-5e29-487b-9242-f689e68d1a7e}"/>
  <p:tag name="TABLE_ENDDRAG_ORIGIN_RECT" val="139*54"/>
  <p:tag name="TABLE_ENDDRAG_RECT" val="543*394*139*54"/>
  <p:tag name="KSO_WM_BEAUTIFY_FLAG" val=""/>
</p:tagLst>
</file>

<file path=ppt/tags/tag1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e91b25e8-83ec-4256-85d8-11d4699841a3}"/>
  <p:tag name="TABLE_ENDDRAG_ORIGIN_RECT" val="139*54"/>
  <p:tag name="TABLE_ENDDRAG_RECT" val="543*394*139*54"/>
  <p:tag name="KSO_WM_BEAUTIFY_FLAG" val=""/>
</p:tagLst>
</file>

<file path=ppt/tags/tag1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e23a1ebc-b9a1-4004-89b7-b41b219184c9}"/>
  <p:tag name="TABLE_ENDDRAG_ORIGIN_RECT" val="128*85"/>
  <p:tag name="TABLE_ENDDRAG_RECT" val="-20*199*128*85"/>
  <p:tag name="KSO_WM_BEAUTIFY_FLAG" val=""/>
</p:tagLst>
</file>

<file path=ppt/tags/tag1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2ba49bf4-033d-416b-8b00-410e040dc1d0}"/>
  <p:tag name="TABLE_ENDDRAG_ORIGIN_RECT" val="128*85"/>
  <p:tag name="TABLE_ENDDRAG_RECT" val="-20*199*128*85"/>
  <p:tag name="KSO_WM_BEAUTIFY_FLAG" val=""/>
</p:tagLst>
</file>

<file path=ppt/tags/tag1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88112b58-9b2b-4992-b67e-2ce8789b74f6}"/>
  <p:tag name="TABLE_ENDDRAG_ORIGIN_RECT" val="128*85"/>
  <p:tag name="TABLE_ENDDRAG_RECT" val="-20*199*128*85"/>
  <p:tag name="KSO_WM_BEAUTIFY_FLAG" val=""/>
</p:tagLst>
</file>

<file path=ppt/tags/tag1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2ba49bf4-033d-416b-8b00-410e040dc1d0}"/>
  <p:tag name="TABLE_ENDDRAG_ORIGIN_RECT" val="128*85"/>
  <p:tag name="TABLE_ENDDRAG_RECT" val="-20*199*128*85"/>
  <p:tag name="KSO_WM_BEAUTIFY_FLAG" val=""/>
</p:tagLst>
</file>

<file path=ppt/tags/tag1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734cc235-473c-45ac-a02c-81d68a2924e5}"/>
  <p:tag name="TABLE_ENDDRAG_ORIGIN_RECT" val="126*81"/>
  <p:tag name="TABLE_ENDDRAG_RECT" val="119*356*126*81"/>
  <p:tag name="KSO_WM_BEAUTIFY_FLAG" val=""/>
</p:tagLst>
</file>

<file path=ppt/tags/tag18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8ad46b40-469f-4d89-a94f-8ed61676ff1c}"/>
  <p:tag name="KSO_WM_BEAUTIFY_FLAG" val=""/>
</p:tagLst>
</file>

<file path=ppt/tags/tag19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ea6ef66d-0166-41d9-8588-774af09011dd}"/>
</p:tagLst>
</file>

<file path=ppt/tags/tag2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9aa3a47a-bf60-42e2-827e-b5569596647f}"/>
  <p:tag name="TABLE_ENDDRAG_ORIGIN_RECT" val="682*107"/>
  <p:tag name="TABLE_ENDDRAG_RECT" val="28*36*682*107"/>
</p:tagLst>
</file>

<file path=ppt/tags/tag3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70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  <a:txDef>
      <a:spPr>
        <a:noFill/>
        <a:ln w="9525">
          <a:noFill/>
          <a:miter lim="800000"/>
        </a:ln>
      </a:spPr>
      <a:bodyPr wrap="square">
        <a:spAutoFit/>
      </a:bodyPr>
      <a:lstStyle>
        <a:defPPr>
          <a:lnSpc>
            <a:spcPct val="125000"/>
          </a:lnSpc>
          <a:spcBef>
            <a:spcPts val="0"/>
          </a:spcBef>
          <a:spcAft>
            <a:spcPts val="0"/>
          </a:spcAft>
          <a:defRPr lang="en-US" altLang="zh-CN" sz="2200" b="1" dirty="0" smtClean="0">
            <a:solidFill>
              <a:srgbClr val="FF3399"/>
            </a:solidFill>
            <a:latin typeface="宋体" panose="02010600030101010101" pitchFamily="2" charset="-122"/>
          </a:defRPr>
        </a:defPPr>
      </a:lstStyle>
    </a:tx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4774</TotalTime>
  <Words>7401</Words>
  <Application>Microsoft Office PowerPoint</Application>
  <PresentationFormat>全屏显示(4:3)</PresentationFormat>
  <Paragraphs>2218</Paragraphs>
  <Slides>29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5" baseType="lpstr">
      <vt:lpstr>MS Gothic</vt:lpstr>
      <vt:lpstr>黑体</vt:lpstr>
      <vt:lpstr>宋体</vt:lpstr>
      <vt:lpstr>Cambria Math</vt:lpstr>
      <vt:lpstr>Times New Roman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任国林</dc:creator>
  <cp:lastModifiedBy>guolin</cp:lastModifiedBy>
  <cp:revision>1738</cp:revision>
  <dcterms:created xsi:type="dcterms:W3CDTF">2002-02-16T03:40:00Z</dcterms:created>
  <dcterms:modified xsi:type="dcterms:W3CDTF">2024-10-11T01:02:29Z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F87F95962CE54E15A3459F2AF9FEFC6A_12</vt:lpwstr>
  </property>
  <property fmtid="{D5CDD505-2E9C-101B-9397-08002B2CF9AE}" pid="3" name="KSOProductBuildVer">
    <vt:lpwstr>2052-12.1.0.15712</vt:lpwstr>
  </property>
</Properties>
</file>