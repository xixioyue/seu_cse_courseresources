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2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3.xml" ContentType="application/vnd.openxmlformats-officedocument.presentationml.notesSlid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notesSlides/notesSlide4.xml" ContentType="application/vnd.openxmlformats-officedocument.presentationml.notesSlide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notesSlides/notesSlide5.xml" ContentType="application/vnd.openxmlformats-officedocument.presentationml.notesSlide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notesSlides/notesSlide6.xml" ContentType="application/vnd.openxmlformats-officedocument.presentationml.notesSlide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230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8" r:id="rId2"/>
    <p:sldId id="521" r:id="rId3"/>
    <p:sldId id="721" r:id="rId4"/>
    <p:sldId id="570" r:id="rId5"/>
    <p:sldId id="735" r:id="rId6"/>
    <p:sldId id="736" r:id="rId7"/>
    <p:sldId id="738" r:id="rId8"/>
    <p:sldId id="739" r:id="rId9"/>
    <p:sldId id="740" r:id="rId10"/>
    <p:sldId id="741" r:id="rId11"/>
    <p:sldId id="752" r:id="rId12"/>
    <p:sldId id="764" r:id="rId13"/>
    <p:sldId id="775" r:id="rId14"/>
    <p:sldId id="781" r:id="rId15"/>
    <p:sldId id="782" r:id="rId16"/>
    <p:sldId id="779" r:id="rId17"/>
    <p:sldId id="783" r:id="rId18"/>
    <p:sldId id="720" r:id="rId19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8" userDrawn="1">
          <p15:clr>
            <a:srgbClr val="A4A3A4"/>
          </p15:clr>
        </p15:guide>
        <p15:guide id="2" pos="2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CCCCFF"/>
    <a:srgbClr val="CCFFFF"/>
    <a:srgbClr val="990099"/>
    <a:srgbClr val="FFCC99"/>
    <a:srgbClr val="FFCCFF"/>
    <a:srgbClr val="99CCFF"/>
    <a:srgbClr val="FF3399"/>
    <a:srgbClr val="CC99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25" autoAdjust="0"/>
    <p:restoredTop sz="95768" autoAdjust="0"/>
  </p:normalViewPr>
  <p:slideViewPr>
    <p:cSldViewPr showGuides="1">
      <p:cViewPr>
        <p:scale>
          <a:sx n="80" d="100"/>
          <a:sy n="80" d="100"/>
        </p:scale>
        <p:origin x="1236" y="288"/>
      </p:cViewPr>
      <p:guideLst>
        <p:guide orient="horz" pos="1988"/>
        <p:guide pos="28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91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91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B9C60E3C-46FB-46DC-BD8E-DECE327E31D9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064FB4F7-8A2D-4878-9281-C3C2BF0373C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学时（全部）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思考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①：用与非门代替与门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思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考②：增设输入信号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EN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，与门改为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输入端，与门入端为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A1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A0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EN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思考：增强信号（门电路的输出基于</a:t>
            </a:r>
            <a:r>
              <a:rPr lang="en-US" altLang="zh-CN" dirty="0"/>
              <a:t>VCC</a:t>
            </a:r>
            <a:r>
              <a:rPr lang="zh-CN" altLang="en-US" dirty="0"/>
              <a:t>）、传输延迟相同</a:t>
            </a:r>
            <a:r>
              <a:rPr lang="en-US" altLang="zh-CN" dirty="0"/>
              <a:t>(</a:t>
            </a:r>
            <a:r>
              <a:rPr lang="zh-CN" altLang="en-US" dirty="0"/>
              <a:t>避免毛刺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思考：</a:t>
            </a:r>
            <a:r>
              <a:rPr lang="en-US" altLang="zh-CN" dirty="0"/>
              <a:t>I7→I0</a:t>
            </a:r>
            <a:r>
              <a:rPr lang="zh-CN" altLang="en-US" dirty="0"/>
              <a:t>改为</a:t>
            </a:r>
            <a:r>
              <a:rPr lang="en-US" altLang="zh-CN" dirty="0"/>
              <a:t>I0→I7</a:t>
            </a:r>
            <a:r>
              <a:rPr lang="zh-CN" altLang="en-US" dirty="0"/>
              <a:t>，改变或门入端连接逻辑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31B15-8AAE-400E-8B54-4B0535C6637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781408-89F6-4C5E-85F1-A62B1622164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38BAFD-D46A-4D98-B56B-A2E4045AF5F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8CD47-3CD7-456E-8447-171C2A0CD20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0AEF4E-52FA-41DE-B29C-0FAB10F79B5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60C4A-9F48-48BC-AC32-C625B5058F9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D4956B0B-AB87-4307-BB1D-829EC9002D4F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6" name="灯片编号占位符 3"/>
          <p:cNvSpPr txBox="1"/>
          <p:nvPr userDrawn="1"/>
        </p:nvSpPr>
        <p:spPr bwMode="auto">
          <a:xfrm>
            <a:off x="2704" y="6453336"/>
            <a:ext cx="1184920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4B0925-ED3B-4093-8760-25E736EA3E4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8EA6A-C686-4D06-B2CF-B75658A6F9C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3F9708-0814-4B5F-8625-E1D4ECA0891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A93B77-EF59-460C-BD4F-964341D8BB3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13225536-7DD7-4159-B7E6-5CC8C732343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28.xml"/><Relationship Id="rId21" Type="http://schemas.openxmlformats.org/officeDocument/2006/relationships/tags" Target="../tags/tag23.xml"/><Relationship Id="rId42" Type="http://schemas.openxmlformats.org/officeDocument/2006/relationships/tags" Target="../tags/tag44.xml"/><Relationship Id="rId47" Type="http://schemas.openxmlformats.org/officeDocument/2006/relationships/tags" Target="../tags/tag49.xml"/><Relationship Id="rId63" Type="http://schemas.openxmlformats.org/officeDocument/2006/relationships/tags" Target="../tags/tag65.xml"/><Relationship Id="rId68" Type="http://schemas.openxmlformats.org/officeDocument/2006/relationships/tags" Target="../tags/tag70.xml"/><Relationship Id="rId84" Type="http://schemas.openxmlformats.org/officeDocument/2006/relationships/tags" Target="../tags/tag86.xml"/><Relationship Id="rId89" Type="http://schemas.openxmlformats.org/officeDocument/2006/relationships/tags" Target="../tags/tag91.xml"/><Relationship Id="rId16" Type="http://schemas.openxmlformats.org/officeDocument/2006/relationships/tags" Target="../tags/tag18.xml"/><Relationship Id="rId11" Type="http://schemas.openxmlformats.org/officeDocument/2006/relationships/tags" Target="../tags/tag13.xml"/><Relationship Id="rId32" Type="http://schemas.openxmlformats.org/officeDocument/2006/relationships/tags" Target="../tags/tag34.xml"/><Relationship Id="rId37" Type="http://schemas.openxmlformats.org/officeDocument/2006/relationships/tags" Target="../tags/tag39.xml"/><Relationship Id="rId53" Type="http://schemas.openxmlformats.org/officeDocument/2006/relationships/tags" Target="../tags/tag55.xml"/><Relationship Id="rId58" Type="http://schemas.openxmlformats.org/officeDocument/2006/relationships/tags" Target="../tags/tag60.xml"/><Relationship Id="rId74" Type="http://schemas.openxmlformats.org/officeDocument/2006/relationships/tags" Target="../tags/tag76.xml"/><Relationship Id="rId79" Type="http://schemas.openxmlformats.org/officeDocument/2006/relationships/tags" Target="../tags/tag81.xml"/><Relationship Id="rId5" Type="http://schemas.openxmlformats.org/officeDocument/2006/relationships/tags" Target="../tags/tag7.xml"/><Relationship Id="rId90" Type="http://schemas.openxmlformats.org/officeDocument/2006/relationships/slideLayout" Target="../slideLayouts/slideLayout7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30" Type="http://schemas.openxmlformats.org/officeDocument/2006/relationships/tags" Target="../tags/tag32.xml"/><Relationship Id="rId35" Type="http://schemas.openxmlformats.org/officeDocument/2006/relationships/tags" Target="../tags/tag37.xml"/><Relationship Id="rId43" Type="http://schemas.openxmlformats.org/officeDocument/2006/relationships/tags" Target="../tags/tag45.xml"/><Relationship Id="rId48" Type="http://schemas.openxmlformats.org/officeDocument/2006/relationships/tags" Target="../tags/tag50.xml"/><Relationship Id="rId56" Type="http://schemas.openxmlformats.org/officeDocument/2006/relationships/tags" Target="../tags/tag58.xml"/><Relationship Id="rId64" Type="http://schemas.openxmlformats.org/officeDocument/2006/relationships/tags" Target="../tags/tag66.xml"/><Relationship Id="rId69" Type="http://schemas.openxmlformats.org/officeDocument/2006/relationships/tags" Target="../tags/tag71.xml"/><Relationship Id="rId77" Type="http://schemas.openxmlformats.org/officeDocument/2006/relationships/tags" Target="../tags/tag79.xml"/><Relationship Id="rId8" Type="http://schemas.openxmlformats.org/officeDocument/2006/relationships/tags" Target="../tags/tag10.xml"/><Relationship Id="rId51" Type="http://schemas.openxmlformats.org/officeDocument/2006/relationships/tags" Target="../tags/tag53.xml"/><Relationship Id="rId72" Type="http://schemas.openxmlformats.org/officeDocument/2006/relationships/tags" Target="../tags/tag74.xml"/><Relationship Id="rId80" Type="http://schemas.openxmlformats.org/officeDocument/2006/relationships/tags" Target="../tags/tag82.xml"/><Relationship Id="rId85" Type="http://schemas.openxmlformats.org/officeDocument/2006/relationships/tags" Target="../tags/tag87.xml"/><Relationship Id="rId3" Type="http://schemas.openxmlformats.org/officeDocument/2006/relationships/tags" Target="../tags/tag5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tags" Target="../tags/tag35.xml"/><Relationship Id="rId38" Type="http://schemas.openxmlformats.org/officeDocument/2006/relationships/tags" Target="../tags/tag40.xml"/><Relationship Id="rId46" Type="http://schemas.openxmlformats.org/officeDocument/2006/relationships/tags" Target="../tags/tag48.xml"/><Relationship Id="rId59" Type="http://schemas.openxmlformats.org/officeDocument/2006/relationships/tags" Target="../tags/tag61.xml"/><Relationship Id="rId67" Type="http://schemas.openxmlformats.org/officeDocument/2006/relationships/tags" Target="../tags/tag69.xml"/><Relationship Id="rId20" Type="http://schemas.openxmlformats.org/officeDocument/2006/relationships/tags" Target="../tags/tag22.xml"/><Relationship Id="rId41" Type="http://schemas.openxmlformats.org/officeDocument/2006/relationships/tags" Target="../tags/tag43.xml"/><Relationship Id="rId54" Type="http://schemas.openxmlformats.org/officeDocument/2006/relationships/tags" Target="../tags/tag56.xml"/><Relationship Id="rId62" Type="http://schemas.openxmlformats.org/officeDocument/2006/relationships/tags" Target="../tags/tag64.xml"/><Relationship Id="rId70" Type="http://schemas.openxmlformats.org/officeDocument/2006/relationships/tags" Target="../tags/tag72.xml"/><Relationship Id="rId75" Type="http://schemas.openxmlformats.org/officeDocument/2006/relationships/tags" Target="../tags/tag77.xml"/><Relationship Id="rId83" Type="http://schemas.openxmlformats.org/officeDocument/2006/relationships/tags" Target="../tags/tag85.xml"/><Relationship Id="rId88" Type="http://schemas.openxmlformats.org/officeDocument/2006/relationships/tags" Target="../tags/tag90.xml"/><Relationship Id="rId91" Type="http://schemas.openxmlformats.org/officeDocument/2006/relationships/notesSlide" Target="../notesSlides/notesSlide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tags" Target="../tags/tag38.xml"/><Relationship Id="rId49" Type="http://schemas.openxmlformats.org/officeDocument/2006/relationships/tags" Target="../tags/tag51.xml"/><Relationship Id="rId57" Type="http://schemas.openxmlformats.org/officeDocument/2006/relationships/tags" Target="../tags/tag59.xml"/><Relationship Id="rId10" Type="http://schemas.openxmlformats.org/officeDocument/2006/relationships/tags" Target="../tags/tag12.xml"/><Relationship Id="rId31" Type="http://schemas.openxmlformats.org/officeDocument/2006/relationships/tags" Target="../tags/tag33.xml"/><Relationship Id="rId44" Type="http://schemas.openxmlformats.org/officeDocument/2006/relationships/tags" Target="../tags/tag46.xml"/><Relationship Id="rId52" Type="http://schemas.openxmlformats.org/officeDocument/2006/relationships/tags" Target="../tags/tag54.xml"/><Relationship Id="rId60" Type="http://schemas.openxmlformats.org/officeDocument/2006/relationships/tags" Target="../tags/tag62.xml"/><Relationship Id="rId65" Type="http://schemas.openxmlformats.org/officeDocument/2006/relationships/tags" Target="../tags/tag67.xml"/><Relationship Id="rId73" Type="http://schemas.openxmlformats.org/officeDocument/2006/relationships/tags" Target="../tags/tag75.xml"/><Relationship Id="rId78" Type="http://schemas.openxmlformats.org/officeDocument/2006/relationships/tags" Target="../tags/tag80.xml"/><Relationship Id="rId81" Type="http://schemas.openxmlformats.org/officeDocument/2006/relationships/tags" Target="../tags/tag83.xml"/><Relationship Id="rId86" Type="http://schemas.openxmlformats.org/officeDocument/2006/relationships/tags" Target="../tags/tag88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9" Type="http://schemas.openxmlformats.org/officeDocument/2006/relationships/tags" Target="../tags/tag41.xml"/><Relationship Id="rId34" Type="http://schemas.openxmlformats.org/officeDocument/2006/relationships/tags" Target="../tags/tag36.xml"/><Relationship Id="rId50" Type="http://schemas.openxmlformats.org/officeDocument/2006/relationships/tags" Target="../tags/tag52.xml"/><Relationship Id="rId55" Type="http://schemas.openxmlformats.org/officeDocument/2006/relationships/tags" Target="../tags/tag57.xml"/><Relationship Id="rId76" Type="http://schemas.openxmlformats.org/officeDocument/2006/relationships/tags" Target="../tags/tag78.xml"/><Relationship Id="rId7" Type="http://schemas.openxmlformats.org/officeDocument/2006/relationships/tags" Target="../tags/tag9.xml"/><Relationship Id="rId71" Type="http://schemas.openxmlformats.org/officeDocument/2006/relationships/tags" Target="../tags/tag73.xml"/><Relationship Id="rId2" Type="http://schemas.openxmlformats.org/officeDocument/2006/relationships/tags" Target="../tags/tag4.xml"/><Relationship Id="rId29" Type="http://schemas.openxmlformats.org/officeDocument/2006/relationships/tags" Target="../tags/tag31.xml"/><Relationship Id="rId24" Type="http://schemas.openxmlformats.org/officeDocument/2006/relationships/tags" Target="../tags/tag26.xml"/><Relationship Id="rId40" Type="http://schemas.openxmlformats.org/officeDocument/2006/relationships/tags" Target="../tags/tag42.xml"/><Relationship Id="rId45" Type="http://schemas.openxmlformats.org/officeDocument/2006/relationships/tags" Target="../tags/tag47.xml"/><Relationship Id="rId66" Type="http://schemas.openxmlformats.org/officeDocument/2006/relationships/tags" Target="../tags/tag68.xml"/><Relationship Id="rId87" Type="http://schemas.openxmlformats.org/officeDocument/2006/relationships/tags" Target="../tags/tag89.xml"/><Relationship Id="rId61" Type="http://schemas.openxmlformats.org/officeDocument/2006/relationships/tags" Target="../tags/tag63.xml"/><Relationship Id="rId82" Type="http://schemas.openxmlformats.org/officeDocument/2006/relationships/tags" Target="../tags/tag84.xml"/><Relationship Id="rId19" Type="http://schemas.openxmlformats.org/officeDocument/2006/relationships/tags" Target="../tags/tag21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117.xml"/><Relationship Id="rId21" Type="http://schemas.openxmlformats.org/officeDocument/2006/relationships/tags" Target="../tags/tag112.xml"/><Relationship Id="rId42" Type="http://schemas.openxmlformats.org/officeDocument/2006/relationships/tags" Target="../tags/tag133.xml"/><Relationship Id="rId47" Type="http://schemas.openxmlformats.org/officeDocument/2006/relationships/tags" Target="../tags/tag138.xml"/><Relationship Id="rId63" Type="http://schemas.openxmlformats.org/officeDocument/2006/relationships/tags" Target="../tags/tag154.xml"/><Relationship Id="rId68" Type="http://schemas.openxmlformats.org/officeDocument/2006/relationships/tags" Target="../tags/tag159.xml"/><Relationship Id="rId84" Type="http://schemas.openxmlformats.org/officeDocument/2006/relationships/tags" Target="../tags/tag175.xml"/><Relationship Id="rId89" Type="http://schemas.openxmlformats.org/officeDocument/2006/relationships/tags" Target="../tags/tag180.xml"/><Relationship Id="rId16" Type="http://schemas.openxmlformats.org/officeDocument/2006/relationships/tags" Target="../tags/tag107.xml"/><Relationship Id="rId11" Type="http://schemas.openxmlformats.org/officeDocument/2006/relationships/tags" Target="../tags/tag102.xml"/><Relationship Id="rId32" Type="http://schemas.openxmlformats.org/officeDocument/2006/relationships/tags" Target="../tags/tag123.xml"/><Relationship Id="rId37" Type="http://schemas.openxmlformats.org/officeDocument/2006/relationships/tags" Target="../tags/tag128.xml"/><Relationship Id="rId53" Type="http://schemas.openxmlformats.org/officeDocument/2006/relationships/tags" Target="../tags/tag144.xml"/><Relationship Id="rId58" Type="http://schemas.openxmlformats.org/officeDocument/2006/relationships/tags" Target="../tags/tag149.xml"/><Relationship Id="rId74" Type="http://schemas.openxmlformats.org/officeDocument/2006/relationships/tags" Target="../tags/tag165.xml"/><Relationship Id="rId79" Type="http://schemas.openxmlformats.org/officeDocument/2006/relationships/tags" Target="../tags/tag170.xml"/><Relationship Id="rId102" Type="http://schemas.openxmlformats.org/officeDocument/2006/relationships/image" Target="../media/image4.png"/><Relationship Id="rId5" Type="http://schemas.openxmlformats.org/officeDocument/2006/relationships/tags" Target="../tags/tag96.xml"/><Relationship Id="rId90" Type="http://schemas.openxmlformats.org/officeDocument/2006/relationships/tags" Target="../tags/tag181.xml"/><Relationship Id="rId95" Type="http://schemas.openxmlformats.org/officeDocument/2006/relationships/tags" Target="../tags/tag186.xml"/><Relationship Id="rId22" Type="http://schemas.openxmlformats.org/officeDocument/2006/relationships/tags" Target="../tags/tag113.xml"/><Relationship Id="rId27" Type="http://schemas.openxmlformats.org/officeDocument/2006/relationships/tags" Target="../tags/tag118.xml"/><Relationship Id="rId43" Type="http://schemas.openxmlformats.org/officeDocument/2006/relationships/tags" Target="../tags/tag134.xml"/><Relationship Id="rId48" Type="http://schemas.openxmlformats.org/officeDocument/2006/relationships/tags" Target="../tags/tag139.xml"/><Relationship Id="rId64" Type="http://schemas.openxmlformats.org/officeDocument/2006/relationships/tags" Target="../tags/tag155.xml"/><Relationship Id="rId69" Type="http://schemas.openxmlformats.org/officeDocument/2006/relationships/tags" Target="../tags/tag160.xml"/><Relationship Id="rId80" Type="http://schemas.openxmlformats.org/officeDocument/2006/relationships/tags" Target="../tags/tag171.xml"/><Relationship Id="rId85" Type="http://schemas.openxmlformats.org/officeDocument/2006/relationships/tags" Target="../tags/tag176.xml"/><Relationship Id="rId12" Type="http://schemas.openxmlformats.org/officeDocument/2006/relationships/tags" Target="../tags/tag103.xml"/><Relationship Id="rId17" Type="http://schemas.openxmlformats.org/officeDocument/2006/relationships/tags" Target="../tags/tag108.xml"/><Relationship Id="rId25" Type="http://schemas.openxmlformats.org/officeDocument/2006/relationships/tags" Target="../tags/tag116.xml"/><Relationship Id="rId33" Type="http://schemas.openxmlformats.org/officeDocument/2006/relationships/tags" Target="../tags/tag124.xml"/><Relationship Id="rId38" Type="http://schemas.openxmlformats.org/officeDocument/2006/relationships/tags" Target="../tags/tag129.xml"/><Relationship Id="rId46" Type="http://schemas.openxmlformats.org/officeDocument/2006/relationships/tags" Target="../tags/tag137.xml"/><Relationship Id="rId59" Type="http://schemas.openxmlformats.org/officeDocument/2006/relationships/tags" Target="../tags/tag150.xml"/><Relationship Id="rId67" Type="http://schemas.openxmlformats.org/officeDocument/2006/relationships/tags" Target="../tags/tag158.xml"/><Relationship Id="rId20" Type="http://schemas.openxmlformats.org/officeDocument/2006/relationships/tags" Target="../tags/tag111.xml"/><Relationship Id="rId41" Type="http://schemas.openxmlformats.org/officeDocument/2006/relationships/tags" Target="../tags/tag132.xml"/><Relationship Id="rId54" Type="http://schemas.openxmlformats.org/officeDocument/2006/relationships/tags" Target="../tags/tag145.xml"/><Relationship Id="rId62" Type="http://schemas.openxmlformats.org/officeDocument/2006/relationships/tags" Target="../tags/tag153.xml"/><Relationship Id="rId70" Type="http://schemas.openxmlformats.org/officeDocument/2006/relationships/tags" Target="../tags/tag161.xml"/><Relationship Id="rId75" Type="http://schemas.openxmlformats.org/officeDocument/2006/relationships/tags" Target="../tags/tag166.xml"/><Relationship Id="rId83" Type="http://schemas.openxmlformats.org/officeDocument/2006/relationships/tags" Target="../tags/tag174.xml"/><Relationship Id="rId88" Type="http://schemas.openxmlformats.org/officeDocument/2006/relationships/tags" Target="../tags/tag179.xml"/><Relationship Id="rId91" Type="http://schemas.openxmlformats.org/officeDocument/2006/relationships/tags" Target="../tags/tag182.xml"/><Relationship Id="rId96" Type="http://schemas.openxmlformats.org/officeDocument/2006/relationships/tags" Target="../tags/tag187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5" Type="http://schemas.openxmlformats.org/officeDocument/2006/relationships/tags" Target="../tags/tag106.xml"/><Relationship Id="rId23" Type="http://schemas.openxmlformats.org/officeDocument/2006/relationships/tags" Target="../tags/tag114.xml"/><Relationship Id="rId28" Type="http://schemas.openxmlformats.org/officeDocument/2006/relationships/tags" Target="../tags/tag119.xml"/><Relationship Id="rId36" Type="http://schemas.openxmlformats.org/officeDocument/2006/relationships/tags" Target="../tags/tag127.xml"/><Relationship Id="rId49" Type="http://schemas.openxmlformats.org/officeDocument/2006/relationships/tags" Target="../tags/tag140.xml"/><Relationship Id="rId57" Type="http://schemas.openxmlformats.org/officeDocument/2006/relationships/tags" Target="../tags/tag148.xml"/><Relationship Id="rId10" Type="http://schemas.openxmlformats.org/officeDocument/2006/relationships/tags" Target="../tags/tag101.xml"/><Relationship Id="rId31" Type="http://schemas.openxmlformats.org/officeDocument/2006/relationships/tags" Target="../tags/tag122.xml"/><Relationship Id="rId44" Type="http://schemas.openxmlformats.org/officeDocument/2006/relationships/tags" Target="../tags/tag135.xml"/><Relationship Id="rId52" Type="http://schemas.openxmlformats.org/officeDocument/2006/relationships/tags" Target="../tags/tag143.xml"/><Relationship Id="rId60" Type="http://schemas.openxmlformats.org/officeDocument/2006/relationships/tags" Target="../tags/tag151.xml"/><Relationship Id="rId65" Type="http://schemas.openxmlformats.org/officeDocument/2006/relationships/tags" Target="../tags/tag156.xml"/><Relationship Id="rId73" Type="http://schemas.openxmlformats.org/officeDocument/2006/relationships/tags" Target="../tags/tag164.xml"/><Relationship Id="rId78" Type="http://schemas.openxmlformats.org/officeDocument/2006/relationships/tags" Target="../tags/tag169.xml"/><Relationship Id="rId81" Type="http://schemas.openxmlformats.org/officeDocument/2006/relationships/tags" Target="../tags/tag172.xml"/><Relationship Id="rId86" Type="http://schemas.openxmlformats.org/officeDocument/2006/relationships/tags" Target="../tags/tag177.xml"/><Relationship Id="rId94" Type="http://schemas.openxmlformats.org/officeDocument/2006/relationships/tags" Target="../tags/tag185.xml"/><Relationship Id="rId99" Type="http://schemas.openxmlformats.org/officeDocument/2006/relationships/notesSlide" Target="../notesSlides/notesSlide3.xml"/><Relationship Id="rId101" Type="http://schemas.openxmlformats.org/officeDocument/2006/relationships/image" Target="../media/image3.png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3" Type="http://schemas.openxmlformats.org/officeDocument/2006/relationships/tags" Target="../tags/tag104.xml"/><Relationship Id="rId18" Type="http://schemas.openxmlformats.org/officeDocument/2006/relationships/tags" Target="../tags/tag109.xml"/><Relationship Id="rId39" Type="http://schemas.openxmlformats.org/officeDocument/2006/relationships/tags" Target="../tags/tag130.xml"/><Relationship Id="rId34" Type="http://schemas.openxmlformats.org/officeDocument/2006/relationships/tags" Target="../tags/tag125.xml"/><Relationship Id="rId50" Type="http://schemas.openxmlformats.org/officeDocument/2006/relationships/tags" Target="../tags/tag141.xml"/><Relationship Id="rId55" Type="http://schemas.openxmlformats.org/officeDocument/2006/relationships/tags" Target="../tags/tag146.xml"/><Relationship Id="rId76" Type="http://schemas.openxmlformats.org/officeDocument/2006/relationships/tags" Target="../tags/tag167.xml"/><Relationship Id="rId97" Type="http://schemas.openxmlformats.org/officeDocument/2006/relationships/tags" Target="../tags/tag188.xml"/><Relationship Id="rId7" Type="http://schemas.openxmlformats.org/officeDocument/2006/relationships/tags" Target="../tags/tag98.xml"/><Relationship Id="rId71" Type="http://schemas.openxmlformats.org/officeDocument/2006/relationships/tags" Target="../tags/tag162.xml"/><Relationship Id="rId92" Type="http://schemas.openxmlformats.org/officeDocument/2006/relationships/tags" Target="../tags/tag183.xml"/><Relationship Id="rId2" Type="http://schemas.openxmlformats.org/officeDocument/2006/relationships/tags" Target="../tags/tag93.xml"/><Relationship Id="rId29" Type="http://schemas.openxmlformats.org/officeDocument/2006/relationships/tags" Target="../tags/tag120.xml"/><Relationship Id="rId24" Type="http://schemas.openxmlformats.org/officeDocument/2006/relationships/tags" Target="../tags/tag115.xml"/><Relationship Id="rId40" Type="http://schemas.openxmlformats.org/officeDocument/2006/relationships/tags" Target="../tags/tag131.xml"/><Relationship Id="rId45" Type="http://schemas.openxmlformats.org/officeDocument/2006/relationships/tags" Target="../tags/tag136.xml"/><Relationship Id="rId66" Type="http://schemas.openxmlformats.org/officeDocument/2006/relationships/tags" Target="../tags/tag157.xml"/><Relationship Id="rId87" Type="http://schemas.openxmlformats.org/officeDocument/2006/relationships/tags" Target="../tags/tag178.xml"/><Relationship Id="rId61" Type="http://schemas.openxmlformats.org/officeDocument/2006/relationships/tags" Target="../tags/tag152.xml"/><Relationship Id="rId82" Type="http://schemas.openxmlformats.org/officeDocument/2006/relationships/tags" Target="../tags/tag173.xml"/><Relationship Id="rId19" Type="http://schemas.openxmlformats.org/officeDocument/2006/relationships/tags" Target="../tags/tag110.xml"/><Relationship Id="rId14" Type="http://schemas.openxmlformats.org/officeDocument/2006/relationships/tags" Target="../tags/tag105.xml"/><Relationship Id="rId30" Type="http://schemas.openxmlformats.org/officeDocument/2006/relationships/tags" Target="../tags/tag121.xml"/><Relationship Id="rId35" Type="http://schemas.openxmlformats.org/officeDocument/2006/relationships/tags" Target="../tags/tag126.xml"/><Relationship Id="rId56" Type="http://schemas.openxmlformats.org/officeDocument/2006/relationships/tags" Target="../tags/tag147.xml"/><Relationship Id="rId77" Type="http://schemas.openxmlformats.org/officeDocument/2006/relationships/tags" Target="../tags/tag168.xml"/><Relationship Id="rId100" Type="http://schemas.openxmlformats.org/officeDocument/2006/relationships/image" Target="../media/image2.png"/><Relationship Id="rId8" Type="http://schemas.openxmlformats.org/officeDocument/2006/relationships/tags" Target="../tags/tag99.xml"/><Relationship Id="rId51" Type="http://schemas.openxmlformats.org/officeDocument/2006/relationships/tags" Target="../tags/tag142.xml"/><Relationship Id="rId72" Type="http://schemas.openxmlformats.org/officeDocument/2006/relationships/tags" Target="../tags/tag163.xml"/><Relationship Id="rId93" Type="http://schemas.openxmlformats.org/officeDocument/2006/relationships/tags" Target="../tags/tag184.xml"/><Relationship Id="rId98" Type="http://schemas.openxmlformats.org/officeDocument/2006/relationships/slideLayout" Target="../slideLayouts/slideLayout7.xml"/><Relationship Id="rId3" Type="http://schemas.openxmlformats.org/officeDocument/2006/relationships/tags" Target="../tags/tag94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01.xml"/><Relationship Id="rId18" Type="http://schemas.openxmlformats.org/officeDocument/2006/relationships/tags" Target="../tags/tag206.xml"/><Relationship Id="rId26" Type="http://schemas.openxmlformats.org/officeDocument/2006/relationships/tags" Target="../tags/tag214.xml"/><Relationship Id="rId39" Type="http://schemas.openxmlformats.org/officeDocument/2006/relationships/tags" Target="../tags/tag227.xml"/><Relationship Id="rId21" Type="http://schemas.openxmlformats.org/officeDocument/2006/relationships/tags" Target="../tags/tag209.xml"/><Relationship Id="rId34" Type="http://schemas.openxmlformats.org/officeDocument/2006/relationships/tags" Target="../tags/tag222.xml"/><Relationship Id="rId42" Type="http://schemas.openxmlformats.org/officeDocument/2006/relationships/tags" Target="../tags/tag230.xml"/><Relationship Id="rId47" Type="http://schemas.openxmlformats.org/officeDocument/2006/relationships/image" Target="../media/image6.png"/><Relationship Id="rId50" Type="http://schemas.openxmlformats.org/officeDocument/2006/relationships/image" Target="../media/image7.png"/><Relationship Id="rId7" Type="http://schemas.openxmlformats.org/officeDocument/2006/relationships/tags" Target="../tags/tag195.xml"/><Relationship Id="rId2" Type="http://schemas.openxmlformats.org/officeDocument/2006/relationships/tags" Target="../tags/tag190.xml"/><Relationship Id="rId16" Type="http://schemas.openxmlformats.org/officeDocument/2006/relationships/tags" Target="../tags/tag204.xml"/><Relationship Id="rId29" Type="http://schemas.openxmlformats.org/officeDocument/2006/relationships/tags" Target="../tags/tag217.xml"/><Relationship Id="rId11" Type="http://schemas.openxmlformats.org/officeDocument/2006/relationships/tags" Target="../tags/tag199.xml"/><Relationship Id="rId24" Type="http://schemas.openxmlformats.org/officeDocument/2006/relationships/tags" Target="../tags/tag212.xml"/><Relationship Id="rId32" Type="http://schemas.openxmlformats.org/officeDocument/2006/relationships/tags" Target="../tags/tag220.xml"/><Relationship Id="rId37" Type="http://schemas.openxmlformats.org/officeDocument/2006/relationships/tags" Target="../tags/tag225.xml"/><Relationship Id="rId40" Type="http://schemas.openxmlformats.org/officeDocument/2006/relationships/tags" Target="../tags/tag228.xml"/><Relationship Id="rId45" Type="http://schemas.openxmlformats.org/officeDocument/2006/relationships/image" Target="../media/image5.png"/><Relationship Id="rId5" Type="http://schemas.openxmlformats.org/officeDocument/2006/relationships/tags" Target="../tags/tag193.xml"/><Relationship Id="rId15" Type="http://schemas.openxmlformats.org/officeDocument/2006/relationships/tags" Target="../tags/tag203.xml"/><Relationship Id="rId23" Type="http://schemas.openxmlformats.org/officeDocument/2006/relationships/tags" Target="../tags/tag211.xml"/><Relationship Id="rId28" Type="http://schemas.openxmlformats.org/officeDocument/2006/relationships/tags" Target="../tags/tag216.xml"/><Relationship Id="rId36" Type="http://schemas.openxmlformats.org/officeDocument/2006/relationships/tags" Target="../tags/tag224.xml"/><Relationship Id="rId49" Type="http://schemas.openxmlformats.org/officeDocument/2006/relationships/tags" Target="../tags/tag2300.xml"/><Relationship Id="rId10" Type="http://schemas.openxmlformats.org/officeDocument/2006/relationships/tags" Target="../tags/tag198.xml"/><Relationship Id="rId19" Type="http://schemas.openxmlformats.org/officeDocument/2006/relationships/tags" Target="../tags/tag207.xml"/><Relationship Id="rId31" Type="http://schemas.openxmlformats.org/officeDocument/2006/relationships/tags" Target="../tags/tag219.xml"/><Relationship Id="rId44" Type="http://schemas.openxmlformats.org/officeDocument/2006/relationships/tags" Target="../tags/tag193.xml"/><Relationship Id="rId52" Type="http://schemas.openxmlformats.org/officeDocument/2006/relationships/image" Target="../media/image8.png"/><Relationship Id="rId4" Type="http://schemas.openxmlformats.org/officeDocument/2006/relationships/tags" Target="../tags/tag192.xml"/><Relationship Id="rId9" Type="http://schemas.openxmlformats.org/officeDocument/2006/relationships/tags" Target="../tags/tag197.xml"/><Relationship Id="rId14" Type="http://schemas.openxmlformats.org/officeDocument/2006/relationships/tags" Target="../tags/tag202.xml"/><Relationship Id="rId22" Type="http://schemas.openxmlformats.org/officeDocument/2006/relationships/tags" Target="../tags/tag210.xml"/><Relationship Id="rId27" Type="http://schemas.openxmlformats.org/officeDocument/2006/relationships/tags" Target="../tags/tag215.xml"/><Relationship Id="rId30" Type="http://schemas.openxmlformats.org/officeDocument/2006/relationships/tags" Target="../tags/tag218.xml"/><Relationship Id="rId35" Type="http://schemas.openxmlformats.org/officeDocument/2006/relationships/tags" Target="../tags/tag223.xml"/><Relationship Id="rId43" Type="http://schemas.openxmlformats.org/officeDocument/2006/relationships/slideLayout" Target="../slideLayouts/slideLayout7.xml"/><Relationship Id="rId8" Type="http://schemas.openxmlformats.org/officeDocument/2006/relationships/tags" Target="../tags/tag196.xml"/><Relationship Id="rId51" Type="http://schemas.openxmlformats.org/officeDocument/2006/relationships/tags" Target="../tags/tag196.xml"/><Relationship Id="rId3" Type="http://schemas.openxmlformats.org/officeDocument/2006/relationships/tags" Target="../tags/tag191.xml"/><Relationship Id="rId12" Type="http://schemas.openxmlformats.org/officeDocument/2006/relationships/tags" Target="../tags/tag200.xml"/><Relationship Id="rId17" Type="http://schemas.openxmlformats.org/officeDocument/2006/relationships/tags" Target="../tags/tag205.xml"/><Relationship Id="rId25" Type="http://schemas.openxmlformats.org/officeDocument/2006/relationships/tags" Target="../tags/tag213.xml"/><Relationship Id="rId33" Type="http://schemas.openxmlformats.org/officeDocument/2006/relationships/tags" Target="../tags/tag221.xml"/><Relationship Id="rId38" Type="http://schemas.openxmlformats.org/officeDocument/2006/relationships/tags" Target="../tags/tag226.xml"/><Relationship Id="rId46" Type="http://schemas.openxmlformats.org/officeDocument/2006/relationships/tags" Target="../tags/tag195.xml"/><Relationship Id="rId20" Type="http://schemas.openxmlformats.org/officeDocument/2006/relationships/tags" Target="../tags/tag208.xml"/><Relationship Id="rId41" Type="http://schemas.openxmlformats.org/officeDocument/2006/relationships/tags" Target="../tags/tag229.xml"/><Relationship Id="rId1" Type="http://schemas.openxmlformats.org/officeDocument/2006/relationships/tags" Target="../tags/tag189.xml"/><Relationship Id="rId6" Type="http://schemas.openxmlformats.org/officeDocument/2006/relationships/tags" Target="../tags/tag194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256.xml"/><Relationship Id="rId21" Type="http://schemas.openxmlformats.org/officeDocument/2006/relationships/tags" Target="../tags/tag251.xml"/><Relationship Id="rId42" Type="http://schemas.openxmlformats.org/officeDocument/2006/relationships/tags" Target="../tags/tag272.xml"/><Relationship Id="rId47" Type="http://schemas.openxmlformats.org/officeDocument/2006/relationships/tags" Target="../tags/tag277.xml"/><Relationship Id="rId63" Type="http://schemas.openxmlformats.org/officeDocument/2006/relationships/tags" Target="../tags/tag293.xml"/><Relationship Id="rId68" Type="http://schemas.openxmlformats.org/officeDocument/2006/relationships/tags" Target="../tags/tag298.xml"/><Relationship Id="rId84" Type="http://schemas.openxmlformats.org/officeDocument/2006/relationships/tags" Target="../tags/tag314.xml"/><Relationship Id="rId89" Type="http://schemas.openxmlformats.org/officeDocument/2006/relationships/tags" Target="../tags/tag319.xml"/><Relationship Id="rId16" Type="http://schemas.openxmlformats.org/officeDocument/2006/relationships/tags" Target="../tags/tag246.xml"/><Relationship Id="rId11" Type="http://schemas.openxmlformats.org/officeDocument/2006/relationships/tags" Target="../tags/tag241.xml"/><Relationship Id="rId32" Type="http://schemas.openxmlformats.org/officeDocument/2006/relationships/tags" Target="../tags/tag262.xml"/><Relationship Id="rId37" Type="http://schemas.openxmlformats.org/officeDocument/2006/relationships/tags" Target="../tags/tag267.xml"/><Relationship Id="rId53" Type="http://schemas.openxmlformats.org/officeDocument/2006/relationships/tags" Target="../tags/tag283.xml"/><Relationship Id="rId58" Type="http://schemas.openxmlformats.org/officeDocument/2006/relationships/tags" Target="../tags/tag288.xml"/><Relationship Id="rId74" Type="http://schemas.openxmlformats.org/officeDocument/2006/relationships/tags" Target="../tags/tag304.xml"/><Relationship Id="rId79" Type="http://schemas.openxmlformats.org/officeDocument/2006/relationships/tags" Target="../tags/tag309.xml"/><Relationship Id="rId102" Type="http://schemas.openxmlformats.org/officeDocument/2006/relationships/image" Target="../media/image11.png"/><Relationship Id="rId5" Type="http://schemas.openxmlformats.org/officeDocument/2006/relationships/tags" Target="../tags/tag235.xml"/><Relationship Id="rId90" Type="http://schemas.openxmlformats.org/officeDocument/2006/relationships/tags" Target="../tags/tag320.xml"/><Relationship Id="rId95" Type="http://schemas.openxmlformats.org/officeDocument/2006/relationships/tags" Target="../tags/tag325.xml"/><Relationship Id="rId22" Type="http://schemas.openxmlformats.org/officeDocument/2006/relationships/tags" Target="../tags/tag252.xml"/><Relationship Id="rId27" Type="http://schemas.openxmlformats.org/officeDocument/2006/relationships/tags" Target="../tags/tag257.xml"/><Relationship Id="rId43" Type="http://schemas.openxmlformats.org/officeDocument/2006/relationships/tags" Target="../tags/tag273.xml"/><Relationship Id="rId48" Type="http://schemas.openxmlformats.org/officeDocument/2006/relationships/tags" Target="../tags/tag278.xml"/><Relationship Id="rId64" Type="http://schemas.openxmlformats.org/officeDocument/2006/relationships/tags" Target="../tags/tag294.xml"/><Relationship Id="rId69" Type="http://schemas.openxmlformats.org/officeDocument/2006/relationships/tags" Target="../tags/tag299.xml"/><Relationship Id="rId80" Type="http://schemas.openxmlformats.org/officeDocument/2006/relationships/tags" Target="../tags/tag310.xml"/><Relationship Id="rId85" Type="http://schemas.openxmlformats.org/officeDocument/2006/relationships/tags" Target="../tags/tag315.xml"/><Relationship Id="rId12" Type="http://schemas.openxmlformats.org/officeDocument/2006/relationships/tags" Target="../tags/tag242.xml"/><Relationship Id="rId17" Type="http://schemas.openxmlformats.org/officeDocument/2006/relationships/tags" Target="../tags/tag247.xml"/><Relationship Id="rId25" Type="http://schemas.openxmlformats.org/officeDocument/2006/relationships/tags" Target="../tags/tag255.xml"/><Relationship Id="rId33" Type="http://schemas.openxmlformats.org/officeDocument/2006/relationships/tags" Target="../tags/tag263.xml"/><Relationship Id="rId38" Type="http://schemas.openxmlformats.org/officeDocument/2006/relationships/tags" Target="../tags/tag268.xml"/><Relationship Id="rId46" Type="http://schemas.openxmlformats.org/officeDocument/2006/relationships/tags" Target="../tags/tag276.xml"/><Relationship Id="rId59" Type="http://schemas.openxmlformats.org/officeDocument/2006/relationships/tags" Target="../tags/tag289.xml"/><Relationship Id="rId67" Type="http://schemas.openxmlformats.org/officeDocument/2006/relationships/tags" Target="../tags/tag297.xml"/><Relationship Id="rId20" Type="http://schemas.openxmlformats.org/officeDocument/2006/relationships/tags" Target="../tags/tag250.xml"/><Relationship Id="rId41" Type="http://schemas.openxmlformats.org/officeDocument/2006/relationships/tags" Target="../tags/tag271.xml"/><Relationship Id="rId54" Type="http://schemas.openxmlformats.org/officeDocument/2006/relationships/tags" Target="../tags/tag284.xml"/><Relationship Id="rId62" Type="http://schemas.openxmlformats.org/officeDocument/2006/relationships/tags" Target="../tags/tag292.xml"/><Relationship Id="rId70" Type="http://schemas.openxmlformats.org/officeDocument/2006/relationships/tags" Target="../tags/tag300.xml"/><Relationship Id="rId75" Type="http://schemas.openxmlformats.org/officeDocument/2006/relationships/tags" Target="../tags/tag305.xml"/><Relationship Id="rId83" Type="http://schemas.openxmlformats.org/officeDocument/2006/relationships/tags" Target="../tags/tag313.xml"/><Relationship Id="rId88" Type="http://schemas.openxmlformats.org/officeDocument/2006/relationships/tags" Target="../tags/tag318.xml"/><Relationship Id="rId91" Type="http://schemas.openxmlformats.org/officeDocument/2006/relationships/tags" Target="../tags/tag321.xml"/><Relationship Id="rId96" Type="http://schemas.openxmlformats.org/officeDocument/2006/relationships/slideLayout" Target="../slideLayouts/slideLayout7.xml"/><Relationship Id="rId1" Type="http://schemas.openxmlformats.org/officeDocument/2006/relationships/tags" Target="../tags/tag231.xml"/><Relationship Id="rId6" Type="http://schemas.openxmlformats.org/officeDocument/2006/relationships/tags" Target="../tags/tag236.xml"/><Relationship Id="rId15" Type="http://schemas.openxmlformats.org/officeDocument/2006/relationships/tags" Target="../tags/tag245.xml"/><Relationship Id="rId23" Type="http://schemas.openxmlformats.org/officeDocument/2006/relationships/tags" Target="../tags/tag253.xml"/><Relationship Id="rId28" Type="http://schemas.openxmlformats.org/officeDocument/2006/relationships/tags" Target="../tags/tag258.xml"/><Relationship Id="rId36" Type="http://schemas.openxmlformats.org/officeDocument/2006/relationships/tags" Target="../tags/tag266.xml"/><Relationship Id="rId49" Type="http://schemas.openxmlformats.org/officeDocument/2006/relationships/tags" Target="../tags/tag279.xml"/><Relationship Id="rId57" Type="http://schemas.openxmlformats.org/officeDocument/2006/relationships/tags" Target="../tags/tag287.xml"/><Relationship Id="rId10" Type="http://schemas.openxmlformats.org/officeDocument/2006/relationships/tags" Target="../tags/tag240.xml"/><Relationship Id="rId31" Type="http://schemas.openxmlformats.org/officeDocument/2006/relationships/tags" Target="../tags/tag261.xml"/><Relationship Id="rId44" Type="http://schemas.openxmlformats.org/officeDocument/2006/relationships/tags" Target="../tags/tag274.xml"/><Relationship Id="rId52" Type="http://schemas.openxmlformats.org/officeDocument/2006/relationships/tags" Target="../tags/tag282.xml"/><Relationship Id="rId60" Type="http://schemas.openxmlformats.org/officeDocument/2006/relationships/tags" Target="../tags/tag290.xml"/><Relationship Id="rId65" Type="http://schemas.openxmlformats.org/officeDocument/2006/relationships/tags" Target="../tags/tag295.xml"/><Relationship Id="rId73" Type="http://schemas.openxmlformats.org/officeDocument/2006/relationships/tags" Target="../tags/tag303.xml"/><Relationship Id="rId78" Type="http://schemas.openxmlformats.org/officeDocument/2006/relationships/tags" Target="../tags/tag308.xml"/><Relationship Id="rId81" Type="http://schemas.openxmlformats.org/officeDocument/2006/relationships/tags" Target="../tags/tag311.xml"/><Relationship Id="rId86" Type="http://schemas.openxmlformats.org/officeDocument/2006/relationships/tags" Target="../tags/tag316.xml"/><Relationship Id="rId94" Type="http://schemas.openxmlformats.org/officeDocument/2006/relationships/tags" Target="../tags/tag324.xml"/><Relationship Id="rId99" Type="http://schemas.openxmlformats.org/officeDocument/2006/relationships/tags" Target="../tags/tag237.xml"/><Relationship Id="rId101" Type="http://schemas.openxmlformats.org/officeDocument/2006/relationships/tags" Target="../tags/tag238.xml"/><Relationship Id="rId4" Type="http://schemas.openxmlformats.org/officeDocument/2006/relationships/tags" Target="../tags/tag234.xml"/><Relationship Id="rId9" Type="http://schemas.openxmlformats.org/officeDocument/2006/relationships/tags" Target="../tags/tag239.xml"/><Relationship Id="rId13" Type="http://schemas.openxmlformats.org/officeDocument/2006/relationships/tags" Target="../tags/tag243.xml"/><Relationship Id="rId18" Type="http://schemas.openxmlformats.org/officeDocument/2006/relationships/tags" Target="../tags/tag248.xml"/><Relationship Id="rId39" Type="http://schemas.openxmlformats.org/officeDocument/2006/relationships/tags" Target="../tags/tag269.xml"/><Relationship Id="rId34" Type="http://schemas.openxmlformats.org/officeDocument/2006/relationships/tags" Target="../tags/tag264.xml"/><Relationship Id="rId50" Type="http://schemas.openxmlformats.org/officeDocument/2006/relationships/tags" Target="../tags/tag280.xml"/><Relationship Id="rId55" Type="http://schemas.openxmlformats.org/officeDocument/2006/relationships/tags" Target="../tags/tag285.xml"/><Relationship Id="rId76" Type="http://schemas.openxmlformats.org/officeDocument/2006/relationships/tags" Target="../tags/tag306.xml"/><Relationship Id="rId97" Type="http://schemas.openxmlformats.org/officeDocument/2006/relationships/tags" Target="../tags/tag233.xml"/><Relationship Id="rId7" Type="http://schemas.openxmlformats.org/officeDocument/2006/relationships/tags" Target="../tags/tag237.xml"/><Relationship Id="rId71" Type="http://schemas.openxmlformats.org/officeDocument/2006/relationships/tags" Target="../tags/tag301.xml"/><Relationship Id="rId92" Type="http://schemas.openxmlformats.org/officeDocument/2006/relationships/tags" Target="../tags/tag322.xml"/><Relationship Id="rId2" Type="http://schemas.openxmlformats.org/officeDocument/2006/relationships/tags" Target="../tags/tag232.xml"/><Relationship Id="rId29" Type="http://schemas.openxmlformats.org/officeDocument/2006/relationships/tags" Target="../tags/tag259.xml"/><Relationship Id="rId24" Type="http://schemas.openxmlformats.org/officeDocument/2006/relationships/tags" Target="../tags/tag254.xml"/><Relationship Id="rId40" Type="http://schemas.openxmlformats.org/officeDocument/2006/relationships/tags" Target="../tags/tag270.xml"/><Relationship Id="rId45" Type="http://schemas.openxmlformats.org/officeDocument/2006/relationships/tags" Target="../tags/tag275.xml"/><Relationship Id="rId66" Type="http://schemas.openxmlformats.org/officeDocument/2006/relationships/tags" Target="../tags/tag296.xml"/><Relationship Id="rId87" Type="http://schemas.openxmlformats.org/officeDocument/2006/relationships/tags" Target="../tags/tag317.xml"/><Relationship Id="rId61" Type="http://schemas.openxmlformats.org/officeDocument/2006/relationships/tags" Target="../tags/tag291.xml"/><Relationship Id="rId82" Type="http://schemas.openxmlformats.org/officeDocument/2006/relationships/tags" Target="../tags/tag312.xml"/><Relationship Id="rId19" Type="http://schemas.openxmlformats.org/officeDocument/2006/relationships/tags" Target="../tags/tag249.xml"/><Relationship Id="rId14" Type="http://schemas.openxmlformats.org/officeDocument/2006/relationships/tags" Target="../tags/tag244.xml"/><Relationship Id="rId30" Type="http://schemas.openxmlformats.org/officeDocument/2006/relationships/tags" Target="../tags/tag260.xml"/><Relationship Id="rId35" Type="http://schemas.openxmlformats.org/officeDocument/2006/relationships/tags" Target="../tags/tag265.xml"/><Relationship Id="rId56" Type="http://schemas.openxmlformats.org/officeDocument/2006/relationships/tags" Target="../tags/tag286.xml"/><Relationship Id="rId77" Type="http://schemas.openxmlformats.org/officeDocument/2006/relationships/tags" Target="../tags/tag307.xml"/><Relationship Id="rId100" Type="http://schemas.openxmlformats.org/officeDocument/2006/relationships/image" Target="../media/image10.png"/><Relationship Id="rId8" Type="http://schemas.openxmlformats.org/officeDocument/2006/relationships/tags" Target="../tags/tag238.xml"/><Relationship Id="rId51" Type="http://schemas.openxmlformats.org/officeDocument/2006/relationships/tags" Target="../tags/tag281.xml"/><Relationship Id="rId72" Type="http://schemas.openxmlformats.org/officeDocument/2006/relationships/tags" Target="../tags/tag302.xml"/><Relationship Id="rId93" Type="http://schemas.openxmlformats.org/officeDocument/2006/relationships/tags" Target="../tags/tag323.xml"/><Relationship Id="rId98" Type="http://schemas.openxmlformats.org/officeDocument/2006/relationships/image" Target="../media/image9.png"/><Relationship Id="rId3" Type="http://schemas.openxmlformats.org/officeDocument/2006/relationships/tags" Target="../tags/tag233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338.xml"/><Relationship Id="rId18" Type="http://schemas.openxmlformats.org/officeDocument/2006/relationships/tags" Target="../tags/tag343.xml"/><Relationship Id="rId26" Type="http://schemas.openxmlformats.org/officeDocument/2006/relationships/tags" Target="../tags/tag351.xml"/><Relationship Id="rId39" Type="http://schemas.openxmlformats.org/officeDocument/2006/relationships/tags" Target="../tags/tag364.xml"/><Relationship Id="rId21" Type="http://schemas.openxmlformats.org/officeDocument/2006/relationships/tags" Target="../tags/tag346.xml"/><Relationship Id="rId34" Type="http://schemas.openxmlformats.org/officeDocument/2006/relationships/tags" Target="../tags/tag359.xml"/><Relationship Id="rId42" Type="http://schemas.openxmlformats.org/officeDocument/2006/relationships/tags" Target="../tags/tag367.xml"/><Relationship Id="rId47" Type="http://schemas.openxmlformats.org/officeDocument/2006/relationships/tags" Target="../tags/tag372.xml"/><Relationship Id="rId50" Type="http://schemas.openxmlformats.org/officeDocument/2006/relationships/tags" Target="../tags/tag375.xml"/><Relationship Id="rId55" Type="http://schemas.openxmlformats.org/officeDocument/2006/relationships/tags" Target="../tags/tag380.xml"/><Relationship Id="rId7" Type="http://schemas.openxmlformats.org/officeDocument/2006/relationships/tags" Target="../tags/tag332.xml"/><Relationship Id="rId2" Type="http://schemas.openxmlformats.org/officeDocument/2006/relationships/tags" Target="../tags/tag327.xml"/><Relationship Id="rId16" Type="http://schemas.openxmlformats.org/officeDocument/2006/relationships/tags" Target="../tags/tag341.xml"/><Relationship Id="rId29" Type="http://schemas.openxmlformats.org/officeDocument/2006/relationships/tags" Target="../tags/tag354.xml"/><Relationship Id="rId11" Type="http://schemas.openxmlformats.org/officeDocument/2006/relationships/tags" Target="../tags/tag336.xml"/><Relationship Id="rId24" Type="http://schemas.openxmlformats.org/officeDocument/2006/relationships/tags" Target="../tags/tag349.xml"/><Relationship Id="rId32" Type="http://schemas.openxmlformats.org/officeDocument/2006/relationships/tags" Target="../tags/tag357.xml"/><Relationship Id="rId37" Type="http://schemas.openxmlformats.org/officeDocument/2006/relationships/tags" Target="../tags/tag362.xml"/><Relationship Id="rId40" Type="http://schemas.openxmlformats.org/officeDocument/2006/relationships/tags" Target="../tags/tag365.xml"/><Relationship Id="rId45" Type="http://schemas.openxmlformats.org/officeDocument/2006/relationships/tags" Target="../tags/tag370.xml"/><Relationship Id="rId53" Type="http://schemas.openxmlformats.org/officeDocument/2006/relationships/tags" Target="../tags/tag378.xml"/><Relationship Id="rId58" Type="http://schemas.openxmlformats.org/officeDocument/2006/relationships/slideLayout" Target="../slideLayouts/slideLayout7.xml"/><Relationship Id="rId5" Type="http://schemas.openxmlformats.org/officeDocument/2006/relationships/tags" Target="../tags/tag330.xml"/><Relationship Id="rId61" Type="http://schemas.openxmlformats.org/officeDocument/2006/relationships/image" Target="../media/image12.png"/><Relationship Id="rId19" Type="http://schemas.openxmlformats.org/officeDocument/2006/relationships/tags" Target="../tags/tag344.xml"/><Relationship Id="rId14" Type="http://schemas.openxmlformats.org/officeDocument/2006/relationships/tags" Target="../tags/tag339.xml"/><Relationship Id="rId22" Type="http://schemas.openxmlformats.org/officeDocument/2006/relationships/tags" Target="../tags/tag347.xml"/><Relationship Id="rId27" Type="http://schemas.openxmlformats.org/officeDocument/2006/relationships/tags" Target="../tags/tag352.xml"/><Relationship Id="rId30" Type="http://schemas.openxmlformats.org/officeDocument/2006/relationships/tags" Target="../tags/tag355.xml"/><Relationship Id="rId35" Type="http://schemas.openxmlformats.org/officeDocument/2006/relationships/tags" Target="../tags/tag360.xml"/><Relationship Id="rId43" Type="http://schemas.openxmlformats.org/officeDocument/2006/relationships/tags" Target="../tags/tag368.xml"/><Relationship Id="rId48" Type="http://schemas.openxmlformats.org/officeDocument/2006/relationships/tags" Target="../tags/tag373.xml"/><Relationship Id="rId56" Type="http://schemas.openxmlformats.org/officeDocument/2006/relationships/tags" Target="../tags/tag381.xml"/><Relationship Id="rId8" Type="http://schemas.openxmlformats.org/officeDocument/2006/relationships/tags" Target="../tags/tag333.xml"/><Relationship Id="rId51" Type="http://schemas.openxmlformats.org/officeDocument/2006/relationships/tags" Target="../tags/tag376.xml"/><Relationship Id="rId3" Type="http://schemas.openxmlformats.org/officeDocument/2006/relationships/tags" Target="../tags/tag328.xml"/><Relationship Id="rId12" Type="http://schemas.openxmlformats.org/officeDocument/2006/relationships/tags" Target="../tags/tag337.xml"/><Relationship Id="rId17" Type="http://schemas.openxmlformats.org/officeDocument/2006/relationships/tags" Target="../tags/tag342.xml"/><Relationship Id="rId25" Type="http://schemas.openxmlformats.org/officeDocument/2006/relationships/tags" Target="../tags/tag350.xml"/><Relationship Id="rId33" Type="http://schemas.openxmlformats.org/officeDocument/2006/relationships/tags" Target="../tags/tag358.xml"/><Relationship Id="rId38" Type="http://schemas.openxmlformats.org/officeDocument/2006/relationships/tags" Target="../tags/tag363.xml"/><Relationship Id="rId46" Type="http://schemas.openxmlformats.org/officeDocument/2006/relationships/tags" Target="../tags/tag371.xml"/><Relationship Id="rId59" Type="http://schemas.openxmlformats.org/officeDocument/2006/relationships/notesSlide" Target="../notesSlides/notesSlide4.xml"/><Relationship Id="rId20" Type="http://schemas.openxmlformats.org/officeDocument/2006/relationships/tags" Target="../tags/tag345.xml"/><Relationship Id="rId41" Type="http://schemas.openxmlformats.org/officeDocument/2006/relationships/tags" Target="../tags/tag366.xml"/><Relationship Id="rId54" Type="http://schemas.openxmlformats.org/officeDocument/2006/relationships/tags" Target="../tags/tag379.xml"/><Relationship Id="rId1" Type="http://schemas.openxmlformats.org/officeDocument/2006/relationships/tags" Target="../tags/tag326.xml"/><Relationship Id="rId6" Type="http://schemas.openxmlformats.org/officeDocument/2006/relationships/tags" Target="../tags/tag331.xml"/><Relationship Id="rId15" Type="http://schemas.openxmlformats.org/officeDocument/2006/relationships/tags" Target="../tags/tag340.xml"/><Relationship Id="rId23" Type="http://schemas.openxmlformats.org/officeDocument/2006/relationships/tags" Target="../tags/tag348.xml"/><Relationship Id="rId28" Type="http://schemas.openxmlformats.org/officeDocument/2006/relationships/tags" Target="../tags/tag353.xml"/><Relationship Id="rId36" Type="http://schemas.openxmlformats.org/officeDocument/2006/relationships/tags" Target="../tags/tag361.xml"/><Relationship Id="rId49" Type="http://schemas.openxmlformats.org/officeDocument/2006/relationships/tags" Target="../tags/tag374.xml"/><Relationship Id="rId57" Type="http://schemas.openxmlformats.org/officeDocument/2006/relationships/tags" Target="../tags/tag382.xml"/><Relationship Id="rId10" Type="http://schemas.openxmlformats.org/officeDocument/2006/relationships/tags" Target="../tags/tag335.xml"/><Relationship Id="rId31" Type="http://schemas.openxmlformats.org/officeDocument/2006/relationships/tags" Target="../tags/tag356.xml"/><Relationship Id="rId44" Type="http://schemas.openxmlformats.org/officeDocument/2006/relationships/tags" Target="../tags/tag369.xml"/><Relationship Id="rId52" Type="http://schemas.openxmlformats.org/officeDocument/2006/relationships/tags" Target="../tags/tag377.xml"/><Relationship Id="rId60" Type="http://schemas.openxmlformats.org/officeDocument/2006/relationships/tags" Target="../tags/tag331.xml"/><Relationship Id="rId4" Type="http://schemas.openxmlformats.org/officeDocument/2006/relationships/tags" Target="../tags/tag329.xml"/><Relationship Id="rId9" Type="http://schemas.openxmlformats.org/officeDocument/2006/relationships/tags" Target="../tags/tag334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tags" Target="../tags/tag499.xml"/><Relationship Id="rId21" Type="http://schemas.openxmlformats.org/officeDocument/2006/relationships/tags" Target="../tags/tag403.xml"/><Relationship Id="rId42" Type="http://schemas.openxmlformats.org/officeDocument/2006/relationships/tags" Target="../tags/tag424.xml"/><Relationship Id="rId63" Type="http://schemas.openxmlformats.org/officeDocument/2006/relationships/tags" Target="../tags/tag445.xml"/><Relationship Id="rId84" Type="http://schemas.openxmlformats.org/officeDocument/2006/relationships/tags" Target="../tags/tag466.xml"/><Relationship Id="rId138" Type="http://schemas.openxmlformats.org/officeDocument/2006/relationships/tags" Target="../tags/tag520.xml"/><Relationship Id="rId107" Type="http://schemas.openxmlformats.org/officeDocument/2006/relationships/tags" Target="../tags/tag489.xml"/><Relationship Id="rId11" Type="http://schemas.openxmlformats.org/officeDocument/2006/relationships/tags" Target="../tags/tag393.xml"/><Relationship Id="rId32" Type="http://schemas.openxmlformats.org/officeDocument/2006/relationships/tags" Target="../tags/tag414.xml"/><Relationship Id="rId53" Type="http://schemas.openxmlformats.org/officeDocument/2006/relationships/tags" Target="../tags/tag435.xml"/><Relationship Id="rId74" Type="http://schemas.openxmlformats.org/officeDocument/2006/relationships/tags" Target="../tags/tag456.xml"/><Relationship Id="rId128" Type="http://schemas.openxmlformats.org/officeDocument/2006/relationships/tags" Target="../tags/tag510.xml"/><Relationship Id="rId149" Type="http://schemas.openxmlformats.org/officeDocument/2006/relationships/tags" Target="../tags/tag531.xml"/><Relationship Id="rId5" Type="http://schemas.openxmlformats.org/officeDocument/2006/relationships/tags" Target="../tags/tag387.xml"/><Relationship Id="rId95" Type="http://schemas.openxmlformats.org/officeDocument/2006/relationships/tags" Target="../tags/tag477.xml"/><Relationship Id="rId22" Type="http://schemas.openxmlformats.org/officeDocument/2006/relationships/tags" Target="../tags/tag404.xml"/><Relationship Id="rId27" Type="http://schemas.openxmlformats.org/officeDocument/2006/relationships/tags" Target="../tags/tag409.xml"/><Relationship Id="rId43" Type="http://schemas.openxmlformats.org/officeDocument/2006/relationships/tags" Target="../tags/tag425.xml"/><Relationship Id="rId48" Type="http://schemas.openxmlformats.org/officeDocument/2006/relationships/tags" Target="../tags/tag430.xml"/><Relationship Id="rId64" Type="http://schemas.openxmlformats.org/officeDocument/2006/relationships/tags" Target="../tags/tag446.xml"/><Relationship Id="rId69" Type="http://schemas.openxmlformats.org/officeDocument/2006/relationships/tags" Target="../tags/tag451.xml"/><Relationship Id="rId113" Type="http://schemas.openxmlformats.org/officeDocument/2006/relationships/tags" Target="../tags/tag495.xml"/><Relationship Id="rId118" Type="http://schemas.openxmlformats.org/officeDocument/2006/relationships/tags" Target="../tags/tag500.xml"/><Relationship Id="rId134" Type="http://schemas.openxmlformats.org/officeDocument/2006/relationships/tags" Target="../tags/tag516.xml"/><Relationship Id="rId139" Type="http://schemas.openxmlformats.org/officeDocument/2006/relationships/tags" Target="../tags/tag521.xml"/><Relationship Id="rId80" Type="http://schemas.openxmlformats.org/officeDocument/2006/relationships/tags" Target="../tags/tag462.xml"/><Relationship Id="rId85" Type="http://schemas.openxmlformats.org/officeDocument/2006/relationships/tags" Target="../tags/tag467.xml"/><Relationship Id="rId150" Type="http://schemas.openxmlformats.org/officeDocument/2006/relationships/tags" Target="../tags/tag532.xml"/><Relationship Id="rId155" Type="http://schemas.openxmlformats.org/officeDocument/2006/relationships/image" Target="../media/image14.png"/><Relationship Id="rId12" Type="http://schemas.openxmlformats.org/officeDocument/2006/relationships/tags" Target="../tags/tag394.xml"/><Relationship Id="rId17" Type="http://schemas.openxmlformats.org/officeDocument/2006/relationships/tags" Target="../tags/tag399.xml"/><Relationship Id="rId33" Type="http://schemas.openxmlformats.org/officeDocument/2006/relationships/tags" Target="../tags/tag415.xml"/><Relationship Id="rId38" Type="http://schemas.openxmlformats.org/officeDocument/2006/relationships/tags" Target="../tags/tag420.xml"/><Relationship Id="rId59" Type="http://schemas.openxmlformats.org/officeDocument/2006/relationships/tags" Target="../tags/tag441.xml"/><Relationship Id="rId103" Type="http://schemas.openxmlformats.org/officeDocument/2006/relationships/tags" Target="../tags/tag485.xml"/><Relationship Id="rId108" Type="http://schemas.openxmlformats.org/officeDocument/2006/relationships/tags" Target="../tags/tag490.xml"/><Relationship Id="rId124" Type="http://schemas.openxmlformats.org/officeDocument/2006/relationships/tags" Target="../tags/tag506.xml"/><Relationship Id="rId129" Type="http://schemas.openxmlformats.org/officeDocument/2006/relationships/tags" Target="../tags/tag511.xml"/><Relationship Id="rId54" Type="http://schemas.openxmlformats.org/officeDocument/2006/relationships/tags" Target="../tags/tag436.xml"/><Relationship Id="rId70" Type="http://schemas.openxmlformats.org/officeDocument/2006/relationships/tags" Target="../tags/tag452.xml"/><Relationship Id="rId75" Type="http://schemas.openxmlformats.org/officeDocument/2006/relationships/tags" Target="../tags/tag457.xml"/><Relationship Id="rId91" Type="http://schemas.openxmlformats.org/officeDocument/2006/relationships/tags" Target="../tags/tag473.xml"/><Relationship Id="rId96" Type="http://schemas.openxmlformats.org/officeDocument/2006/relationships/tags" Target="../tags/tag478.xml"/><Relationship Id="rId140" Type="http://schemas.openxmlformats.org/officeDocument/2006/relationships/tags" Target="../tags/tag522.xml"/><Relationship Id="rId145" Type="http://schemas.openxmlformats.org/officeDocument/2006/relationships/tags" Target="../tags/tag527.xml"/><Relationship Id="rId1" Type="http://schemas.openxmlformats.org/officeDocument/2006/relationships/tags" Target="../tags/tag383.xml"/><Relationship Id="rId6" Type="http://schemas.openxmlformats.org/officeDocument/2006/relationships/tags" Target="../tags/tag388.xml"/><Relationship Id="rId23" Type="http://schemas.openxmlformats.org/officeDocument/2006/relationships/tags" Target="../tags/tag405.xml"/><Relationship Id="rId28" Type="http://schemas.openxmlformats.org/officeDocument/2006/relationships/tags" Target="../tags/tag410.xml"/><Relationship Id="rId49" Type="http://schemas.openxmlformats.org/officeDocument/2006/relationships/tags" Target="../tags/tag431.xml"/><Relationship Id="rId114" Type="http://schemas.openxmlformats.org/officeDocument/2006/relationships/tags" Target="../tags/tag496.xml"/><Relationship Id="rId119" Type="http://schemas.openxmlformats.org/officeDocument/2006/relationships/tags" Target="../tags/tag501.xml"/><Relationship Id="rId44" Type="http://schemas.openxmlformats.org/officeDocument/2006/relationships/tags" Target="../tags/tag426.xml"/><Relationship Id="rId60" Type="http://schemas.openxmlformats.org/officeDocument/2006/relationships/tags" Target="../tags/tag442.xml"/><Relationship Id="rId65" Type="http://schemas.openxmlformats.org/officeDocument/2006/relationships/tags" Target="../tags/tag447.xml"/><Relationship Id="rId81" Type="http://schemas.openxmlformats.org/officeDocument/2006/relationships/tags" Target="../tags/tag463.xml"/><Relationship Id="rId86" Type="http://schemas.openxmlformats.org/officeDocument/2006/relationships/tags" Target="../tags/tag468.xml"/><Relationship Id="rId130" Type="http://schemas.openxmlformats.org/officeDocument/2006/relationships/tags" Target="../tags/tag512.xml"/><Relationship Id="rId135" Type="http://schemas.openxmlformats.org/officeDocument/2006/relationships/tags" Target="../tags/tag517.xml"/><Relationship Id="rId151" Type="http://schemas.openxmlformats.org/officeDocument/2006/relationships/slideLayout" Target="../slideLayouts/slideLayout7.xml"/><Relationship Id="rId156" Type="http://schemas.openxmlformats.org/officeDocument/2006/relationships/slide" Target="slide9.xml"/><Relationship Id="rId13" Type="http://schemas.openxmlformats.org/officeDocument/2006/relationships/tags" Target="../tags/tag395.xml"/><Relationship Id="rId18" Type="http://schemas.openxmlformats.org/officeDocument/2006/relationships/tags" Target="../tags/tag400.xml"/><Relationship Id="rId39" Type="http://schemas.openxmlformats.org/officeDocument/2006/relationships/tags" Target="../tags/tag421.xml"/><Relationship Id="rId109" Type="http://schemas.openxmlformats.org/officeDocument/2006/relationships/tags" Target="../tags/tag491.xml"/><Relationship Id="rId34" Type="http://schemas.openxmlformats.org/officeDocument/2006/relationships/tags" Target="../tags/tag416.xml"/><Relationship Id="rId50" Type="http://schemas.openxmlformats.org/officeDocument/2006/relationships/tags" Target="../tags/tag432.xml"/><Relationship Id="rId55" Type="http://schemas.openxmlformats.org/officeDocument/2006/relationships/tags" Target="../tags/tag437.xml"/><Relationship Id="rId76" Type="http://schemas.openxmlformats.org/officeDocument/2006/relationships/tags" Target="../tags/tag458.xml"/><Relationship Id="rId97" Type="http://schemas.openxmlformats.org/officeDocument/2006/relationships/tags" Target="../tags/tag479.xml"/><Relationship Id="rId104" Type="http://schemas.openxmlformats.org/officeDocument/2006/relationships/tags" Target="../tags/tag486.xml"/><Relationship Id="rId120" Type="http://schemas.openxmlformats.org/officeDocument/2006/relationships/tags" Target="../tags/tag502.xml"/><Relationship Id="rId125" Type="http://schemas.openxmlformats.org/officeDocument/2006/relationships/tags" Target="../tags/tag507.xml"/><Relationship Id="rId141" Type="http://schemas.openxmlformats.org/officeDocument/2006/relationships/tags" Target="../tags/tag523.xml"/><Relationship Id="rId146" Type="http://schemas.openxmlformats.org/officeDocument/2006/relationships/tags" Target="../tags/tag528.xml"/><Relationship Id="rId7" Type="http://schemas.openxmlformats.org/officeDocument/2006/relationships/tags" Target="../tags/tag389.xml"/><Relationship Id="rId71" Type="http://schemas.openxmlformats.org/officeDocument/2006/relationships/tags" Target="../tags/tag453.xml"/><Relationship Id="rId92" Type="http://schemas.openxmlformats.org/officeDocument/2006/relationships/tags" Target="../tags/tag474.xml"/><Relationship Id="rId2" Type="http://schemas.openxmlformats.org/officeDocument/2006/relationships/tags" Target="../tags/tag384.xml"/><Relationship Id="rId29" Type="http://schemas.openxmlformats.org/officeDocument/2006/relationships/tags" Target="../tags/tag411.xml"/><Relationship Id="rId24" Type="http://schemas.openxmlformats.org/officeDocument/2006/relationships/tags" Target="../tags/tag406.xml"/><Relationship Id="rId40" Type="http://schemas.openxmlformats.org/officeDocument/2006/relationships/tags" Target="../tags/tag422.xml"/><Relationship Id="rId45" Type="http://schemas.openxmlformats.org/officeDocument/2006/relationships/tags" Target="../tags/tag427.xml"/><Relationship Id="rId66" Type="http://schemas.openxmlformats.org/officeDocument/2006/relationships/tags" Target="../tags/tag448.xml"/><Relationship Id="rId87" Type="http://schemas.openxmlformats.org/officeDocument/2006/relationships/tags" Target="../tags/tag469.xml"/><Relationship Id="rId110" Type="http://schemas.openxmlformats.org/officeDocument/2006/relationships/tags" Target="../tags/tag492.xml"/><Relationship Id="rId115" Type="http://schemas.openxmlformats.org/officeDocument/2006/relationships/tags" Target="../tags/tag497.xml"/><Relationship Id="rId131" Type="http://schemas.openxmlformats.org/officeDocument/2006/relationships/tags" Target="../tags/tag513.xml"/><Relationship Id="rId136" Type="http://schemas.openxmlformats.org/officeDocument/2006/relationships/tags" Target="../tags/tag518.xml"/><Relationship Id="rId61" Type="http://schemas.openxmlformats.org/officeDocument/2006/relationships/tags" Target="../tags/tag443.xml"/><Relationship Id="rId82" Type="http://schemas.openxmlformats.org/officeDocument/2006/relationships/tags" Target="../tags/tag464.xml"/><Relationship Id="rId152" Type="http://schemas.openxmlformats.org/officeDocument/2006/relationships/notesSlide" Target="../notesSlides/notesSlide5.xml"/><Relationship Id="rId19" Type="http://schemas.openxmlformats.org/officeDocument/2006/relationships/tags" Target="../tags/tag401.xml"/><Relationship Id="rId14" Type="http://schemas.openxmlformats.org/officeDocument/2006/relationships/tags" Target="../tags/tag396.xml"/><Relationship Id="rId30" Type="http://schemas.openxmlformats.org/officeDocument/2006/relationships/tags" Target="../tags/tag412.xml"/><Relationship Id="rId35" Type="http://schemas.openxmlformats.org/officeDocument/2006/relationships/tags" Target="../tags/tag417.xml"/><Relationship Id="rId56" Type="http://schemas.openxmlformats.org/officeDocument/2006/relationships/tags" Target="../tags/tag438.xml"/><Relationship Id="rId77" Type="http://schemas.openxmlformats.org/officeDocument/2006/relationships/tags" Target="../tags/tag459.xml"/><Relationship Id="rId100" Type="http://schemas.openxmlformats.org/officeDocument/2006/relationships/tags" Target="../tags/tag482.xml"/><Relationship Id="rId105" Type="http://schemas.openxmlformats.org/officeDocument/2006/relationships/tags" Target="../tags/tag487.xml"/><Relationship Id="rId126" Type="http://schemas.openxmlformats.org/officeDocument/2006/relationships/tags" Target="../tags/tag508.xml"/><Relationship Id="rId147" Type="http://schemas.openxmlformats.org/officeDocument/2006/relationships/tags" Target="../tags/tag529.xml"/><Relationship Id="rId8" Type="http://schemas.openxmlformats.org/officeDocument/2006/relationships/tags" Target="../tags/tag390.xml"/><Relationship Id="rId51" Type="http://schemas.openxmlformats.org/officeDocument/2006/relationships/tags" Target="../tags/tag433.xml"/><Relationship Id="rId72" Type="http://schemas.openxmlformats.org/officeDocument/2006/relationships/tags" Target="../tags/tag454.xml"/><Relationship Id="rId93" Type="http://schemas.openxmlformats.org/officeDocument/2006/relationships/tags" Target="../tags/tag475.xml"/><Relationship Id="rId98" Type="http://schemas.openxmlformats.org/officeDocument/2006/relationships/tags" Target="../tags/tag480.xml"/><Relationship Id="rId121" Type="http://schemas.openxmlformats.org/officeDocument/2006/relationships/tags" Target="../tags/tag503.xml"/><Relationship Id="rId142" Type="http://schemas.openxmlformats.org/officeDocument/2006/relationships/tags" Target="../tags/tag524.xml"/><Relationship Id="rId3" Type="http://schemas.openxmlformats.org/officeDocument/2006/relationships/tags" Target="../tags/tag385.xml"/><Relationship Id="rId25" Type="http://schemas.openxmlformats.org/officeDocument/2006/relationships/tags" Target="../tags/tag407.xml"/><Relationship Id="rId46" Type="http://schemas.openxmlformats.org/officeDocument/2006/relationships/tags" Target="../tags/tag428.xml"/><Relationship Id="rId67" Type="http://schemas.openxmlformats.org/officeDocument/2006/relationships/tags" Target="../tags/tag449.xml"/><Relationship Id="rId116" Type="http://schemas.openxmlformats.org/officeDocument/2006/relationships/tags" Target="../tags/tag498.xml"/><Relationship Id="rId137" Type="http://schemas.openxmlformats.org/officeDocument/2006/relationships/tags" Target="../tags/tag519.xml"/><Relationship Id="rId20" Type="http://schemas.openxmlformats.org/officeDocument/2006/relationships/tags" Target="../tags/tag402.xml"/><Relationship Id="rId41" Type="http://schemas.openxmlformats.org/officeDocument/2006/relationships/tags" Target="../tags/tag423.xml"/><Relationship Id="rId62" Type="http://schemas.openxmlformats.org/officeDocument/2006/relationships/tags" Target="../tags/tag444.xml"/><Relationship Id="rId83" Type="http://schemas.openxmlformats.org/officeDocument/2006/relationships/tags" Target="../tags/tag465.xml"/><Relationship Id="rId88" Type="http://schemas.openxmlformats.org/officeDocument/2006/relationships/tags" Target="../tags/tag470.xml"/><Relationship Id="rId111" Type="http://schemas.openxmlformats.org/officeDocument/2006/relationships/tags" Target="../tags/tag493.xml"/><Relationship Id="rId132" Type="http://schemas.openxmlformats.org/officeDocument/2006/relationships/tags" Target="../tags/tag514.xml"/><Relationship Id="rId153" Type="http://schemas.openxmlformats.org/officeDocument/2006/relationships/tags" Target="../tags/tag384.xml"/><Relationship Id="rId15" Type="http://schemas.openxmlformats.org/officeDocument/2006/relationships/tags" Target="../tags/tag397.xml"/><Relationship Id="rId36" Type="http://schemas.openxmlformats.org/officeDocument/2006/relationships/tags" Target="../tags/tag418.xml"/><Relationship Id="rId57" Type="http://schemas.openxmlformats.org/officeDocument/2006/relationships/tags" Target="../tags/tag439.xml"/><Relationship Id="rId106" Type="http://schemas.openxmlformats.org/officeDocument/2006/relationships/tags" Target="../tags/tag488.xml"/><Relationship Id="rId127" Type="http://schemas.openxmlformats.org/officeDocument/2006/relationships/tags" Target="../tags/tag509.xml"/><Relationship Id="rId10" Type="http://schemas.openxmlformats.org/officeDocument/2006/relationships/tags" Target="../tags/tag392.xml"/><Relationship Id="rId31" Type="http://schemas.openxmlformats.org/officeDocument/2006/relationships/tags" Target="../tags/tag413.xml"/><Relationship Id="rId52" Type="http://schemas.openxmlformats.org/officeDocument/2006/relationships/tags" Target="../tags/tag434.xml"/><Relationship Id="rId73" Type="http://schemas.openxmlformats.org/officeDocument/2006/relationships/tags" Target="../tags/tag455.xml"/><Relationship Id="rId78" Type="http://schemas.openxmlformats.org/officeDocument/2006/relationships/tags" Target="../tags/tag460.xml"/><Relationship Id="rId94" Type="http://schemas.openxmlformats.org/officeDocument/2006/relationships/tags" Target="../tags/tag476.xml"/><Relationship Id="rId99" Type="http://schemas.openxmlformats.org/officeDocument/2006/relationships/tags" Target="../tags/tag481.xml"/><Relationship Id="rId101" Type="http://schemas.openxmlformats.org/officeDocument/2006/relationships/tags" Target="../tags/tag483.xml"/><Relationship Id="rId122" Type="http://schemas.openxmlformats.org/officeDocument/2006/relationships/tags" Target="../tags/tag504.xml"/><Relationship Id="rId143" Type="http://schemas.openxmlformats.org/officeDocument/2006/relationships/tags" Target="../tags/tag525.xml"/><Relationship Id="rId148" Type="http://schemas.openxmlformats.org/officeDocument/2006/relationships/tags" Target="../tags/tag530.xml"/><Relationship Id="rId4" Type="http://schemas.openxmlformats.org/officeDocument/2006/relationships/tags" Target="../tags/tag386.xml"/><Relationship Id="rId9" Type="http://schemas.openxmlformats.org/officeDocument/2006/relationships/tags" Target="../tags/tag391.xml"/><Relationship Id="rId26" Type="http://schemas.openxmlformats.org/officeDocument/2006/relationships/tags" Target="../tags/tag408.xml"/><Relationship Id="rId47" Type="http://schemas.openxmlformats.org/officeDocument/2006/relationships/tags" Target="../tags/tag429.xml"/><Relationship Id="rId68" Type="http://schemas.openxmlformats.org/officeDocument/2006/relationships/tags" Target="../tags/tag450.xml"/><Relationship Id="rId89" Type="http://schemas.openxmlformats.org/officeDocument/2006/relationships/tags" Target="../tags/tag471.xml"/><Relationship Id="rId112" Type="http://schemas.openxmlformats.org/officeDocument/2006/relationships/tags" Target="../tags/tag494.xml"/><Relationship Id="rId133" Type="http://schemas.openxmlformats.org/officeDocument/2006/relationships/tags" Target="../tags/tag515.xml"/><Relationship Id="rId154" Type="http://schemas.openxmlformats.org/officeDocument/2006/relationships/image" Target="../media/image13.png"/><Relationship Id="rId16" Type="http://schemas.openxmlformats.org/officeDocument/2006/relationships/tags" Target="../tags/tag398.xml"/><Relationship Id="rId37" Type="http://schemas.openxmlformats.org/officeDocument/2006/relationships/tags" Target="../tags/tag419.xml"/><Relationship Id="rId58" Type="http://schemas.openxmlformats.org/officeDocument/2006/relationships/tags" Target="../tags/tag440.xml"/><Relationship Id="rId79" Type="http://schemas.openxmlformats.org/officeDocument/2006/relationships/tags" Target="../tags/tag461.xml"/><Relationship Id="rId102" Type="http://schemas.openxmlformats.org/officeDocument/2006/relationships/tags" Target="../tags/tag484.xml"/><Relationship Id="rId123" Type="http://schemas.openxmlformats.org/officeDocument/2006/relationships/tags" Target="../tags/tag505.xml"/><Relationship Id="rId144" Type="http://schemas.openxmlformats.org/officeDocument/2006/relationships/tags" Target="../tags/tag526.xml"/><Relationship Id="rId90" Type="http://schemas.openxmlformats.org/officeDocument/2006/relationships/tags" Target="../tags/tag47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tags" Target="../tags/tag558.xml"/><Relationship Id="rId21" Type="http://schemas.openxmlformats.org/officeDocument/2006/relationships/tags" Target="../tags/tag553.xml"/><Relationship Id="rId42" Type="http://schemas.openxmlformats.org/officeDocument/2006/relationships/tags" Target="../tags/tag574.xml"/><Relationship Id="rId47" Type="http://schemas.openxmlformats.org/officeDocument/2006/relationships/tags" Target="../tags/tag579.xml"/><Relationship Id="rId63" Type="http://schemas.openxmlformats.org/officeDocument/2006/relationships/tags" Target="../tags/tag595.xml"/><Relationship Id="rId68" Type="http://schemas.openxmlformats.org/officeDocument/2006/relationships/tags" Target="../tags/tag600.xml"/><Relationship Id="rId84" Type="http://schemas.openxmlformats.org/officeDocument/2006/relationships/tags" Target="../tags/tag616.xml"/><Relationship Id="rId89" Type="http://schemas.openxmlformats.org/officeDocument/2006/relationships/tags" Target="../tags/tag621.xml"/><Relationship Id="rId16" Type="http://schemas.openxmlformats.org/officeDocument/2006/relationships/tags" Target="../tags/tag548.xml"/><Relationship Id="rId107" Type="http://schemas.openxmlformats.org/officeDocument/2006/relationships/tags" Target="../tags/tag639.xml"/><Relationship Id="rId11" Type="http://schemas.openxmlformats.org/officeDocument/2006/relationships/tags" Target="../tags/tag543.xml"/><Relationship Id="rId32" Type="http://schemas.openxmlformats.org/officeDocument/2006/relationships/tags" Target="../tags/tag564.xml"/><Relationship Id="rId37" Type="http://schemas.openxmlformats.org/officeDocument/2006/relationships/tags" Target="../tags/tag569.xml"/><Relationship Id="rId53" Type="http://schemas.openxmlformats.org/officeDocument/2006/relationships/tags" Target="../tags/tag585.xml"/><Relationship Id="rId58" Type="http://schemas.openxmlformats.org/officeDocument/2006/relationships/tags" Target="../tags/tag590.xml"/><Relationship Id="rId74" Type="http://schemas.openxmlformats.org/officeDocument/2006/relationships/tags" Target="../tags/tag606.xml"/><Relationship Id="rId79" Type="http://schemas.openxmlformats.org/officeDocument/2006/relationships/tags" Target="../tags/tag611.xml"/><Relationship Id="rId102" Type="http://schemas.openxmlformats.org/officeDocument/2006/relationships/tags" Target="../tags/tag634.xml"/><Relationship Id="rId5" Type="http://schemas.openxmlformats.org/officeDocument/2006/relationships/tags" Target="../tags/tag537.xml"/><Relationship Id="rId90" Type="http://schemas.openxmlformats.org/officeDocument/2006/relationships/tags" Target="../tags/tag622.xml"/><Relationship Id="rId95" Type="http://schemas.openxmlformats.org/officeDocument/2006/relationships/tags" Target="../tags/tag627.xml"/><Relationship Id="rId22" Type="http://schemas.openxmlformats.org/officeDocument/2006/relationships/tags" Target="../tags/tag554.xml"/><Relationship Id="rId27" Type="http://schemas.openxmlformats.org/officeDocument/2006/relationships/tags" Target="../tags/tag559.xml"/><Relationship Id="rId43" Type="http://schemas.openxmlformats.org/officeDocument/2006/relationships/tags" Target="../tags/tag575.xml"/><Relationship Id="rId48" Type="http://schemas.openxmlformats.org/officeDocument/2006/relationships/tags" Target="../tags/tag580.xml"/><Relationship Id="rId64" Type="http://schemas.openxmlformats.org/officeDocument/2006/relationships/tags" Target="../tags/tag596.xml"/><Relationship Id="rId69" Type="http://schemas.openxmlformats.org/officeDocument/2006/relationships/tags" Target="../tags/tag601.xml"/><Relationship Id="rId80" Type="http://schemas.openxmlformats.org/officeDocument/2006/relationships/tags" Target="../tags/tag612.xml"/><Relationship Id="rId85" Type="http://schemas.openxmlformats.org/officeDocument/2006/relationships/tags" Target="../tags/tag617.xml"/><Relationship Id="rId12" Type="http://schemas.openxmlformats.org/officeDocument/2006/relationships/tags" Target="../tags/tag544.xml"/><Relationship Id="rId17" Type="http://schemas.openxmlformats.org/officeDocument/2006/relationships/tags" Target="../tags/tag549.xml"/><Relationship Id="rId33" Type="http://schemas.openxmlformats.org/officeDocument/2006/relationships/tags" Target="../tags/tag565.xml"/><Relationship Id="rId38" Type="http://schemas.openxmlformats.org/officeDocument/2006/relationships/tags" Target="../tags/tag570.xml"/><Relationship Id="rId59" Type="http://schemas.openxmlformats.org/officeDocument/2006/relationships/tags" Target="../tags/tag591.xml"/><Relationship Id="rId103" Type="http://schemas.openxmlformats.org/officeDocument/2006/relationships/tags" Target="../tags/tag635.xml"/><Relationship Id="rId108" Type="http://schemas.openxmlformats.org/officeDocument/2006/relationships/slideLayout" Target="../slideLayouts/slideLayout7.xml"/><Relationship Id="rId54" Type="http://schemas.openxmlformats.org/officeDocument/2006/relationships/tags" Target="../tags/tag586.xml"/><Relationship Id="rId70" Type="http://schemas.openxmlformats.org/officeDocument/2006/relationships/tags" Target="../tags/tag602.xml"/><Relationship Id="rId75" Type="http://schemas.openxmlformats.org/officeDocument/2006/relationships/tags" Target="../tags/tag607.xml"/><Relationship Id="rId91" Type="http://schemas.openxmlformats.org/officeDocument/2006/relationships/tags" Target="../tags/tag623.xml"/><Relationship Id="rId96" Type="http://schemas.openxmlformats.org/officeDocument/2006/relationships/tags" Target="../tags/tag628.xml"/><Relationship Id="rId1" Type="http://schemas.openxmlformats.org/officeDocument/2006/relationships/tags" Target="../tags/tag533.xml"/><Relationship Id="rId6" Type="http://schemas.openxmlformats.org/officeDocument/2006/relationships/tags" Target="../tags/tag538.xml"/><Relationship Id="rId15" Type="http://schemas.openxmlformats.org/officeDocument/2006/relationships/tags" Target="../tags/tag547.xml"/><Relationship Id="rId23" Type="http://schemas.openxmlformats.org/officeDocument/2006/relationships/tags" Target="../tags/tag555.xml"/><Relationship Id="rId28" Type="http://schemas.openxmlformats.org/officeDocument/2006/relationships/tags" Target="../tags/tag560.xml"/><Relationship Id="rId36" Type="http://schemas.openxmlformats.org/officeDocument/2006/relationships/tags" Target="../tags/tag568.xml"/><Relationship Id="rId49" Type="http://schemas.openxmlformats.org/officeDocument/2006/relationships/tags" Target="../tags/tag581.xml"/><Relationship Id="rId57" Type="http://schemas.openxmlformats.org/officeDocument/2006/relationships/tags" Target="../tags/tag589.xml"/><Relationship Id="rId106" Type="http://schemas.openxmlformats.org/officeDocument/2006/relationships/tags" Target="../tags/tag638.xml"/><Relationship Id="rId10" Type="http://schemas.openxmlformats.org/officeDocument/2006/relationships/tags" Target="../tags/tag542.xml"/><Relationship Id="rId31" Type="http://schemas.openxmlformats.org/officeDocument/2006/relationships/tags" Target="../tags/tag563.xml"/><Relationship Id="rId44" Type="http://schemas.openxmlformats.org/officeDocument/2006/relationships/tags" Target="../tags/tag576.xml"/><Relationship Id="rId52" Type="http://schemas.openxmlformats.org/officeDocument/2006/relationships/tags" Target="../tags/tag584.xml"/><Relationship Id="rId60" Type="http://schemas.openxmlformats.org/officeDocument/2006/relationships/tags" Target="../tags/tag592.xml"/><Relationship Id="rId65" Type="http://schemas.openxmlformats.org/officeDocument/2006/relationships/tags" Target="../tags/tag597.xml"/><Relationship Id="rId73" Type="http://schemas.openxmlformats.org/officeDocument/2006/relationships/tags" Target="../tags/tag605.xml"/><Relationship Id="rId78" Type="http://schemas.openxmlformats.org/officeDocument/2006/relationships/tags" Target="../tags/tag610.xml"/><Relationship Id="rId81" Type="http://schemas.openxmlformats.org/officeDocument/2006/relationships/tags" Target="../tags/tag613.xml"/><Relationship Id="rId86" Type="http://schemas.openxmlformats.org/officeDocument/2006/relationships/tags" Target="../tags/tag618.xml"/><Relationship Id="rId94" Type="http://schemas.openxmlformats.org/officeDocument/2006/relationships/tags" Target="../tags/tag626.xml"/><Relationship Id="rId99" Type="http://schemas.openxmlformats.org/officeDocument/2006/relationships/tags" Target="../tags/tag631.xml"/><Relationship Id="rId101" Type="http://schemas.openxmlformats.org/officeDocument/2006/relationships/tags" Target="../tags/tag633.xml"/><Relationship Id="rId4" Type="http://schemas.openxmlformats.org/officeDocument/2006/relationships/tags" Target="../tags/tag536.xml"/><Relationship Id="rId9" Type="http://schemas.openxmlformats.org/officeDocument/2006/relationships/tags" Target="../tags/tag541.xml"/><Relationship Id="rId13" Type="http://schemas.openxmlformats.org/officeDocument/2006/relationships/tags" Target="../tags/tag545.xml"/><Relationship Id="rId18" Type="http://schemas.openxmlformats.org/officeDocument/2006/relationships/tags" Target="../tags/tag550.xml"/><Relationship Id="rId39" Type="http://schemas.openxmlformats.org/officeDocument/2006/relationships/tags" Target="../tags/tag571.xml"/><Relationship Id="rId109" Type="http://schemas.openxmlformats.org/officeDocument/2006/relationships/image" Target="../media/image15.png"/><Relationship Id="rId34" Type="http://schemas.openxmlformats.org/officeDocument/2006/relationships/tags" Target="../tags/tag566.xml"/><Relationship Id="rId50" Type="http://schemas.openxmlformats.org/officeDocument/2006/relationships/tags" Target="../tags/tag582.xml"/><Relationship Id="rId55" Type="http://schemas.openxmlformats.org/officeDocument/2006/relationships/tags" Target="../tags/tag587.xml"/><Relationship Id="rId76" Type="http://schemas.openxmlformats.org/officeDocument/2006/relationships/tags" Target="../tags/tag608.xml"/><Relationship Id="rId97" Type="http://schemas.openxmlformats.org/officeDocument/2006/relationships/tags" Target="../tags/tag629.xml"/><Relationship Id="rId104" Type="http://schemas.openxmlformats.org/officeDocument/2006/relationships/tags" Target="../tags/tag636.xml"/><Relationship Id="rId7" Type="http://schemas.openxmlformats.org/officeDocument/2006/relationships/tags" Target="../tags/tag539.xml"/><Relationship Id="rId71" Type="http://schemas.openxmlformats.org/officeDocument/2006/relationships/tags" Target="../tags/tag603.xml"/><Relationship Id="rId92" Type="http://schemas.openxmlformats.org/officeDocument/2006/relationships/tags" Target="../tags/tag624.xml"/><Relationship Id="rId2" Type="http://schemas.openxmlformats.org/officeDocument/2006/relationships/tags" Target="../tags/tag534.xml"/><Relationship Id="rId29" Type="http://schemas.openxmlformats.org/officeDocument/2006/relationships/tags" Target="../tags/tag561.xml"/><Relationship Id="rId24" Type="http://schemas.openxmlformats.org/officeDocument/2006/relationships/tags" Target="../tags/tag556.xml"/><Relationship Id="rId40" Type="http://schemas.openxmlformats.org/officeDocument/2006/relationships/tags" Target="../tags/tag572.xml"/><Relationship Id="rId45" Type="http://schemas.openxmlformats.org/officeDocument/2006/relationships/tags" Target="../tags/tag577.xml"/><Relationship Id="rId66" Type="http://schemas.openxmlformats.org/officeDocument/2006/relationships/tags" Target="../tags/tag598.xml"/><Relationship Id="rId87" Type="http://schemas.openxmlformats.org/officeDocument/2006/relationships/tags" Target="../tags/tag619.xml"/><Relationship Id="rId61" Type="http://schemas.openxmlformats.org/officeDocument/2006/relationships/tags" Target="../tags/tag593.xml"/><Relationship Id="rId82" Type="http://schemas.openxmlformats.org/officeDocument/2006/relationships/tags" Target="../tags/tag614.xml"/><Relationship Id="rId19" Type="http://schemas.openxmlformats.org/officeDocument/2006/relationships/tags" Target="../tags/tag551.xml"/><Relationship Id="rId14" Type="http://schemas.openxmlformats.org/officeDocument/2006/relationships/tags" Target="../tags/tag546.xml"/><Relationship Id="rId30" Type="http://schemas.openxmlformats.org/officeDocument/2006/relationships/tags" Target="../tags/tag562.xml"/><Relationship Id="rId35" Type="http://schemas.openxmlformats.org/officeDocument/2006/relationships/tags" Target="../tags/tag567.xml"/><Relationship Id="rId56" Type="http://schemas.openxmlformats.org/officeDocument/2006/relationships/tags" Target="../tags/tag588.xml"/><Relationship Id="rId77" Type="http://schemas.openxmlformats.org/officeDocument/2006/relationships/tags" Target="../tags/tag609.xml"/><Relationship Id="rId100" Type="http://schemas.openxmlformats.org/officeDocument/2006/relationships/tags" Target="../tags/tag632.xml"/><Relationship Id="rId105" Type="http://schemas.openxmlformats.org/officeDocument/2006/relationships/tags" Target="../tags/tag637.xml"/><Relationship Id="rId8" Type="http://schemas.openxmlformats.org/officeDocument/2006/relationships/tags" Target="../tags/tag540.xml"/><Relationship Id="rId51" Type="http://schemas.openxmlformats.org/officeDocument/2006/relationships/tags" Target="../tags/tag583.xml"/><Relationship Id="rId72" Type="http://schemas.openxmlformats.org/officeDocument/2006/relationships/tags" Target="../tags/tag604.xml"/><Relationship Id="rId93" Type="http://schemas.openxmlformats.org/officeDocument/2006/relationships/tags" Target="../tags/tag625.xml"/><Relationship Id="rId98" Type="http://schemas.openxmlformats.org/officeDocument/2006/relationships/tags" Target="../tags/tag630.xml"/><Relationship Id="rId3" Type="http://schemas.openxmlformats.org/officeDocument/2006/relationships/tags" Target="../tags/tag535.xml"/><Relationship Id="rId25" Type="http://schemas.openxmlformats.org/officeDocument/2006/relationships/tags" Target="../tags/tag557.xml"/><Relationship Id="rId46" Type="http://schemas.openxmlformats.org/officeDocument/2006/relationships/tags" Target="../tags/tag578.xml"/><Relationship Id="rId67" Type="http://schemas.openxmlformats.org/officeDocument/2006/relationships/tags" Target="../tags/tag599.xml"/><Relationship Id="rId20" Type="http://schemas.openxmlformats.org/officeDocument/2006/relationships/tags" Target="../tags/tag552.xml"/><Relationship Id="rId41" Type="http://schemas.openxmlformats.org/officeDocument/2006/relationships/tags" Target="../tags/tag573.xml"/><Relationship Id="rId62" Type="http://schemas.openxmlformats.org/officeDocument/2006/relationships/tags" Target="../tags/tag594.xml"/><Relationship Id="rId83" Type="http://schemas.openxmlformats.org/officeDocument/2006/relationships/tags" Target="../tags/tag615.xml"/><Relationship Id="rId88" Type="http://schemas.openxmlformats.org/officeDocument/2006/relationships/tags" Target="../tags/tag620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tags" Target="../tags/tag665.xml"/><Relationship Id="rId21" Type="http://schemas.openxmlformats.org/officeDocument/2006/relationships/tags" Target="../tags/tag660.xml"/><Relationship Id="rId42" Type="http://schemas.openxmlformats.org/officeDocument/2006/relationships/tags" Target="../tags/tag681.xml"/><Relationship Id="rId47" Type="http://schemas.openxmlformats.org/officeDocument/2006/relationships/tags" Target="../tags/tag686.xml"/><Relationship Id="rId63" Type="http://schemas.openxmlformats.org/officeDocument/2006/relationships/tags" Target="../tags/tag702.xml"/><Relationship Id="rId68" Type="http://schemas.openxmlformats.org/officeDocument/2006/relationships/tags" Target="../tags/tag707.xml"/><Relationship Id="rId84" Type="http://schemas.openxmlformats.org/officeDocument/2006/relationships/slide" Target="slide7.xml"/><Relationship Id="rId16" Type="http://schemas.openxmlformats.org/officeDocument/2006/relationships/tags" Target="../tags/tag655.xml"/><Relationship Id="rId11" Type="http://schemas.openxmlformats.org/officeDocument/2006/relationships/tags" Target="../tags/tag650.xml"/><Relationship Id="rId32" Type="http://schemas.openxmlformats.org/officeDocument/2006/relationships/tags" Target="../tags/tag671.xml"/><Relationship Id="rId37" Type="http://schemas.openxmlformats.org/officeDocument/2006/relationships/tags" Target="../tags/tag676.xml"/><Relationship Id="rId53" Type="http://schemas.openxmlformats.org/officeDocument/2006/relationships/tags" Target="../tags/tag692.xml"/><Relationship Id="rId58" Type="http://schemas.openxmlformats.org/officeDocument/2006/relationships/tags" Target="../tags/tag697.xml"/><Relationship Id="rId74" Type="http://schemas.openxmlformats.org/officeDocument/2006/relationships/tags" Target="../tags/tag713.xml"/><Relationship Id="rId79" Type="http://schemas.openxmlformats.org/officeDocument/2006/relationships/tags" Target="../tags/tag718.xml"/><Relationship Id="rId5" Type="http://schemas.openxmlformats.org/officeDocument/2006/relationships/tags" Target="../tags/tag644.xml"/><Relationship Id="rId61" Type="http://schemas.openxmlformats.org/officeDocument/2006/relationships/tags" Target="../tags/tag700.xml"/><Relationship Id="rId82" Type="http://schemas.openxmlformats.org/officeDocument/2006/relationships/tags" Target="../tags/tag721.xml"/><Relationship Id="rId19" Type="http://schemas.openxmlformats.org/officeDocument/2006/relationships/tags" Target="../tags/tag658.xml"/><Relationship Id="rId14" Type="http://schemas.openxmlformats.org/officeDocument/2006/relationships/tags" Target="../tags/tag653.xml"/><Relationship Id="rId22" Type="http://schemas.openxmlformats.org/officeDocument/2006/relationships/tags" Target="../tags/tag661.xml"/><Relationship Id="rId27" Type="http://schemas.openxmlformats.org/officeDocument/2006/relationships/tags" Target="../tags/tag666.xml"/><Relationship Id="rId30" Type="http://schemas.openxmlformats.org/officeDocument/2006/relationships/tags" Target="../tags/tag669.xml"/><Relationship Id="rId35" Type="http://schemas.openxmlformats.org/officeDocument/2006/relationships/tags" Target="../tags/tag674.xml"/><Relationship Id="rId43" Type="http://schemas.openxmlformats.org/officeDocument/2006/relationships/tags" Target="../tags/tag682.xml"/><Relationship Id="rId48" Type="http://schemas.openxmlformats.org/officeDocument/2006/relationships/tags" Target="../tags/tag687.xml"/><Relationship Id="rId56" Type="http://schemas.openxmlformats.org/officeDocument/2006/relationships/tags" Target="../tags/tag695.xml"/><Relationship Id="rId64" Type="http://schemas.openxmlformats.org/officeDocument/2006/relationships/tags" Target="../tags/tag703.xml"/><Relationship Id="rId69" Type="http://schemas.openxmlformats.org/officeDocument/2006/relationships/tags" Target="../tags/tag708.xml"/><Relationship Id="rId77" Type="http://schemas.openxmlformats.org/officeDocument/2006/relationships/tags" Target="../tags/tag716.xml"/><Relationship Id="rId8" Type="http://schemas.openxmlformats.org/officeDocument/2006/relationships/tags" Target="../tags/tag647.xml"/><Relationship Id="rId51" Type="http://schemas.openxmlformats.org/officeDocument/2006/relationships/tags" Target="../tags/tag690.xml"/><Relationship Id="rId72" Type="http://schemas.openxmlformats.org/officeDocument/2006/relationships/tags" Target="../tags/tag711.xml"/><Relationship Id="rId80" Type="http://schemas.openxmlformats.org/officeDocument/2006/relationships/tags" Target="../tags/tag719.xml"/><Relationship Id="rId3" Type="http://schemas.openxmlformats.org/officeDocument/2006/relationships/tags" Target="../tags/tag642.xml"/><Relationship Id="rId12" Type="http://schemas.openxmlformats.org/officeDocument/2006/relationships/tags" Target="../tags/tag651.xml"/><Relationship Id="rId17" Type="http://schemas.openxmlformats.org/officeDocument/2006/relationships/tags" Target="../tags/tag656.xml"/><Relationship Id="rId25" Type="http://schemas.openxmlformats.org/officeDocument/2006/relationships/tags" Target="../tags/tag664.xml"/><Relationship Id="rId33" Type="http://schemas.openxmlformats.org/officeDocument/2006/relationships/tags" Target="../tags/tag672.xml"/><Relationship Id="rId38" Type="http://schemas.openxmlformats.org/officeDocument/2006/relationships/tags" Target="../tags/tag677.xml"/><Relationship Id="rId46" Type="http://schemas.openxmlformats.org/officeDocument/2006/relationships/tags" Target="../tags/tag685.xml"/><Relationship Id="rId59" Type="http://schemas.openxmlformats.org/officeDocument/2006/relationships/tags" Target="../tags/tag698.xml"/><Relationship Id="rId67" Type="http://schemas.openxmlformats.org/officeDocument/2006/relationships/tags" Target="../tags/tag706.xml"/><Relationship Id="rId20" Type="http://schemas.openxmlformats.org/officeDocument/2006/relationships/tags" Target="../tags/tag659.xml"/><Relationship Id="rId41" Type="http://schemas.openxmlformats.org/officeDocument/2006/relationships/tags" Target="../tags/tag680.xml"/><Relationship Id="rId54" Type="http://schemas.openxmlformats.org/officeDocument/2006/relationships/tags" Target="../tags/tag693.xml"/><Relationship Id="rId62" Type="http://schemas.openxmlformats.org/officeDocument/2006/relationships/tags" Target="../tags/tag701.xml"/><Relationship Id="rId70" Type="http://schemas.openxmlformats.org/officeDocument/2006/relationships/tags" Target="../tags/tag709.xml"/><Relationship Id="rId75" Type="http://schemas.openxmlformats.org/officeDocument/2006/relationships/tags" Target="../tags/tag714.xml"/><Relationship Id="rId83" Type="http://schemas.openxmlformats.org/officeDocument/2006/relationships/slideLayout" Target="../slideLayouts/slideLayout7.xml"/><Relationship Id="rId1" Type="http://schemas.openxmlformats.org/officeDocument/2006/relationships/tags" Target="../tags/tag640.xml"/><Relationship Id="rId6" Type="http://schemas.openxmlformats.org/officeDocument/2006/relationships/tags" Target="../tags/tag645.xml"/><Relationship Id="rId15" Type="http://schemas.openxmlformats.org/officeDocument/2006/relationships/tags" Target="../tags/tag654.xml"/><Relationship Id="rId23" Type="http://schemas.openxmlformats.org/officeDocument/2006/relationships/tags" Target="../tags/tag662.xml"/><Relationship Id="rId28" Type="http://schemas.openxmlformats.org/officeDocument/2006/relationships/tags" Target="../tags/tag667.xml"/><Relationship Id="rId36" Type="http://schemas.openxmlformats.org/officeDocument/2006/relationships/tags" Target="../tags/tag675.xml"/><Relationship Id="rId49" Type="http://schemas.openxmlformats.org/officeDocument/2006/relationships/tags" Target="../tags/tag688.xml"/><Relationship Id="rId57" Type="http://schemas.openxmlformats.org/officeDocument/2006/relationships/tags" Target="../tags/tag696.xml"/><Relationship Id="rId10" Type="http://schemas.openxmlformats.org/officeDocument/2006/relationships/tags" Target="../tags/tag649.xml"/><Relationship Id="rId31" Type="http://schemas.openxmlformats.org/officeDocument/2006/relationships/tags" Target="../tags/tag670.xml"/><Relationship Id="rId44" Type="http://schemas.openxmlformats.org/officeDocument/2006/relationships/tags" Target="../tags/tag683.xml"/><Relationship Id="rId52" Type="http://schemas.openxmlformats.org/officeDocument/2006/relationships/tags" Target="../tags/tag691.xml"/><Relationship Id="rId60" Type="http://schemas.openxmlformats.org/officeDocument/2006/relationships/tags" Target="../tags/tag699.xml"/><Relationship Id="rId65" Type="http://schemas.openxmlformats.org/officeDocument/2006/relationships/tags" Target="../tags/tag704.xml"/><Relationship Id="rId73" Type="http://schemas.openxmlformats.org/officeDocument/2006/relationships/tags" Target="../tags/tag712.xml"/><Relationship Id="rId78" Type="http://schemas.openxmlformats.org/officeDocument/2006/relationships/tags" Target="../tags/tag717.xml"/><Relationship Id="rId81" Type="http://schemas.openxmlformats.org/officeDocument/2006/relationships/tags" Target="../tags/tag720.xml"/><Relationship Id="rId4" Type="http://schemas.openxmlformats.org/officeDocument/2006/relationships/tags" Target="../tags/tag643.xml"/><Relationship Id="rId9" Type="http://schemas.openxmlformats.org/officeDocument/2006/relationships/tags" Target="../tags/tag648.xml"/><Relationship Id="rId13" Type="http://schemas.openxmlformats.org/officeDocument/2006/relationships/tags" Target="../tags/tag652.xml"/><Relationship Id="rId18" Type="http://schemas.openxmlformats.org/officeDocument/2006/relationships/tags" Target="../tags/tag657.xml"/><Relationship Id="rId39" Type="http://schemas.openxmlformats.org/officeDocument/2006/relationships/tags" Target="../tags/tag678.xml"/><Relationship Id="rId34" Type="http://schemas.openxmlformats.org/officeDocument/2006/relationships/tags" Target="../tags/tag673.xml"/><Relationship Id="rId50" Type="http://schemas.openxmlformats.org/officeDocument/2006/relationships/tags" Target="../tags/tag689.xml"/><Relationship Id="rId55" Type="http://schemas.openxmlformats.org/officeDocument/2006/relationships/tags" Target="../tags/tag694.xml"/><Relationship Id="rId76" Type="http://schemas.openxmlformats.org/officeDocument/2006/relationships/tags" Target="../tags/tag715.xml"/><Relationship Id="rId7" Type="http://schemas.openxmlformats.org/officeDocument/2006/relationships/tags" Target="../tags/tag646.xml"/><Relationship Id="rId71" Type="http://schemas.openxmlformats.org/officeDocument/2006/relationships/tags" Target="../tags/tag710.xml"/><Relationship Id="rId2" Type="http://schemas.openxmlformats.org/officeDocument/2006/relationships/tags" Target="../tags/tag641.xml"/><Relationship Id="rId29" Type="http://schemas.openxmlformats.org/officeDocument/2006/relationships/tags" Target="../tags/tag668.xml"/><Relationship Id="rId24" Type="http://schemas.openxmlformats.org/officeDocument/2006/relationships/tags" Target="../tags/tag663.xml"/><Relationship Id="rId40" Type="http://schemas.openxmlformats.org/officeDocument/2006/relationships/tags" Target="../tags/tag679.xml"/><Relationship Id="rId45" Type="http://schemas.openxmlformats.org/officeDocument/2006/relationships/tags" Target="../tags/tag684.xml"/><Relationship Id="rId66" Type="http://schemas.openxmlformats.org/officeDocument/2006/relationships/tags" Target="../tags/tag705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tags" Target="../tags/tag838.xml"/><Relationship Id="rId21" Type="http://schemas.openxmlformats.org/officeDocument/2006/relationships/tags" Target="../tags/tag742.xml"/><Relationship Id="rId42" Type="http://schemas.openxmlformats.org/officeDocument/2006/relationships/tags" Target="../tags/tag763.xml"/><Relationship Id="rId63" Type="http://schemas.openxmlformats.org/officeDocument/2006/relationships/tags" Target="../tags/tag784.xml"/><Relationship Id="rId84" Type="http://schemas.openxmlformats.org/officeDocument/2006/relationships/tags" Target="../tags/tag805.xml"/><Relationship Id="rId138" Type="http://schemas.openxmlformats.org/officeDocument/2006/relationships/tags" Target="../tags/tag859.xml"/><Relationship Id="rId107" Type="http://schemas.openxmlformats.org/officeDocument/2006/relationships/tags" Target="../tags/tag828.xml"/><Relationship Id="rId11" Type="http://schemas.openxmlformats.org/officeDocument/2006/relationships/tags" Target="../tags/tag732.xml"/><Relationship Id="rId32" Type="http://schemas.openxmlformats.org/officeDocument/2006/relationships/tags" Target="../tags/tag753.xml"/><Relationship Id="rId53" Type="http://schemas.openxmlformats.org/officeDocument/2006/relationships/tags" Target="../tags/tag774.xml"/><Relationship Id="rId74" Type="http://schemas.openxmlformats.org/officeDocument/2006/relationships/tags" Target="../tags/tag795.xml"/><Relationship Id="rId128" Type="http://schemas.openxmlformats.org/officeDocument/2006/relationships/tags" Target="../tags/tag849.xml"/><Relationship Id="rId149" Type="http://schemas.openxmlformats.org/officeDocument/2006/relationships/tags" Target="../tags/tag870.xml"/><Relationship Id="rId5" Type="http://schemas.openxmlformats.org/officeDocument/2006/relationships/tags" Target="../tags/tag726.xml"/><Relationship Id="rId95" Type="http://schemas.openxmlformats.org/officeDocument/2006/relationships/tags" Target="../tags/tag816.xml"/><Relationship Id="rId22" Type="http://schemas.openxmlformats.org/officeDocument/2006/relationships/tags" Target="../tags/tag743.xml"/><Relationship Id="rId43" Type="http://schemas.openxmlformats.org/officeDocument/2006/relationships/tags" Target="../tags/tag764.xml"/><Relationship Id="rId64" Type="http://schemas.openxmlformats.org/officeDocument/2006/relationships/tags" Target="../tags/tag785.xml"/><Relationship Id="rId118" Type="http://schemas.openxmlformats.org/officeDocument/2006/relationships/tags" Target="../tags/tag839.xml"/><Relationship Id="rId139" Type="http://schemas.openxmlformats.org/officeDocument/2006/relationships/tags" Target="../tags/tag860.xml"/><Relationship Id="rId80" Type="http://schemas.openxmlformats.org/officeDocument/2006/relationships/tags" Target="../tags/tag801.xml"/><Relationship Id="rId85" Type="http://schemas.openxmlformats.org/officeDocument/2006/relationships/tags" Target="../tags/tag806.xml"/><Relationship Id="rId150" Type="http://schemas.openxmlformats.org/officeDocument/2006/relationships/tags" Target="../tags/tag871.xml"/><Relationship Id="rId155" Type="http://schemas.openxmlformats.org/officeDocument/2006/relationships/tags" Target="../tags/tag876.xml"/><Relationship Id="rId12" Type="http://schemas.openxmlformats.org/officeDocument/2006/relationships/tags" Target="../tags/tag733.xml"/><Relationship Id="rId17" Type="http://schemas.openxmlformats.org/officeDocument/2006/relationships/tags" Target="../tags/tag738.xml"/><Relationship Id="rId33" Type="http://schemas.openxmlformats.org/officeDocument/2006/relationships/tags" Target="../tags/tag754.xml"/><Relationship Id="rId38" Type="http://schemas.openxmlformats.org/officeDocument/2006/relationships/tags" Target="../tags/tag759.xml"/><Relationship Id="rId59" Type="http://schemas.openxmlformats.org/officeDocument/2006/relationships/tags" Target="../tags/tag780.xml"/><Relationship Id="rId103" Type="http://schemas.openxmlformats.org/officeDocument/2006/relationships/tags" Target="../tags/tag824.xml"/><Relationship Id="rId108" Type="http://schemas.openxmlformats.org/officeDocument/2006/relationships/tags" Target="../tags/tag829.xml"/><Relationship Id="rId124" Type="http://schemas.openxmlformats.org/officeDocument/2006/relationships/tags" Target="../tags/tag845.xml"/><Relationship Id="rId129" Type="http://schemas.openxmlformats.org/officeDocument/2006/relationships/tags" Target="../tags/tag850.xml"/><Relationship Id="rId54" Type="http://schemas.openxmlformats.org/officeDocument/2006/relationships/tags" Target="../tags/tag775.xml"/><Relationship Id="rId70" Type="http://schemas.openxmlformats.org/officeDocument/2006/relationships/tags" Target="../tags/tag791.xml"/><Relationship Id="rId75" Type="http://schemas.openxmlformats.org/officeDocument/2006/relationships/tags" Target="../tags/tag796.xml"/><Relationship Id="rId91" Type="http://schemas.openxmlformats.org/officeDocument/2006/relationships/tags" Target="../tags/tag812.xml"/><Relationship Id="rId96" Type="http://schemas.openxmlformats.org/officeDocument/2006/relationships/tags" Target="../tags/tag817.xml"/><Relationship Id="rId140" Type="http://schemas.openxmlformats.org/officeDocument/2006/relationships/tags" Target="../tags/tag861.xml"/><Relationship Id="rId145" Type="http://schemas.openxmlformats.org/officeDocument/2006/relationships/tags" Target="../tags/tag866.xml"/><Relationship Id="rId1" Type="http://schemas.openxmlformats.org/officeDocument/2006/relationships/tags" Target="../tags/tag722.xml"/><Relationship Id="rId6" Type="http://schemas.openxmlformats.org/officeDocument/2006/relationships/tags" Target="../tags/tag727.xml"/><Relationship Id="rId23" Type="http://schemas.openxmlformats.org/officeDocument/2006/relationships/tags" Target="../tags/tag744.xml"/><Relationship Id="rId28" Type="http://schemas.openxmlformats.org/officeDocument/2006/relationships/tags" Target="../tags/tag749.xml"/><Relationship Id="rId49" Type="http://schemas.openxmlformats.org/officeDocument/2006/relationships/tags" Target="../tags/tag770.xml"/><Relationship Id="rId114" Type="http://schemas.openxmlformats.org/officeDocument/2006/relationships/tags" Target="../tags/tag835.xml"/><Relationship Id="rId119" Type="http://schemas.openxmlformats.org/officeDocument/2006/relationships/tags" Target="../tags/tag840.xml"/><Relationship Id="rId44" Type="http://schemas.openxmlformats.org/officeDocument/2006/relationships/tags" Target="../tags/tag765.xml"/><Relationship Id="rId60" Type="http://schemas.openxmlformats.org/officeDocument/2006/relationships/tags" Target="../tags/tag781.xml"/><Relationship Id="rId65" Type="http://schemas.openxmlformats.org/officeDocument/2006/relationships/tags" Target="../tags/tag786.xml"/><Relationship Id="rId81" Type="http://schemas.openxmlformats.org/officeDocument/2006/relationships/tags" Target="../tags/tag802.xml"/><Relationship Id="rId86" Type="http://schemas.openxmlformats.org/officeDocument/2006/relationships/tags" Target="../tags/tag807.xml"/><Relationship Id="rId130" Type="http://schemas.openxmlformats.org/officeDocument/2006/relationships/tags" Target="../tags/tag851.xml"/><Relationship Id="rId135" Type="http://schemas.openxmlformats.org/officeDocument/2006/relationships/tags" Target="../tags/tag856.xml"/><Relationship Id="rId151" Type="http://schemas.openxmlformats.org/officeDocument/2006/relationships/tags" Target="../tags/tag872.xml"/><Relationship Id="rId156" Type="http://schemas.openxmlformats.org/officeDocument/2006/relationships/slideLayout" Target="../slideLayouts/slideLayout7.xml"/><Relationship Id="rId13" Type="http://schemas.openxmlformats.org/officeDocument/2006/relationships/tags" Target="../tags/tag734.xml"/><Relationship Id="rId18" Type="http://schemas.openxmlformats.org/officeDocument/2006/relationships/tags" Target="../tags/tag739.xml"/><Relationship Id="rId39" Type="http://schemas.openxmlformats.org/officeDocument/2006/relationships/tags" Target="../tags/tag760.xml"/><Relationship Id="rId109" Type="http://schemas.openxmlformats.org/officeDocument/2006/relationships/tags" Target="../tags/tag830.xml"/><Relationship Id="rId34" Type="http://schemas.openxmlformats.org/officeDocument/2006/relationships/tags" Target="../tags/tag755.xml"/><Relationship Id="rId50" Type="http://schemas.openxmlformats.org/officeDocument/2006/relationships/tags" Target="../tags/tag771.xml"/><Relationship Id="rId55" Type="http://schemas.openxmlformats.org/officeDocument/2006/relationships/tags" Target="../tags/tag776.xml"/><Relationship Id="rId76" Type="http://schemas.openxmlformats.org/officeDocument/2006/relationships/tags" Target="../tags/tag797.xml"/><Relationship Id="rId97" Type="http://schemas.openxmlformats.org/officeDocument/2006/relationships/tags" Target="../tags/tag818.xml"/><Relationship Id="rId104" Type="http://schemas.openxmlformats.org/officeDocument/2006/relationships/tags" Target="../tags/tag825.xml"/><Relationship Id="rId120" Type="http://schemas.openxmlformats.org/officeDocument/2006/relationships/tags" Target="../tags/tag841.xml"/><Relationship Id="rId125" Type="http://schemas.openxmlformats.org/officeDocument/2006/relationships/tags" Target="../tags/tag846.xml"/><Relationship Id="rId141" Type="http://schemas.openxmlformats.org/officeDocument/2006/relationships/tags" Target="../tags/tag862.xml"/><Relationship Id="rId146" Type="http://schemas.openxmlformats.org/officeDocument/2006/relationships/tags" Target="../tags/tag867.xml"/><Relationship Id="rId7" Type="http://schemas.openxmlformats.org/officeDocument/2006/relationships/tags" Target="../tags/tag728.xml"/><Relationship Id="rId71" Type="http://schemas.openxmlformats.org/officeDocument/2006/relationships/tags" Target="../tags/tag792.xml"/><Relationship Id="rId92" Type="http://schemas.openxmlformats.org/officeDocument/2006/relationships/tags" Target="../tags/tag813.xml"/><Relationship Id="rId2" Type="http://schemas.openxmlformats.org/officeDocument/2006/relationships/tags" Target="../tags/tag723.xml"/><Relationship Id="rId29" Type="http://schemas.openxmlformats.org/officeDocument/2006/relationships/tags" Target="../tags/tag750.xml"/><Relationship Id="rId24" Type="http://schemas.openxmlformats.org/officeDocument/2006/relationships/tags" Target="../tags/tag745.xml"/><Relationship Id="rId40" Type="http://schemas.openxmlformats.org/officeDocument/2006/relationships/tags" Target="../tags/tag761.xml"/><Relationship Id="rId45" Type="http://schemas.openxmlformats.org/officeDocument/2006/relationships/tags" Target="../tags/tag766.xml"/><Relationship Id="rId66" Type="http://schemas.openxmlformats.org/officeDocument/2006/relationships/tags" Target="../tags/tag787.xml"/><Relationship Id="rId87" Type="http://schemas.openxmlformats.org/officeDocument/2006/relationships/tags" Target="../tags/tag808.xml"/><Relationship Id="rId110" Type="http://schemas.openxmlformats.org/officeDocument/2006/relationships/tags" Target="../tags/tag831.xml"/><Relationship Id="rId115" Type="http://schemas.openxmlformats.org/officeDocument/2006/relationships/tags" Target="../tags/tag836.xml"/><Relationship Id="rId131" Type="http://schemas.openxmlformats.org/officeDocument/2006/relationships/tags" Target="../tags/tag852.xml"/><Relationship Id="rId136" Type="http://schemas.openxmlformats.org/officeDocument/2006/relationships/tags" Target="../tags/tag857.xml"/><Relationship Id="rId157" Type="http://schemas.openxmlformats.org/officeDocument/2006/relationships/notesSlide" Target="../notesSlides/notesSlide6.xml"/><Relationship Id="rId61" Type="http://schemas.openxmlformats.org/officeDocument/2006/relationships/tags" Target="../tags/tag782.xml"/><Relationship Id="rId82" Type="http://schemas.openxmlformats.org/officeDocument/2006/relationships/tags" Target="../tags/tag803.xml"/><Relationship Id="rId152" Type="http://schemas.openxmlformats.org/officeDocument/2006/relationships/tags" Target="../tags/tag873.xml"/><Relationship Id="rId19" Type="http://schemas.openxmlformats.org/officeDocument/2006/relationships/tags" Target="../tags/tag740.xml"/><Relationship Id="rId14" Type="http://schemas.openxmlformats.org/officeDocument/2006/relationships/tags" Target="../tags/tag735.xml"/><Relationship Id="rId30" Type="http://schemas.openxmlformats.org/officeDocument/2006/relationships/tags" Target="../tags/tag751.xml"/><Relationship Id="rId35" Type="http://schemas.openxmlformats.org/officeDocument/2006/relationships/tags" Target="../tags/tag756.xml"/><Relationship Id="rId56" Type="http://schemas.openxmlformats.org/officeDocument/2006/relationships/tags" Target="../tags/tag777.xml"/><Relationship Id="rId77" Type="http://schemas.openxmlformats.org/officeDocument/2006/relationships/tags" Target="../tags/tag798.xml"/><Relationship Id="rId100" Type="http://schemas.openxmlformats.org/officeDocument/2006/relationships/tags" Target="../tags/tag821.xml"/><Relationship Id="rId105" Type="http://schemas.openxmlformats.org/officeDocument/2006/relationships/tags" Target="../tags/tag826.xml"/><Relationship Id="rId126" Type="http://schemas.openxmlformats.org/officeDocument/2006/relationships/tags" Target="../tags/tag847.xml"/><Relationship Id="rId147" Type="http://schemas.openxmlformats.org/officeDocument/2006/relationships/tags" Target="../tags/tag868.xml"/><Relationship Id="rId8" Type="http://schemas.openxmlformats.org/officeDocument/2006/relationships/tags" Target="../tags/tag729.xml"/><Relationship Id="rId51" Type="http://schemas.openxmlformats.org/officeDocument/2006/relationships/tags" Target="../tags/tag772.xml"/><Relationship Id="rId72" Type="http://schemas.openxmlformats.org/officeDocument/2006/relationships/tags" Target="../tags/tag793.xml"/><Relationship Id="rId93" Type="http://schemas.openxmlformats.org/officeDocument/2006/relationships/tags" Target="../tags/tag814.xml"/><Relationship Id="rId98" Type="http://schemas.openxmlformats.org/officeDocument/2006/relationships/tags" Target="../tags/tag819.xml"/><Relationship Id="rId121" Type="http://schemas.openxmlformats.org/officeDocument/2006/relationships/tags" Target="../tags/tag842.xml"/><Relationship Id="rId142" Type="http://schemas.openxmlformats.org/officeDocument/2006/relationships/tags" Target="../tags/tag863.xml"/><Relationship Id="rId3" Type="http://schemas.openxmlformats.org/officeDocument/2006/relationships/tags" Target="../tags/tag724.xml"/><Relationship Id="rId25" Type="http://schemas.openxmlformats.org/officeDocument/2006/relationships/tags" Target="../tags/tag746.xml"/><Relationship Id="rId46" Type="http://schemas.openxmlformats.org/officeDocument/2006/relationships/tags" Target="../tags/tag767.xml"/><Relationship Id="rId67" Type="http://schemas.openxmlformats.org/officeDocument/2006/relationships/tags" Target="../tags/tag788.xml"/><Relationship Id="rId116" Type="http://schemas.openxmlformats.org/officeDocument/2006/relationships/tags" Target="../tags/tag837.xml"/><Relationship Id="rId137" Type="http://schemas.openxmlformats.org/officeDocument/2006/relationships/tags" Target="../tags/tag858.xml"/><Relationship Id="rId20" Type="http://schemas.openxmlformats.org/officeDocument/2006/relationships/tags" Target="../tags/tag741.xml"/><Relationship Id="rId41" Type="http://schemas.openxmlformats.org/officeDocument/2006/relationships/tags" Target="../tags/tag762.xml"/><Relationship Id="rId62" Type="http://schemas.openxmlformats.org/officeDocument/2006/relationships/tags" Target="../tags/tag783.xml"/><Relationship Id="rId83" Type="http://schemas.openxmlformats.org/officeDocument/2006/relationships/tags" Target="../tags/tag804.xml"/><Relationship Id="rId88" Type="http://schemas.openxmlformats.org/officeDocument/2006/relationships/tags" Target="../tags/tag809.xml"/><Relationship Id="rId111" Type="http://schemas.openxmlformats.org/officeDocument/2006/relationships/tags" Target="../tags/tag832.xml"/><Relationship Id="rId132" Type="http://schemas.openxmlformats.org/officeDocument/2006/relationships/tags" Target="../tags/tag853.xml"/><Relationship Id="rId153" Type="http://schemas.openxmlformats.org/officeDocument/2006/relationships/tags" Target="../tags/tag874.xml"/><Relationship Id="rId15" Type="http://schemas.openxmlformats.org/officeDocument/2006/relationships/tags" Target="../tags/tag736.xml"/><Relationship Id="rId36" Type="http://schemas.openxmlformats.org/officeDocument/2006/relationships/tags" Target="../tags/tag757.xml"/><Relationship Id="rId57" Type="http://schemas.openxmlformats.org/officeDocument/2006/relationships/tags" Target="../tags/tag778.xml"/><Relationship Id="rId106" Type="http://schemas.openxmlformats.org/officeDocument/2006/relationships/tags" Target="../tags/tag827.xml"/><Relationship Id="rId127" Type="http://schemas.openxmlformats.org/officeDocument/2006/relationships/tags" Target="../tags/tag848.xml"/><Relationship Id="rId10" Type="http://schemas.openxmlformats.org/officeDocument/2006/relationships/tags" Target="../tags/tag731.xml"/><Relationship Id="rId31" Type="http://schemas.openxmlformats.org/officeDocument/2006/relationships/tags" Target="../tags/tag752.xml"/><Relationship Id="rId52" Type="http://schemas.openxmlformats.org/officeDocument/2006/relationships/tags" Target="../tags/tag773.xml"/><Relationship Id="rId73" Type="http://schemas.openxmlformats.org/officeDocument/2006/relationships/tags" Target="../tags/tag794.xml"/><Relationship Id="rId78" Type="http://schemas.openxmlformats.org/officeDocument/2006/relationships/tags" Target="../tags/tag799.xml"/><Relationship Id="rId94" Type="http://schemas.openxmlformats.org/officeDocument/2006/relationships/tags" Target="../tags/tag815.xml"/><Relationship Id="rId99" Type="http://schemas.openxmlformats.org/officeDocument/2006/relationships/tags" Target="../tags/tag820.xml"/><Relationship Id="rId101" Type="http://schemas.openxmlformats.org/officeDocument/2006/relationships/tags" Target="../tags/tag822.xml"/><Relationship Id="rId122" Type="http://schemas.openxmlformats.org/officeDocument/2006/relationships/tags" Target="../tags/tag843.xml"/><Relationship Id="rId143" Type="http://schemas.openxmlformats.org/officeDocument/2006/relationships/tags" Target="../tags/tag864.xml"/><Relationship Id="rId148" Type="http://schemas.openxmlformats.org/officeDocument/2006/relationships/tags" Target="../tags/tag869.xml"/><Relationship Id="rId4" Type="http://schemas.openxmlformats.org/officeDocument/2006/relationships/tags" Target="../tags/tag725.xml"/><Relationship Id="rId9" Type="http://schemas.openxmlformats.org/officeDocument/2006/relationships/tags" Target="../tags/tag730.xml"/><Relationship Id="rId26" Type="http://schemas.openxmlformats.org/officeDocument/2006/relationships/tags" Target="../tags/tag747.xml"/><Relationship Id="rId47" Type="http://schemas.openxmlformats.org/officeDocument/2006/relationships/tags" Target="../tags/tag768.xml"/><Relationship Id="rId68" Type="http://schemas.openxmlformats.org/officeDocument/2006/relationships/tags" Target="../tags/tag789.xml"/><Relationship Id="rId89" Type="http://schemas.openxmlformats.org/officeDocument/2006/relationships/tags" Target="../tags/tag810.xml"/><Relationship Id="rId112" Type="http://schemas.openxmlformats.org/officeDocument/2006/relationships/tags" Target="../tags/tag833.xml"/><Relationship Id="rId133" Type="http://schemas.openxmlformats.org/officeDocument/2006/relationships/tags" Target="../tags/tag854.xml"/><Relationship Id="rId154" Type="http://schemas.openxmlformats.org/officeDocument/2006/relationships/tags" Target="../tags/tag875.xml"/><Relationship Id="rId16" Type="http://schemas.openxmlformats.org/officeDocument/2006/relationships/tags" Target="../tags/tag737.xml"/><Relationship Id="rId37" Type="http://schemas.openxmlformats.org/officeDocument/2006/relationships/tags" Target="../tags/tag758.xml"/><Relationship Id="rId58" Type="http://schemas.openxmlformats.org/officeDocument/2006/relationships/tags" Target="../tags/tag779.xml"/><Relationship Id="rId79" Type="http://schemas.openxmlformats.org/officeDocument/2006/relationships/tags" Target="../tags/tag800.xml"/><Relationship Id="rId102" Type="http://schemas.openxmlformats.org/officeDocument/2006/relationships/tags" Target="../tags/tag823.xml"/><Relationship Id="rId123" Type="http://schemas.openxmlformats.org/officeDocument/2006/relationships/tags" Target="../tags/tag844.xml"/><Relationship Id="rId144" Type="http://schemas.openxmlformats.org/officeDocument/2006/relationships/tags" Target="../tags/tag865.xml"/><Relationship Id="rId90" Type="http://schemas.openxmlformats.org/officeDocument/2006/relationships/tags" Target="../tags/tag811.xml"/><Relationship Id="rId27" Type="http://schemas.openxmlformats.org/officeDocument/2006/relationships/tags" Target="../tags/tag748.xml"/><Relationship Id="rId48" Type="http://schemas.openxmlformats.org/officeDocument/2006/relationships/tags" Target="../tags/tag769.xml"/><Relationship Id="rId69" Type="http://schemas.openxmlformats.org/officeDocument/2006/relationships/tags" Target="../tags/tag790.xml"/><Relationship Id="rId113" Type="http://schemas.openxmlformats.org/officeDocument/2006/relationships/tags" Target="../tags/tag834.xml"/><Relationship Id="rId134" Type="http://schemas.openxmlformats.org/officeDocument/2006/relationships/tags" Target="../tags/tag855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tags" Target="../tags/tag993.xml"/><Relationship Id="rId21" Type="http://schemas.openxmlformats.org/officeDocument/2006/relationships/tags" Target="../tags/tag897.xml"/><Relationship Id="rId42" Type="http://schemas.openxmlformats.org/officeDocument/2006/relationships/tags" Target="../tags/tag918.xml"/><Relationship Id="rId63" Type="http://schemas.openxmlformats.org/officeDocument/2006/relationships/tags" Target="../tags/tag939.xml"/><Relationship Id="rId84" Type="http://schemas.openxmlformats.org/officeDocument/2006/relationships/tags" Target="../tags/tag960.xml"/><Relationship Id="rId138" Type="http://schemas.openxmlformats.org/officeDocument/2006/relationships/tags" Target="../tags/tag1014.xml"/><Relationship Id="rId107" Type="http://schemas.openxmlformats.org/officeDocument/2006/relationships/tags" Target="../tags/tag983.xml"/><Relationship Id="rId11" Type="http://schemas.openxmlformats.org/officeDocument/2006/relationships/tags" Target="../tags/tag887.xml"/><Relationship Id="rId32" Type="http://schemas.openxmlformats.org/officeDocument/2006/relationships/tags" Target="../tags/tag908.xml"/><Relationship Id="rId53" Type="http://schemas.openxmlformats.org/officeDocument/2006/relationships/tags" Target="../tags/tag929.xml"/><Relationship Id="rId74" Type="http://schemas.openxmlformats.org/officeDocument/2006/relationships/tags" Target="../tags/tag950.xml"/><Relationship Id="rId128" Type="http://schemas.openxmlformats.org/officeDocument/2006/relationships/tags" Target="../tags/tag1004.xml"/><Relationship Id="rId149" Type="http://schemas.openxmlformats.org/officeDocument/2006/relationships/tags" Target="../tags/tag1025.xml"/><Relationship Id="rId5" Type="http://schemas.openxmlformats.org/officeDocument/2006/relationships/tags" Target="../tags/tag881.xml"/><Relationship Id="rId95" Type="http://schemas.openxmlformats.org/officeDocument/2006/relationships/tags" Target="../tags/tag971.xml"/><Relationship Id="rId22" Type="http://schemas.openxmlformats.org/officeDocument/2006/relationships/tags" Target="../tags/tag898.xml"/><Relationship Id="rId27" Type="http://schemas.openxmlformats.org/officeDocument/2006/relationships/tags" Target="../tags/tag903.xml"/><Relationship Id="rId43" Type="http://schemas.openxmlformats.org/officeDocument/2006/relationships/tags" Target="../tags/tag919.xml"/><Relationship Id="rId48" Type="http://schemas.openxmlformats.org/officeDocument/2006/relationships/tags" Target="../tags/tag924.xml"/><Relationship Id="rId64" Type="http://schemas.openxmlformats.org/officeDocument/2006/relationships/tags" Target="../tags/tag940.xml"/><Relationship Id="rId69" Type="http://schemas.openxmlformats.org/officeDocument/2006/relationships/tags" Target="../tags/tag945.xml"/><Relationship Id="rId113" Type="http://schemas.openxmlformats.org/officeDocument/2006/relationships/tags" Target="../tags/tag989.xml"/><Relationship Id="rId118" Type="http://schemas.openxmlformats.org/officeDocument/2006/relationships/tags" Target="../tags/tag994.xml"/><Relationship Id="rId134" Type="http://schemas.openxmlformats.org/officeDocument/2006/relationships/tags" Target="../tags/tag1010.xml"/><Relationship Id="rId139" Type="http://schemas.openxmlformats.org/officeDocument/2006/relationships/tags" Target="../tags/tag1015.xml"/><Relationship Id="rId80" Type="http://schemas.openxmlformats.org/officeDocument/2006/relationships/tags" Target="../tags/tag956.xml"/><Relationship Id="rId85" Type="http://schemas.openxmlformats.org/officeDocument/2006/relationships/tags" Target="../tags/tag961.xml"/><Relationship Id="rId150" Type="http://schemas.openxmlformats.org/officeDocument/2006/relationships/tags" Target="../tags/tag1026.xml"/><Relationship Id="rId155" Type="http://schemas.openxmlformats.org/officeDocument/2006/relationships/image" Target="../media/image16.png"/><Relationship Id="rId12" Type="http://schemas.openxmlformats.org/officeDocument/2006/relationships/tags" Target="../tags/tag888.xml"/><Relationship Id="rId17" Type="http://schemas.openxmlformats.org/officeDocument/2006/relationships/tags" Target="../tags/tag893.xml"/><Relationship Id="rId33" Type="http://schemas.openxmlformats.org/officeDocument/2006/relationships/tags" Target="../tags/tag909.xml"/><Relationship Id="rId38" Type="http://schemas.openxmlformats.org/officeDocument/2006/relationships/tags" Target="../tags/tag914.xml"/><Relationship Id="rId59" Type="http://schemas.openxmlformats.org/officeDocument/2006/relationships/tags" Target="../tags/tag935.xml"/><Relationship Id="rId103" Type="http://schemas.openxmlformats.org/officeDocument/2006/relationships/tags" Target="../tags/tag979.xml"/><Relationship Id="rId108" Type="http://schemas.openxmlformats.org/officeDocument/2006/relationships/tags" Target="../tags/tag984.xml"/><Relationship Id="rId124" Type="http://schemas.openxmlformats.org/officeDocument/2006/relationships/tags" Target="../tags/tag1000.xml"/><Relationship Id="rId129" Type="http://schemas.openxmlformats.org/officeDocument/2006/relationships/tags" Target="../tags/tag1005.xml"/><Relationship Id="rId54" Type="http://schemas.openxmlformats.org/officeDocument/2006/relationships/tags" Target="../tags/tag930.xml"/><Relationship Id="rId70" Type="http://schemas.openxmlformats.org/officeDocument/2006/relationships/tags" Target="../tags/tag946.xml"/><Relationship Id="rId75" Type="http://schemas.openxmlformats.org/officeDocument/2006/relationships/tags" Target="../tags/tag951.xml"/><Relationship Id="rId91" Type="http://schemas.openxmlformats.org/officeDocument/2006/relationships/tags" Target="../tags/tag967.xml"/><Relationship Id="rId96" Type="http://schemas.openxmlformats.org/officeDocument/2006/relationships/tags" Target="../tags/tag972.xml"/><Relationship Id="rId140" Type="http://schemas.openxmlformats.org/officeDocument/2006/relationships/tags" Target="../tags/tag1016.xml"/><Relationship Id="rId145" Type="http://schemas.openxmlformats.org/officeDocument/2006/relationships/tags" Target="../tags/tag1021.xml"/><Relationship Id="rId1" Type="http://schemas.openxmlformats.org/officeDocument/2006/relationships/tags" Target="../tags/tag877.xml"/><Relationship Id="rId6" Type="http://schemas.openxmlformats.org/officeDocument/2006/relationships/tags" Target="../tags/tag882.xml"/><Relationship Id="rId23" Type="http://schemas.openxmlformats.org/officeDocument/2006/relationships/tags" Target="../tags/tag899.xml"/><Relationship Id="rId28" Type="http://schemas.openxmlformats.org/officeDocument/2006/relationships/tags" Target="../tags/tag904.xml"/><Relationship Id="rId49" Type="http://schemas.openxmlformats.org/officeDocument/2006/relationships/tags" Target="../tags/tag925.xml"/><Relationship Id="rId114" Type="http://schemas.openxmlformats.org/officeDocument/2006/relationships/tags" Target="../tags/tag990.xml"/><Relationship Id="rId119" Type="http://schemas.openxmlformats.org/officeDocument/2006/relationships/tags" Target="../tags/tag995.xml"/><Relationship Id="rId44" Type="http://schemas.openxmlformats.org/officeDocument/2006/relationships/tags" Target="../tags/tag920.xml"/><Relationship Id="rId60" Type="http://schemas.openxmlformats.org/officeDocument/2006/relationships/tags" Target="../tags/tag936.xml"/><Relationship Id="rId65" Type="http://schemas.openxmlformats.org/officeDocument/2006/relationships/tags" Target="../tags/tag941.xml"/><Relationship Id="rId81" Type="http://schemas.openxmlformats.org/officeDocument/2006/relationships/tags" Target="../tags/tag957.xml"/><Relationship Id="rId86" Type="http://schemas.openxmlformats.org/officeDocument/2006/relationships/tags" Target="../tags/tag962.xml"/><Relationship Id="rId130" Type="http://schemas.openxmlformats.org/officeDocument/2006/relationships/tags" Target="../tags/tag1006.xml"/><Relationship Id="rId135" Type="http://schemas.openxmlformats.org/officeDocument/2006/relationships/tags" Target="../tags/tag1011.xml"/><Relationship Id="rId151" Type="http://schemas.openxmlformats.org/officeDocument/2006/relationships/tags" Target="../tags/tag1027.xml"/><Relationship Id="rId13" Type="http://schemas.openxmlformats.org/officeDocument/2006/relationships/tags" Target="../tags/tag889.xml"/><Relationship Id="rId18" Type="http://schemas.openxmlformats.org/officeDocument/2006/relationships/tags" Target="../tags/tag894.xml"/><Relationship Id="rId39" Type="http://schemas.openxmlformats.org/officeDocument/2006/relationships/tags" Target="../tags/tag915.xml"/><Relationship Id="rId109" Type="http://schemas.openxmlformats.org/officeDocument/2006/relationships/tags" Target="../tags/tag985.xml"/><Relationship Id="rId34" Type="http://schemas.openxmlformats.org/officeDocument/2006/relationships/tags" Target="../tags/tag910.xml"/><Relationship Id="rId50" Type="http://schemas.openxmlformats.org/officeDocument/2006/relationships/tags" Target="../tags/tag926.xml"/><Relationship Id="rId55" Type="http://schemas.openxmlformats.org/officeDocument/2006/relationships/tags" Target="../tags/tag931.xml"/><Relationship Id="rId76" Type="http://schemas.openxmlformats.org/officeDocument/2006/relationships/tags" Target="../tags/tag952.xml"/><Relationship Id="rId97" Type="http://schemas.openxmlformats.org/officeDocument/2006/relationships/tags" Target="../tags/tag973.xml"/><Relationship Id="rId104" Type="http://schemas.openxmlformats.org/officeDocument/2006/relationships/tags" Target="../tags/tag980.xml"/><Relationship Id="rId120" Type="http://schemas.openxmlformats.org/officeDocument/2006/relationships/tags" Target="../tags/tag996.xml"/><Relationship Id="rId125" Type="http://schemas.openxmlformats.org/officeDocument/2006/relationships/tags" Target="../tags/tag1001.xml"/><Relationship Id="rId141" Type="http://schemas.openxmlformats.org/officeDocument/2006/relationships/tags" Target="../tags/tag1017.xml"/><Relationship Id="rId146" Type="http://schemas.openxmlformats.org/officeDocument/2006/relationships/tags" Target="../tags/tag1022.xml"/><Relationship Id="rId7" Type="http://schemas.openxmlformats.org/officeDocument/2006/relationships/tags" Target="../tags/tag883.xml"/><Relationship Id="rId71" Type="http://schemas.openxmlformats.org/officeDocument/2006/relationships/tags" Target="../tags/tag947.xml"/><Relationship Id="rId92" Type="http://schemas.openxmlformats.org/officeDocument/2006/relationships/tags" Target="../tags/tag968.xml"/><Relationship Id="rId2" Type="http://schemas.openxmlformats.org/officeDocument/2006/relationships/tags" Target="../tags/tag878.xml"/><Relationship Id="rId29" Type="http://schemas.openxmlformats.org/officeDocument/2006/relationships/tags" Target="../tags/tag905.xml"/><Relationship Id="rId24" Type="http://schemas.openxmlformats.org/officeDocument/2006/relationships/tags" Target="../tags/tag900.xml"/><Relationship Id="rId40" Type="http://schemas.openxmlformats.org/officeDocument/2006/relationships/tags" Target="../tags/tag916.xml"/><Relationship Id="rId45" Type="http://schemas.openxmlformats.org/officeDocument/2006/relationships/tags" Target="../tags/tag921.xml"/><Relationship Id="rId66" Type="http://schemas.openxmlformats.org/officeDocument/2006/relationships/tags" Target="../tags/tag942.xml"/><Relationship Id="rId87" Type="http://schemas.openxmlformats.org/officeDocument/2006/relationships/tags" Target="../tags/tag963.xml"/><Relationship Id="rId110" Type="http://schemas.openxmlformats.org/officeDocument/2006/relationships/tags" Target="../tags/tag986.xml"/><Relationship Id="rId115" Type="http://schemas.openxmlformats.org/officeDocument/2006/relationships/tags" Target="../tags/tag991.xml"/><Relationship Id="rId131" Type="http://schemas.openxmlformats.org/officeDocument/2006/relationships/tags" Target="../tags/tag1007.xml"/><Relationship Id="rId136" Type="http://schemas.openxmlformats.org/officeDocument/2006/relationships/tags" Target="../tags/tag1012.xml"/><Relationship Id="rId61" Type="http://schemas.openxmlformats.org/officeDocument/2006/relationships/tags" Target="../tags/tag937.xml"/><Relationship Id="rId82" Type="http://schemas.openxmlformats.org/officeDocument/2006/relationships/tags" Target="../tags/tag958.xml"/><Relationship Id="rId152" Type="http://schemas.openxmlformats.org/officeDocument/2006/relationships/tags" Target="../tags/tag1028.xml"/><Relationship Id="rId19" Type="http://schemas.openxmlformats.org/officeDocument/2006/relationships/tags" Target="../tags/tag895.xml"/><Relationship Id="rId14" Type="http://schemas.openxmlformats.org/officeDocument/2006/relationships/tags" Target="../tags/tag890.xml"/><Relationship Id="rId30" Type="http://schemas.openxmlformats.org/officeDocument/2006/relationships/tags" Target="../tags/tag906.xml"/><Relationship Id="rId35" Type="http://schemas.openxmlformats.org/officeDocument/2006/relationships/tags" Target="../tags/tag911.xml"/><Relationship Id="rId56" Type="http://schemas.openxmlformats.org/officeDocument/2006/relationships/tags" Target="../tags/tag932.xml"/><Relationship Id="rId77" Type="http://schemas.openxmlformats.org/officeDocument/2006/relationships/tags" Target="../tags/tag953.xml"/><Relationship Id="rId100" Type="http://schemas.openxmlformats.org/officeDocument/2006/relationships/tags" Target="../tags/tag976.xml"/><Relationship Id="rId105" Type="http://schemas.openxmlformats.org/officeDocument/2006/relationships/tags" Target="../tags/tag981.xml"/><Relationship Id="rId126" Type="http://schemas.openxmlformats.org/officeDocument/2006/relationships/tags" Target="../tags/tag1002.xml"/><Relationship Id="rId147" Type="http://schemas.openxmlformats.org/officeDocument/2006/relationships/tags" Target="../tags/tag1023.xml"/><Relationship Id="rId8" Type="http://schemas.openxmlformats.org/officeDocument/2006/relationships/tags" Target="../tags/tag884.xml"/><Relationship Id="rId51" Type="http://schemas.openxmlformats.org/officeDocument/2006/relationships/tags" Target="../tags/tag927.xml"/><Relationship Id="rId72" Type="http://schemas.openxmlformats.org/officeDocument/2006/relationships/tags" Target="../tags/tag948.xml"/><Relationship Id="rId93" Type="http://schemas.openxmlformats.org/officeDocument/2006/relationships/tags" Target="../tags/tag969.xml"/><Relationship Id="rId98" Type="http://schemas.openxmlformats.org/officeDocument/2006/relationships/tags" Target="../tags/tag974.xml"/><Relationship Id="rId121" Type="http://schemas.openxmlformats.org/officeDocument/2006/relationships/tags" Target="../tags/tag997.xml"/><Relationship Id="rId142" Type="http://schemas.openxmlformats.org/officeDocument/2006/relationships/tags" Target="../tags/tag1018.xml"/><Relationship Id="rId3" Type="http://schemas.openxmlformats.org/officeDocument/2006/relationships/tags" Target="../tags/tag879.xml"/><Relationship Id="rId25" Type="http://schemas.openxmlformats.org/officeDocument/2006/relationships/tags" Target="../tags/tag901.xml"/><Relationship Id="rId46" Type="http://schemas.openxmlformats.org/officeDocument/2006/relationships/tags" Target="../tags/tag922.xml"/><Relationship Id="rId67" Type="http://schemas.openxmlformats.org/officeDocument/2006/relationships/tags" Target="../tags/tag943.xml"/><Relationship Id="rId116" Type="http://schemas.openxmlformats.org/officeDocument/2006/relationships/tags" Target="../tags/tag992.xml"/><Relationship Id="rId137" Type="http://schemas.openxmlformats.org/officeDocument/2006/relationships/tags" Target="../tags/tag1013.xml"/><Relationship Id="rId20" Type="http://schemas.openxmlformats.org/officeDocument/2006/relationships/tags" Target="../tags/tag896.xml"/><Relationship Id="rId41" Type="http://schemas.openxmlformats.org/officeDocument/2006/relationships/tags" Target="../tags/tag917.xml"/><Relationship Id="rId62" Type="http://schemas.openxmlformats.org/officeDocument/2006/relationships/tags" Target="../tags/tag938.xml"/><Relationship Id="rId83" Type="http://schemas.openxmlformats.org/officeDocument/2006/relationships/tags" Target="../tags/tag959.xml"/><Relationship Id="rId88" Type="http://schemas.openxmlformats.org/officeDocument/2006/relationships/tags" Target="../tags/tag964.xml"/><Relationship Id="rId111" Type="http://schemas.openxmlformats.org/officeDocument/2006/relationships/tags" Target="../tags/tag987.xml"/><Relationship Id="rId132" Type="http://schemas.openxmlformats.org/officeDocument/2006/relationships/tags" Target="../tags/tag1008.xml"/><Relationship Id="rId153" Type="http://schemas.openxmlformats.org/officeDocument/2006/relationships/tags" Target="../tags/tag1029.xml"/><Relationship Id="rId15" Type="http://schemas.openxmlformats.org/officeDocument/2006/relationships/tags" Target="../tags/tag891.xml"/><Relationship Id="rId36" Type="http://schemas.openxmlformats.org/officeDocument/2006/relationships/tags" Target="../tags/tag912.xml"/><Relationship Id="rId57" Type="http://schemas.openxmlformats.org/officeDocument/2006/relationships/tags" Target="../tags/tag933.xml"/><Relationship Id="rId106" Type="http://schemas.openxmlformats.org/officeDocument/2006/relationships/tags" Target="../tags/tag982.xml"/><Relationship Id="rId127" Type="http://schemas.openxmlformats.org/officeDocument/2006/relationships/tags" Target="../tags/tag1003.xml"/><Relationship Id="rId10" Type="http://schemas.openxmlformats.org/officeDocument/2006/relationships/tags" Target="../tags/tag886.xml"/><Relationship Id="rId31" Type="http://schemas.openxmlformats.org/officeDocument/2006/relationships/tags" Target="../tags/tag907.xml"/><Relationship Id="rId52" Type="http://schemas.openxmlformats.org/officeDocument/2006/relationships/tags" Target="../tags/tag928.xml"/><Relationship Id="rId73" Type="http://schemas.openxmlformats.org/officeDocument/2006/relationships/tags" Target="../tags/tag949.xml"/><Relationship Id="rId78" Type="http://schemas.openxmlformats.org/officeDocument/2006/relationships/tags" Target="../tags/tag954.xml"/><Relationship Id="rId94" Type="http://schemas.openxmlformats.org/officeDocument/2006/relationships/tags" Target="../tags/tag970.xml"/><Relationship Id="rId99" Type="http://schemas.openxmlformats.org/officeDocument/2006/relationships/tags" Target="../tags/tag975.xml"/><Relationship Id="rId101" Type="http://schemas.openxmlformats.org/officeDocument/2006/relationships/tags" Target="../tags/tag977.xml"/><Relationship Id="rId122" Type="http://schemas.openxmlformats.org/officeDocument/2006/relationships/tags" Target="../tags/tag998.xml"/><Relationship Id="rId143" Type="http://schemas.openxmlformats.org/officeDocument/2006/relationships/tags" Target="../tags/tag1019.xml"/><Relationship Id="rId148" Type="http://schemas.openxmlformats.org/officeDocument/2006/relationships/tags" Target="../tags/tag1024.xml"/><Relationship Id="rId4" Type="http://schemas.openxmlformats.org/officeDocument/2006/relationships/tags" Target="../tags/tag880.xml"/><Relationship Id="rId9" Type="http://schemas.openxmlformats.org/officeDocument/2006/relationships/tags" Target="../tags/tag885.xml"/><Relationship Id="rId26" Type="http://schemas.openxmlformats.org/officeDocument/2006/relationships/tags" Target="../tags/tag902.xml"/><Relationship Id="rId47" Type="http://schemas.openxmlformats.org/officeDocument/2006/relationships/tags" Target="../tags/tag923.xml"/><Relationship Id="rId68" Type="http://schemas.openxmlformats.org/officeDocument/2006/relationships/tags" Target="../tags/tag944.xml"/><Relationship Id="rId89" Type="http://schemas.openxmlformats.org/officeDocument/2006/relationships/tags" Target="../tags/tag965.xml"/><Relationship Id="rId112" Type="http://schemas.openxmlformats.org/officeDocument/2006/relationships/tags" Target="../tags/tag988.xml"/><Relationship Id="rId133" Type="http://schemas.openxmlformats.org/officeDocument/2006/relationships/tags" Target="../tags/tag1009.xml"/><Relationship Id="rId154" Type="http://schemas.openxmlformats.org/officeDocument/2006/relationships/slideLayout" Target="../slideLayouts/slideLayout7.xml"/><Relationship Id="rId16" Type="http://schemas.openxmlformats.org/officeDocument/2006/relationships/tags" Target="../tags/tag892.xml"/><Relationship Id="rId37" Type="http://schemas.openxmlformats.org/officeDocument/2006/relationships/tags" Target="../tags/tag913.xml"/><Relationship Id="rId58" Type="http://schemas.openxmlformats.org/officeDocument/2006/relationships/tags" Target="../tags/tag934.xml"/><Relationship Id="rId79" Type="http://schemas.openxmlformats.org/officeDocument/2006/relationships/tags" Target="../tags/tag955.xml"/><Relationship Id="rId102" Type="http://schemas.openxmlformats.org/officeDocument/2006/relationships/tags" Target="../tags/tag978.xml"/><Relationship Id="rId123" Type="http://schemas.openxmlformats.org/officeDocument/2006/relationships/tags" Target="../tags/tag999.xml"/><Relationship Id="rId144" Type="http://schemas.openxmlformats.org/officeDocument/2006/relationships/tags" Target="../tags/tag1020.xml"/><Relationship Id="rId90" Type="http://schemas.openxmlformats.org/officeDocument/2006/relationships/tags" Target="../tags/tag966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tags" Target="../tags/tag1055.xml"/><Relationship Id="rId21" Type="http://schemas.openxmlformats.org/officeDocument/2006/relationships/tags" Target="../tags/tag1050.xml"/><Relationship Id="rId42" Type="http://schemas.openxmlformats.org/officeDocument/2006/relationships/tags" Target="../tags/tag1071.xml"/><Relationship Id="rId47" Type="http://schemas.openxmlformats.org/officeDocument/2006/relationships/tags" Target="../tags/tag1076.xml"/><Relationship Id="rId63" Type="http://schemas.openxmlformats.org/officeDocument/2006/relationships/tags" Target="../tags/tag1092.xml"/><Relationship Id="rId68" Type="http://schemas.openxmlformats.org/officeDocument/2006/relationships/tags" Target="../tags/tag1097.xml"/><Relationship Id="rId16" Type="http://schemas.openxmlformats.org/officeDocument/2006/relationships/tags" Target="../tags/tag1045.xml"/><Relationship Id="rId11" Type="http://schemas.openxmlformats.org/officeDocument/2006/relationships/tags" Target="../tags/tag1040.xml"/><Relationship Id="rId24" Type="http://schemas.openxmlformats.org/officeDocument/2006/relationships/tags" Target="../tags/tag1053.xml"/><Relationship Id="rId32" Type="http://schemas.openxmlformats.org/officeDocument/2006/relationships/tags" Target="../tags/tag1061.xml"/><Relationship Id="rId37" Type="http://schemas.openxmlformats.org/officeDocument/2006/relationships/tags" Target="../tags/tag1066.xml"/><Relationship Id="rId40" Type="http://schemas.openxmlformats.org/officeDocument/2006/relationships/tags" Target="../tags/tag1069.xml"/><Relationship Id="rId45" Type="http://schemas.openxmlformats.org/officeDocument/2006/relationships/tags" Target="../tags/tag1074.xml"/><Relationship Id="rId53" Type="http://schemas.openxmlformats.org/officeDocument/2006/relationships/tags" Target="../tags/tag1082.xml"/><Relationship Id="rId58" Type="http://schemas.openxmlformats.org/officeDocument/2006/relationships/tags" Target="../tags/tag1087.xml"/><Relationship Id="rId66" Type="http://schemas.openxmlformats.org/officeDocument/2006/relationships/tags" Target="../tags/tag1095.xml"/><Relationship Id="rId74" Type="http://schemas.openxmlformats.org/officeDocument/2006/relationships/tags" Target="../tags/tag1103.xml"/><Relationship Id="rId79" Type="http://schemas.openxmlformats.org/officeDocument/2006/relationships/tags" Target="../tags/tag1108.xml"/><Relationship Id="rId5" Type="http://schemas.openxmlformats.org/officeDocument/2006/relationships/tags" Target="../tags/tag1034.xml"/><Relationship Id="rId61" Type="http://schemas.openxmlformats.org/officeDocument/2006/relationships/tags" Target="../tags/tag1090.xml"/><Relationship Id="rId19" Type="http://schemas.openxmlformats.org/officeDocument/2006/relationships/tags" Target="../tags/tag1048.xml"/><Relationship Id="rId14" Type="http://schemas.openxmlformats.org/officeDocument/2006/relationships/tags" Target="../tags/tag1043.xml"/><Relationship Id="rId22" Type="http://schemas.openxmlformats.org/officeDocument/2006/relationships/tags" Target="../tags/tag1051.xml"/><Relationship Id="rId27" Type="http://schemas.openxmlformats.org/officeDocument/2006/relationships/tags" Target="../tags/tag1056.xml"/><Relationship Id="rId30" Type="http://schemas.openxmlformats.org/officeDocument/2006/relationships/tags" Target="../tags/tag1059.xml"/><Relationship Id="rId35" Type="http://schemas.openxmlformats.org/officeDocument/2006/relationships/tags" Target="../tags/tag1064.xml"/><Relationship Id="rId43" Type="http://schemas.openxmlformats.org/officeDocument/2006/relationships/tags" Target="../tags/tag1072.xml"/><Relationship Id="rId48" Type="http://schemas.openxmlformats.org/officeDocument/2006/relationships/tags" Target="../tags/tag1077.xml"/><Relationship Id="rId56" Type="http://schemas.openxmlformats.org/officeDocument/2006/relationships/tags" Target="../tags/tag1085.xml"/><Relationship Id="rId64" Type="http://schemas.openxmlformats.org/officeDocument/2006/relationships/tags" Target="../tags/tag1093.xml"/><Relationship Id="rId69" Type="http://schemas.openxmlformats.org/officeDocument/2006/relationships/tags" Target="../tags/tag1098.xml"/><Relationship Id="rId77" Type="http://schemas.openxmlformats.org/officeDocument/2006/relationships/tags" Target="../tags/tag1106.xml"/><Relationship Id="rId8" Type="http://schemas.openxmlformats.org/officeDocument/2006/relationships/tags" Target="../tags/tag1037.xml"/><Relationship Id="rId51" Type="http://schemas.openxmlformats.org/officeDocument/2006/relationships/tags" Target="../tags/tag1080.xml"/><Relationship Id="rId72" Type="http://schemas.openxmlformats.org/officeDocument/2006/relationships/tags" Target="../tags/tag1101.xml"/><Relationship Id="rId80" Type="http://schemas.openxmlformats.org/officeDocument/2006/relationships/slideLayout" Target="../slideLayouts/slideLayout7.xml"/><Relationship Id="rId3" Type="http://schemas.openxmlformats.org/officeDocument/2006/relationships/tags" Target="../tags/tag1032.xml"/><Relationship Id="rId12" Type="http://schemas.openxmlformats.org/officeDocument/2006/relationships/tags" Target="../tags/tag1041.xml"/><Relationship Id="rId17" Type="http://schemas.openxmlformats.org/officeDocument/2006/relationships/tags" Target="../tags/tag1046.xml"/><Relationship Id="rId25" Type="http://schemas.openxmlformats.org/officeDocument/2006/relationships/tags" Target="../tags/tag1054.xml"/><Relationship Id="rId33" Type="http://schemas.openxmlformats.org/officeDocument/2006/relationships/tags" Target="../tags/tag1062.xml"/><Relationship Id="rId38" Type="http://schemas.openxmlformats.org/officeDocument/2006/relationships/tags" Target="../tags/tag1067.xml"/><Relationship Id="rId46" Type="http://schemas.openxmlformats.org/officeDocument/2006/relationships/tags" Target="../tags/tag1075.xml"/><Relationship Id="rId59" Type="http://schemas.openxmlformats.org/officeDocument/2006/relationships/tags" Target="../tags/tag1088.xml"/><Relationship Id="rId67" Type="http://schemas.openxmlformats.org/officeDocument/2006/relationships/tags" Target="../tags/tag1096.xml"/><Relationship Id="rId20" Type="http://schemas.openxmlformats.org/officeDocument/2006/relationships/tags" Target="../tags/tag1049.xml"/><Relationship Id="rId41" Type="http://schemas.openxmlformats.org/officeDocument/2006/relationships/tags" Target="../tags/tag1070.xml"/><Relationship Id="rId54" Type="http://schemas.openxmlformats.org/officeDocument/2006/relationships/tags" Target="../tags/tag1083.xml"/><Relationship Id="rId62" Type="http://schemas.openxmlformats.org/officeDocument/2006/relationships/tags" Target="../tags/tag1091.xml"/><Relationship Id="rId70" Type="http://schemas.openxmlformats.org/officeDocument/2006/relationships/tags" Target="../tags/tag1099.xml"/><Relationship Id="rId75" Type="http://schemas.openxmlformats.org/officeDocument/2006/relationships/tags" Target="../tags/tag1104.xml"/><Relationship Id="rId1" Type="http://schemas.openxmlformats.org/officeDocument/2006/relationships/tags" Target="../tags/tag1030.xml"/><Relationship Id="rId6" Type="http://schemas.openxmlformats.org/officeDocument/2006/relationships/tags" Target="../tags/tag1035.xml"/><Relationship Id="rId15" Type="http://schemas.openxmlformats.org/officeDocument/2006/relationships/tags" Target="../tags/tag1044.xml"/><Relationship Id="rId23" Type="http://schemas.openxmlformats.org/officeDocument/2006/relationships/tags" Target="../tags/tag1052.xml"/><Relationship Id="rId28" Type="http://schemas.openxmlformats.org/officeDocument/2006/relationships/tags" Target="../tags/tag1057.xml"/><Relationship Id="rId36" Type="http://schemas.openxmlformats.org/officeDocument/2006/relationships/tags" Target="../tags/tag1065.xml"/><Relationship Id="rId49" Type="http://schemas.openxmlformats.org/officeDocument/2006/relationships/tags" Target="../tags/tag1078.xml"/><Relationship Id="rId57" Type="http://schemas.openxmlformats.org/officeDocument/2006/relationships/tags" Target="../tags/tag1086.xml"/><Relationship Id="rId10" Type="http://schemas.openxmlformats.org/officeDocument/2006/relationships/tags" Target="../tags/tag1039.xml"/><Relationship Id="rId31" Type="http://schemas.openxmlformats.org/officeDocument/2006/relationships/tags" Target="../tags/tag1060.xml"/><Relationship Id="rId44" Type="http://schemas.openxmlformats.org/officeDocument/2006/relationships/tags" Target="../tags/tag1073.xml"/><Relationship Id="rId52" Type="http://schemas.openxmlformats.org/officeDocument/2006/relationships/tags" Target="../tags/tag1081.xml"/><Relationship Id="rId60" Type="http://schemas.openxmlformats.org/officeDocument/2006/relationships/tags" Target="../tags/tag1089.xml"/><Relationship Id="rId65" Type="http://schemas.openxmlformats.org/officeDocument/2006/relationships/tags" Target="../tags/tag1094.xml"/><Relationship Id="rId73" Type="http://schemas.openxmlformats.org/officeDocument/2006/relationships/tags" Target="../tags/tag1102.xml"/><Relationship Id="rId78" Type="http://schemas.openxmlformats.org/officeDocument/2006/relationships/tags" Target="../tags/tag1107.xml"/><Relationship Id="rId4" Type="http://schemas.openxmlformats.org/officeDocument/2006/relationships/tags" Target="../tags/tag1033.xml"/><Relationship Id="rId9" Type="http://schemas.openxmlformats.org/officeDocument/2006/relationships/tags" Target="../tags/tag1038.xml"/><Relationship Id="rId13" Type="http://schemas.openxmlformats.org/officeDocument/2006/relationships/tags" Target="../tags/tag1042.xml"/><Relationship Id="rId18" Type="http://schemas.openxmlformats.org/officeDocument/2006/relationships/tags" Target="../tags/tag1047.xml"/><Relationship Id="rId39" Type="http://schemas.openxmlformats.org/officeDocument/2006/relationships/tags" Target="../tags/tag1068.xml"/><Relationship Id="rId34" Type="http://schemas.openxmlformats.org/officeDocument/2006/relationships/tags" Target="../tags/tag1063.xml"/><Relationship Id="rId50" Type="http://schemas.openxmlformats.org/officeDocument/2006/relationships/tags" Target="../tags/tag1079.xml"/><Relationship Id="rId55" Type="http://schemas.openxmlformats.org/officeDocument/2006/relationships/tags" Target="../tags/tag1084.xml"/><Relationship Id="rId76" Type="http://schemas.openxmlformats.org/officeDocument/2006/relationships/tags" Target="../tags/tag1105.xml"/><Relationship Id="rId7" Type="http://schemas.openxmlformats.org/officeDocument/2006/relationships/tags" Target="../tags/tag1036.xml"/><Relationship Id="rId71" Type="http://schemas.openxmlformats.org/officeDocument/2006/relationships/tags" Target="../tags/tag1100.xml"/><Relationship Id="rId2" Type="http://schemas.openxmlformats.org/officeDocument/2006/relationships/tags" Target="../tags/tag1031.xml"/><Relationship Id="rId29" Type="http://schemas.openxmlformats.org/officeDocument/2006/relationships/tags" Target="../tags/tag1058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tags" Target="../tags/tag1225.xml"/><Relationship Id="rId21" Type="http://schemas.openxmlformats.org/officeDocument/2006/relationships/tags" Target="../tags/tag1129.xml"/><Relationship Id="rId42" Type="http://schemas.openxmlformats.org/officeDocument/2006/relationships/tags" Target="../tags/tag1150.xml"/><Relationship Id="rId63" Type="http://schemas.openxmlformats.org/officeDocument/2006/relationships/tags" Target="../tags/tag1171.xml"/><Relationship Id="rId84" Type="http://schemas.openxmlformats.org/officeDocument/2006/relationships/tags" Target="../tags/tag1192.xml"/><Relationship Id="rId138" Type="http://schemas.openxmlformats.org/officeDocument/2006/relationships/image" Target="../media/image17.png"/><Relationship Id="rId107" Type="http://schemas.openxmlformats.org/officeDocument/2006/relationships/tags" Target="../tags/tag1215.xml"/><Relationship Id="rId11" Type="http://schemas.openxmlformats.org/officeDocument/2006/relationships/tags" Target="../tags/tag1119.xml"/><Relationship Id="rId32" Type="http://schemas.openxmlformats.org/officeDocument/2006/relationships/tags" Target="../tags/tag1140.xml"/><Relationship Id="rId37" Type="http://schemas.openxmlformats.org/officeDocument/2006/relationships/tags" Target="../tags/tag1145.xml"/><Relationship Id="rId53" Type="http://schemas.openxmlformats.org/officeDocument/2006/relationships/tags" Target="../tags/tag1161.xml"/><Relationship Id="rId58" Type="http://schemas.openxmlformats.org/officeDocument/2006/relationships/tags" Target="../tags/tag1166.xml"/><Relationship Id="rId74" Type="http://schemas.openxmlformats.org/officeDocument/2006/relationships/tags" Target="../tags/tag1182.xml"/><Relationship Id="rId79" Type="http://schemas.openxmlformats.org/officeDocument/2006/relationships/tags" Target="../tags/tag1187.xml"/><Relationship Id="rId102" Type="http://schemas.openxmlformats.org/officeDocument/2006/relationships/tags" Target="../tags/tag1210.xml"/><Relationship Id="rId123" Type="http://schemas.openxmlformats.org/officeDocument/2006/relationships/tags" Target="../tags/tag1231.xml"/><Relationship Id="rId128" Type="http://schemas.openxmlformats.org/officeDocument/2006/relationships/tags" Target="../tags/tag1236.xml"/><Relationship Id="rId5" Type="http://schemas.openxmlformats.org/officeDocument/2006/relationships/tags" Target="../tags/tag1113.xml"/><Relationship Id="rId90" Type="http://schemas.openxmlformats.org/officeDocument/2006/relationships/tags" Target="../tags/tag1198.xml"/><Relationship Id="rId95" Type="http://schemas.openxmlformats.org/officeDocument/2006/relationships/tags" Target="../tags/tag1203.xml"/><Relationship Id="rId22" Type="http://schemas.openxmlformats.org/officeDocument/2006/relationships/tags" Target="../tags/tag1130.xml"/><Relationship Id="rId27" Type="http://schemas.openxmlformats.org/officeDocument/2006/relationships/tags" Target="../tags/tag1135.xml"/><Relationship Id="rId43" Type="http://schemas.openxmlformats.org/officeDocument/2006/relationships/tags" Target="../tags/tag1151.xml"/><Relationship Id="rId48" Type="http://schemas.openxmlformats.org/officeDocument/2006/relationships/tags" Target="../tags/tag1156.xml"/><Relationship Id="rId64" Type="http://schemas.openxmlformats.org/officeDocument/2006/relationships/tags" Target="../tags/tag1172.xml"/><Relationship Id="rId69" Type="http://schemas.openxmlformats.org/officeDocument/2006/relationships/tags" Target="../tags/tag1177.xml"/><Relationship Id="rId113" Type="http://schemas.openxmlformats.org/officeDocument/2006/relationships/tags" Target="../tags/tag1221.xml"/><Relationship Id="rId118" Type="http://schemas.openxmlformats.org/officeDocument/2006/relationships/tags" Target="../tags/tag1226.xml"/><Relationship Id="rId134" Type="http://schemas.openxmlformats.org/officeDocument/2006/relationships/tags" Target="../tags/tag1242.xml"/><Relationship Id="rId139" Type="http://schemas.openxmlformats.org/officeDocument/2006/relationships/image" Target="../media/image18.png"/><Relationship Id="rId80" Type="http://schemas.openxmlformats.org/officeDocument/2006/relationships/tags" Target="../tags/tag1188.xml"/><Relationship Id="rId85" Type="http://schemas.openxmlformats.org/officeDocument/2006/relationships/tags" Target="../tags/tag1193.xml"/><Relationship Id="rId12" Type="http://schemas.openxmlformats.org/officeDocument/2006/relationships/tags" Target="../tags/tag1120.xml"/><Relationship Id="rId17" Type="http://schemas.openxmlformats.org/officeDocument/2006/relationships/tags" Target="../tags/tag1125.xml"/><Relationship Id="rId33" Type="http://schemas.openxmlformats.org/officeDocument/2006/relationships/tags" Target="../tags/tag1141.xml"/><Relationship Id="rId38" Type="http://schemas.openxmlformats.org/officeDocument/2006/relationships/tags" Target="../tags/tag1146.xml"/><Relationship Id="rId59" Type="http://schemas.openxmlformats.org/officeDocument/2006/relationships/tags" Target="../tags/tag1167.xml"/><Relationship Id="rId103" Type="http://schemas.openxmlformats.org/officeDocument/2006/relationships/tags" Target="../tags/tag1211.xml"/><Relationship Id="rId108" Type="http://schemas.openxmlformats.org/officeDocument/2006/relationships/tags" Target="../tags/tag1216.xml"/><Relationship Id="rId124" Type="http://schemas.openxmlformats.org/officeDocument/2006/relationships/tags" Target="../tags/tag1232.xml"/><Relationship Id="rId129" Type="http://schemas.openxmlformats.org/officeDocument/2006/relationships/tags" Target="../tags/tag1237.xml"/><Relationship Id="rId54" Type="http://schemas.openxmlformats.org/officeDocument/2006/relationships/tags" Target="../tags/tag1162.xml"/><Relationship Id="rId70" Type="http://schemas.openxmlformats.org/officeDocument/2006/relationships/tags" Target="../tags/tag1178.xml"/><Relationship Id="rId75" Type="http://schemas.openxmlformats.org/officeDocument/2006/relationships/tags" Target="../tags/tag1183.xml"/><Relationship Id="rId91" Type="http://schemas.openxmlformats.org/officeDocument/2006/relationships/tags" Target="../tags/tag1199.xml"/><Relationship Id="rId96" Type="http://schemas.openxmlformats.org/officeDocument/2006/relationships/tags" Target="../tags/tag1204.xml"/><Relationship Id="rId140" Type="http://schemas.openxmlformats.org/officeDocument/2006/relationships/image" Target="../media/image19.png"/><Relationship Id="rId1" Type="http://schemas.openxmlformats.org/officeDocument/2006/relationships/tags" Target="../tags/tag1109.xml"/><Relationship Id="rId6" Type="http://schemas.openxmlformats.org/officeDocument/2006/relationships/tags" Target="../tags/tag1114.xml"/><Relationship Id="rId23" Type="http://schemas.openxmlformats.org/officeDocument/2006/relationships/tags" Target="../tags/tag1131.xml"/><Relationship Id="rId28" Type="http://schemas.openxmlformats.org/officeDocument/2006/relationships/tags" Target="../tags/tag1136.xml"/><Relationship Id="rId49" Type="http://schemas.openxmlformats.org/officeDocument/2006/relationships/tags" Target="../tags/tag1157.xml"/><Relationship Id="rId114" Type="http://schemas.openxmlformats.org/officeDocument/2006/relationships/tags" Target="../tags/tag1222.xml"/><Relationship Id="rId119" Type="http://schemas.openxmlformats.org/officeDocument/2006/relationships/tags" Target="../tags/tag1227.xml"/><Relationship Id="rId44" Type="http://schemas.openxmlformats.org/officeDocument/2006/relationships/tags" Target="../tags/tag1152.xml"/><Relationship Id="rId60" Type="http://schemas.openxmlformats.org/officeDocument/2006/relationships/tags" Target="../tags/tag1168.xml"/><Relationship Id="rId65" Type="http://schemas.openxmlformats.org/officeDocument/2006/relationships/tags" Target="../tags/tag1173.xml"/><Relationship Id="rId81" Type="http://schemas.openxmlformats.org/officeDocument/2006/relationships/tags" Target="../tags/tag1189.xml"/><Relationship Id="rId86" Type="http://schemas.openxmlformats.org/officeDocument/2006/relationships/tags" Target="../tags/tag1194.xml"/><Relationship Id="rId130" Type="http://schemas.openxmlformats.org/officeDocument/2006/relationships/tags" Target="../tags/tag1238.xml"/><Relationship Id="rId135" Type="http://schemas.openxmlformats.org/officeDocument/2006/relationships/tags" Target="../tags/tag1243.xml"/><Relationship Id="rId13" Type="http://schemas.openxmlformats.org/officeDocument/2006/relationships/tags" Target="../tags/tag1121.xml"/><Relationship Id="rId18" Type="http://schemas.openxmlformats.org/officeDocument/2006/relationships/tags" Target="../tags/tag1126.xml"/><Relationship Id="rId39" Type="http://schemas.openxmlformats.org/officeDocument/2006/relationships/tags" Target="../tags/tag1147.xml"/><Relationship Id="rId109" Type="http://schemas.openxmlformats.org/officeDocument/2006/relationships/tags" Target="../tags/tag1217.xml"/><Relationship Id="rId34" Type="http://schemas.openxmlformats.org/officeDocument/2006/relationships/tags" Target="../tags/tag1142.xml"/><Relationship Id="rId50" Type="http://schemas.openxmlformats.org/officeDocument/2006/relationships/tags" Target="../tags/tag1158.xml"/><Relationship Id="rId55" Type="http://schemas.openxmlformats.org/officeDocument/2006/relationships/tags" Target="../tags/tag1163.xml"/><Relationship Id="rId76" Type="http://schemas.openxmlformats.org/officeDocument/2006/relationships/tags" Target="../tags/tag1184.xml"/><Relationship Id="rId97" Type="http://schemas.openxmlformats.org/officeDocument/2006/relationships/tags" Target="../tags/tag1205.xml"/><Relationship Id="rId104" Type="http://schemas.openxmlformats.org/officeDocument/2006/relationships/tags" Target="../tags/tag1212.xml"/><Relationship Id="rId120" Type="http://schemas.openxmlformats.org/officeDocument/2006/relationships/tags" Target="../tags/tag1228.xml"/><Relationship Id="rId125" Type="http://schemas.openxmlformats.org/officeDocument/2006/relationships/tags" Target="../tags/tag1233.xml"/><Relationship Id="rId141" Type="http://schemas.openxmlformats.org/officeDocument/2006/relationships/image" Target="../media/image20.png"/><Relationship Id="rId7" Type="http://schemas.openxmlformats.org/officeDocument/2006/relationships/tags" Target="../tags/tag1115.xml"/><Relationship Id="rId71" Type="http://schemas.openxmlformats.org/officeDocument/2006/relationships/tags" Target="../tags/tag1179.xml"/><Relationship Id="rId92" Type="http://schemas.openxmlformats.org/officeDocument/2006/relationships/tags" Target="../tags/tag1200.xml"/><Relationship Id="rId2" Type="http://schemas.openxmlformats.org/officeDocument/2006/relationships/tags" Target="../tags/tag1110.xml"/><Relationship Id="rId29" Type="http://schemas.openxmlformats.org/officeDocument/2006/relationships/tags" Target="../tags/tag1137.xml"/><Relationship Id="rId24" Type="http://schemas.openxmlformats.org/officeDocument/2006/relationships/tags" Target="../tags/tag1132.xml"/><Relationship Id="rId40" Type="http://schemas.openxmlformats.org/officeDocument/2006/relationships/tags" Target="../tags/tag1148.xml"/><Relationship Id="rId45" Type="http://schemas.openxmlformats.org/officeDocument/2006/relationships/tags" Target="../tags/tag1153.xml"/><Relationship Id="rId66" Type="http://schemas.openxmlformats.org/officeDocument/2006/relationships/tags" Target="../tags/tag1174.xml"/><Relationship Id="rId87" Type="http://schemas.openxmlformats.org/officeDocument/2006/relationships/tags" Target="../tags/tag1195.xml"/><Relationship Id="rId110" Type="http://schemas.openxmlformats.org/officeDocument/2006/relationships/tags" Target="../tags/tag1218.xml"/><Relationship Id="rId115" Type="http://schemas.openxmlformats.org/officeDocument/2006/relationships/tags" Target="../tags/tag1223.xml"/><Relationship Id="rId131" Type="http://schemas.openxmlformats.org/officeDocument/2006/relationships/tags" Target="../tags/tag1239.xml"/><Relationship Id="rId136" Type="http://schemas.openxmlformats.org/officeDocument/2006/relationships/slideLayout" Target="../slideLayouts/slideLayout7.xml"/><Relationship Id="rId61" Type="http://schemas.openxmlformats.org/officeDocument/2006/relationships/tags" Target="../tags/tag1169.xml"/><Relationship Id="rId82" Type="http://schemas.openxmlformats.org/officeDocument/2006/relationships/tags" Target="../tags/tag1190.xml"/><Relationship Id="rId19" Type="http://schemas.openxmlformats.org/officeDocument/2006/relationships/tags" Target="../tags/tag1127.xml"/><Relationship Id="rId14" Type="http://schemas.openxmlformats.org/officeDocument/2006/relationships/tags" Target="../tags/tag1122.xml"/><Relationship Id="rId30" Type="http://schemas.openxmlformats.org/officeDocument/2006/relationships/tags" Target="../tags/tag1138.xml"/><Relationship Id="rId35" Type="http://schemas.openxmlformats.org/officeDocument/2006/relationships/tags" Target="../tags/tag1143.xml"/><Relationship Id="rId56" Type="http://schemas.openxmlformats.org/officeDocument/2006/relationships/tags" Target="../tags/tag1164.xml"/><Relationship Id="rId77" Type="http://schemas.openxmlformats.org/officeDocument/2006/relationships/tags" Target="../tags/tag1185.xml"/><Relationship Id="rId100" Type="http://schemas.openxmlformats.org/officeDocument/2006/relationships/tags" Target="../tags/tag1208.xml"/><Relationship Id="rId105" Type="http://schemas.openxmlformats.org/officeDocument/2006/relationships/tags" Target="../tags/tag1213.xml"/><Relationship Id="rId126" Type="http://schemas.openxmlformats.org/officeDocument/2006/relationships/tags" Target="../tags/tag1234.xml"/><Relationship Id="rId8" Type="http://schemas.openxmlformats.org/officeDocument/2006/relationships/tags" Target="../tags/tag1116.xml"/><Relationship Id="rId51" Type="http://schemas.openxmlformats.org/officeDocument/2006/relationships/tags" Target="../tags/tag1159.xml"/><Relationship Id="rId72" Type="http://schemas.openxmlformats.org/officeDocument/2006/relationships/tags" Target="../tags/tag1180.xml"/><Relationship Id="rId93" Type="http://schemas.openxmlformats.org/officeDocument/2006/relationships/tags" Target="../tags/tag1201.xml"/><Relationship Id="rId98" Type="http://schemas.openxmlformats.org/officeDocument/2006/relationships/tags" Target="../tags/tag1206.xml"/><Relationship Id="rId121" Type="http://schemas.openxmlformats.org/officeDocument/2006/relationships/tags" Target="../tags/tag1229.xml"/><Relationship Id="rId3" Type="http://schemas.openxmlformats.org/officeDocument/2006/relationships/tags" Target="../tags/tag1111.xml"/><Relationship Id="rId25" Type="http://schemas.openxmlformats.org/officeDocument/2006/relationships/tags" Target="../tags/tag1133.xml"/><Relationship Id="rId46" Type="http://schemas.openxmlformats.org/officeDocument/2006/relationships/tags" Target="../tags/tag1154.xml"/><Relationship Id="rId67" Type="http://schemas.openxmlformats.org/officeDocument/2006/relationships/tags" Target="../tags/tag1175.xml"/><Relationship Id="rId116" Type="http://schemas.openxmlformats.org/officeDocument/2006/relationships/tags" Target="../tags/tag1224.xml"/><Relationship Id="rId137" Type="http://schemas.openxmlformats.org/officeDocument/2006/relationships/tags" Target="../tags/tag1111.xml"/><Relationship Id="rId20" Type="http://schemas.openxmlformats.org/officeDocument/2006/relationships/tags" Target="../tags/tag1128.xml"/><Relationship Id="rId41" Type="http://schemas.openxmlformats.org/officeDocument/2006/relationships/tags" Target="../tags/tag1149.xml"/><Relationship Id="rId62" Type="http://schemas.openxmlformats.org/officeDocument/2006/relationships/tags" Target="../tags/tag1170.xml"/><Relationship Id="rId83" Type="http://schemas.openxmlformats.org/officeDocument/2006/relationships/tags" Target="../tags/tag1191.xml"/><Relationship Id="rId88" Type="http://schemas.openxmlformats.org/officeDocument/2006/relationships/tags" Target="../tags/tag1196.xml"/><Relationship Id="rId111" Type="http://schemas.openxmlformats.org/officeDocument/2006/relationships/tags" Target="../tags/tag1219.xml"/><Relationship Id="rId132" Type="http://schemas.openxmlformats.org/officeDocument/2006/relationships/tags" Target="../tags/tag1240.xml"/><Relationship Id="rId15" Type="http://schemas.openxmlformats.org/officeDocument/2006/relationships/tags" Target="../tags/tag1123.xml"/><Relationship Id="rId36" Type="http://schemas.openxmlformats.org/officeDocument/2006/relationships/tags" Target="../tags/tag1144.xml"/><Relationship Id="rId57" Type="http://schemas.openxmlformats.org/officeDocument/2006/relationships/tags" Target="../tags/tag1165.xml"/><Relationship Id="rId106" Type="http://schemas.openxmlformats.org/officeDocument/2006/relationships/tags" Target="../tags/tag1214.xml"/><Relationship Id="rId127" Type="http://schemas.openxmlformats.org/officeDocument/2006/relationships/tags" Target="../tags/tag1235.xml"/><Relationship Id="rId10" Type="http://schemas.openxmlformats.org/officeDocument/2006/relationships/tags" Target="../tags/tag1118.xml"/><Relationship Id="rId31" Type="http://schemas.openxmlformats.org/officeDocument/2006/relationships/tags" Target="../tags/tag1139.xml"/><Relationship Id="rId52" Type="http://schemas.openxmlformats.org/officeDocument/2006/relationships/tags" Target="../tags/tag1160.xml"/><Relationship Id="rId73" Type="http://schemas.openxmlformats.org/officeDocument/2006/relationships/tags" Target="../tags/tag1181.xml"/><Relationship Id="rId78" Type="http://schemas.openxmlformats.org/officeDocument/2006/relationships/tags" Target="../tags/tag1186.xml"/><Relationship Id="rId94" Type="http://schemas.openxmlformats.org/officeDocument/2006/relationships/tags" Target="../tags/tag1202.xml"/><Relationship Id="rId99" Type="http://schemas.openxmlformats.org/officeDocument/2006/relationships/tags" Target="../tags/tag1207.xml"/><Relationship Id="rId101" Type="http://schemas.openxmlformats.org/officeDocument/2006/relationships/tags" Target="../tags/tag1209.xml"/><Relationship Id="rId122" Type="http://schemas.openxmlformats.org/officeDocument/2006/relationships/tags" Target="../tags/tag1230.xml"/><Relationship Id="rId4" Type="http://schemas.openxmlformats.org/officeDocument/2006/relationships/tags" Target="../tags/tag1112.xml"/><Relationship Id="rId9" Type="http://schemas.openxmlformats.org/officeDocument/2006/relationships/tags" Target="../tags/tag1117.xml"/><Relationship Id="rId26" Type="http://schemas.openxmlformats.org/officeDocument/2006/relationships/tags" Target="../tags/tag1134.xml"/><Relationship Id="rId47" Type="http://schemas.openxmlformats.org/officeDocument/2006/relationships/tags" Target="../tags/tag1155.xml"/><Relationship Id="rId68" Type="http://schemas.openxmlformats.org/officeDocument/2006/relationships/tags" Target="../tags/tag1176.xml"/><Relationship Id="rId89" Type="http://schemas.openxmlformats.org/officeDocument/2006/relationships/tags" Target="../tags/tag1197.xml"/><Relationship Id="rId112" Type="http://schemas.openxmlformats.org/officeDocument/2006/relationships/tags" Target="../tags/tag1220.xml"/><Relationship Id="rId133" Type="http://schemas.openxmlformats.org/officeDocument/2006/relationships/tags" Target="../tags/tag1241.xml"/><Relationship Id="rId16" Type="http://schemas.openxmlformats.org/officeDocument/2006/relationships/tags" Target="../tags/tag1124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tags" Target="../tags/tag1269.xml"/><Relationship Id="rId117" Type="http://schemas.openxmlformats.org/officeDocument/2006/relationships/tags" Target="../tags/tag1360.xml"/><Relationship Id="rId21" Type="http://schemas.openxmlformats.org/officeDocument/2006/relationships/tags" Target="../tags/tag1264.xml"/><Relationship Id="rId42" Type="http://schemas.openxmlformats.org/officeDocument/2006/relationships/tags" Target="../tags/tag1285.xml"/><Relationship Id="rId47" Type="http://schemas.openxmlformats.org/officeDocument/2006/relationships/tags" Target="../tags/tag1290.xml"/><Relationship Id="rId63" Type="http://schemas.openxmlformats.org/officeDocument/2006/relationships/tags" Target="../tags/tag1306.xml"/><Relationship Id="rId68" Type="http://schemas.openxmlformats.org/officeDocument/2006/relationships/tags" Target="../tags/tag1311.xml"/><Relationship Id="rId84" Type="http://schemas.openxmlformats.org/officeDocument/2006/relationships/tags" Target="../tags/tag1327.xml"/><Relationship Id="rId89" Type="http://schemas.openxmlformats.org/officeDocument/2006/relationships/tags" Target="../tags/tag1332.xml"/><Relationship Id="rId112" Type="http://schemas.openxmlformats.org/officeDocument/2006/relationships/tags" Target="../tags/tag1355.xml"/><Relationship Id="rId16" Type="http://schemas.openxmlformats.org/officeDocument/2006/relationships/tags" Target="../tags/tag1259.xml"/><Relationship Id="rId107" Type="http://schemas.openxmlformats.org/officeDocument/2006/relationships/tags" Target="../tags/tag1350.xml"/><Relationship Id="rId11" Type="http://schemas.openxmlformats.org/officeDocument/2006/relationships/tags" Target="../tags/tag1254.xml"/><Relationship Id="rId32" Type="http://schemas.openxmlformats.org/officeDocument/2006/relationships/tags" Target="../tags/tag1275.xml"/><Relationship Id="rId37" Type="http://schemas.openxmlformats.org/officeDocument/2006/relationships/tags" Target="../tags/tag1280.xml"/><Relationship Id="rId53" Type="http://schemas.openxmlformats.org/officeDocument/2006/relationships/tags" Target="../tags/tag1296.xml"/><Relationship Id="rId58" Type="http://schemas.openxmlformats.org/officeDocument/2006/relationships/tags" Target="../tags/tag1301.xml"/><Relationship Id="rId74" Type="http://schemas.openxmlformats.org/officeDocument/2006/relationships/tags" Target="../tags/tag1317.xml"/><Relationship Id="rId79" Type="http://schemas.openxmlformats.org/officeDocument/2006/relationships/tags" Target="../tags/tag1322.xml"/><Relationship Id="rId102" Type="http://schemas.openxmlformats.org/officeDocument/2006/relationships/tags" Target="../tags/tag1345.xml"/><Relationship Id="rId123" Type="http://schemas.openxmlformats.org/officeDocument/2006/relationships/tags" Target="../tags/tag1366.xml"/><Relationship Id="rId5" Type="http://schemas.openxmlformats.org/officeDocument/2006/relationships/tags" Target="../tags/tag1248.xml"/><Relationship Id="rId90" Type="http://schemas.openxmlformats.org/officeDocument/2006/relationships/tags" Target="../tags/tag1333.xml"/><Relationship Id="rId95" Type="http://schemas.openxmlformats.org/officeDocument/2006/relationships/tags" Target="../tags/tag1338.xml"/><Relationship Id="rId22" Type="http://schemas.openxmlformats.org/officeDocument/2006/relationships/tags" Target="../tags/tag1265.xml"/><Relationship Id="rId27" Type="http://schemas.openxmlformats.org/officeDocument/2006/relationships/tags" Target="../tags/tag1270.xml"/><Relationship Id="rId43" Type="http://schemas.openxmlformats.org/officeDocument/2006/relationships/tags" Target="../tags/tag1286.xml"/><Relationship Id="rId48" Type="http://schemas.openxmlformats.org/officeDocument/2006/relationships/tags" Target="../tags/tag1291.xml"/><Relationship Id="rId64" Type="http://schemas.openxmlformats.org/officeDocument/2006/relationships/tags" Target="../tags/tag1307.xml"/><Relationship Id="rId69" Type="http://schemas.openxmlformats.org/officeDocument/2006/relationships/tags" Target="../tags/tag1312.xml"/><Relationship Id="rId113" Type="http://schemas.openxmlformats.org/officeDocument/2006/relationships/tags" Target="../tags/tag1356.xml"/><Relationship Id="rId118" Type="http://schemas.openxmlformats.org/officeDocument/2006/relationships/tags" Target="../tags/tag1361.xml"/><Relationship Id="rId80" Type="http://schemas.openxmlformats.org/officeDocument/2006/relationships/tags" Target="../tags/tag1323.xml"/><Relationship Id="rId85" Type="http://schemas.openxmlformats.org/officeDocument/2006/relationships/tags" Target="../tags/tag1328.xml"/><Relationship Id="rId12" Type="http://schemas.openxmlformats.org/officeDocument/2006/relationships/tags" Target="../tags/tag1255.xml"/><Relationship Id="rId17" Type="http://schemas.openxmlformats.org/officeDocument/2006/relationships/tags" Target="../tags/tag1260.xml"/><Relationship Id="rId33" Type="http://schemas.openxmlformats.org/officeDocument/2006/relationships/tags" Target="../tags/tag1276.xml"/><Relationship Id="rId38" Type="http://schemas.openxmlformats.org/officeDocument/2006/relationships/tags" Target="../tags/tag1281.xml"/><Relationship Id="rId59" Type="http://schemas.openxmlformats.org/officeDocument/2006/relationships/tags" Target="../tags/tag1302.xml"/><Relationship Id="rId103" Type="http://schemas.openxmlformats.org/officeDocument/2006/relationships/tags" Target="../tags/tag1346.xml"/><Relationship Id="rId108" Type="http://schemas.openxmlformats.org/officeDocument/2006/relationships/tags" Target="../tags/tag1351.xml"/><Relationship Id="rId124" Type="http://schemas.openxmlformats.org/officeDocument/2006/relationships/slideLayout" Target="../slideLayouts/slideLayout7.xml"/><Relationship Id="rId54" Type="http://schemas.openxmlformats.org/officeDocument/2006/relationships/tags" Target="../tags/tag1297.xml"/><Relationship Id="rId70" Type="http://schemas.openxmlformats.org/officeDocument/2006/relationships/tags" Target="../tags/tag1313.xml"/><Relationship Id="rId75" Type="http://schemas.openxmlformats.org/officeDocument/2006/relationships/tags" Target="../tags/tag1318.xml"/><Relationship Id="rId91" Type="http://schemas.openxmlformats.org/officeDocument/2006/relationships/tags" Target="../tags/tag1334.xml"/><Relationship Id="rId96" Type="http://schemas.openxmlformats.org/officeDocument/2006/relationships/tags" Target="../tags/tag1339.xml"/><Relationship Id="rId1" Type="http://schemas.openxmlformats.org/officeDocument/2006/relationships/tags" Target="../tags/tag1244.xml"/><Relationship Id="rId6" Type="http://schemas.openxmlformats.org/officeDocument/2006/relationships/tags" Target="../tags/tag1249.xml"/><Relationship Id="rId23" Type="http://schemas.openxmlformats.org/officeDocument/2006/relationships/tags" Target="../tags/tag1266.xml"/><Relationship Id="rId28" Type="http://schemas.openxmlformats.org/officeDocument/2006/relationships/tags" Target="../tags/tag1271.xml"/><Relationship Id="rId49" Type="http://schemas.openxmlformats.org/officeDocument/2006/relationships/tags" Target="../tags/tag1292.xml"/><Relationship Id="rId114" Type="http://schemas.openxmlformats.org/officeDocument/2006/relationships/tags" Target="../tags/tag1357.xml"/><Relationship Id="rId119" Type="http://schemas.openxmlformats.org/officeDocument/2006/relationships/tags" Target="../tags/tag1362.xml"/><Relationship Id="rId44" Type="http://schemas.openxmlformats.org/officeDocument/2006/relationships/tags" Target="../tags/tag1287.xml"/><Relationship Id="rId60" Type="http://schemas.openxmlformats.org/officeDocument/2006/relationships/tags" Target="../tags/tag1303.xml"/><Relationship Id="rId65" Type="http://schemas.openxmlformats.org/officeDocument/2006/relationships/tags" Target="../tags/tag1308.xml"/><Relationship Id="rId81" Type="http://schemas.openxmlformats.org/officeDocument/2006/relationships/tags" Target="../tags/tag1324.xml"/><Relationship Id="rId86" Type="http://schemas.openxmlformats.org/officeDocument/2006/relationships/tags" Target="../tags/tag1329.xml"/><Relationship Id="rId4" Type="http://schemas.openxmlformats.org/officeDocument/2006/relationships/tags" Target="../tags/tag1247.xml"/><Relationship Id="rId9" Type="http://schemas.openxmlformats.org/officeDocument/2006/relationships/tags" Target="../tags/tag1252.xml"/><Relationship Id="rId13" Type="http://schemas.openxmlformats.org/officeDocument/2006/relationships/tags" Target="../tags/tag1256.xml"/><Relationship Id="rId18" Type="http://schemas.openxmlformats.org/officeDocument/2006/relationships/tags" Target="../tags/tag1261.xml"/><Relationship Id="rId39" Type="http://schemas.openxmlformats.org/officeDocument/2006/relationships/tags" Target="../tags/tag1282.xml"/><Relationship Id="rId109" Type="http://schemas.openxmlformats.org/officeDocument/2006/relationships/tags" Target="../tags/tag1352.xml"/><Relationship Id="rId34" Type="http://schemas.openxmlformats.org/officeDocument/2006/relationships/tags" Target="../tags/tag1277.xml"/><Relationship Id="rId50" Type="http://schemas.openxmlformats.org/officeDocument/2006/relationships/tags" Target="../tags/tag1293.xml"/><Relationship Id="rId55" Type="http://schemas.openxmlformats.org/officeDocument/2006/relationships/tags" Target="../tags/tag1298.xml"/><Relationship Id="rId76" Type="http://schemas.openxmlformats.org/officeDocument/2006/relationships/tags" Target="../tags/tag1319.xml"/><Relationship Id="rId97" Type="http://schemas.openxmlformats.org/officeDocument/2006/relationships/tags" Target="../tags/tag1340.xml"/><Relationship Id="rId104" Type="http://schemas.openxmlformats.org/officeDocument/2006/relationships/tags" Target="../tags/tag1347.xml"/><Relationship Id="rId120" Type="http://schemas.openxmlformats.org/officeDocument/2006/relationships/tags" Target="../tags/tag1363.xml"/><Relationship Id="rId7" Type="http://schemas.openxmlformats.org/officeDocument/2006/relationships/tags" Target="../tags/tag1250.xml"/><Relationship Id="rId71" Type="http://schemas.openxmlformats.org/officeDocument/2006/relationships/tags" Target="../tags/tag1314.xml"/><Relationship Id="rId92" Type="http://schemas.openxmlformats.org/officeDocument/2006/relationships/tags" Target="../tags/tag1335.xml"/><Relationship Id="rId2" Type="http://schemas.openxmlformats.org/officeDocument/2006/relationships/tags" Target="../tags/tag1245.xml"/><Relationship Id="rId29" Type="http://schemas.openxmlformats.org/officeDocument/2006/relationships/tags" Target="../tags/tag1272.xml"/><Relationship Id="rId24" Type="http://schemas.openxmlformats.org/officeDocument/2006/relationships/tags" Target="../tags/tag1267.xml"/><Relationship Id="rId40" Type="http://schemas.openxmlformats.org/officeDocument/2006/relationships/tags" Target="../tags/tag1283.xml"/><Relationship Id="rId45" Type="http://schemas.openxmlformats.org/officeDocument/2006/relationships/tags" Target="../tags/tag1288.xml"/><Relationship Id="rId66" Type="http://schemas.openxmlformats.org/officeDocument/2006/relationships/tags" Target="../tags/tag1309.xml"/><Relationship Id="rId87" Type="http://schemas.openxmlformats.org/officeDocument/2006/relationships/tags" Target="../tags/tag1330.xml"/><Relationship Id="rId110" Type="http://schemas.openxmlformats.org/officeDocument/2006/relationships/tags" Target="../tags/tag1353.xml"/><Relationship Id="rId115" Type="http://schemas.openxmlformats.org/officeDocument/2006/relationships/tags" Target="../tags/tag1358.xml"/><Relationship Id="rId61" Type="http://schemas.openxmlformats.org/officeDocument/2006/relationships/tags" Target="../tags/tag1304.xml"/><Relationship Id="rId82" Type="http://schemas.openxmlformats.org/officeDocument/2006/relationships/tags" Target="../tags/tag1325.xml"/><Relationship Id="rId19" Type="http://schemas.openxmlformats.org/officeDocument/2006/relationships/tags" Target="../tags/tag1262.xml"/><Relationship Id="rId14" Type="http://schemas.openxmlformats.org/officeDocument/2006/relationships/tags" Target="../tags/tag1257.xml"/><Relationship Id="rId30" Type="http://schemas.openxmlformats.org/officeDocument/2006/relationships/tags" Target="../tags/tag1273.xml"/><Relationship Id="rId35" Type="http://schemas.openxmlformats.org/officeDocument/2006/relationships/tags" Target="../tags/tag1278.xml"/><Relationship Id="rId56" Type="http://schemas.openxmlformats.org/officeDocument/2006/relationships/tags" Target="../tags/tag1299.xml"/><Relationship Id="rId77" Type="http://schemas.openxmlformats.org/officeDocument/2006/relationships/tags" Target="../tags/tag1320.xml"/><Relationship Id="rId100" Type="http://schemas.openxmlformats.org/officeDocument/2006/relationships/tags" Target="../tags/tag1343.xml"/><Relationship Id="rId105" Type="http://schemas.openxmlformats.org/officeDocument/2006/relationships/tags" Target="../tags/tag1348.xml"/><Relationship Id="rId8" Type="http://schemas.openxmlformats.org/officeDocument/2006/relationships/tags" Target="../tags/tag1251.xml"/><Relationship Id="rId51" Type="http://schemas.openxmlformats.org/officeDocument/2006/relationships/tags" Target="../tags/tag1294.xml"/><Relationship Id="rId72" Type="http://schemas.openxmlformats.org/officeDocument/2006/relationships/tags" Target="../tags/tag1315.xml"/><Relationship Id="rId93" Type="http://schemas.openxmlformats.org/officeDocument/2006/relationships/tags" Target="../tags/tag1336.xml"/><Relationship Id="rId98" Type="http://schemas.openxmlformats.org/officeDocument/2006/relationships/tags" Target="../tags/tag1341.xml"/><Relationship Id="rId121" Type="http://schemas.openxmlformats.org/officeDocument/2006/relationships/tags" Target="../tags/tag1364.xml"/><Relationship Id="rId3" Type="http://schemas.openxmlformats.org/officeDocument/2006/relationships/tags" Target="../tags/tag1246.xml"/><Relationship Id="rId25" Type="http://schemas.openxmlformats.org/officeDocument/2006/relationships/tags" Target="../tags/tag1268.xml"/><Relationship Id="rId46" Type="http://schemas.openxmlformats.org/officeDocument/2006/relationships/tags" Target="../tags/tag1289.xml"/><Relationship Id="rId67" Type="http://schemas.openxmlformats.org/officeDocument/2006/relationships/tags" Target="../tags/tag1310.xml"/><Relationship Id="rId116" Type="http://schemas.openxmlformats.org/officeDocument/2006/relationships/tags" Target="../tags/tag1359.xml"/><Relationship Id="rId20" Type="http://schemas.openxmlformats.org/officeDocument/2006/relationships/tags" Target="../tags/tag1263.xml"/><Relationship Id="rId41" Type="http://schemas.openxmlformats.org/officeDocument/2006/relationships/tags" Target="../tags/tag1284.xml"/><Relationship Id="rId62" Type="http://schemas.openxmlformats.org/officeDocument/2006/relationships/tags" Target="../tags/tag1305.xml"/><Relationship Id="rId83" Type="http://schemas.openxmlformats.org/officeDocument/2006/relationships/tags" Target="../tags/tag1326.xml"/><Relationship Id="rId88" Type="http://schemas.openxmlformats.org/officeDocument/2006/relationships/tags" Target="../tags/tag1331.xml"/><Relationship Id="rId111" Type="http://schemas.openxmlformats.org/officeDocument/2006/relationships/tags" Target="../tags/tag1354.xml"/><Relationship Id="rId15" Type="http://schemas.openxmlformats.org/officeDocument/2006/relationships/tags" Target="../tags/tag1258.xml"/><Relationship Id="rId36" Type="http://schemas.openxmlformats.org/officeDocument/2006/relationships/tags" Target="../tags/tag1279.xml"/><Relationship Id="rId57" Type="http://schemas.openxmlformats.org/officeDocument/2006/relationships/tags" Target="../tags/tag1300.xml"/><Relationship Id="rId106" Type="http://schemas.openxmlformats.org/officeDocument/2006/relationships/tags" Target="../tags/tag1349.xml"/><Relationship Id="rId10" Type="http://schemas.openxmlformats.org/officeDocument/2006/relationships/tags" Target="../tags/tag1253.xml"/><Relationship Id="rId31" Type="http://schemas.openxmlformats.org/officeDocument/2006/relationships/tags" Target="../tags/tag1274.xml"/><Relationship Id="rId52" Type="http://schemas.openxmlformats.org/officeDocument/2006/relationships/tags" Target="../tags/tag1295.xml"/><Relationship Id="rId73" Type="http://schemas.openxmlformats.org/officeDocument/2006/relationships/tags" Target="../tags/tag1316.xml"/><Relationship Id="rId78" Type="http://schemas.openxmlformats.org/officeDocument/2006/relationships/tags" Target="../tags/tag1321.xml"/><Relationship Id="rId94" Type="http://schemas.openxmlformats.org/officeDocument/2006/relationships/tags" Target="../tags/tag1337.xml"/><Relationship Id="rId99" Type="http://schemas.openxmlformats.org/officeDocument/2006/relationships/tags" Target="../tags/tag1342.xml"/><Relationship Id="rId101" Type="http://schemas.openxmlformats.org/officeDocument/2006/relationships/tags" Target="../tags/tag1344.xml"/><Relationship Id="rId122" Type="http://schemas.openxmlformats.org/officeDocument/2006/relationships/tags" Target="../tags/tag1365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tags" Target="../tags/tag1483.xml"/><Relationship Id="rId21" Type="http://schemas.openxmlformats.org/officeDocument/2006/relationships/tags" Target="../tags/tag1387.xml"/><Relationship Id="rId42" Type="http://schemas.openxmlformats.org/officeDocument/2006/relationships/tags" Target="../tags/tag1408.xml"/><Relationship Id="rId63" Type="http://schemas.openxmlformats.org/officeDocument/2006/relationships/tags" Target="../tags/tag1429.xml"/><Relationship Id="rId84" Type="http://schemas.openxmlformats.org/officeDocument/2006/relationships/tags" Target="../tags/tag1450.xml"/><Relationship Id="rId138" Type="http://schemas.openxmlformats.org/officeDocument/2006/relationships/tags" Target="../tags/tag1504.xml"/><Relationship Id="rId159" Type="http://schemas.openxmlformats.org/officeDocument/2006/relationships/tags" Target="../tags/tag1525.xml"/><Relationship Id="rId170" Type="http://schemas.openxmlformats.org/officeDocument/2006/relationships/tags" Target="../tags/tag1536.xml"/><Relationship Id="rId107" Type="http://schemas.openxmlformats.org/officeDocument/2006/relationships/tags" Target="../tags/tag1473.xml"/><Relationship Id="rId11" Type="http://schemas.openxmlformats.org/officeDocument/2006/relationships/tags" Target="../tags/tag1377.xml"/><Relationship Id="rId32" Type="http://schemas.openxmlformats.org/officeDocument/2006/relationships/tags" Target="../tags/tag1398.xml"/><Relationship Id="rId53" Type="http://schemas.openxmlformats.org/officeDocument/2006/relationships/tags" Target="../tags/tag1419.xml"/><Relationship Id="rId74" Type="http://schemas.openxmlformats.org/officeDocument/2006/relationships/tags" Target="../tags/tag1440.xml"/><Relationship Id="rId128" Type="http://schemas.openxmlformats.org/officeDocument/2006/relationships/tags" Target="../tags/tag1494.xml"/><Relationship Id="rId149" Type="http://schemas.openxmlformats.org/officeDocument/2006/relationships/tags" Target="../tags/tag1515.xml"/><Relationship Id="rId5" Type="http://schemas.openxmlformats.org/officeDocument/2006/relationships/tags" Target="../tags/tag1371.xml"/><Relationship Id="rId95" Type="http://schemas.openxmlformats.org/officeDocument/2006/relationships/tags" Target="../tags/tag1461.xml"/><Relationship Id="rId160" Type="http://schemas.openxmlformats.org/officeDocument/2006/relationships/tags" Target="../tags/tag1526.xml"/><Relationship Id="rId181" Type="http://schemas.openxmlformats.org/officeDocument/2006/relationships/slideLayout" Target="../slideLayouts/slideLayout7.xml"/><Relationship Id="rId22" Type="http://schemas.openxmlformats.org/officeDocument/2006/relationships/tags" Target="../tags/tag1388.xml"/><Relationship Id="rId43" Type="http://schemas.openxmlformats.org/officeDocument/2006/relationships/tags" Target="../tags/tag1409.xml"/><Relationship Id="rId64" Type="http://schemas.openxmlformats.org/officeDocument/2006/relationships/tags" Target="../tags/tag1430.xml"/><Relationship Id="rId118" Type="http://schemas.openxmlformats.org/officeDocument/2006/relationships/tags" Target="../tags/tag1484.xml"/><Relationship Id="rId139" Type="http://schemas.openxmlformats.org/officeDocument/2006/relationships/tags" Target="../tags/tag1505.xml"/><Relationship Id="rId85" Type="http://schemas.openxmlformats.org/officeDocument/2006/relationships/tags" Target="../tags/tag1451.xml"/><Relationship Id="rId150" Type="http://schemas.openxmlformats.org/officeDocument/2006/relationships/tags" Target="../tags/tag1516.xml"/><Relationship Id="rId171" Type="http://schemas.openxmlformats.org/officeDocument/2006/relationships/tags" Target="../tags/tag1537.xml"/><Relationship Id="rId12" Type="http://schemas.openxmlformats.org/officeDocument/2006/relationships/tags" Target="../tags/tag1378.xml"/><Relationship Id="rId33" Type="http://schemas.openxmlformats.org/officeDocument/2006/relationships/tags" Target="../tags/tag1399.xml"/><Relationship Id="rId108" Type="http://schemas.openxmlformats.org/officeDocument/2006/relationships/tags" Target="../tags/tag1474.xml"/><Relationship Id="rId129" Type="http://schemas.openxmlformats.org/officeDocument/2006/relationships/tags" Target="../tags/tag1495.xml"/><Relationship Id="rId54" Type="http://schemas.openxmlformats.org/officeDocument/2006/relationships/tags" Target="../tags/tag1420.xml"/><Relationship Id="rId75" Type="http://schemas.openxmlformats.org/officeDocument/2006/relationships/tags" Target="../tags/tag1441.xml"/><Relationship Id="rId96" Type="http://schemas.openxmlformats.org/officeDocument/2006/relationships/tags" Target="../tags/tag1462.xml"/><Relationship Id="rId140" Type="http://schemas.openxmlformats.org/officeDocument/2006/relationships/tags" Target="../tags/tag1506.xml"/><Relationship Id="rId161" Type="http://schemas.openxmlformats.org/officeDocument/2006/relationships/tags" Target="../tags/tag1527.xml"/><Relationship Id="rId6" Type="http://schemas.openxmlformats.org/officeDocument/2006/relationships/tags" Target="../tags/tag1372.xml"/><Relationship Id="rId23" Type="http://schemas.openxmlformats.org/officeDocument/2006/relationships/tags" Target="../tags/tag1389.xml"/><Relationship Id="rId119" Type="http://schemas.openxmlformats.org/officeDocument/2006/relationships/tags" Target="../tags/tag1485.xml"/><Relationship Id="rId44" Type="http://schemas.openxmlformats.org/officeDocument/2006/relationships/tags" Target="../tags/tag1410.xml"/><Relationship Id="rId60" Type="http://schemas.openxmlformats.org/officeDocument/2006/relationships/tags" Target="../tags/tag1426.xml"/><Relationship Id="rId65" Type="http://schemas.openxmlformats.org/officeDocument/2006/relationships/tags" Target="../tags/tag1431.xml"/><Relationship Id="rId81" Type="http://schemas.openxmlformats.org/officeDocument/2006/relationships/tags" Target="../tags/tag1447.xml"/><Relationship Id="rId86" Type="http://schemas.openxmlformats.org/officeDocument/2006/relationships/tags" Target="../tags/tag1452.xml"/><Relationship Id="rId130" Type="http://schemas.openxmlformats.org/officeDocument/2006/relationships/tags" Target="../tags/tag1496.xml"/><Relationship Id="rId135" Type="http://schemas.openxmlformats.org/officeDocument/2006/relationships/tags" Target="../tags/tag1501.xml"/><Relationship Id="rId151" Type="http://schemas.openxmlformats.org/officeDocument/2006/relationships/tags" Target="../tags/tag1517.xml"/><Relationship Id="rId156" Type="http://schemas.openxmlformats.org/officeDocument/2006/relationships/tags" Target="../tags/tag1522.xml"/><Relationship Id="rId177" Type="http://schemas.openxmlformats.org/officeDocument/2006/relationships/tags" Target="../tags/tag1543.xml"/><Relationship Id="rId172" Type="http://schemas.openxmlformats.org/officeDocument/2006/relationships/tags" Target="../tags/tag1538.xml"/><Relationship Id="rId13" Type="http://schemas.openxmlformats.org/officeDocument/2006/relationships/tags" Target="../tags/tag1379.xml"/><Relationship Id="rId18" Type="http://schemas.openxmlformats.org/officeDocument/2006/relationships/tags" Target="../tags/tag1384.xml"/><Relationship Id="rId39" Type="http://schemas.openxmlformats.org/officeDocument/2006/relationships/tags" Target="../tags/tag1405.xml"/><Relationship Id="rId109" Type="http://schemas.openxmlformats.org/officeDocument/2006/relationships/tags" Target="../tags/tag1475.xml"/><Relationship Id="rId34" Type="http://schemas.openxmlformats.org/officeDocument/2006/relationships/tags" Target="../tags/tag1400.xml"/><Relationship Id="rId50" Type="http://schemas.openxmlformats.org/officeDocument/2006/relationships/tags" Target="../tags/tag1416.xml"/><Relationship Id="rId55" Type="http://schemas.openxmlformats.org/officeDocument/2006/relationships/tags" Target="../tags/tag1421.xml"/><Relationship Id="rId76" Type="http://schemas.openxmlformats.org/officeDocument/2006/relationships/tags" Target="../tags/tag1442.xml"/><Relationship Id="rId97" Type="http://schemas.openxmlformats.org/officeDocument/2006/relationships/tags" Target="../tags/tag1463.xml"/><Relationship Id="rId104" Type="http://schemas.openxmlformats.org/officeDocument/2006/relationships/tags" Target="../tags/tag1470.xml"/><Relationship Id="rId120" Type="http://schemas.openxmlformats.org/officeDocument/2006/relationships/tags" Target="../tags/tag1486.xml"/><Relationship Id="rId125" Type="http://schemas.openxmlformats.org/officeDocument/2006/relationships/tags" Target="../tags/tag1491.xml"/><Relationship Id="rId141" Type="http://schemas.openxmlformats.org/officeDocument/2006/relationships/tags" Target="../tags/tag1507.xml"/><Relationship Id="rId146" Type="http://schemas.openxmlformats.org/officeDocument/2006/relationships/tags" Target="../tags/tag1512.xml"/><Relationship Id="rId167" Type="http://schemas.openxmlformats.org/officeDocument/2006/relationships/tags" Target="../tags/tag1533.xml"/><Relationship Id="rId7" Type="http://schemas.openxmlformats.org/officeDocument/2006/relationships/tags" Target="../tags/tag1373.xml"/><Relationship Id="rId71" Type="http://schemas.openxmlformats.org/officeDocument/2006/relationships/tags" Target="../tags/tag1437.xml"/><Relationship Id="rId92" Type="http://schemas.openxmlformats.org/officeDocument/2006/relationships/tags" Target="../tags/tag1458.xml"/><Relationship Id="rId162" Type="http://schemas.openxmlformats.org/officeDocument/2006/relationships/tags" Target="../tags/tag1528.xml"/><Relationship Id="rId2" Type="http://schemas.openxmlformats.org/officeDocument/2006/relationships/tags" Target="../tags/tag1368.xml"/><Relationship Id="rId29" Type="http://schemas.openxmlformats.org/officeDocument/2006/relationships/tags" Target="../tags/tag1395.xml"/><Relationship Id="rId24" Type="http://schemas.openxmlformats.org/officeDocument/2006/relationships/tags" Target="../tags/tag1390.xml"/><Relationship Id="rId40" Type="http://schemas.openxmlformats.org/officeDocument/2006/relationships/tags" Target="../tags/tag1406.xml"/><Relationship Id="rId45" Type="http://schemas.openxmlformats.org/officeDocument/2006/relationships/tags" Target="../tags/tag1411.xml"/><Relationship Id="rId66" Type="http://schemas.openxmlformats.org/officeDocument/2006/relationships/tags" Target="../tags/tag1432.xml"/><Relationship Id="rId87" Type="http://schemas.openxmlformats.org/officeDocument/2006/relationships/tags" Target="../tags/tag1453.xml"/><Relationship Id="rId110" Type="http://schemas.openxmlformats.org/officeDocument/2006/relationships/tags" Target="../tags/tag1476.xml"/><Relationship Id="rId115" Type="http://schemas.openxmlformats.org/officeDocument/2006/relationships/tags" Target="../tags/tag1481.xml"/><Relationship Id="rId131" Type="http://schemas.openxmlformats.org/officeDocument/2006/relationships/tags" Target="../tags/tag1497.xml"/><Relationship Id="rId136" Type="http://schemas.openxmlformats.org/officeDocument/2006/relationships/tags" Target="../tags/tag1502.xml"/><Relationship Id="rId157" Type="http://schemas.openxmlformats.org/officeDocument/2006/relationships/tags" Target="../tags/tag1523.xml"/><Relationship Id="rId178" Type="http://schemas.openxmlformats.org/officeDocument/2006/relationships/tags" Target="../tags/tag1544.xml"/><Relationship Id="rId61" Type="http://schemas.openxmlformats.org/officeDocument/2006/relationships/tags" Target="../tags/tag1427.xml"/><Relationship Id="rId82" Type="http://schemas.openxmlformats.org/officeDocument/2006/relationships/tags" Target="../tags/tag1448.xml"/><Relationship Id="rId152" Type="http://schemas.openxmlformats.org/officeDocument/2006/relationships/tags" Target="../tags/tag1518.xml"/><Relationship Id="rId173" Type="http://schemas.openxmlformats.org/officeDocument/2006/relationships/tags" Target="../tags/tag1539.xml"/><Relationship Id="rId19" Type="http://schemas.openxmlformats.org/officeDocument/2006/relationships/tags" Target="../tags/tag1385.xml"/><Relationship Id="rId14" Type="http://schemas.openxmlformats.org/officeDocument/2006/relationships/tags" Target="../tags/tag1380.xml"/><Relationship Id="rId30" Type="http://schemas.openxmlformats.org/officeDocument/2006/relationships/tags" Target="../tags/tag1396.xml"/><Relationship Id="rId35" Type="http://schemas.openxmlformats.org/officeDocument/2006/relationships/tags" Target="../tags/tag1401.xml"/><Relationship Id="rId56" Type="http://schemas.openxmlformats.org/officeDocument/2006/relationships/tags" Target="../tags/tag1422.xml"/><Relationship Id="rId77" Type="http://schemas.openxmlformats.org/officeDocument/2006/relationships/tags" Target="../tags/tag1443.xml"/><Relationship Id="rId100" Type="http://schemas.openxmlformats.org/officeDocument/2006/relationships/tags" Target="../tags/tag1466.xml"/><Relationship Id="rId105" Type="http://schemas.openxmlformats.org/officeDocument/2006/relationships/tags" Target="../tags/tag1471.xml"/><Relationship Id="rId126" Type="http://schemas.openxmlformats.org/officeDocument/2006/relationships/tags" Target="../tags/tag1492.xml"/><Relationship Id="rId147" Type="http://schemas.openxmlformats.org/officeDocument/2006/relationships/tags" Target="../tags/tag1513.xml"/><Relationship Id="rId168" Type="http://schemas.openxmlformats.org/officeDocument/2006/relationships/tags" Target="../tags/tag1534.xml"/><Relationship Id="rId8" Type="http://schemas.openxmlformats.org/officeDocument/2006/relationships/tags" Target="../tags/tag1374.xml"/><Relationship Id="rId51" Type="http://schemas.openxmlformats.org/officeDocument/2006/relationships/tags" Target="../tags/tag1417.xml"/><Relationship Id="rId72" Type="http://schemas.openxmlformats.org/officeDocument/2006/relationships/tags" Target="../tags/tag1438.xml"/><Relationship Id="rId93" Type="http://schemas.openxmlformats.org/officeDocument/2006/relationships/tags" Target="../tags/tag1459.xml"/><Relationship Id="rId98" Type="http://schemas.openxmlformats.org/officeDocument/2006/relationships/tags" Target="../tags/tag1464.xml"/><Relationship Id="rId121" Type="http://schemas.openxmlformats.org/officeDocument/2006/relationships/tags" Target="../tags/tag1487.xml"/><Relationship Id="rId142" Type="http://schemas.openxmlformats.org/officeDocument/2006/relationships/tags" Target="../tags/tag1508.xml"/><Relationship Id="rId163" Type="http://schemas.openxmlformats.org/officeDocument/2006/relationships/tags" Target="../tags/tag1529.xml"/><Relationship Id="rId3" Type="http://schemas.openxmlformats.org/officeDocument/2006/relationships/tags" Target="../tags/tag1369.xml"/><Relationship Id="rId25" Type="http://schemas.openxmlformats.org/officeDocument/2006/relationships/tags" Target="../tags/tag1391.xml"/><Relationship Id="rId46" Type="http://schemas.openxmlformats.org/officeDocument/2006/relationships/tags" Target="../tags/tag1412.xml"/><Relationship Id="rId67" Type="http://schemas.openxmlformats.org/officeDocument/2006/relationships/tags" Target="../tags/tag1433.xml"/><Relationship Id="rId116" Type="http://schemas.openxmlformats.org/officeDocument/2006/relationships/tags" Target="../tags/tag1482.xml"/><Relationship Id="rId137" Type="http://schemas.openxmlformats.org/officeDocument/2006/relationships/tags" Target="../tags/tag1503.xml"/><Relationship Id="rId158" Type="http://schemas.openxmlformats.org/officeDocument/2006/relationships/tags" Target="../tags/tag1524.xml"/><Relationship Id="rId20" Type="http://schemas.openxmlformats.org/officeDocument/2006/relationships/tags" Target="../tags/tag1386.xml"/><Relationship Id="rId41" Type="http://schemas.openxmlformats.org/officeDocument/2006/relationships/tags" Target="../tags/tag1407.xml"/><Relationship Id="rId62" Type="http://schemas.openxmlformats.org/officeDocument/2006/relationships/tags" Target="../tags/tag1428.xml"/><Relationship Id="rId83" Type="http://schemas.openxmlformats.org/officeDocument/2006/relationships/tags" Target="../tags/tag1449.xml"/><Relationship Id="rId88" Type="http://schemas.openxmlformats.org/officeDocument/2006/relationships/tags" Target="../tags/tag1454.xml"/><Relationship Id="rId111" Type="http://schemas.openxmlformats.org/officeDocument/2006/relationships/tags" Target="../tags/tag1477.xml"/><Relationship Id="rId132" Type="http://schemas.openxmlformats.org/officeDocument/2006/relationships/tags" Target="../tags/tag1498.xml"/><Relationship Id="rId153" Type="http://schemas.openxmlformats.org/officeDocument/2006/relationships/tags" Target="../tags/tag1519.xml"/><Relationship Id="rId174" Type="http://schemas.openxmlformats.org/officeDocument/2006/relationships/tags" Target="../tags/tag1540.xml"/><Relationship Id="rId179" Type="http://schemas.openxmlformats.org/officeDocument/2006/relationships/tags" Target="../tags/tag1545.xml"/><Relationship Id="rId15" Type="http://schemas.openxmlformats.org/officeDocument/2006/relationships/tags" Target="../tags/tag1381.xml"/><Relationship Id="rId36" Type="http://schemas.openxmlformats.org/officeDocument/2006/relationships/tags" Target="../tags/tag1402.xml"/><Relationship Id="rId57" Type="http://schemas.openxmlformats.org/officeDocument/2006/relationships/tags" Target="../tags/tag1423.xml"/><Relationship Id="rId106" Type="http://schemas.openxmlformats.org/officeDocument/2006/relationships/tags" Target="../tags/tag1472.xml"/><Relationship Id="rId127" Type="http://schemas.openxmlformats.org/officeDocument/2006/relationships/tags" Target="../tags/tag1493.xml"/><Relationship Id="rId10" Type="http://schemas.openxmlformats.org/officeDocument/2006/relationships/tags" Target="../tags/tag1376.xml"/><Relationship Id="rId31" Type="http://schemas.openxmlformats.org/officeDocument/2006/relationships/tags" Target="../tags/tag1397.xml"/><Relationship Id="rId52" Type="http://schemas.openxmlformats.org/officeDocument/2006/relationships/tags" Target="../tags/tag1418.xml"/><Relationship Id="rId73" Type="http://schemas.openxmlformats.org/officeDocument/2006/relationships/tags" Target="../tags/tag1439.xml"/><Relationship Id="rId78" Type="http://schemas.openxmlformats.org/officeDocument/2006/relationships/tags" Target="../tags/tag1444.xml"/><Relationship Id="rId94" Type="http://schemas.openxmlformats.org/officeDocument/2006/relationships/tags" Target="../tags/tag1460.xml"/><Relationship Id="rId99" Type="http://schemas.openxmlformats.org/officeDocument/2006/relationships/tags" Target="../tags/tag1465.xml"/><Relationship Id="rId101" Type="http://schemas.openxmlformats.org/officeDocument/2006/relationships/tags" Target="../tags/tag1467.xml"/><Relationship Id="rId122" Type="http://schemas.openxmlformats.org/officeDocument/2006/relationships/tags" Target="../tags/tag1488.xml"/><Relationship Id="rId143" Type="http://schemas.openxmlformats.org/officeDocument/2006/relationships/tags" Target="../tags/tag1509.xml"/><Relationship Id="rId148" Type="http://schemas.openxmlformats.org/officeDocument/2006/relationships/tags" Target="../tags/tag1514.xml"/><Relationship Id="rId164" Type="http://schemas.openxmlformats.org/officeDocument/2006/relationships/tags" Target="../tags/tag1530.xml"/><Relationship Id="rId169" Type="http://schemas.openxmlformats.org/officeDocument/2006/relationships/tags" Target="../tags/tag1535.xml"/><Relationship Id="rId4" Type="http://schemas.openxmlformats.org/officeDocument/2006/relationships/tags" Target="../tags/tag1370.xml"/><Relationship Id="rId9" Type="http://schemas.openxmlformats.org/officeDocument/2006/relationships/tags" Target="../tags/tag1375.xml"/><Relationship Id="rId180" Type="http://schemas.openxmlformats.org/officeDocument/2006/relationships/tags" Target="../tags/tag1546.xml"/><Relationship Id="rId26" Type="http://schemas.openxmlformats.org/officeDocument/2006/relationships/tags" Target="../tags/tag1392.xml"/><Relationship Id="rId47" Type="http://schemas.openxmlformats.org/officeDocument/2006/relationships/tags" Target="../tags/tag1413.xml"/><Relationship Id="rId68" Type="http://schemas.openxmlformats.org/officeDocument/2006/relationships/tags" Target="../tags/tag1434.xml"/><Relationship Id="rId89" Type="http://schemas.openxmlformats.org/officeDocument/2006/relationships/tags" Target="../tags/tag1455.xml"/><Relationship Id="rId112" Type="http://schemas.openxmlformats.org/officeDocument/2006/relationships/tags" Target="../tags/tag1478.xml"/><Relationship Id="rId133" Type="http://schemas.openxmlformats.org/officeDocument/2006/relationships/tags" Target="../tags/tag1499.xml"/><Relationship Id="rId154" Type="http://schemas.openxmlformats.org/officeDocument/2006/relationships/tags" Target="../tags/tag1520.xml"/><Relationship Id="rId175" Type="http://schemas.openxmlformats.org/officeDocument/2006/relationships/tags" Target="../tags/tag1541.xml"/><Relationship Id="rId16" Type="http://schemas.openxmlformats.org/officeDocument/2006/relationships/tags" Target="../tags/tag1382.xml"/><Relationship Id="rId37" Type="http://schemas.openxmlformats.org/officeDocument/2006/relationships/tags" Target="../tags/tag1403.xml"/><Relationship Id="rId58" Type="http://schemas.openxmlformats.org/officeDocument/2006/relationships/tags" Target="../tags/tag1424.xml"/><Relationship Id="rId79" Type="http://schemas.openxmlformats.org/officeDocument/2006/relationships/tags" Target="../tags/tag1445.xml"/><Relationship Id="rId102" Type="http://schemas.openxmlformats.org/officeDocument/2006/relationships/tags" Target="../tags/tag1468.xml"/><Relationship Id="rId123" Type="http://schemas.openxmlformats.org/officeDocument/2006/relationships/tags" Target="../tags/tag1489.xml"/><Relationship Id="rId144" Type="http://schemas.openxmlformats.org/officeDocument/2006/relationships/tags" Target="../tags/tag1510.xml"/><Relationship Id="rId90" Type="http://schemas.openxmlformats.org/officeDocument/2006/relationships/tags" Target="../tags/tag1456.xml"/><Relationship Id="rId165" Type="http://schemas.openxmlformats.org/officeDocument/2006/relationships/tags" Target="../tags/tag1531.xml"/><Relationship Id="rId27" Type="http://schemas.openxmlformats.org/officeDocument/2006/relationships/tags" Target="../tags/tag1393.xml"/><Relationship Id="rId48" Type="http://schemas.openxmlformats.org/officeDocument/2006/relationships/tags" Target="../tags/tag1414.xml"/><Relationship Id="rId69" Type="http://schemas.openxmlformats.org/officeDocument/2006/relationships/tags" Target="../tags/tag1435.xml"/><Relationship Id="rId113" Type="http://schemas.openxmlformats.org/officeDocument/2006/relationships/tags" Target="../tags/tag1479.xml"/><Relationship Id="rId134" Type="http://schemas.openxmlformats.org/officeDocument/2006/relationships/tags" Target="../tags/tag1500.xml"/><Relationship Id="rId80" Type="http://schemas.openxmlformats.org/officeDocument/2006/relationships/tags" Target="../tags/tag1446.xml"/><Relationship Id="rId155" Type="http://schemas.openxmlformats.org/officeDocument/2006/relationships/tags" Target="../tags/tag1521.xml"/><Relationship Id="rId176" Type="http://schemas.openxmlformats.org/officeDocument/2006/relationships/tags" Target="../tags/tag1542.xml"/><Relationship Id="rId17" Type="http://schemas.openxmlformats.org/officeDocument/2006/relationships/tags" Target="../tags/tag1383.xml"/><Relationship Id="rId38" Type="http://schemas.openxmlformats.org/officeDocument/2006/relationships/tags" Target="../tags/tag1404.xml"/><Relationship Id="rId59" Type="http://schemas.openxmlformats.org/officeDocument/2006/relationships/tags" Target="../tags/tag1425.xml"/><Relationship Id="rId103" Type="http://schemas.openxmlformats.org/officeDocument/2006/relationships/tags" Target="../tags/tag1469.xml"/><Relationship Id="rId124" Type="http://schemas.openxmlformats.org/officeDocument/2006/relationships/tags" Target="../tags/tag1490.xml"/><Relationship Id="rId70" Type="http://schemas.openxmlformats.org/officeDocument/2006/relationships/tags" Target="../tags/tag1436.xml"/><Relationship Id="rId91" Type="http://schemas.openxmlformats.org/officeDocument/2006/relationships/tags" Target="../tags/tag1457.xml"/><Relationship Id="rId145" Type="http://schemas.openxmlformats.org/officeDocument/2006/relationships/tags" Target="../tags/tag1511.xml"/><Relationship Id="rId166" Type="http://schemas.openxmlformats.org/officeDocument/2006/relationships/tags" Target="../tags/tag1532.xml"/><Relationship Id="rId1" Type="http://schemas.openxmlformats.org/officeDocument/2006/relationships/tags" Target="../tags/tag1367.xml"/><Relationship Id="rId28" Type="http://schemas.openxmlformats.org/officeDocument/2006/relationships/tags" Target="../tags/tag1394.xml"/><Relationship Id="rId49" Type="http://schemas.openxmlformats.org/officeDocument/2006/relationships/tags" Target="../tags/tag1415.xml"/><Relationship Id="rId114" Type="http://schemas.openxmlformats.org/officeDocument/2006/relationships/tags" Target="../tags/tag1480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tags" Target="../tags/tag1572.xml"/><Relationship Id="rId21" Type="http://schemas.openxmlformats.org/officeDocument/2006/relationships/tags" Target="../tags/tag1567.xml"/><Relationship Id="rId42" Type="http://schemas.openxmlformats.org/officeDocument/2006/relationships/tags" Target="../tags/tag1588.xml"/><Relationship Id="rId47" Type="http://schemas.openxmlformats.org/officeDocument/2006/relationships/tags" Target="../tags/tag1593.xml"/><Relationship Id="rId63" Type="http://schemas.openxmlformats.org/officeDocument/2006/relationships/tags" Target="../tags/tag1609.xml"/><Relationship Id="rId68" Type="http://schemas.openxmlformats.org/officeDocument/2006/relationships/tags" Target="../tags/tag1614.xml"/><Relationship Id="rId84" Type="http://schemas.openxmlformats.org/officeDocument/2006/relationships/tags" Target="../tags/tag1630.xml"/><Relationship Id="rId89" Type="http://schemas.openxmlformats.org/officeDocument/2006/relationships/tags" Target="../tags/tag1635.xml"/><Relationship Id="rId16" Type="http://schemas.openxmlformats.org/officeDocument/2006/relationships/tags" Target="../tags/tag1562.xml"/><Relationship Id="rId11" Type="http://schemas.openxmlformats.org/officeDocument/2006/relationships/tags" Target="../tags/tag1557.xml"/><Relationship Id="rId32" Type="http://schemas.openxmlformats.org/officeDocument/2006/relationships/tags" Target="../tags/tag1578.xml"/><Relationship Id="rId37" Type="http://schemas.openxmlformats.org/officeDocument/2006/relationships/tags" Target="../tags/tag1583.xml"/><Relationship Id="rId53" Type="http://schemas.openxmlformats.org/officeDocument/2006/relationships/tags" Target="../tags/tag1599.xml"/><Relationship Id="rId58" Type="http://schemas.openxmlformats.org/officeDocument/2006/relationships/tags" Target="../tags/tag1604.xml"/><Relationship Id="rId74" Type="http://schemas.openxmlformats.org/officeDocument/2006/relationships/tags" Target="../tags/tag1620.xml"/><Relationship Id="rId79" Type="http://schemas.openxmlformats.org/officeDocument/2006/relationships/tags" Target="../tags/tag1625.xml"/><Relationship Id="rId5" Type="http://schemas.openxmlformats.org/officeDocument/2006/relationships/tags" Target="../tags/tag1551.xml"/><Relationship Id="rId90" Type="http://schemas.openxmlformats.org/officeDocument/2006/relationships/tags" Target="../tags/tag1636.xml"/><Relationship Id="rId95" Type="http://schemas.openxmlformats.org/officeDocument/2006/relationships/tags" Target="../tags/tag1641.xml"/><Relationship Id="rId22" Type="http://schemas.openxmlformats.org/officeDocument/2006/relationships/tags" Target="../tags/tag1568.xml"/><Relationship Id="rId27" Type="http://schemas.openxmlformats.org/officeDocument/2006/relationships/tags" Target="../tags/tag1573.xml"/><Relationship Id="rId43" Type="http://schemas.openxmlformats.org/officeDocument/2006/relationships/tags" Target="../tags/tag1589.xml"/><Relationship Id="rId48" Type="http://schemas.openxmlformats.org/officeDocument/2006/relationships/tags" Target="../tags/tag1594.xml"/><Relationship Id="rId64" Type="http://schemas.openxmlformats.org/officeDocument/2006/relationships/tags" Target="../tags/tag1610.xml"/><Relationship Id="rId69" Type="http://schemas.openxmlformats.org/officeDocument/2006/relationships/tags" Target="../tags/tag1615.xml"/><Relationship Id="rId80" Type="http://schemas.openxmlformats.org/officeDocument/2006/relationships/tags" Target="../tags/tag1626.xml"/><Relationship Id="rId85" Type="http://schemas.openxmlformats.org/officeDocument/2006/relationships/tags" Target="../tags/tag1631.xml"/><Relationship Id="rId3" Type="http://schemas.openxmlformats.org/officeDocument/2006/relationships/tags" Target="../tags/tag1549.xml"/><Relationship Id="rId12" Type="http://schemas.openxmlformats.org/officeDocument/2006/relationships/tags" Target="../tags/tag1558.xml"/><Relationship Id="rId17" Type="http://schemas.openxmlformats.org/officeDocument/2006/relationships/tags" Target="../tags/tag1563.xml"/><Relationship Id="rId25" Type="http://schemas.openxmlformats.org/officeDocument/2006/relationships/tags" Target="../tags/tag1571.xml"/><Relationship Id="rId33" Type="http://schemas.openxmlformats.org/officeDocument/2006/relationships/tags" Target="../tags/tag1579.xml"/><Relationship Id="rId38" Type="http://schemas.openxmlformats.org/officeDocument/2006/relationships/tags" Target="../tags/tag1584.xml"/><Relationship Id="rId46" Type="http://schemas.openxmlformats.org/officeDocument/2006/relationships/tags" Target="../tags/tag1592.xml"/><Relationship Id="rId59" Type="http://schemas.openxmlformats.org/officeDocument/2006/relationships/tags" Target="../tags/tag1605.xml"/><Relationship Id="rId67" Type="http://schemas.openxmlformats.org/officeDocument/2006/relationships/tags" Target="../tags/tag1613.xml"/><Relationship Id="rId20" Type="http://schemas.openxmlformats.org/officeDocument/2006/relationships/tags" Target="../tags/tag1566.xml"/><Relationship Id="rId41" Type="http://schemas.openxmlformats.org/officeDocument/2006/relationships/tags" Target="../tags/tag1587.xml"/><Relationship Id="rId54" Type="http://schemas.openxmlformats.org/officeDocument/2006/relationships/tags" Target="../tags/tag1600.xml"/><Relationship Id="rId62" Type="http://schemas.openxmlformats.org/officeDocument/2006/relationships/tags" Target="../tags/tag1608.xml"/><Relationship Id="rId70" Type="http://schemas.openxmlformats.org/officeDocument/2006/relationships/tags" Target="../tags/tag1616.xml"/><Relationship Id="rId75" Type="http://schemas.openxmlformats.org/officeDocument/2006/relationships/tags" Target="../tags/tag1621.xml"/><Relationship Id="rId83" Type="http://schemas.openxmlformats.org/officeDocument/2006/relationships/tags" Target="../tags/tag1629.xml"/><Relationship Id="rId88" Type="http://schemas.openxmlformats.org/officeDocument/2006/relationships/tags" Target="../tags/tag1634.xml"/><Relationship Id="rId91" Type="http://schemas.openxmlformats.org/officeDocument/2006/relationships/tags" Target="../tags/tag1637.xml"/><Relationship Id="rId96" Type="http://schemas.openxmlformats.org/officeDocument/2006/relationships/tags" Target="../tags/tag1642.xml"/><Relationship Id="rId1" Type="http://schemas.openxmlformats.org/officeDocument/2006/relationships/tags" Target="../tags/tag1547.xml"/><Relationship Id="rId6" Type="http://schemas.openxmlformats.org/officeDocument/2006/relationships/tags" Target="../tags/tag1552.xml"/><Relationship Id="rId15" Type="http://schemas.openxmlformats.org/officeDocument/2006/relationships/tags" Target="../tags/tag1561.xml"/><Relationship Id="rId23" Type="http://schemas.openxmlformats.org/officeDocument/2006/relationships/tags" Target="../tags/tag1569.xml"/><Relationship Id="rId28" Type="http://schemas.openxmlformats.org/officeDocument/2006/relationships/tags" Target="../tags/tag1574.xml"/><Relationship Id="rId36" Type="http://schemas.openxmlformats.org/officeDocument/2006/relationships/tags" Target="../tags/tag1582.xml"/><Relationship Id="rId49" Type="http://schemas.openxmlformats.org/officeDocument/2006/relationships/tags" Target="../tags/tag1595.xml"/><Relationship Id="rId57" Type="http://schemas.openxmlformats.org/officeDocument/2006/relationships/tags" Target="../tags/tag1603.xml"/><Relationship Id="rId10" Type="http://schemas.openxmlformats.org/officeDocument/2006/relationships/tags" Target="../tags/tag1556.xml"/><Relationship Id="rId31" Type="http://schemas.openxmlformats.org/officeDocument/2006/relationships/tags" Target="../tags/tag1577.xml"/><Relationship Id="rId44" Type="http://schemas.openxmlformats.org/officeDocument/2006/relationships/tags" Target="../tags/tag1590.xml"/><Relationship Id="rId52" Type="http://schemas.openxmlformats.org/officeDocument/2006/relationships/tags" Target="../tags/tag1598.xml"/><Relationship Id="rId60" Type="http://schemas.openxmlformats.org/officeDocument/2006/relationships/tags" Target="../tags/tag1606.xml"/><Relationship Id="rId65" Type="http://schemas.openxmlformats.org/officeDocument/2006/relationships/tags" Target="../tags/tag1611.xml"/><Relationship Id="rId73" Type="http://schemas.openxmlformats.org/officeDocument/2006/relationships/tags" Target="../tags/tag1619.xml"/><Relationship Id="rId78" Type="http://schemas.openxmlformats.org/officeDocument/2006/relationships/tags" Target="../tags/tag1624.xml"/><Relationship Id="rId81" Type="http://schemas.openxmlformats.org/officeDocument/2006/relationships/tags" Target="../tags/tag1627.xml"/><Relationship Id="rId86" Type="http://schemas.openxmlformats.org/officeDocument/2006/relationships/tags" Target="../tags/tag1632.xml"/><Relationship Id="rId94" Type="http://schemas.openxmlformats.org/officeDocument/2006/relationships/tags" Target="../tags/tag1640.xml"/><Relationship Id="rId99" Type="http://schemas.openxmlformats.org/officeDocument/2006/relationships/image" Target="../media/image21.png"/><Relationship Id="rId4" Type="http://schemas.openxmlformats.org/officeDocument/2006/relationships/tags" Target="../tags/tag1550.xml"/><Relationship Id="rId9" Type="http://schemas.openxmlformats.org/officeDocument/2006/relationships/tags" Target="../tags/tag1555.xml"/><Relationship Id="rId13" Type="http://schemas.openxmlformats.org/officeDocument/2006/relationships/tags" Target="../tags/tag1559.xml"/><Relationship Id="rId18" Type="http://schemas.openxmlformats.org/officeDocument/2006/relationships/tags" Target="../tags/tag1564.xml"/><Relationship Id="rId39" Type="http://schemas.openxmlformats.org/officeDocument/2006/relationships/tags" Target="../tags/tag1585.xml"/><Relationship Id="rId34" Type="http://schemas.openxmlformats.org/officeDocument/2006/relationships/tags" Target="../tags/tag1580.xml"/><Relationship Id="rId50" Type="http://schemas.openxmlformats.org/officeDocument/2006/relationships/tags" Target="../tags/tag1596.xml"/><Relationship Id="rId55" Type="http://schemas.openxmlformats.org/officeDocument/2006/relationships/tags" Target="../tags/tag1601.xml"/><Relationship Id="rId76" Type="http://schemas.openxmlformats.org/officeDocument/2006/relationships/tags" Target="../tags/tag1622.xml"/><Relationship Id="rId97" Type="http://schemas.openxmlformats.org/officeDocument/2006/relationships/slideLayout" Target="../slideLayouts/slideLayout7.xml"/><Relationship Id="rId7" Type="http://schemas.openxmlformats.org/officeDocument/2006/relationships/tags" Target="../tags/tag1553.xml"/><Relationship Id="rId71" Type="http://schemas.openxmlformats.org/officeDocument/2006/relationships/tags" Target="../tags/tag1617.xml"/><Relationship Id="rId92" Type="http://schemas.openxmlformats.org/officeDocument/2006/relationships/tags" Target="../tags/tag1638.xml"/><Relationship Id="rId2" Type="http://schemas.openxmlformats.org/officeDocument/2006/relationships/tags" Target="../tags/tag1548.xml"/><Relationship Id="rId29" Type="http://schemas.openxmlformats.org/officeDocument/2006/relationships/tags" Target="../tags/tag1575.xml"/><Relationship Id="rId24" Type="http://schemas.openxmlformats.org/officeDocument/2006/relationships/tags" Target="../tags/tag1570.xml"/><Relationship Id="rId40" Type="http://schemas.openxmlformats.org/officeDocument/2006/relationships/tags" Target="../tags/tag1586.xml"/><Relationship Id="rId45" Type="http://schemas.openxmlformats.org/officeDocument/2006/relationships/tags" Target="../tags/tag1591.xml"/><Relationship Id="rId66" Type="http://schemas.openxmlformats.org/officeDocument/2006/relationships/tags" Target="../tags/tag1612.xml"/><Relationship Id="rId87" Type="http://schemas.openxmlformats.org/officeDocument/2006/relationships/tags" Target="../tags/tag1633.xml"/><Relationship Id="rId61" Type="http://schemas.openxmlformats.org/officeDocument/2006/relationships/tags" Target="../tags/tag1607.xml"/><Relationship Id="rId82" Type="http://schemas.openxmlformats.org/officeDocument/2006/relationships/tags" Target="../tags/tag1628.xml"/><Relationship Id="rId19" Type="http://schemas.openxmlformats.org/officeDocument/2006/relationships/tags" Target="../tags/tag1565.xml"/><Relationship Id="rId14" Type="http://schemas.openxmlformats.org/officeDocument/2006/relationships/tags" Target="../tags/tag1560.xml"/><Relationship Id="rId30" Type="http://schemas.openxmlformats.org/officeDocument/2006/relationships/tags" Target="../tags/tag1576.xml"/><Relationship Id="rId35" Type="http://schemas.openxmlformats.org/officeDocument/2006/relationships/tags" Target="../tags/tag1581.xml"/><Relationship Id="rId56" Type="http://schemas.openxmlformats.org/officeDocument/2006/relationships/tags" Target="../tags/tag1602.xml"/><Relationship Id="rId77" Type="http://schemas.openxmlformats.org/officeDocument/2006/relationships/tags" Target="../tags/tag1623.xml"/><Relationship Id="rId8" Type="http://schemas.openxmlformats.org/officeDocument/2006/relationships/tags" Target="../tags/tag1554.xml"/><Relationship Id="rId51" Type="http://schemas.openxmlformats.org/officeDocument/2006/relationships/tags" Target="../tags/tag1597.xml"/><Relationship Id="rId72" Type="http://schemas.openxmlformats.org/officeDocument/2006/relationships/tags" Target="../tags/tag1618.xml"/><Relationship Id="rId93" Type="http://schemas.openxmlformats.org/officeDocument/2006/relationships/tags" Target="../tags/tag1639.xml"/><Relationship Id="rId98" Type="http://schemas.openxmlformats.org/officeDocument/2006/relationships/tags" Target="../tags/tag1548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1655.xml"/><Relationship Id="rId18" Type="http://schemas.openxmlformats.org/officeDocument/2006/relationships/tags" Target="../tags/tag1660.xml"/><Relationship Id="rId26" Type="http://schemas.openxmlformats.org/officeDocument/2006/relationships/tags" Target="../tags/tag1668.xml"/><Relationship Id="rId39" Type="http://schemas.openxmlformats.org/officeDocument/2006/relationships/tags" Target="../tags/tag1681.xml"/><Relationship Id="rId21" Type="http://schemas.openxmlformats.org/officeDocument/2006/relationships/tags" Target="../tags/tag1663.xml"/><Relationship Id="rId34" Type="http://schemas.openxmlformats.org/officeDocument/2006/relationships/tags" Target="../tags/tag1676.xml"/><Relationship Id="rId7" Type="http://schemas.openxmlformats.org/officeDocument/2006/relationships/tags" Target="../tags/tag1649.xml"/><Relationship Id="rId2" Type="http://schemas.openxmlformats.org/officeDocument/2006/relationships/tags" Target="../tags/tag1644.xml"/><Relationship Id="rId16" Type="http://schemas.openxmlformats.org/officeDocument/2006/relationships/tags" Target="../tags/tag1658.xml"/><Relationship Id="rId20" Type="http://schemas.openxmlformats.org/officeDocument/2006/relationships/tags" Target="../tags/tag1662.xml"/><Relationship Id="rId29" Type="http://schemas.openxmlformats.org/officeDocument/2006/relationships/tags" Target="../tags/tag1671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1643.xml"/><Relationship Id="rId6" Type="http://schemas.openxmlformats.org/officeDocument/2006/relationships/tags" Target="../tags/tag1648.xml"/><Relationship Id="rId11" Type="http://schemas.openxmlformats.org/officeDocument/2006/relationships/tags" Target="../tags/tag1653.xml"/><Relationship Id="rId24" Type="http://schemas.openxmlformats.org/officeDocument/2006/relationships/tags" Target="../tags/tag1666.xml"/><Relationship Id="rId32" Type="http://schemas.openxmlformats.org/officeDocument/2006/relationships/tags" Target="../tags/tag1674.xml"/><Relationship Id="rId37" Type="http://schemas.openxmlformats.org/officeDocument/2006/relationships/tags" Target="../tags/tag1679.xml"/><Relationship Id="rId40" Type="http://schemas.openxmlformats.org/officeDocument/2006/relationships/tags" Target="../tags/tag1682.xml"/><Relationship Id="rId5" Type="http://schemas.openxmlformats.org/officeDocument/2006/relationships/tags" Target="../tags/tag1647.xml"/><Relationship Id="rId15" Type="http://schemas.openxmlformats.org/officeDocument/2006/relationships/tags" Target="../tags/tag1657.xml"/><Relationship Id="rId23" Type="http://schemas.openxmlformats.org/officeDocument/2006/relationships/tags" Target="../tags/tag1665.xml"/><Relationship Id="rId28" Type="http://schemas.openxmlformats.org/officeDocument/2006/relationships/tags" Target="../tags/tag1670.xml"/><Relationship Id="rId36" Type="http://schemas.openxmlformats.org/officeDocument/2006/relationships/tags" Target="../tags/tag1678.xml"/><Relationship Id="rId10" Type="http://schemas.openxmlformats.org/officeDocument/2006/relationships/tags" Target="../tags/tag1652.xml"/><Relationship Id="rId19" Type="http://schemas.openxmlformats.org/officeDocument/2006/relationships/tags" Target="../tags/tag1661.xml"/><Relationship Id="rId31" Type="http://schemas.openxmlformats.org/officeDocument/2006/relationships/tags" Target="../tags/tag1673.xml"/><Relationship Id="rId4" Type="http://schemas.openxmlformats.org/officeDocument/2006/relationships/tags" Target="../tags/tag1646.xml"/><Relationship Id="rId9" Type="http://schemas.openxmlformats.org/officeDocument/2006/relationships/tags" Target="../tags/tag1651.xml"/><Relationship Id="rId14" Type="http://schemas.openxmlformats.org/officeDocument/2006/relationships/tags" Target="../tags/tag1656.xml"/><Relationship Id="rId22" Type="http://schemas.openxmlformats.org/officeDocument/2006/relationships/tags" Target="../tags/tag1664.xml"/><Relationship Id="rId27" Type="http://schemas.openxmlformats.org/officeDocument/2006/relationships/tags" Target="../tags/tag1669.xml"/><Relationship Id="rId30" Type="http://schemas.openxmlformats.org/officeDocument/2006/relationships/tags" Target="../tags/tag1672.xml"/><Relationship Id="rId35" Type="http://schemas.openxmlformats.org/officeDocument/2006/relationships/tags" Target="../tags/tag1677.xml"/><Relationship Id="rId8" Type="http://schemas.openxmlformats.org/officeDocument/2006/relationships/tags" Target="../tags/tag1650.xml"/><Relationship Id="rId3" Type="http://schemas.openxmlformats.org/officeDocument/2006/relationships/tags" Target="../tags/tag1645.xml"/><Relationship Id="rId12" Type="http://schemas.openxmlformats.org/officeDocument/2006/relationships/tags" Target="../tags/tag1654.xml"/><Relationship Id="rId17" Type="http://schemas.openxmlformats.org/officeDocument/2006/relationships/tags" Target="../tags/tag1659.xml"/><Relationship Id="rId25" Type="http://schemas.openxmlformats.org/officeDocument/2006/relationships/tags" Target="../tags/tag1667.xml"/><Relationship Id="rId33" Type="http://schemas.openxmlformats.org/officeDocument/2006/relationships/tags" Target="../tags/tag1675.xml"/><Relationship Id="rId38" Type="http://schemas.openxmlformats.org/officeDocument/2006/relationships/tags" Target="../tags/tag168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685.xml"/><Relationship Id="rId2" Type="http://schemas.openxmlformats.org/officeDocument/2006/relationships/tags" Target="../tags/tag1684.xml"/><Relationship Id="rId1" Type="http://schemas.openxmlformats.org/officeDocument/2006/relationships/tags" Target="../tags/tag1683.xml"/><Relationship Id="rId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D137-C19B-469C-BA78-A0BD1EA0AC38}" type="slidenum">
              <a:rPr lang="en-US" altLang="zh-CN"/>
              <a:t>1</a:t>
            </a:fld>
            <a:endParaRPr lang="en-US" altLang="zh-CN"/>
          </a:p>
        </p:txBody>
      </p:sp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762000" y="1297623"/>
            <a:ext cx="7467600" cy="860425"/>
          </a:xfrm>
          <a:prstGeom prst="rect">
            <a:avLst/>
          </a:prstGeom>
          <a:solidFill>
            <a:srgbClr val="CC99FF">
              <a:alpha val="80000"/>
            </a:srgb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章 组合逻辑电路</a:t>
            </a:r>
            <a:endParaRPr lang="en-US" altLang="zh-CN" sz="40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Text Box 10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29895" y="2341880"/>
            <a:ext cx="8403590" cy="2976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主要内容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⑴组合逻辑电路概述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1800" b="1" dirty="0">
                <a:latin typeface="宋体" panose="02010600030101010101" pitchFamily="2" charset="-122"/>
              </a:rPr>
              <a:t>电路构成规则，逻辑电路图，</a:t>
            </a:r>
            <a:r>
              <a:rPr lang="zh-CN" sz="1800" b="1" dirty="0">
                <a:latin typeface="宋体" panose="02010600030101010101" pitchFamily="2" charset="-122"/>
              </a:rPr>
              <a:t>电路设计方法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⑵典型组合逻辑部件设计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译码器与编码器，多路选择器与分配器，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                   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半加器与全加器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⑶组合逻辑电路时序分析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延迟分析，竞争冒险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总体要求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71780" indent="-2717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+mn-ea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+mn-ea"/>
              </a:rPr>
              <a:t>掌握</a:t>
            </a:r>
            <a:r>
              <a:rPr lang="zh-CN" altLang="en-US" sz="2200" b="1" dirty="0">
                <a:latin typeface="+mn-ea"/>
              </a:rPr>
              <a:t>组合逻辑电路的组成，</a:t>
            </a:r>
            <a:r>
              <a:rPr lang="zh-CN" altLang="en-US" sz="2200" b="1" u="sng" dirty="0">
                <a:solidFill>
                  <a:schemeClr val="accent2"/>
                </a:solidFill>
                <a:latin typeface="+mn-ea"/>
              </a:rPr>
              <a:t>可分析和设计</a:t>
            </a:r>
            <a:r>
              <a:rPr lang="zh-CN" altLang="en-US" sz="2200" b="1" dirty="0">
                <a:latin typeface="+mn-ea"/>
              </a:rPr>
              <a:t>组合逻辑电路</a:t>
            </a:r>
            <a:endParaRPr lang="en-US" altLang="zh-CN" sz="18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179070" y="1268760"/>
            <a:ext cx="3961130" cy="3371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数字</a:t>
            </a:r>
            <a:r>
              <a:rPr 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逻辑电路的分类：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</a:t>
            </a:r>
            <a:r>
              <a:rPr lang="en-US" altLang="zh-CN" sz="14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│</a:t>
            </a: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分类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│</a:t>
            </a: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组合逻辑电路的构成规则：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§3.1 </a:t>
            </a:r>
            <a:r>
              <a:rPr lang="zh-CN" altLang="en-US" sz="2800" b="1" dirty="0">
                <a:latin typeface="宋体" panose="02010600030101010101" pitchFamily="2" charset="-122"/>
              </a:rPr>
              <a:t>组合逻辑电路概述</a:t>
            </a:r>
          </a:p>
        </p:txBody>
      </p:sp>
      <p:sp>
        <p:nvSpPr>
          <p:cNvPr id="10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电路构成规则，逻辑电路图，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电路设计方法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/>
        </p:nvSpPr>
        <p:spPr bwMode="auto">
          <a:xfrm>
            <a:off x="765174" y="1682145"/>
            <a:ext cx="8376121" cy="47807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可看做一个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黑盒子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，包含若干输入端及输出端；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内部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由若干</a:t>
            </a:r>
            <a:r>
              <a:rPr 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元件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及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结点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互连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而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成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分为</a:t>
            </a:r>
            <a:r>
              <a:rPr lang="zh-CN" altLang="en-US" sz="16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输入</a:t>
            </a:r>
            <a:r>
              <a:rPr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输出</a:t>
            </a:r>
            <a:r>
              <a:rPr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内部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逻辑门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数字电路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组合逻辑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电路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时序逻辑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电路</a:t>
            </a: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输出依赖于</a:t>
            </a:r>
            <a:r>
              <a:rPr lang="zh-CN" altLang="en-US" sz="1800" b="1" u="sng" spc="-5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</a:t>
            </a:r>
            <a:r>
              <a:rPr lang="zh-CN" altLang="en-US" sz="1800" b="1" u="sng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</a:t>
            </a:r>
            <a:r>
              <a:rPr lang="zh-CN" altLang="en-US" sz="1800" b="1" u="sng" spc="-5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当前状态</a:t>
            </a: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spc="-50" dirty="0">
                <a:latin typeface="宋体" panose="02010600030101010101" pitchFamily="2" charset="-122"/>
                <a:sym typeface="+mn-ea"/>
              </a:rPr>
              <a:t>Y</a:t>
            </a: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F(X1,…,Xm,</a:t>
            </a:r>
            <a:r>
              <a:rPr lang="en-US" altLang="zh-CN" sz="1800" b="1" spc="-5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en-US" altLang="zh-CN" sz="1800" b="1" spc="-50" baseline="300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en-US" altLang="zh-CN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输出仅依赖于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输入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Y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F(X1,…,Xm)</a:t>
            </a:r>
            <a:endParaRPr lang="zh-CN" altLang="en-US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①每个元件为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组合逻辑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电路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否则为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时序逻辑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②元件出端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不能互连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入端不能悬空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③元件出端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不能反馈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到源元件入端</a:t>
            </a:r>
          </a:p>
          <a:p>
            <a:pPr marL="0" indent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否则为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时序逻辑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右图是否为组合逻辑电路？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8" name="组合 77"/>
          <p:cNvGrpSpPr/>
          <p:nvPr/>
        </p:nvGrpSpPr>
        <p:grpSpPr>
          <a:xfrm>
            <a:off x="6620510" y="2230150"/>
            <a:ext cx="2376170" cy="863600"/>
            <a:chOff x="8618" y="8163"/>
            <a:chExt cx="3742" cy="1360"/>
          </a:xfrm>
        </p:grpSpPr>
        <p:sp>
          <p:nvSpPr>
            <p:cNvPr id="79" name="Text Box 36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412" y="8163"/>
              <a:ext cx="2154" cy="1361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80" name="肘形连接符 79"/>
            <p:cNvCxnSpPr/>
            <p:nvPr>
              <p:custDataLst>
                <p:tags r:id="rId59"/>
              </p:custDataLst>
            </p:nvPr>
          </p:nvCxnSpPr>
          <p:spPr bwMode="auto">
            <a:xfrm rot="16200000">
              <a:off x="9441" y="8759"/>
              <a:ext cx="680" cy="397"/>
            </a:xfrm>
            <a:prstGeom prst="bentConnector3">
              <a:avLst>
                <a:gd name="adj1" fmla="val 101637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81" name="直接箭头连接符 80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9412" y="8391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lg"/>
              <a:tailEnd type="none"/>
            </a:ln>
            <a:effectLst/>
          </p:spPr>
        </p:cxnSp>
        <p:sp>
          <p:nvSpPr>
            <p:cNvPr id="82" name="Text Box 36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9979" y="8277"/>
              <a:ext cx="454" cy="45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E1</a:t>
              </a:r>
            </a:p>
          </p:txBody>
        </p:sp>
        <p:sp>
          <p:nvSpPr>
            <p:cNvPr id="83" name="Text Box 36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9979" y="8957"/>
              <a:ext cx="454" cy="45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E2</a:t>
              </a:r>
            </a:p>
          </p:txBody>
        </p:sp>
        <p:cxnSp>
          <p:nvCxnSpPr>
            <p:cNvPr id="84" name="直接箭头连接符 83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9412" y="9298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lg"/>
              <a:tailEnd type="none"/>
            </a:ln>
            <a:effectLst/>
          </p:spPr>
        </p:cxnSp>
        <p:cxnSp>
          <p:nvCxnSpPr>
            <p:cNvPr id="85" name="肘形连接符 84"/>
            <p:cNvCxnSpPr/>
            <p:nvPr>
              <p:custDataLst>
                <p:tags r:id="rId64"/>
              </p:custDataLst>
            </p:nvPr>
          </p:nvCxnSpPr>
          <p:spPr bwMode="auto">
            <a:xfrm rot="5400000" flipV="1">
              <a:off x="9526" y="8616"/>
              <a:ext cx="680" cy="227"/>
            </a:xfrm>
            <a:prstGeom prst="bentConnector3">
              <a:avLst>
                <a:gd name="adj1" fmla="val 100629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86" name="直接箭头连接符 85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9412" y="8844"/>
              <a:ext cx="147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lg"/>
              <a:tailEnd type="none"/>
            </a:ln>
            <a:effectLst/>
          </p:spPr>
        </p:cxnSp>
        <p:sp>
          <p:nvSpPr>
            <p:cNvPr id="87" name="Text Box 191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8618" y="8220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X1</a:t>
              </a:r>
            </a:p>
          </p:txBody>
        </p:sp>
        <p:cxnSp>
          <p:nvCxnSpPr>
            <p:cNvPr id="88" name="直接箭头连接符 87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9072" y="8844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9" name="直接箭头连接符 88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9072" y="8390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0" name="直接箭头连接符 89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9072" y="929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1" name="Text Box 191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8618" y="8674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X2</a:t>
              </a:r>
            </a:p>
          </p:txBody>
        </p:sp>
        <p:sp>
          <p:nvSpPr>
            <p:cNvPr id="92" name="Text Box 191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8618" y="9128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X3</a:t>
              </a:r>
            </a:p>
          </p:txBody>
        </p:sp>
        <p:sp>
          <p:nvSpPr>
            <p:cNvPr id="93" name="Text Box 36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10885" y="8617"/>
              <a:ext cx="454" cy="45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E3</a:t>
              </a:r>
            </a:p>
          </p:txBody>
        </p:sp>
        <p:cxnSp>
          <p:nvCxnSpPr>
            <p:cNvPr id="94" name="肘形连接符 93"/>
            <p:cNvCxnSpPr/>
            <p:nvPr>
              <p:custDataLst>
                <p:tags r:id="rId73"/>
              </p:custDataLst>
            </p:nvPr>
          </p:nvCxnSpPr>
          <p:spPr bwMode="auto">
            <a:xfrm rot="5400000" flipV="1">
              <a:off x="10659" y="8504"/>
              <a:ext cx="227" cy="227"/>
            </a:xfrm>
            <a:prstGeom prst="bentConnector3">
              <a:avLst>
                <a:gd name="adj1" fmla="val 100629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95" name="直接箭头连接符 94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10432" y="9184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6" name="肘形连接符 95"/>
            <p:cNvCxnSpPr/>
            <p:nvPr>
              <p:custDataLst>
                <p:tags r:id="rId75"/>
              </p:custDataLst>
            </p:nvPr>
          </p:nvCxnSpPr>
          <p:spPr bwMode="auto">
            <a:xfrm rot="16200000">
              <a:off x="10659" y="8957"/>
              <a:ext cx="227" cy="226"/>
            </a:xfrm>
            <a:prstGeom prst="bentConnector3">
              <a:avLst>
                <a:gd name="adj1" fmla="val 94273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98" name="直接箭头连接符 97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11566" y="8844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9" name="直接箭头连接符 98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11566" y="8504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0" name="Text Box 191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11906" y="8334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Y1</a:t>
              </a:r>
            </a:p>
          </p:txBody>
        </p:sp>
        <p:sp>
          <p:nvSpPr>
            <p:cNvPr id="101" name="Text Box 191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11906" y="8674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Y2</a:t>
              </a:r>
            </a:p>
          </p:txBody>
        </p:sp>
        <p:cxnSp>
          <p:nvCxnSpPr>
            <p:cNvPr id="103" name="直接箭头连接符 102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11339" y="884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104" name="直接箭头连接符 103"/>
            <p:cNvCxnSpPr/>
            <p:nvPr>
              <p:custDataLst>
                <p:tags r:id="rId81"/>
              </p:custDataLst>
            </p:nvPr>
          </p:nvCxnSpPr>
          <p:spPr bwMode="auto">
            <a:xfrm flipV="1">
              <a:off x="10432" y="8503"/>
              <a:ext cx="113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sp>
          <p:nvSpPr>
            <p:cNvPr id="105" name="Text Box 191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10658" y="9128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E</a:t>
              </a:r>
            </a:p>
          </p:txBody>
        </p:sp>
        <p:sp>
          <p:nvSpPr>
            <p:cNvPr id="106" name="菱形 105"/>
            <p:cNvSpPr/>
            <p:nvPr>
              <p:custDataLst>
                <p:tags r:id="rId83"/>
              </p:custDataLst>
            </p:nvPr>
          </p:nvSpPr>
          <p:spPr>
            <a:xfrm>
              <a:off x="11452" y="8447"/>
              <a:ext cx="113" cy="113"/>
            </a:xfrm>
            <a:prstGeom prst="diamond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" name="菱形 106"/>
            <p:cNvSpPr/>
            <p:nvPr>
              <p:custDataLst>
                <p:tags r:id="rId84"/>
              </p:custDataLst>
            </p:nvPr>
          </p:nvSpPr>
          <p:spPr>
            <a:xfrm>
              <a:off x="11452" y="8787"/>
              <a:ext cx="113" cy="113"/>
            </a:xfrm>
            <a:prstGeom prst="diamond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8" name="菱形 107"/>
            <p:cNvSpPr/>
            <p:nvPr>
              <p:custDataLst>
                <p:tags r:id="rId85"/>
              </p:custDataLst>
            </p:nvPr>
          </p:nvSpPr>
          <p:spPr>
            <a:xfrm>
              <a:off x="9411" y="8334"/>
              <a:ext cx="113" cy="113"/>
            </a:xfrm>
            <a:prstGeom prst="diamond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菱形 108"/>
            <p:cNvSpPr/>
            <p:nvPr>
              <p:custDataLst>
                <p:tags r:id="rId86"/>
              </p:custDataLst>
            </p:nvPr>
          </p:nvSpPr>
          <p:spPr>
            <a:xfrm>
              <a:off x="9411" y="8787"/>
              <a:ext cx="113" cy="113"/>
            </a:xfrm>
            <a:prstGeom prst="diamond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菱形 109"/>
            <p:cNvSpPr/>
            <p:nvPr>
              <p:custDataLst>
                <p:tags r:id="rId87"/>
              </p:custDataLst>
            </p:nvPr>
          </p:nvSpPr>
          <p:spPr>
            <a:xfrm>
              <a:off x="9411" y="9241"/>
              <a:ext cx="113" cy="113"/>
            </a:xfrm>
            <a:prstGeom prst="diamond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" name="菱形 110"/>
            <p:cNvSpPr/>
            <p:nvPr>
              <p:custDataLst>
                <p:tags r:id="rId88"/>
              </p:custDataLst>
            </p:nvPr>
          </p:nvSpPr>
          <p:spPr>
            <a:xfrm>
              <a:off x="10431" y="8447"/>
              <a:ext cx="113" cy="113"/>
            </a:xfrm>
            <a:prstGeom prst="diamond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" name="菱形 111"/>
            <p:cNvSpPr/>
            <p:nvPr>
              <p:custDataLst>
                <p:tags r:id="rId89"/>
              </p:custDataLst>
            </p:nvPr>
          </p:nvSpPr>
          <p:spPr>
            <a:xfrm>
              <a:off x="10431" y="9128"/>
              <a:ext cx="113" cy="113"/>
            </a:xfrm>
            <a:prstGeom prst="diamond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3" name="AutoShape 338"/>
          <p:cNvSpPr/>
          <p:nvPr>
            <p:custDataLst>
              <p:tags r:id="rId4"/>
            </p:custDataLst>
          </p:nvPr>
        </p:nvSpPr>
        <p:spPr bwMode="auto">
          <a:xfrm>
            <a:off x="6804248" y="3876600"/>
            <a:ext cx="1548000" cy="252000"/>
          </a:xfrm>
          <a:prstGeom prst="borderCallout2">
            <a:avLst>
              <a:gd name="adj1" fmla="val 52125"/>
              <a:gd name="adj2" fmla="val 100270"/>
              <a:gd name="adj3" fmla="val 53385"/>
              <a:gd name="adj4" fmla="val 114436"/>
              <a:gd name="adj5" fmla="val -37077"/>
              <a:gd name="adj6" fmla="val 125736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指内部元件输出</a:t>
            </a:r>
          </a:p>
        </p:txBody>
      </p:sp>
      <p:grpSp>
        <p:nvGrpSpPr>
          <p:cNvPr id="114" name="组合 113"/>
          <p:cNvGrpSpPr/>
          <p:nvPr/>
        </p:nvGrpSpPr>
        <p:grpSpPr>
          <a:xfrm>
            <a:off x="5396230" y="5445224"/>
            <a:ext cx="1656080" cy="863600"/>
            <a:chOff x="5102" y="6066"/>
            <a:chExt cx="2608" cy="1360"/>
          </a:xfrm>
        </p:grpSpPr>
        <p:sp>
          <p:nvSpPr>
            <p:cNvPr id="115" name="Text Box 36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5102" y="6066"/>
              <a:ext cx="2608" cy="1361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6" name="Text Box 36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5669" y="6123"/>
              <a:ext cx="567" cy="56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17" name="直接箭头连接符 116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5102" y="6236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diamond" w="med" len="med"/>
              <a:tailEnd type="none"/>
            </a:ln>
            <a:effectLst/>
          </p:spPr>
        </p:cxnSp>
        <p:cxnSp>
          <p:nvCxnSpPr>
            <p:cNvPr id="118" name="直接箭头连接符 117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5443" y="657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9" name="直接箭头连接符 118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6236" y="6463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2" name="Text Box 36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5669" y="6803"/>
              <a:ext cx="567" cy="56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24" name="直接箭头连接符 123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5102" y="7257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diamond" w="med" len="med"/>
              <a:tailEnd type="none"/>
            </a:ln>
            <a:effectLst/>
          </p:spPr>
        </p:cxnSp>
        <p:cxnSp>
          <p:nvCxnSpPr>
            <p:cNvPr id="125" name="直接箭头连接符 124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5443" y="691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6" name="直接箭头连接符 125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6236" y="7087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51"/>
              </p:custDataLst>
            </p:nvPr>
          </p:nvCxnSpPr>
          <p:spPr bwMode="auto">
            <a:xfrm flipH="1">
              <a:off x="5443" y="6576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2" name="直接箭头连接符 141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6576" y="6463"/>
              <a:ext cx="0" cy="6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3" name="直接箭头连接符 142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5102" y="6746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diamond" w="med" len="med"/>
              <a:tailEnd type="none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6576" y="6746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3" name="Text Box 36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6917" y="6520"/>
              <a:ext cx="454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65" name="直接箭头连接符 164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7483" y="674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diamond"/>
            </a:ln>
            <a:effectLst/>
          </p:spPr>
        </p:cxnSp>
        <p:sp>
          <p:nvSpPr>
            <p:cNvPr id="166" name="椭圆 165"/>
            <p:cNvSpPr/>
            <p:nvPr>
              <p:custDataLst>
                <p:tags r:id="rId57"/>
              </p:custDataLst>
            </p:nvPr>
          </p:nvSpPr>
          <p:spPr>
            <a:xfrm>
              <a:off x="7370" y="6690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7" name="组合 166"/>
          <p:cNvGrpSpPr/>
          <p:nvPr/>
        </p:nvGrpSpPr>
        <p:grpSpPr>
          <a:xfrm>
            <a:off x="7324090" y="5445314"/>
            <a:ext cx="1656080" cy="971550"/>
            <a:chOff x="5102" y="7597"/>
            <a:chExt cx="2608" cy="1530"/>
          </a:xfrm>
        </p:grpSpPr>
        <p:sp>
          <p:nvSpPr>
            <p:cNvPr id="168" name="Text Box 36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102" y="7597"/>
              <a:ext cx="2608" cy="1531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9" name="Text Box 36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669" y="7654"/>
              <a:ext cx="567" cy="56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70" name="直接箭头连接符 169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5102" y="7767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diamond" w="med" len="med"/>
              <a:tailEnd type="none"/>
            </a:ln>
            <a:effectLst/>
          </p:spPr>
        </p:cxnSp>
        <p:cxnSp>
          <p:nvCxnSpPr>
            <p:cNvPr id="171" name="直接箭头连接符 170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5443" y="810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2" name="直接箭头连接符 171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6236" y="7994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3" name="Text Box 36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5669" y="8334"/>
              <a:ext cx="567" cy="56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74" name="直接箭头连接符 173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5441" y="878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5" name="直接箭头连接符 174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6236" y="861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6" name="直接箭头连接符 175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5443" y="8107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77" name="直接箭头连接符 176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6576" y="8220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8" name="直接箭头连接符 177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5102" y="8447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diamond" w="med" len="med"/>
              <a:tailEnd type="none"/>
            </a:ln>
            <a:effectLst/>
          </p:spPr>
        </p:cxnSp>
        <p:cxnSp>
          <p:nvCxnSpPr>
            <p:cNvPr id="179" name="直接箭头连接符 178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6576" y="8220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0" name="Text Box 36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803" y="7880"/>
              <a:ext cx="454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81" name="直接箭头连接符 180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7370" y="8107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diamond"/>
            </a:ln>
            <a:effectLst/>
          </p:spPr>
        </p:cxnSp>
        <p:sp>
          <p:nvSpPr>
            <p:cNvPr id="182" name="椭圆 181"/>
            <p:cNvSpPr/>
            <p:nvPr>
              <p:custDataLst>
                <p:tags r:id="rId38"/>
              </p:custDataLst>
            </p:nvPr>
          </p:nvSpPr>
          <p:spPr>
            <a:xfrm>
              <a:off x="7257" y="8050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83" name="直接箭头连接符 182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5443" y="9014"/>
              <a:ext cx="204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4" name="直接箭头连接符 183"/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7483" y="8107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185" name="直接箭头连接符 184"/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5443" y="878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86" name="组合 185"/>
          <p:cNvGrpSpPr/>
          <p:nvPr/>
        </p:nvGrpSpPr>
        <p:grpSpPr>
          <a:xfrm>
            <a:off x="6217493" y="4221088"/>
            <a:ext cx="1666875" cy="864235"/>
            <a:chOff x="5085" y="7597"/>
            <a:chExt cx="2625" cy="1361"/>
          </a:xfrm>
        </p:grpSpPr>
        <p:sp>
          <p:nvSpPr>
            <p:cNvPr id="187" name="Text Box 3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102" y="7597"/>
              <a:ext cx="2608" cy="136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3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652" y="7654"/>
              <a:ext cx="567" cy="56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89" name="直接箭头连接符 188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5102" y="7767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diamond" w="med" len="med"/>
              <a:tailEnd type="none"/>
            </a:ln>
            <a:effectLst/>
          </p:spPr>
        </p:cxnSp>
        <p:cxnSp>
          <p:nvCxnSpPr>
            <p:cNvPr id="190" name="直接箭头连接符 189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5443" y="810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1" name="直接箭头连接符 190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6236" y="7994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2" name="Text Box 3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652" y="8334"/>
              <a:ext cx="567" cy="56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93" name="直接箭头连接符 192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5085" y="8788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diamond" w="med" len="med"/>
              <a:tailEnd type="none"/>
            </a:ln>
            <a:effectLst/>
          </p:spPr>
        </p:cxnSp>
        <p:cxnSp>
          <p:nvCxnSpPr>
            <p:cNvPr id="194" name="直接箭头连接符 193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6236" y="861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5" name="直接箭头连接符 194"/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5443" y="8107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96" name="直接箭头连接符 195"/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6576" y="8220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7" name="直接箭头连接符 196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5102" y="8447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diamond" w="med" len="med"/>
              <a:tailEnd type="none"/>
            </a:ln>
            <a:effectLst/>
          </p:spPr>
        </p:cxnSp>
        <p:cxnSp>
          <p:nvCxnSpPr>
            <p:cNvPr id="198" name="直接箭头连接符 197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6576" y="8220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9" name="Text Box 36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803" y="7880"/>
              <a:ext cx="454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200" name="直接箭头连接符 199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7370" y="8107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diamond"/>
            </a:ln>
            <a:effectLst/>
          </p:spPr>
        </p:cxnSp>
        <p:sp>
          <p:nvSpPr>
            <p:cNvPr id="201" name="椭圆 200"/>
            <p:cNvSpPr/>
            <p:nvPr>
              <p:custDataLst>
                <p:tags r:id="rId23"/>
              </p:custDataLst>
            </p:nvPr>
          </p:nvSpPr>
          <p:spPr>
            <a:xfrm>
              <a:off x="7257" y="8050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2" name="组合 201"/>
          <p:cNvGrpSpPr/>
          <p:nvPr/>
        </p:nvGrpSpPr>
        <p:grpSpPr>
          <a:xfrm>
            <a:off x="5504180" y="5733514"/>
            <a:ext cx="936625" cy="288290"/>
            <a:chOff x="5272" y="6520"/>
            <a:chExt cx="1475" cy="454"/>
          </a:xfrm>
        </p:grpSpPr>
        <p:sp>
          <p:nvSpPr>
            <p:cNvPr id="203" name="Text Box 19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272" y="6520"/>
              <a:ext cx="454" cy="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×</a:t>
              </a:r>
            </a:p>
          </p:txBody>
        </p:sp>
        <p:sp>
          <p:nvSpPr>
            <p:cNvPr id="204" name="Text Box 19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293" y="6520"/>
              <a:ext cx="454" cy="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×</a:t>
              </a:r>
            </a:p>
          </p:txBody>
        </p:sp>
      </p:grpSp>
      <p:sp>
        <p:nvSpPr>
          <p:cNvPr id="205" name="Text Box 191"/>
          <p:cNvSpPr txBox="1">
            <a:spLocks noChangeArrowheads="1"/>
          </p:cNvSpPr>
          <p:nvPr/>
        </p:nvSpPr>
        <p:spPr bwMode="auto">
          <a:xfrm>
            <a:off x="8699425" y="5841314"/>
            <a:ext cx="288000" cy="288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 anchorCtr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×</a:t>
            </a:r>
          </a:p>
        </p:txBody>
      </p:sp>
      <p:sp>
        <p:nvSpPr>
          <p:cNvPr id="206" name="Text Box 191"/>
          <p:cNvSpPr txBox="1">
            <a:spLocks noChangeArrowheads="1"/>
          </p:cNvSpPr>
          <p:nvPr/>
        </p:nvSpPr>
        <p:spPr bwMode="auto">
          <a:xfrm>
            <a:off x="7530533" y="4738698"/>
            <a:ext cx="288000" cy="288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 anchorCtr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√</a:t>
            </a:r>
          </a:p>
        </p:txBody>
      </p:sp>
      <p:sp>
        <p:nvSpPr>
          <p:cNvPr id="120" name="AutoShape 338">
            <a:extLst>
              <a:ext uri="{FF2B5EF4-FFF2-40B4-BE49-F238E27FC236}">
                <a16:creationId xmlns:a16="http://schemas.microsoft.com/office/drawing/2014/main" id="{18439F15-4F67-45F5-A3AB-6BBDF9D84C6A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5652224" y="5156443"/>
            <a:ext cx="936000" cy="216000"/>
          </a:xfrm>
          <a:prstGeom prst="borderCallout2">
            <a:avLst>
              <a:gd name="adj1" fmla="val 56931"/>
              <a:gd name="adj2" fmla="val 637"/>
              <a:gd name="adj3" fmla="val 56989"/>
              <a:gd name="adj4" fmla="val -10106"/>
              <a:gd name="adj5" fmla="val 277319"/>
              <a:gd name="adj6" fmla="val -99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值不确定</a:t>
            </a:r>
          </a:p>
        </p:txBody>
      </p:sp>
      <p:sp>
        <p:nvSpPr>
          <p:cNvPr id="121" name="AutoShape 338">
            <a:extLst>
              <a:ext uri="{FF2B5EF4-FFF2-40B4-BE49-F238E27FC236}">
                <a16:creationId xmlns:a16="http://schemas.microsoft.com/office/drawing/2014/main" id="{C6861C37-E2DF-4171-A72E-022AF808A15C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6804352" y="5156443"/>
            <a:ext cx="936000" cy="216000"/>
          </a:xfrm>
          <a:prstGeom prst="borderCallout2">
            <a:avLst>
              <a:gd name="adj1" fmla="val 56931"/>
              <a:gd name="adj2" fmla="val 637"/>
              <a:gd name="adj3" fmla="val 56989"/>
              <a:gd name="adj4" fmla="val -10106"/>
              <a:gd name="adj5" fmla="val 326181"/>
              <a:gd name="adj6" fmla="val -3665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逻辑错误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437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bldLvl="0" animBg="1"/>
      <p:bldP spid="205" grpId="0"/>
      <p:bldP spid="206" grpId="0"/>
      <p:bldP spid="120" grpId="0" bldLvl="0" animBg="1"/>
      <p:bldP spid="12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179070" y="332656"/>
            <a:ext cx="4039235" cy="4678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逻辑电路图：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功能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门选择要求：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243719" name="Text Box 7"/>
          <p:cNvSpPr txBox="1">
            <a:spLocks noChangeArrowheads="1"/>
          </p:cNvSpPr>
          <p:nvPr/>
        </p:nvSpPr>
        <p:spPr bwMode="auto">
          <a:xfrm>
            <a:off x="1195705" y="332656"/>
            <a:ext cx="7868920" cy="61847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描述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电路内部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元件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结构及连接关系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用元件及其连接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描述逻辑函数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sz="16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sz="1600" b="1" dirty="0">
                <a:latin typeface="宋体" panose="02010600030101010101" pitchFamily="2" charset="-122"/>
                <a:sym typeface="+mn-ea"/>
              </a:rPr>
              <a:t>真值表可</a:t>
            </a:r>
            <a:r>
              <a:rPr lang="zh-CN" sz="1600" b="1" u="sng" dirty="0">
                <a:latin typeface="宋体" panose="02010600030101010101" pitchFamily="2" charset="-122"/>
                <a:sym typeface="+mn-ea"/>
              </a:rPr>
              <a:t>对应</a:t>
            </a:r>
            <a:r>
              <a:rPr lang="zh-CN" sz="16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多个</a:t>
            </a:r>
            <a:r>
              <a:rPr lang="zh-CN" sz="1600" b="1" dirty="0">
                <a:latin typeface="宋体" panose="02010600030101010101" pitchFamily="2" charset="-122"/>
                <a:sym typeface="+mn-ea"/>
              </a:rPr>
              <a:t>逻辑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函数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逻辑门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连线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，门的出端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连接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输出结点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其他门入端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无反馈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非门，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可为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组合逻辑部件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运算规则之代换规则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①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按逻辑表达式中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运算需求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选择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逻辑门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②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按逻辑表达式中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运算优先级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确定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逻辑门的连接关系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spc="-60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非</a:t>
            </a:r>
            <a:r>
              <a:rPr lang="zh-CN" sz="1600" b="1" spc="-6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＞</a:t>
            </a:r>
            <a:r>
              <a:rPr lang="zh-CN" altLang="en-US" sz="1600" b="1" spc="-60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</a:t>
            </a:r>
            <a:r>
              <a:rPr lang="zh-CN" sz="1600" b="1" spc="-6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＞</a:t>
            </a:r>
            <a:r>
              <a:rPr lang="zh-CN" altLang="en-US" sz="1600" b="1" spc="-60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异或</a:t>
            </a:r>
            <a:r>
              <a:rPr lang="en-US" altLang="zh-CN" sz="1600" b="1" spc="-60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spc="-60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同或</a:t>
            </a:r>
            <a:r>
              <a:rPr lang="zh-CN" sz="1600" b="1" spc="-6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＞</a:t>
            </a:r>
            <a:r>
              <a:rPr lang="zh-CN" altLang="en-US" sz="1600" b="1" spc="-60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endParaRPr lang="zh-CN" altLang="en-US" sz="1600" b="1" dirty="0">
              <a:solidFill>
                <a:schemeClr val="tx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下图的逻辑表达式？</a:t>
            </a:r>
            <a:endParaRPr lang="zh-CN" altLang="en-US" sz="2000" b="1" dirty="0"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满足</a:t>
            </a:r>
            <a:r>
              <a:rPr lang="zh-CN" altLang="en-US" sz="2200" b="1" u="sng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电气特性</a:t>
            </a:r>
            <a:r>
              <a:rPr lang="zh-CN" altLang="en-US" sz="22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</a:t>
            </a:r>
            <a:r>
              <a:rPr lang="zh-CN" altLang="en-US" sz="2200" b="1" u="sng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延迟</a:t>
            </a:r>
            <a:r>
              <a:rPr lang="zh-CN" altLang="en-US" sz="2200" b="1" dirty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需求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引脚数＞扇入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扇出系数时，信号电平会变成</a:t>
            </a:r>
            <a:r>
              <a:rPr lang="zh-CN" altLang="en-US" sz="16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未定义态</a:t>
            </a:r>
            <a:endParaRPr lang="en-US" altLang="zh-CN" sz="1600" b="1" u="sng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引脚数＞扇入</a:t>
            </a:r>
            <a:r>
              <a:rPr lang="en-US" altLang="zh-CN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扇出系数时，怎么办？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18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如：例</a:t>
            </a:r>
            <a:r>
              <a:rPr lang="en-US" altLang="zh-CN" sz="18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8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中电路延迟需</a:t>
            </a:r>
            <a:r>
              <a:rPr lang="en-US" altLang="zh-CN" sz="18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≤3</a:t>
            </a:r>
            <a:r>
              <a:rPr lang="zh-CN" altLang="en-US" sz="18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级门延迟，怎么办？</a:t>
            </a:r>
            <a:endParaRPr lang="en-US" altLang="zh-CN" sz="1800" b="1" spc="-5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9" name="Text Box 4"/>
          <p:cNvSpPr txBox="1">
            <a:spLocks noChangeArrowheads="1"/>
          </p:cNvSpPr>
          <p:nvPr/>
        </p:nvSpPr>
        <p:spPr bwMode="auto">
          <a:xfrm>
            <a:off x="1619672" y="5157192"/>
            <a:ext cx="4608000" cy="576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36195" tIns="10795" rIns="36195" bIns="10795" anchor="t" anchorCtr="0">
            <a:noAutofit/>
          </a:bodyPr>
          <a:lstStyle/>
          <a:p>
            <a:pPr marL="448310" indent="-44831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扇入系数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dirty="0">
                <a:sym typeface="+mn-ea"/>
              </a:rPr>
              <a:t>逻辑门入端</a:t>
            </a:r>
            <a:r>
              <a:rPr lang="zh-CN" altLang="en-US" sz="1600" b="1" dirty="0">
                <a:solidFill>
                  <a:srgbClr val="0070C0"/>
                </a:solidFill>
                <a:sym typeface="+mn-ea"/>
              </a:rPr>
              <a:t>所允许</a:t>
            </a:r>
            <a:r>
              <a:rPr lang="zh-CN" altLang="en-US" sz="1600" b="1" dirty="0">
                <a:sym typeface="+mn-ea"/>
              </a:rPr>
              <a:t>的最大数目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48310" indent="-44831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扇出系数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dirty="0">
                <a:sym typeface="+mn-ea"/>
              </a:rPr>
              <a:t>逻辑门出端</a:t>
            </a:r>
            <a:r>
              <a:rPr lang="zh-CN" altLang="en-US" sz="1600" b="1" dirty="0">
                <a:solidFill>
                  <a:srgbClr val="0070C0"/>
                </a:solidFill>
                <a:sym typeface="+mn-ea"/>
              </a:rPr>
              <a:t>能驱动</a:t>
            </a:r>
            <a:r>
              <a:rPr lang="zh-CN" altLang="en-US" sz="1600" b="1" dirty="0">
                <a:sym typeface="+mn-ea"/>
              </a:rPr>
              <a:t>的最大下级入端数目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6228639" y="3509814"/>
            <a:ext cx="1872615" cy="1008380"/>
            <a:chOff x="3685" y="5669"/>
            <a:chExt cx="2949" cy="1588"/>
          </a:xfrm>
        </p:grpSpPr>
        <p:sp>
          <p:nvSpPr>
            <p:cNvPr id="166" name="Text Box 36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4082" y="5669"/>
              <a:ext cx="2154" cy="158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7" name="Text Box 36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4534" y="5726"/>
              <a:ext cx="454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68" name="直接箭头连接符 167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3969" y="5838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9" name="直接箭头连接符 168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3969" y="6350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0" name="直接箭头连接符 169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5102" y="595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1" name="椭圆 170"/>
            <p:cNvSpPr/>
            <p:nvPr>
              <p:custDataLst>
                <p:tags r:id="rId73"/>
              </p:custDataLst>
            </p:nvPr>
          </p:nvSpPr>
          <p:spPr>
            <a:xfrm>
              <a:off x="4986" y="5896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72" name="直接箭头连接符 171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4309" y="606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73" name="直接箭头连接符 172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3969" y="7087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4" name="直接箭头连接符 173"/>
            <p:cNvCxnSpPr/>
            <p:nvPr>
              <p:custDataLst>
                <p:tags r:id="rId76"/>
              </p:custDataLst>
            </p:nvPr>
          </p:nvCxnSpPr>
          <p:spPr bwMode="auto">
            <a:xfrm>
              <a:off x="4195" y="5839"/>
              <a:ext cx="0" cy="102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75" name="Text Box 191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3685" y="691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</a:t>
              </a:r>
            </a:p>
          </p:txBody>
        </p:sp>
        <p:sp>
          <p:nvSpPr>
            <p:cNvPr id="176" name="Text Box 191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3685" y="618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177" name="Text Box 191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3685" y="5669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178" name="直接箭头连接符 177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5332" y="663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9" name="直接箭头连接符 178"/>
            <p:cNvCxnSpPr/>
            <p:nvPr>
              <p:custDataLst>
                <p:tags r:id="rId81"/>
              </p:custDataLst>
            </p:nvPr>
          </p:nvCxnSpPr>
          <p:spPr bwMode="auto">
            <a:xfrm>
              <a:off x="5331" y="6631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0" name="直接箭头连接符 179"/>
            <p:cNvCxnSpPr/>
            <p:nvPr>
              <p:custDataLst>
                <p:tags r:id="rId82"/>
              </p:custDataLst>
            </p:nvPr>
          </p:nvCxnSpPr>
          <p:spPr bwMode="auto">
            <a:xfrm>
              <a:off x="5331" y="5953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4" name="直接箭头连接符 183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5331" y="629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6" name="Text Box 36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5556" y="6178"/>
              <a:ext cx="454" cy="56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87" name="直接箭头连接符 186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6124" y="646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1" name="椭圆 190"/>
            <p:cNvSpPr/>
            <p:nvPr>
              <p:custDataLst>
                <p:tags r:id="rId86"/>
              </p:custDataLst>
            </p:nvPr>
          </p:nvSpPr>
          <p:spPr>
            <a:xfrm>
              <a:off x="6010" y="6404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2" name="Text Box 191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6352" y="6291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314" name="Text Box 36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4535" y="6236"/>
              <a:ext cx="454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315" name="椭圆 314"/>
            <p:cNvSpPr/>
            <p:nvPr>
              <p:custDataLst>
                <p:tags r:id="rId89"/>
              </p:custDataLst>
            </p:nvPr>
          </p:nvSpPr>
          <p:spPr>
            <a:xfrm>
              <a:off x="4989" y="6406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16" name="直接箭头连接符 315"/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5102" y="6463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19" name="Text Box 36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4535" y="6746"/>
              <a:ext cx="454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320" name="椭圆 319"/>
            <p:cNvSpPr/>
            <p:nvPr>
              <p:custDataLst>
                <p:tags r:id="rId92"/>
              </p:custDataLst>
            </p:nvPr>
          </p:nvSpPr>
          <p:spPr>
            <a:xfrm>
              <a:off x="4989" y="6916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21" name="直接箭头连接符 320"/>
            <p:cNvCxnSpPr/>
            <p:nvPr>
              <p:custDataLst>
                <p:tags r:id="rId93"/>
              </p:custDataLst>
            </p:nvPr>
          </p:nvCxnSpPr>
          <p:spPr bwMode="auto">
            <a:xfrm flipV="1">
              <a:off x="5102" y="697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4" name="直接箭头连接符 323"/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4309" y="606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5" name="直接箭头连接符 324"/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4195" y="6860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6" name="直接箭头连接符 325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4309" y="6576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27" name="直接箭头连接符 326"/>
            <p:cNvCxnSpPr/>
            <p:nvPr>
              <p:custDataLst>
                <p:tags r:id="rId97"/>
              </p:custDataLst>
            </p:nvPr>
          </p:nvCxnSpPr>
          <p:spPr bwMode="auto">
            <a:xfrm flipV="1">
              <a:off x="4309" y="657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本框 202"/>
              <p:cNvSpPr txBox="1"/>
              <p:nvPr/>
            </p:nvSpPr>
            <p:spPr>
              <a:xfrm>
                <a:off x="7920504" y="4267634"/>
                <a:ext cx="1188000" cy="252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36195" tIns="10795" rIns="36195" bIns="10795" anchor="t" anchorCtr="0">
                <a:noAutofit/>
              </a:bodyPr>
              <a:lstStyle/>
              <a:p>
                <a:pPr marL="0" indent="0" algn="l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1600" i="0">
                                <a:latin typeface="Cambria Math" panose="02040503050406030204" pitchFamily="18" charset="0"/>
                              </a:rPr>
                              <m:t>AB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16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BC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16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AC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altLang="zh-CN" sz="1600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l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FF3399"/>
                    </a:solidFill>
                    <a:latin typeface="宋体" panose="02010600030101010101" pitchFamily="2" charset="-122"/>
                    <a:sym typeface="+mn-ea"/>
                  </a:rPr>
                  <a:t>   </a:t>
                </a:r>
              </a:p>
            </p:txBody>
          </p:sp>
        </mc:Choice>
        <mc:Fallback xmlns="">
          <p:sp>
            <p:nvSpPr>
              <p:cNvPr id="203" name="文本框 2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504" y="4267634"/>
                <a:ext cx="1188000" cy="252000"/>
              </a:xfrm>
              <a:prstGeom prst="rect">
                <a:avLst/>
              </a:prstGeom>
              <a:blipFill>
                <a:blip r:embed="rId100"/>
                <a:stretch>
                  <a:fillRect r="-513" b="-12195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7" name="文本框 516"/>
              <p:cNvSpPr txBox="1"/>
              <p:nvPr/>
            </p:nvSpPr>
            <p:spPr>
              <a:xfrm>
                <a:off x="1281430" y="2996952"/>
                <a:ext cx="4288790" cy="96202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0000" tIns="64800" rIns="90000" bIns="46800" anchor="t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例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2</a:t>
                </a:r>
                <a:r>
                  <a:rPr lang="zh-CN" altLang="en-US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zh-CN" sz="2000" b="1" dirty="0">
                            <a:latin typeface="宋体" panose="02010600030101010101" pitchFamily="2" charset="-122"/>
                            <a:cs typeface="宋体" panose="02010600030101010101" pitchFamily="2" charset="-122"/>
                            <a:sym typeface="+mn-ea"/>
                          </a:rPr>
                          <m:t>•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zh-CN" sz="2000" b="1" dirty="0">
                            <a:latin typeface="宋体" panose="02010600030101010101" pitchFamily="2" charset="-122"/>
                            <a:cs typeface="宋体" panose="02010600030101010101" pitchFamily="2" charset="-122"/>
                            <a:sym typeface="+mn-ea"/>
                          </a:rPr>
                          <m:t>•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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CN" sz="2000" dirty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Cambria Math" panose="02040503050406030204" pitchFamily="18" charset="0"/>
                  </a:rPr>
                  <a:t>的</a:t>
                </a:r>
                <a:r>
                  <a:rPr lang="zh-CN" altLang="en-US" sz="2000" b="1" dirty="0">
                    <a:sym typeface="+mn-ea"/>
                  </a:rPr>
                  <a:t>逻辑电路图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？</a:t>
                </a:r>
              </a:p>
              <a:p>
                <a:pPr>
                  <a:lnSpc>
                    <a:spcPct val="125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</a:t>
                </a:r>
              </a:p>
            </p:txBody>
          </p:sp>
        </mc:Choice>
        <mc:Fallback xmlns="">
          <p:sp>
            <p:nvSpPr>
              <p:cNvPr id="517" name="文本框 5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430" y="2996952"/>
                <a:ext cx="4288790" cy="962025"/>
              </a:xfrm>
              <a:prstGeom prst="rect">
                <a:avLst/>
              </a:prstGeom>
              <a:blipFill>
                <a:blip r:embed="rId101"/>
                <a:stretch>
                  <a:fillRect l="-1563" r="-7386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2483986" y="3492040"/>
            <a:ext cx="2592070" cy="826770"/>
            <a:chOff x="4535" y="7427"/>
            <a:chExt cx="4082" cy="1302"/>
          </a:xfrm>
        </p:grpSpPr>
        <p:sp>
          <p:nvSpPr>
            <p:cNvPr id="8" name="Text Box 36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4930" y="7483"/>
              <a:ext cx="3288" cy="124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9" name="直接箭头连接符 8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5045" y="8617"/>
              <a:ext cx="226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5499" y="7711"/>
              <a:ext cx="90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" name="Text Box 36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724" y="7824"/>
              <a:ext cx="454" cy="68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2" name="直接箭头连接符 11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4818" y="7936"/>
              <a:ext cx="90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" name="直接箭头连接符 12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4818" y="8164"/>
              <a:ext cx="90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" name="直接箭头连接符 13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6179" y="8164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" name="直接箭头连接符 14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5499" y="839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" name="椭圆 15"/>
            <p:cNvSpPr/>
            <p:nvPr>
              <p:custDataLst>
                <p:tags r:id="rId46"/>
              </p:custDataLst>
            </p:nvPr>
          </p:nvSpPr>
          <p:spPr>
            <a:xfrm>
              <a:off x="5385" y="8333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7" name="直接箭头连接符 16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5499" y="7711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8" name="Text Box 36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5159" y="8219"/>
              <a:ext cx="227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9" name="直接箭头连接符 18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4818" y="8391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" name="直接箭头连接符 19"/>
            <p:cNvCxnSpPr/>
            <p:nvPr>
              <p:custDataLst>
                <p:tags r:id="rId50"/>
              </p:custDataLst>
            </p:nvPr>
          </p:nvCxnSpPr>
          <p:spPr bwMode="auto">
            <a:xfrm>
              <a:off x="5043" y="8391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4818" y="7597"/>
              <a:ext cx="249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2" name="Text Box 191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4535" y="7711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</a:t>
              </a:r>
            </a:p>
          </p:txBody>
        </p:sp>
        <p:sp>
          <p:nvSpPr>
            <p:cNvPr id="23" name="Text Box 191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4535" y="7994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24" name="Text Box 191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4535" y="8278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25" name="Text Box 191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4535" y="742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6633" y="7597"/>
              <a:ext cx="1984" cy="1020"/>
              <a:chOff x="6406" y="7484"/>
              <a:chExt cx="1984" cy="1020"/>
            </a:xfrm>
          </p:grpSpPr>
          <p:cxnSp>
            <p:nvCxnSpPr>
              <p:cNvPr id="27" name="直接箭头连接符 26"/>
              <p:cNvCxnSpPr/>
              <p:nvPr>
                <p:custDataLst>
                  <p:tags r:id="rId58"/>
                </p:custDataLst>
              </p:nvPr>
            </p:nvCxnSpPr>
            <p:spPr bwMode="auto">
              <a:xfrm flipV="1">
                <a:off x="7087" y="816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8" name="直接箭头连接符 27"/>
              <p:cNvCxnSpPr/>
              <p:nvPr>
                <p:custDataLst>
                  <p:tags r:id="rId59"/>
                </p:custDataLst>
              </p:nvPr>
            </p:nvCxnSpPr>
            <p:spPr bwMode="auto">
              <a:xfrm>
                <a:off x="7086" y="8164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9" name="Text Box 36"/>
              <p:cNvSpPr txBox="1">
                <a:spLocks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7311" y="7711"/>
                <a:ext cx="454" cy="56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30" name="直接箭头连接符 29"/>
              <p:cNvCxnSpPr/>
              <p:nvPr>
                <p:custDataLst>
                  <p:tags r:id="rId61"/>
                </p:custDataLst>
              </p:nvPr>
            </p:nvCxnSpPr>
            <p:spPr bwMode="auto">
              <a:xfrm flipV="1">
                <a:off x="6859" y="7994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1" name="直接箭头连接符 30"/>
              <p:cNvCxnSpPr/>
              <p:nvPr>
                <p:custDataLst>
                  <p:tags r:id="rId62"/>
                </p:custDataLst>
              </p:nvPr>
            </p:nvCxnSpPr>
            <p:spPr bwMode="auto">
              <a:xfrm flipV="1">
                <a:off x="7879" y="799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2" name="椭圆 31"/>
              <p:cNvSpPr/>
              <p:nvPr>
                <p:custDataLst>
                  <p:tags r:id="rId63"/>
                </p:custDataLst>
              </p:nvPr>
            </p:nvSpPr>
            <p:spPr>
              <a:xfrm>
                <a:off x="7765" y="793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Text Box 36"/>
              <p:cNvSpPr txBox="1"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6406" y="7654"/>
                <a:ext cx="454" cy="62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=1</a:t>
                </a:r>
              </a:p>
            </p:txBody>
          </p:sp>
          <p:cxnSp>
            <p:nvCxnSpPr>
              <p:cNvPr id="34" name="直接箭头连接符 33"/>
              <p:cNvCxnSpPr/>
              <p:nvPr>
                <p:custDataLst>
                  <p:tags r:id="rId65"/>
                </p:custDataLst>
              </p:nvPr>
            </p:nvCxnSpPr>
            <p:spPr bwMode="auto">
              <a:xfrm>
                <a:off x="7086" y="7484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5" name="直接箭头连接符 34"/>
              <p:cNvCxnSpPr/>
              <p:nvPr>
                <p:custDataLst>
                  <p:tags r:id="rId66"/>
                </p:custDataLst>
              </p:nvPr>
            </p:nvCxnSpPr>
            <p:spPr bwMode="auto">
              <a:xfrm flipV="1">
                <a:off x="7086" y="782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6" name="Text Box 191"/>
              <p:cNvSpPr txBox="1">
                <a:spLocks noChangeArrowheads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8107" y="7824"/>
                <a:ext cx="28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</p:grpSp>
        <p:cxnSp>
          <p:nvCxnSpPr>
            <p:cNvPr id="37" name="直接箭头连接符 36"/>
            <p:cNvCxnSpPr/>
            <p:nvPr>
              <p:custDataLst>
                <p:tags r:id="rId56"/>
              </p:custDataLst>
            </p:nvPr>
          </p:nvCxnSpPr>
          <p:spPr bwMode="auto">
            <a:xfrm>
              <a:off x="6406" y="7710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" name="直接箭头连接符 37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6406" y="7994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/>
              <p:cNvSpPr txBox="1"/>
              <p:nvPr/>
            </p:nvSpPr>
            <p:spPr>
              <a:xfrm>
                <a:off x="5040387" y="6474233"/>
                <a:ext cx="2592000" cy="2882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36195" tIns="10795" rIns="36195" bIns="10795" anchor="t" anchorCtr="0">
                <a:noAutofit/>
              </a:bodyPr>
              <a:lstStyle/>
              <a:p>
                <a:pPr marL="0" indent="0" algn="l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把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i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1800" dirty="0">
                    <a:latin typeface="Cambria Math" panose="02040503050406030204" pitchFamily="18" charset="0"/>
                  </a:rPr>
                  <a:t>BC⊕C</a:t>
                </a:r>
                <a:r>
                  <a:rPr lang="zh-CN" altLang="en-US" sz="1800" b="1" dirty="0">
                    <a:latin typeface="Cambria Math" panose="02040503050406030204" pitchFamily="18" charset="0"/>
                  </a:rPr>
                  <a:t>变换为与</a:t>
                </a:r>
                <a:r>
                  <a:rPr lang="en-US" altLang="zh-CN" sz="1800" b="1" dirty="0">
                    <a:latin typeface="Cambria Math" panose="02040503050406030204" pitchFamily="18" charset="0"/>
                  </a:rPr>
                  <a:t>-</a:t>
                </a:r>
                <a:r>
                  <a:rPr lang="zh-CN" altLang="en-US" sz="1800" b="1" dirty="0">
                    <a:latin typeface="Cambria Math" panose="02040503050406030204" pitchFamily="18" charset="0"/>
                  </a:rPr>
                  <a:t>或项</a:t>
                </a:r>
                <a:endParaRPr lang="en-US" altLang="zh-CN" sz="1800" dirty="0">
                  <a:latin typeface="Cambria Math" panose="02040503050406030204" pitchFamily="18" charset="0"/>
                </a:endParaRPr>
              </a:p>
              <a:p>
                <a:pPr marL="0" indent="0" algn="l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rgbClr val="FF3399"/>
                    </a:solidFill>
                    <a:latin typeface="宋体" panose="02010600030101010101" pitchFamily="2" charset="-122"/>
                    <a:sym typeface="+mn-ea"/>
                  </a:rPr>
                  <a:t>  </a:t>
                </a:r>
              </a:p>
            </p:txBody>
          </p:sp>
        </mc:Choice>
        <mc:Fallback xmlns=""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387" y="6474233"/>
                <a:ext cx="2592000" cy="288290"/>
              </a:xfrm>
              <a:prstGeom prst="rect">
                <a:avLst/>
              </a:prstGeom>
              <a:blipFill>
                <a:blip r:embed="rId102"/>
                <a:stretch>
                  <a:fillRect l="-4235" t="-38298" r="-2118" b="-38298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4A0105D-FE80-4E2C-B956-83874A551CA8}"/>
              </a:ext>
            </a:extLst>
          </p:cNvPr>
          <p:cNvGrpSpPr/>
          <p:nvPr/>
        </p:nvGrpSpPr>
        <p:grpSpPr>
          <a:xfrm>
            <a:off x="6300192" y="5157192"/>
            <a:ext cx="864870" cy="504190"/>
            <a:chOff x="6516077" y="4608000"/>
            <a:chExt cx="864870" cy="504190"/>
          </a:xfrm>
        </p:grpSpPr>
        <p:sp>
          <p:nvSpPr>
            <p:cNvPr id="45" name="Text Box 36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695782" y="4608000"/>
              <a:ext cx="323850" cy="50419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46" name="直接箭头连接符 45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6552272" y="4752145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7" name="直接箭头连接符 46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6552907" y="467912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8" name="椭圆 47"/>
            <p:cNvSpPr/>
            <p:nvPr>
              <p:custDataLst>
                <p:tags r:id="rId29"/>
              </p:custDataLst>
            </p:nvPr>
          </p:nvSpPr>
          <p:spPr>
            <a:xfrm>
              <a:off x="7020902" y="4823265"/>
              <a:ext cx="71755" cy="71755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9" name="直接箭头连接符 48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6552907" y="5039165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0" name="直接箭头连接符 49"/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7201242" y="4679120"/>
              <a:ext cx="0" cy="36004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7201242" y="5039165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2" name="Text Box 36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7201242" y="4787705"/>
              <a:ext cx="17970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vert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53" name="Text Box 36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6516077" y="4787705"/>
              <a:ext cx="17970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vert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54" name="直接箭头连接符 53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7201242" y="467912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AADF8F77-6EC2-4477-B073-054F0C08D61D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7092000" y="4860000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5FC136B8-95E0-4398-8F66-C8C0D5A3F41D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7200000" y="4752000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6" name="组合 5"/>
          <p:cNvGrpSpPr/>
          <p:nvPr/>
        </p:nvGrpSpPr>
        <p:grpSpPr>
          <a:xfrm>
            <a:off x="7380312" y="5589240"/>
            <a:ext cx="1413510" cy="828040"/>
            <a:chOff x="12351" y="4765"/>
            <a:chExt cx="2226" cy="1304"/>
          </a:xfrm>
        </p:grpSpPr>
        <p:sp>
          <p:nvSpPr>
            <p:cNvPr id="209" name="Text Box 36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2465" y="4765"/>
              <a:ext cx="1361" cy="130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grpSp>
          <p:nvGrpSpPr>
            <p:cNvPr id="210" name="组合 209"/>
            <p:cNvGrpSpPr/>
            <p:nvPr/>
          </p:nvGrpSpPr>
          <p:grpSpPr>
            <a:xfrm>
              <a:off x="12351" y="4822"/>
              <a:ext cx="745" cy="567"/>
              <a:chOff x="10091" y="7994"/>
              <a:chExt cx="745" cy="567"/>
            </a:xfrm>
          </p:grpSpPr>
          <p:sp>
            <p:nvSpPr>
              <p:cNvPr id="211" name="Text Box 36"/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0316" y="7994"/>
                <a:ext cx="340" cy="56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12" name="直接箭头连接符 211"/>
              <p:cNvCxnSpPr/>
              <p:nvPr>
                <p:custDataLst>
                  <p:tags r:id="rId21"/>
                </p:custDataLst>
              </p:nvPr>
            </p:nvCxnSpPr>
            <p:spPr bwMode="auto">
              <a:xfrm flipV="1">
                <a:off x="10091" y="8106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3" name="直接箭头连接符 212"/>
              <p:cNvCxnSpPr/>
              <p:nvPr>
                <p:custDataLst>
                  <p:tags r:id="rId22"/>
                </p:custDataLst>
              </p:nvPr>
            </p:nvCxnSpPr>
            <p:spPr bwMode="auto">
              <a:xfrm flipV="1">
                <a:off x="10091" y="833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4" name="直接箭头连接符 213"/>
              <p:cNvCxnSpPr/>
              <p:nvPr>
                <p:custDataLst>
                  <p:tags r:id="rId23"/>
                </p:custDataLst>
              </p:nvPr>
            </p:nvCxnSpPr>
            <p:spPr bwMode="auto">
              <a:xfrm flipV="1">
                <a:off x="10091" y="822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5" name="直接箭头连接符 214"/>
              <p:cNvCxnSpPr/>
              <p:nvPr>
                <p:custDataLst>
                  <p:tags r:id="rId24"/>
                </p:custDataLst>
              </p:nvPr>
            </p:nvCxnSpPr>
            <p:spPr bwMode="auto">
              <a:xfrm flipV="1">
                <a:off x="10091" y="844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6" name="直接箭头连接符 215"/>
              <p:cNvCxnSpPr/>
              <p:nvPr>
                <p:custDataLst>
                  <p:tags r:id="rId25"/>
                </p:custDataLst>
              </p:nvPr>
            </p:nvCxnSpPr>
            <p:spPr bwMode="auto">
              <a:xfrm flipV="1">
                <a:off x="10666" y="8277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219" name="组合 218"/>
            <p:cNvGrpSpPr/>
            <p:nvPr/>
          </p:nvGrpSpPr>
          <p:grpSpPr>
            <a:xfrm>
              <a:off x="13096" y="5105"/>
              <a:ext cx="1481" cy="624"/>
              <a:chOff x="13089" y="5783"/>
              <a:chExt cx="1481" cy="624"/>
            </a:xfrm>
          </p:grpSpPr>
          <p:cxnSp>
            <p:nvCxnSpPr>
              <p:cNvPr id="221" name="直接箭头连接符 220"/>
              <p:cNvCxnSpPr/>
              <p:nvPr>
                <p:custDataLst>
                  <p:tags r:id="rId13"/>
                </p:custDataLst>
              </p:nvPr>
            </p:nvCxnSpPr>
            <p:spPr bwMode="auto">
              <a:xfrm flipV="1">
                <a:off x="13089" y="5953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22" name="直接箭头连接符 221"/>
              <p:cNvCxnSpPr/>
              <p:nvPr>
                <p:custDataLst>
                  <p:tags r:id="rId14"/>
                </p:custDataLst>
              </p:nvPr>
            </p:nvCxnSpPr>
            <p:spPr bwMode="auto">
              <a:xfrm flipV="1">
                <a:off x="13089" y="6237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23" name="直接箭头连接符 222"/>
              <p:cNvCxnSpPr/>
              <p:nvPr>
                <p:custDataLst>
                  <p:tags r:id="rId15"/>
                </p:custDataLst>
              </p:nvPr>
            </p:nvCxnSpPr>
            <p:spPr bwMode="auto">
              <a:xfrm flipH="1">
                <a:off x="13089" y="5783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24" name="直接箭头连接符 223"/>
              <p:cNvCxnSpPr/>
              <p:nvPr>
                <p:custDataLst>
                  <p:tags r:id="rId16"/>
                </p:custDataLst>
              </p:nvPr>
            </p:nvCxnSpPr>
            <p:spPr bwMode="auto">
              <a:xfrm flipH="1">
                <a:off x="13089" y="6237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28" name="Text Box 36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13256" y="5840"/>
                <a:ext cx="340" cy="56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29" name="直接箭头连接符 228"/>
              <p:cNvCxnSpPr/>
              <p:nvPr>
                <p:custDataLst>
                  <p:tags r:id="rId18"/>
                </p:custDataLst>
              </p:nvPr>
            </p:nvCxnSpPr>
            <p:spPr bwMode="auto">
              <a:xfrm flipV="1">
                <a:off x="13720" y="6124"/>
                <a:ext cx="85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30" name="椭圆 229"/>
              <p:cNvSpPr/>
              <p:nvPr>
                <p:custDataLst>
                  <p:tags r:id="rId19"/>
                </p:custDataLst>
              </p:nvPr>
            </p:nvSpPr>
            <p:spPr>
              <a:xfrm>
                <a:off x="13606" y="6067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1" name="组合 230"/>
            <p:cNvGrpSpPr/>
            <p:nvPr/>
          </p:nvGrpSpPr>
          <p:grpSpPr>
            <a:xfrm>
              <a:off x="12351" y="5445"/>
              <a:ext cx="745" cy="567"/>
              <a:chOff x="10091" y="7994"/>
              <a:chExt cx="745" cy="567"/>
            </a:xfrm>
          </p:grpSpPr>
          <p:sp>
            <p:nvSpPr>
              <p:cNvPr id="232" name="Text Box 36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0316" y="7994"/>
                <a:ext cx="340" cy="56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233" name="直接箭头连接符 232"/>
              <p:cNvCxnSpPr/>
              <p:nvPr>
                <p:custDataLst>
                  <p:tags r:id="rId8"/>
                </p:custDataLst>
              </p:nvPr>
            </p:nvCxnSpPr>
            <p:spPr bwMode="auto">
              <a:xfrm flipV="1">
                <a:off x="10091" y="8106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4" name="直接箭头连接符 233"/>
              <p:cNvCxnSpPr/>
              <p:nvPr>
                <p:custDataLst>
                  <p:tags r:id="rId9"/>
                </p:custDataLst>
              </p:nvPr>
            </p:nvCxnSpPr>
            <p:spPr bwMode="auto">
              <a:xfrm flipV="1">
                <a:off x="10091" y="833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5" name="直接箭头连接符 234"/>
              <p:cNvCxnSpPr/>
              <p:nvPr>
                <p:custDataLst>
                  <p:tags r:id="rId10"/>
                </p:custDataLst>
              </p:nvPr>
            </p:nvCxnSpPr>
            <p:spPr bwMode="auto">
              <a:xfrm flipV="1">
                <a:off x="10091" y="822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6" name="直接箭头连接符 235"/>
              <p:cNvCxnSpPr/>
              <p:nvPr>
                <p:custDataLst>
                  <p:tags r:id="rId11"/>
                </p:custDataLst>
              </p:nvPr>
            </p:nvCxnSpPr>
            <p:spPr bwMode="auto">
              <a:xfrm flipV="1">
                <a:off x="10091" y="844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8" name="直接箭头连接符 237"/>
              <p:cNvCxnSpPr/>
              <p:nvPr>
                <p:custDataLst>
                  <p:tags r:id="rId12"/>
                </p:custDataLst>
              </p:nvPr>
            </p:nvCxnSpPr>
            <p:spPr bwMode="auto">
              <a:xfrm flipV="1">
                <a:off x="10666" y="8277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3" name="直接箭头连接符 2"/>
            <p:cNvCxnSpPr/>
            <p:nvPr>
              <p:custDataLst>
                <p:tags r:id="rId3"/>
              </p:custDataLst>
            </p:nvPr>
          </p:nvCxnSpPr>
          <p:spPr bwMode="auto">
            <a:xfrm flipH="1">
              <a:off x="14003" y="5443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" name="直接箭头连接符 3"/>
            <p:cNvCxnSpPr/>
            <p:nvPr>
              <p:custDataLst>
                <p:tags r:id="rId4"/>
              </p:custDataLst>
            </p:nvPr>
          </p:nvCxnSpPr>
          <p:spPr bwMode="auto">
            <a:xfrm flipV="1">
              <a:off x="14003" y="5896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0" name="等腰三角形 39"/>
            <p:cNvSpPr/>
            <p:nvPr>
              <p:custDataLst>
                <p:tags r:id="rId5"/>
              </p:custDataLst>
            </p:nvPr>
          </p:nvSpPr>
          <p:spPr>
            <a:xfrm>
              <a:off x="14173" y="5783"/>
              <a:ext cx="227" cy="227"/>
            </a:xfrm>
            <a:prstGeom prst="triangl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5" name="直接箭头连接符 4"/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14400" y="5896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437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437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bldLvl="0" animBg="1"/>
      <p:bldP spid="5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86471" name="AutoShape 45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0800000">
            <a:off x="2988518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070" y="332656"/>
            <a:ext cx="3096895" cy="1706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组合逻辑电路的设计：</a:t>
            </a: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设计步骤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21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设计示例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681355" y="1983021"/>
            <a:ext cx="8248015" cy="42075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803910" indent="-8039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设计一个</a:t>
            </a:r>
            <a:r>
              <a:rPr lang="en-US" altLang="zh-CN" sz="20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20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位素数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检测器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①逻辑抽象：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②逻辑化简：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逻辑函数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代数法化简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卡诺图法化简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③电路设计：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函数变换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逻辑电路图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375535" y="908806"/>
            <a:ext cx="5472645" cy="755650"/>
            <a:chOff x="3741" y="1362"/>
            <a:chExt cx="8618" cy="1190"/>
          </a:xfrm>
        </p:grpSpPr>
        <p:sp>
          <p:nvSpPr>
            <p:cNvPr id="10" name="Text Box 36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741" y="2155"/>
              <a:ext cx="2268" cy="39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1778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逻辑抽象</a:t>
              </a:r>
            </a:p>
          </p:txBody>
        </p:sp>
        <p:sp>
          <p:nvSpPr>
            <p:cNvPr id="11" name="Text Box 36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741" y="1362"/>
              <a:ext cx="2268" cy="79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795" rIns="36195" bIns="10795" anchor="ctr" anchorCtr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sng" dirty="0">
                  <a:solidFill>
                    <a:schemeClr val="tx1"/>
                  </a:solidFill>
                  <a:latin typeface="宋体" panose="02010600030101010101" pitchFamily="2" charset="-122"/>
                </a:rPr>
                <a:t>分析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功能需求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,</a:t>
              </a:r>
              <a:r>
                <a:rPr lang="zh-CN" altLang="en-US" sz="1600" b="1" u="sng" dirty="0">
                  <a:solidFill>
                    <a:schemeClr val="tx1"/>
                  </a:solidFill>
                  <a:latin typeface="宋体" panose="02010600030101010101" pitchFamily="2" charset="-122"/>
                </a:rPr>
                <a:t>给出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真值表</a:t>
              </a:r>
            </a:p>
          </p:txBody>
        </p:sp>
        <p:sp>
          <p:nvSpPr>
            <p:cNvPr id="12" name="Text Box 36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683" y="1362"/>
              <a:ext cx="2098" cy="79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795" rIns="36195" bIns="10795" anchor="ctr" anchorCtr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sng" dirty="0">
                  <a:latin typeface="宋体" panose="02010600030101010101" pitchFamily="2" charset="-122"/>
                </a:rPr>
                <a:t>写出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逻辑表达式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,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并</a:t>
              </a:r>
              <a:r>
                <a:rPr lang="zh-CN" altLang="en-US" sz="1600" b="1" u="sng" dirty="0">
                  <a:latin typeface="宋体" panose="02010600030101010101" pitchFamily="2" charset="-122"/>
                  <a:sym typeface="+mn-ea"/>
                </a:rPr>
                <a:t>化简</a:t>
              </a:r>
            </a:p>
          </p:txBody>
        </p:sp>
        <p:sp>
          <p:nvSpPr>
            <p:cNvPr id="13" name="Text Box 36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9468" y="1362"/>
              <a:ext cx="2891" cy="79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795" rIns="36195" bIns="10795" anchor="ctr" anchorCtr="0">
              <a:noAutofit/>
            </a:bodyPr>
            <a:lstStyle/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函数</a:t>
              </a:r>
              <a:r>
                <a:rPr lang="zh-CN" altLang="en-US" sz="1600" b="1" u="sng" dirty="0">
                  <a:latin typeface="宋体" panose="02010600030101010101" pitchFamily="2" charset="-122"/>
                </a:rPr>
                <a:t>变换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,</a:t>
              </a:r>
              <a:r>
                <a:rPr lang="zh-CN" altLang="en-US" sz="1600" b="1" u="sng" dirty="0">
                  <a:latin typeface="宋体" panose="02010600030101010101" pitchFamily="2" charset="-122"/>
                </a:rPr>
                <a:t>画出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逻辑电路图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,</a:t>
              </a:r>
              <a:r>
                <a:rPr lang="zh-CN" altLang="en-US" sz="1600" b="1" u="sng" dirty="0">
                  <a:latin typeface="宋体" panose="02010600030101010101" pitchFamily="2" charset="-122"/>
                </a:rPr>
                <a:t>分析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时序</a:t>
              </a:r>
            </a:p>
          </p:txBody>
        </p:sp>
        <p:sp>
          <p:nvSpPr>
            <p:cNvPr id="14" name="Text Box 36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689" y="2155"/>
              <a:ext cx="1814" cy="39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1778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逻辑化简</a:t>
              </a:r>
            </a:p>
          </p:txBody>
        </p:sp>
        <p:sp>
          <p:nvSpPr>
            <p:cNvPr id="15" name="Text Box 36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9468" y="2155"/>
              <a:ext cx="2891" cy="39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1778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电路设计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&amp;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评价</a:t>
              </a:r>
            </a:p>
          </p:txBody>
        </p:sp>
        <p:cxnSp>
          <p:nvCxnSpPr>
            <p:cNvPr id="39" name="直接箭头连接符 38"/>
            <p:cNvCxnSpPr/>
            <p:nvPr>
              <p:custDataLst>
                <p:tags r:id="rId41"/>
              </p:custDataLst>
            </p:nvPr>
          </p:nvCxnSpPr>
          <p:spPr bwMode="auto">
            <a:xfrm>
              <a:off x="6009" y="175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" name="直接箭头连接符 15"/>
            <p:cNvCxnSpPr/>
            <p:nvPr>
              <p:custDataLst>
                <p:tags r:id="rId42"/>
              </p:custDataLst>
            </p:nvPr>
          </p:nvCxnSpPr>
          <p:spPr bwMode="auto">
            <a:xfrm>
              <a:off x="8787" y="175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aphicFrame>
        <p:nvGraphicFramePr>
          <p:cNvPr id="46" name="表格 45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53088629"/>
              </p:ext>
            </p:extLst>
          </p:nvPr>
        </p:nvGraphicFramePr>
        <p:xfrm>
          <a:off x="6791960" y="1732786"/>
          <a:ext cx="1425575" cy="181940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7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2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</a:t>
                      </a:r>
                    </a:p>
                  </a:txBody>
                  <a:tcPr marL="0" marR="0" marT="10795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1079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07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079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813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28575" marB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</a:t>
                      </a:r>
                    </a:p>
                  </a:txBody>
                  <a:tcPr marL="0" marR="0" marT="28575" marB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28575" marB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28575" marB="0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2857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3" name="AutoShape 338"/>
          <p:cNvSpPr/>
          <p:nvPr>
            <p:custDataLst>
              <p:tags r:id="rId4"/>
            </p:custDataLst>
          </p:nvPr>
        </p:nvSpPr>
        <p:spPr bwMode="auto">
          <a:xfrm>
            <a:off x="7237045" y="557536"/>
            <a:ext cx="1332000" cy="252000"/>
          </a:xfrm>
          <a:prstGeom prst="borderCallout2">
            <a:avLst>
              <a:gd name="adj1" fmla="val 49857"/>
              <a:gd name="adj2" fmla="val 146"/>
              <a:gd name="adj3" fmla="val 49101"/>
              <a:gd name="adj4" fmla="val -15108"/>
              <a:gd name="adj5" fmla="val 186180"/>
              <a:gd name="adj6" fmla="val -28409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利于</a:t>
            </a:r>
            <a:r>
              <a:rPr lang="zh-CN" altLang="en-US" sz="16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优选</a:t>
            </a:r>
            <a:r>
              <a:rPr lang="zh-CN" altLang="en-US" sz="1600" b="1" u="none" dirty="0">
                <a:latin typeface="宋体" panose="02010600030101010101" pitchFamily="2" charset="-122"/>
              </a:rPr>
              <a:t>元件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 Box 6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2993390" y="3510831"/>
                <a:ext cx="5971098" cy="109260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altLang="zh-CN" sz="2000" b="1" baseline="-25000" dirty="0"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2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endPara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altLang="zh-CN" sz="2000" b="1" baseline="-25000" dirty="0"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2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en-US" altLang="zh-CN" sz="20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                        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baseline="-25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endPara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155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2993390" y="3510831"/>
                <a:ext cx="5971098" cy="1092607"/>
              </a:xfrm>
              <a:prstGeom prst="rect">
                <a:avLst/>
              </a:prstGeom>
              <a:blipFill>
                <a:blip r:embed="rId45"/>
                <a:stretch>
                  <a:fillRect l="-1020" t="-1117" b="-8380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表格 25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844027094"/>
              </p:ext>
            </p:extLst>
          </p:nvPr>
        </p:nvGraphicFramePr>
        <p:xfrm>
          <a:off x="3539460" y="4373910"/>
          <a:ext cx="2081530" cy="899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indent="0" algn="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en-US" altLang="zh-CN" sz="16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en-US" altLang="zh-CN" sz="16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l" fontAlgn="auto">
                        <a:lnSpc>
                          <a:spcPct val="5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N</a:t>
                      </a:r>
                      <a:r>
                        <a:rPr lang="en-US" altLang="zh-CN" sz="16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91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6419215" y="4860310"/>
                <a:ext cx="1368000" cy="288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36195" tIns="10795" rIns="36195" bIns="10795" anchor="t" anchorCtr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F</a:t>
                </a:r>
                <a:r>
                  <a:rPr lang="zh-CN" altLang="en-US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0</a:t>
                </a:r>
                <a:r>
                  <a:rPr lang="en-US" altLang="zh-CN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000" i="0" baseline="-25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N</a:t>
                </a:r>
                <a:r>
                  <a:rPr lang="en-US" altLang="zh-CN" sz="2000" b="1" baseline="-25000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1</a:t>
                </a:r>
                <a:r>
                  <a:rPr lang="en-US" altLang="zh-CN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</a:t>
                </a:r>
              </a:p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 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</a:t>
                </a:r>
              </a:p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22" name="Text Box 19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6419215" y="4860310"/>
                <a:ext cx="1368000" cy="288000"/>
              </a:xfrm>
              <a:prstGeom prst="rect">
                <a:avLst/>
              </a:prstGeom>
              <a:blipFill>
                <a:blip r:embed="rId47"/>
                <a:stretch>
                  <a:fillRect l="-8929" t="-37500" b="-47917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组合 57"/>
          <p:cNvGrpSpPr/>
          <p:nvPr/>
        </p:nvGrpSpPr>
        <p:grpSpPr>
          <a:xfrm>
            <a:off x="4784725" y="4589800"/>
            <a:ext cx="1438910" cy="575945"/>
            <a:chOff x="5501" y="8901"/>
            <a:chExt cx="2266" cy="907"/>
          </a:xfrm>
        </p:grpSpPr>
        <p:grpSp>
          <p:nvGrpSpPr>
            <p:cNvPr id="44" name="组合 43"/>
            <p:cNvGrpSpPr/>
            <p:nvPr/>
          </p:nvGrpSpPr>
          <p:grpSpPr>
            <a:xfrm>
              <a:off x="5501" y="8901"/>
              <a:ext cx="2266" cy="340"/>
              <a:chOff x="4484" y="8562"/>
              <a:chExt cx="2266" cy="34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 Box 191"/>
                  <p:cNvSpPr txBox="1">
                    <a:spLocks noChangeArrowheads="1"/>
                  </p:cNvSpPr>
                  <p:nvPr>
                    <p:custDataLst>
                      <p:tags r:id="rId33"/>
                    </p:custDataLst>
                  </p:nvPr>
                </p:nvSpPr>
                <p:spPr bwMode="auto">
                  <a:xfrm>
                    <a:off x="6070" y="8562"/>
                    <a:ext cx="680" cy="34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 lIns="0" tIns="0" rIns="0" bIns="0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1600" i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1600" i="0" baseline="-250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acc>
                      </m:oMath>
                    </a14:m>
                    <a:r>
                      <a: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rPr>
                      <a:t>N</a:t>
                    </a:r>
                    <a:r>
                      <a: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rPr>
                      <a:t>1</a:t>
                    </a:r>
                  </a:p>
                </p:txBody>
              </p:sp>
            </mc:Choice>
            <mc:Fallback xmlns="">
              <p:sp>
                <p:nvSpPr>
                  <p:cNvPr id="35" name="Text Box 19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49"/>
                    </p:custDataLst>
                  </p:nvPr>
                </p:nvSpPr>
                <p:spPr bwMode="auto">
                  <a:xfrm>
                    <a:off x="6070" y="8562"/>
                    <a:ext cx="680" cy="340"/>
                  </a:xfrm>
                  <a:prstGeom prst="rect">
                    <a:avLst/>
                  </a:prstGeom>
                  <a:blipFill rotWithShape="1">
                    <a:blip r:embed="rId50"/>
                  </a:blipFill>
                  <a:ln w="9525">
                    <a:noFill/>
                    <a:miter lim="800000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6" name="直接箭头连接符 35"/>
              <p:cNvCxnSpPr/>
              <p:nvPr>
                <p:custDataLst>
                  <p:tags r:id="rId34"/>
                </p:custDataLst>
              </p:nvPr>
            </p:nvCxnSpPr>
            <p:spPr bwMode="auto">
              <a:xfrm flipV="1">
                <a:off x="4484" y="8784"/>
                <a:ext cx="1587" cy="113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23" name="组合 22"/>
            <p:cNvGrpSpPr/>
            <p:nvPr/>
          </p:nvGrpSpPr>
          <p:grpSpPr>
            <a:xfrm>
              <a:off x="6690" y="9468"/>
              <a:ext cx="793" cy="340"/>
              <a:chOff x="5673" y="9129"/>
              <a:chExt cx="793" cy="340"/>
            </a:xfrm>
          </p:grpSpPr>
          <p:cxnSp>
            <p:nvCxnSpPr>
              <p:cNvPr id="37" name="直接箭头连接符 36"/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5673" y="9295"/>
                <a:ext cx="397" cy="113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4" name="Text Box 191"/>
              <p:cNvSpPr txBox="1"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6126" y="912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N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08" name="组合 107"/>
          <p:cNvGrpSpPr/>
          <p:nvPr/>
        </p:nvGrpSpPr>
        <p:grpSpPr>
          <a:xfrm>
            <a:off x="3203848" y="5886078"/>
            <a:ext cx="2051685" cy="612140"/>
            <a:chOff x="3402" y="5556"/>
            <a:chExt cx="3231" cy="964"/>
          </a:xfrm>
        </p:grpSpPr>
        <p:sp>
          <p:nvSpPr>
            <p:cNvPr id="109" name="Text Box 3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854" y="5556"/>
              <a:ext cx="2381" cy="96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11" name="直接箭头连接符 110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3742" y="583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2" name="直接箭头连接符 111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3742" y="6066"/>
              <a:ext cx="90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4" name="直接箭头连接符 113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5216" y="5953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5" name="直接箭头连接符 114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4423" y="6293"/>
              <a:ext cx="113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116" name="组合 115"/>
            <p:cNvGrpSpPr/>
            <p:nvPr/>
          </p:nvGrpSpPr>
          <p:grpSpPr>
            <a:xfrm>
              <a:off x="4083" y="6121"/>
              <a:ext cx="338" cy="340"/>
              <a:chOff x="4083" y="6121"/>
              <a:chExt cx="338" cy="340"/>
            </a:xfrm>
          </p:grpSpPr>
          <p:sp>
            <p:nvSpPr>
              <p:cNvPr id="117" name="椭圆 116"/>
              <p:cNvSpPr/>
              <p:nvPr>
                <p:custDataLst>
                  <p:tags r:id="rId29"/>
                </p:custDataLst>
              </p:nvPr>
            </p:nvSpPr>
            <p:spPr>
              <a:xfrm>
                <a:off x="4309" y="623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8" name="Text Box 36"/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4083" y="6121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cxnSp>
          <p:nvCxnSpPr>
            <p:cNvPr id="119" name="直接箭头连接符 118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742" y="6293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1" name="Text Box 19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402" y="5839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N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24" name="直接箭头连接符 123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6126" y="612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125" name="组合 124"/>
            <p:cNvGrpSpPr/>
            <p:nvPr/>
          </p:nvGrpSpPr>
          <p:grpSpPr>
            <a:xfrm>
              <a:off x="5558" y="5839"/>
              <a:ext cx="567" cy="567"/>
              <a:chOff x="6462" y="5613"/>
              <a:chExt cx="567" cy="567"/>
            </a:xfrm>
          </p:grpSpPr>
          <p:sp>
            <p:nvSpPr>
              <p:cNvPr id="126" name="Text Box 36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6462" y="5613"/>
                <a:ext cx="454" cy="56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127" name="椭圆 126"/>
              <p:cNvSpPr/>
              <p:nvPr>
                <p:custDataLst>
                  <p:tags r:id="rId28"/>
                </p:custDataLst>
              </p:nvPr>
            </p:nvSpPr>
            <p:spPr>
              <a:xfrm>
                <a:off x="6916" y="5840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8" name="Text Box 19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350" y="5953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grpSp>
          <p:nvGrpSpPr>
            <p:cNvPr id="129" name="组合 128"/>
            <p:cNvGrpSpPr/>
            <p:nvPr/>
          </p:nvGrpSpPr>
          <p:grpSpPr>
            <a:xfrm>
              <a:off x="4648" y="5726"/>
              <a:ext cx="567" cy="454"/>
              <a:chOff x="4648" y="5726"/>
              <a:chExt cx="567" cy="454"/>
            </a:xfrm>
          </p:grpSpPr>
          <p:sp>
            <p:nvSpPr>
              <p:cNvPr id="130" name="Text Box 36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4648" y="5726"/>
                <a:ext cx="454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131" name="椭圆 130"/>
              <p:cNvSpPr/>
              <p:nvPr>
                <p:custDataLst>
                  <p:tags r:id="rId26"/>
                </p:custDataLst>
              </p:nvPr>
            </p:nvSpPr>
            <p:spPr>
              <a:xfrm>
                <a:off x="5102" y="5896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4082" y="5669"/>
              <a:ext cx="338" cy="340"/>
              <a:chOff x="4283" y="6999"/>
              <a:chExt cx="338" cy="340"/>
            </a:xfrm>
          </p:grpSpPr>
          <p:sp>
            <p:nvSpPr>
              <p:cNvPr id="133" name="椭圆 132"/>
              <p:cNvSpPr/>
              <p:nvPr>
                <p:custDataLst>
                  <p:tags r:id="rId23"/>
                </p:custDataLst>
              </p:nvPr>
            </p:nvSpPr>
            <p:spPr>
              <a:xfrm>
                <a:off x="4509" y="711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9" name="Text Box 36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4283" y="6999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cxnSp>
          <p:nvCxnSpPr>
            <p:cNvPr id="150" name="直接箭头连接符 149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4422" y="5839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1" name="Text Box 19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402" y="5556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N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152" name="Text Box 19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402" y="612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N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242435" y="4693940"/>
            <a:ext cx="1295400" cy="539750"/>
            <a:chOff x="6681" y="7257"/>
            <a:chExt cx="2040" cy="850"/>
          </a:xfrm>
        </p:grpSpPr>
        <p:sp>
          <p:nvSpPr>
            <p:cNvPr id="30" name="圆角矩形 29"/>
            <p:cNvSpPr/>
            <p:nvPr>
              <p:custDataLst>
                <p:tags r:id="rId9"/>
              </p:custDataLst>
            </p:nvPr>
          </p:nvSpPr>
          <p:spPr>
            <a:xfrm>
              <a:off x="6681" y="7773"/>
              <a:ext cx="2041" cy="283"/>
            </a:xfrm>
            <a:prstGeom prst="roundRect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" name="圆角矩形 3"/>
            <p:cNvSpPr/>
            <p:nvPr>
              <p:custDataLst>
                <p:tags r:id="rId10"/>
              </p:custDataLst>
            </p:nvPr>
          </p:nvSpPr>
          <p:spPr>
            <a:xfrm>
              <a:off x="7200" y="7257"/>
              <a:ext cx="340" cy="850"/>
            </a:xfrm>
            <a:prstGeom prst="roundRect">
              <a:avLst/>
            </a:prstGeom>
            <a:noFill/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2484120" y="2353861"/>
            <a:ext cx="3935730" cy="1245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真值表如右图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素数时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F=1)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F(N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,N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,N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∑</a:t>
            </a:r>
            <a:r>
              <a:rPr lang="en-US" altLang="zh-CN" sz="1800" i="1" dirty="0">
                <a:cs typeface="Times New Roman" panose="02020603050405020304" pitchFamily="18" charset="0"/>
                <a:sym typeface="+mn-ea"/>
              </a:rPr>
              <a:t>m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(1,2,3,5,7)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2762249" y="5290736"/>
                <a:ext cx="5455285" cy="90973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</a:t>
                </a:r>
                <a:r>
                  <a:rPr lang="zh-CN" altLang="en-US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2000" baseline="-250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  <m:r>
                          <a:rPr lang="en-US" altLang="zh-CN" sz="2000" b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•</m:t>
                        </m:r>
                        <m:acc>
                          <m:accPr>
                            <m:chr m:val="̅"/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  <a:sym typeface="+mn-ea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 dirty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  <a:sym typeface="+mn-ea"/>
                                  </a:rPr>
                                  <m:t>N</m:t>
                                </m:r>
                                <m:r>
                                  <a:rPr lang="en-US" altLang="zh-CN" sz="2000" baseline="-25000" dirty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  <a:sym typeface="+mn-ea"/>
                                  </a:rPr>
                                  <m:t>2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N</m:t>
                            </m:r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1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←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反演规则，利于使用反相输出门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</a:t>
                </a:r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2762249" y="5290736"/>
                <a:ext cx="5455285" cy="909736"/>
              </a:xfrm>
              <a:prstGeom prst="rect">
                <a:avLst/>
              </a:prstGeom>
              <a:blipFill>
                <a:blip r:embed="rId52"/>
                <a:stretch>
                  <a:fillRect l="-1117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5</a:t>
            </a:fld>
            <a:endParaRPr lang="en-US" altLang="zh-CN"/>
          </a:p>
        </p:txBody>
      </p:sp>
      <p:sp>
        <p:nvSpPr>
          <p:cNvPr id="158" name="Text Box 6"/>
          <p:cNvSpPr txBox="1">
            <a:spLocks noChangeArrowheads="1"/>
          </p:cNvSpPr>
          <p:nvPr/>
        </p:nvSpPr>
        <p:spPr bwMode="auto">
          <a:xfrm>
            <a:off x="681355" y="332656"/>
            <a:ext cx="5952490" cy="52724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803910" indent="-8039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sym typeface="+mn-ea"/>
              </a:rPr>
              <a:t>设计一个监视</a:t>
            </a:r>
            <a:r>
              <a:rPr lang="zh-CN" altLang="en-US" sz="2000" b="1" u="sng" dirty="0">
                <a:sym typeface="+mn-ea"/>
              </a:rPr>
              <a:t>交通信号灯工作状态</a:t>
            </a:r>
            <a:r>
              <a:rPr lang="zh-CN" altLang="en-US" sz="2000" b="1" dirty="0">
                <a:sym typeface="+mn-ea"/>
              </a:rPr>
              <a:t>的逻辑电路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①逻辑抽象：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②逻辑化简：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逻辑函数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代数法化简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卡诺图法化简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③电路设计：函数变换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逻辑电路图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注意事项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59" name="Text Box 6"/>
          <p:cNvSpPr txBox="1">
            <a:spLocks noChangeArrowheads="1"/>
          </p:cNvSpPr>
          <p:nvPr/>
        </p:nvSpPr>
        <p:spPr bwMode="auto">
          <a:xfrm>
            <a:off x="2475230" y="728941"/>
            <a:ext cx="6617970" cy="1630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工作状态正常时为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个灯亮，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真值表如右图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(F=1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表示异常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F(R,Y,G)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∑</a:t>
            </a:r>
            <a:r>
              <a:rPr lang="en-US" altLang="zh-CN" sz="2000" i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(0,3,5,6,7)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6082665" y="800656"/>
            <a:ext cx="720090" cy="720090"/>
            <a:chOff x="8901" y="1247"/>
            <a:chExt cx="1134" cy="1134"/>
          </a:xfrm>
        </p:grpSpPr>
        <p:grpSp>
          <p:nvGrpSpPr>
            <p:cNvPr id="21" name="组合 20"/>
            <p:cNvGrpSpPr/>
            <p:nvPr/>
          </p:nvGrpSpPr>
          <p:grpSpPr>
            <a:xfrm>
              <a:off x="8901" y="1247"/>
              <a:ext cx="1134" cy="340"/>
              <a:chOff x="4989" y="8050"/>
              <a:chExt cx="1134" cy="340"/>
            </a:xfrm>
          </p:grpSpPr>
          <p:sp>
            <p:nvSpPr>
              <p:cNvPr id="15" name="Text Box 36"/>
              <p:cNvSpPr txBox="1">
                <a:spLocks noChangeArrowheads="1"/>
              </p:cNvSpPr>
              <p:nvPr>
                <p:custDataLst>
                  <p:tags r:id="rId92"/>
                </p:custDataLst>
              </p:nvPr>
            </p:nvSpPr>
            <p:spPr bwMode="auto">
              <a:xfrm>
                <a:off x="4989" y="8050"/>
                <a:ext cx="1134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</a:t>
                </a:r>
              </a:p>
            </p:txBody>
          </p:sp>
          <p:sp>
            <p:nvSpPr>
              <p:cNvPr id="16" name="椭圆 15"/>
              <p:cNvSpPr/>
              <p:nvPr>
                <p:custDataLst>
                  <p:tags r:id="rId93"/>
                </p:custDataLst>
              </p:nvPr>
            </p:nvSpPr>
            <p:spPr>
              <a:xfrm>
                <a:off x="5102" y="8107"/>
                <a:ext cx="227" cy="227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椭圆 18"/>
              <p:cNvSpPr/>
              <p:nvPr>
                <p:custDataLst>
                  <p:tags r:id="rId94"/>
                </p:custDataLst>
              </p:nvPr>
            </p:nvSpPr>
            <p:spPr>
              <a:xfrm>
                <a:off x="5443" y="8107"/>
                <a:ext cx="227" cy="22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椭圆 19"/>
              <p:cNvSpPr/>
              <p:nvPr>
                <p:custDataLst>
                  <p:tags r:id="rId95"/>
                </p:custDataLst>
              </p:nvPr>
            </p:nvSpPr>
            <p:spPr>
              <a:xfrm>
                <a:off x="5783" y="8107"/>
                <a:ext cx="227" cy="22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8901" y="1644"/>
              <a:ext cx="1134" cy="340"/>
              <a:chOff x="4989" y="8050"/>
              <a:chExt cx="1134" cy="340"/>
            </a:xfrm>
          </p:grpSpPr>
          <p:sp>
            <p:nvSpPr>
              <p:cNvPr id="23" name="Text Box 36"/>
              <p:cNvSpPr txBox="1">
                <a:spLocks noChangeArrowheads="1"/>
              </p:cNvSpPr>
              <p:nvPr>
                <p:custDataLst>
                  <p:tags r:id="rId88"/>
                </p:custDataLst>
              </p:nvPr>
            </p:nvSpPr>
            <p:spPr bwMode="auto">
              <a:xfrm>
                <a:off x="4989" y="8050"/>
                <a:ext cx="1134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</a:t>
                </a:r>
              </a:p>
            </p:txBody>
          </p:sp>
          <p:sp>
            <p:nvSpPr>
              <p:cNvPr id="24" name="椭圆 23"/>
              <p:cNvSpPr/>
              <p:nvPr>
                <p:custDataLst>
                  <p:tags r:id="rId89"/>
                </p:custDataLst>
              </p:nvPr>
            </p:nvSpPr>
            <p:spPr>
              <a:xfrm>
                <a:off x="5102" y="8107"/>
                <a:ext cx="227" cy="22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椭圆 24"/>
              <p:cNvSpPr/>
              <p:nvPr>
                <p:custDataLst>
                  <p:tags r:id="rId90"/>
                </p:custDataLst>
              </p:nvPr>
            </p:nvSpPr>
            <p:spPr>
              <a:xfrm>
                <a:off x="5443" y="8107"/>
                <a:ext cx="227" cy="227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椭圆 25"/>
              <p:cNvSpPr/>
              <p:nvPr>
                <p:custDataLst>
                  <p:tags r:id="rId91"/>
                </p:custDataLst>
              </p:nvPr>
            </p:nvSpPr>
            <p:spPr>
              <a:xfrm>
                <a:off x="5783" y="8107"/>
                <a:ext cx="227" cy="22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901" y="2041"/>
              <a:ext cx="1134" cy="340"/>
              <a:chOff x="4989" y="8050"/>
              <a:chExt cx="1134" cy="340"/>
            </a:xfrm>
          </p:grpSpPr>
          <p:sp>
            <p:nvSpPr>
              <p:cNvPr id="28" name="Text Box 36"/>
              <p:cNvSpPr txBox="1">
                <a:spLocks noChangeArrowheads="1"/>
              </p:cNvSpPr>
              <p:nvPr>
                <p:custDataLst>
                  <p:tags r:id="rId84"/>
                </p:custDataLst>
              </p:nvPr>
            </p:nvSpPr>
            <p:spPr bwMode="auto">
              <a:xfrm>
                <a:off x="4989" y="8050"/>
                <a:ext cx="1134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</a:t>
                </a:r>
              </a:p>
            </p:txBody>
          </p:sp>
          <p:sp>
            <p:nvSpPr>
              <p:cNvPr id="29" name="椭圆 28"/>
              <p:cNvSpPr/>
              <p:nvPr>
                <p:custDataLst>
                  <p:tags r:id="rId85"/>
                </p:custDataLst>
              </p:nvPr>
            </p:nvSpPr>
            <p:spPr>
              <a:xfrm>
                <a:off x="5102" y="8107"/>
                <a:ext cx="227" cy="22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椭圆 29"/>
              <p:cNvSpPr/>
              <p:nvPr>
                <p:custDataLst>
                  <p:tags r:id="rId86"/>
                </p:custDataLst>
              </p:nvPr>
            </p:nvSpPr>
            <p:spPr>
              <a:xfrm>
                <a:off x="5443" y="8107"/>
                <a:ext cx="227" cy="22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椭圆 30"/>
              <p:cNvSpPr/>
              <p:nvPr>
                <p:custDataLst>
                  <p:tags r:id="rId87"/>
                </p:custDataLst>
              </p:nvPr>
            </p:nvSpPr>
            <p:spPr>
              <a:xfrm>
                <a:off x="5783" y="8107"/>
                <a:ext cx="227" cy="22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aphicFrame>
        <p:nvGraphicFramePr>
          <p:cNvPr id="46" name="表格 4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4137593"/>
              </p:ext>
            </p:extLst>
          </p:nvPr>
        </p:nvGraphicFramePr>
        <p:xfrm>
          <a:off x="7235265" y="405636"/>
          <a:ext cx="1425575" cy="181940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7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2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</a:t>
                      </a:r>
                    </a:p>
                  </a:txBody>
                  <a:tcPr marL="0" marR="0" marT="10795" marB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0795" marB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0795" marB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0795" marB="0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813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28575" marB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</a:t>
                      </a:r>
                    </a:p>
                  </a:txBody>
                  <a:tcPr marL="0" marR="0" marT="28575" marB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28575" marB="0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28575" marB="0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2857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78971883"/>
              </p:ext>
            </p:extLst>
          </p:nvPr>
        </p:nvGraphicFramePr>
        <p:xfrm>
          <a:off x="3528735" y="3363026"/>
          <a:ext cx="1898015" cy="899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indent="0" algn="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RY</a:t>
                      </a:r>
                    </a:p>
                    <a:p>
                      <a:pPr indent="0" algn="l" fontAlgn="auto">
                        <a:lnSpc>
                          <a:spcPct val="5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</a:t>
                      </a:r>
                      <a:endParaRPr lang="en-US" altLang="zh-CN" sz="1600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91"/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6203950" y="3455631"/>
                <a:ext cx="2124000" cy="288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36195" tIns="10795" rIns="36195" bIns="10795" anchor="t" anchorCtr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F</a:t>
                </a:r>
                <a:r>
                  <a:rPr lang="zh-CN" altLang="en-US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+RY+RG+YG </a:t>
                </a:r>
              </a:p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 </a:t>
                </a:r>
              </a:p>
            </p:txBody>
          </p:sp>
        </mc:Choice>
        <mc:Fallback xmlns="">
          <p:sp>
            <p:nvSpPr>
              <p:cNvPr id="37" name="Text Box 19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7"/>
                </p:custDataLst>
              </p:nvPr>
            </p:nvSpPr>
            <p:spPr bwMode="auto">
              <a:xfrm>
                <a:off x="6203950" y="3455631"/>
                <a:ext cx="2124000" cy="288000"/>
              </a:xfrm>
              <a:prstGeom prst="rect">
                <a:avLst/>
              </a:prstGeom>
              <a:blipFill>
                <a:blip r:embed="rId98"/>
                <a:stretch>
                  <a:fillRect l="-5747" t="-38298" r="-9195" b="-48936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组合 57"/>
          <p:cNvGrpSpPr/>
          <p:nvPr/>
        </p:nvGrpSpPr>
        <p:grpSpPr>
          <a:xfrm>
            <a:off x="4968875" y="3543896"/>
            <a:ext cx="931545" cy="575945"/>
            <a:chOff x="6130" y="8901"/>
            <a:chExt cx="1467" cy="907"/>
          </a:xfrm>
        </p:grpSpPr>
        <p:grpSp>
          <p:nvGrpSpPr>
            <p:cNvPr id="44" name="组合 43"/>
            <p:cNvGrpSpPr/>
            <p:nvPr/>
          </p:nvGrpSpPr>
          <p:grpSpPr>
            <a:xfrm>
              <a:off x="6130" y="8901"/>
              <a:ext cx="1411" cy="340"/>
              <a:chOff x="5113" y="8562"/>
              <a:chExt cx="1411" cy="340"/>
            </a:xfrm>
          </p:grpSpPr>
          <p:sp>
            <p:nvSpPr>
              <p:cNvPr id="38" name="Text Box 191"/>
              <p:cNvSpPr txBox="1">
                <a:spLocks noChangeArrowheads="1"/>
              </p:cNvSpPr>
              <p:nvPr>
                <p:custDataLst>
                  <p:tags r:id="rId82"/>
                </p:custDataLst>
              </p:nvPr>
            </p:nvSpPr>
            <p:spPr bwMode="auto">
              <a:xfrm>
                <a:off x="6070" y="8562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RY</a:t>
                </a:r>
              </a:p>
            </p:txBody>
          </p:sp>
          <p:cxnSp>
            <p:nvCxnSpPr>
              <p:cNvPr id="39" name="直接箭头连接符 38"/>
              <p:cNvCxnSpPr/>
              <p:nvPr>
                <p:custDataLst>
                  <p:tags r:id="rId83"/>
                </p:custDataLst>
              </p:nvPr>
            </p:nvCxnSpPr>
            <p:spPr bwMode="auto">
              <a:xfrm flipV="1">
                <a:off x="5113" y="8787"/>
                <a:ext cx="1020" cy="113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40" name="组合 39"/>
            <p:cNvGrpSpPr/>
            <p:nvPr/>
          </p:nvGrpSpPr>
          <p:grpSpPr>
            <a:xfrm>
              <a:off x="6690" y="9467"/>
              <a:ext cx="907" cy="341"/>
              <a:chOff x="5673" y="9128"/>
              <a:chExt cx="907" cy="341"/>
            </a:xfrm>
          </p:grpSpPr>
          <p:cxnSp>
            <p:nvCxnSpPr>
              <p:cNvPr id="41" name="直接箭头连接符 40"/>
              <p:cNvCxnSpPr/>
              <p:nvPr>
                <p:custDataLst>
                  <p:tags r:id="rId80"/>
                </p:custDataLst>
              </p:nvPr>
            </p:nvCxnSpPr>
            <p:spPr bwMode="auto">
              <a:xfrm flipV="1">
                <a:off x="5673" y="9295"/>
                <a:ext cx="397" cy="113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2" name="Text Box 191"/>
              <p:cNvSpPr txBox="1">
                <a:spLocks noChangeArrowheads="1"/>
              </p:cNvSpPr>
              <p:nvPr>
                <p:custDataLst>
                  <p:tags r:id="rId81"/>
                </p:custDataLst>
              </p:nvPr>
            </p:nvSpPr>
            <p:spPr bwMode="auto">
              <a:xfrm>
                <a:off x="6126" y="9128"/>
                <a:ext cx="454" cy="34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RG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45" name="组合 44"/>
          <p:cNvGrpSpPr/>
          <p:nvPr/>
        </p:nvGrpSpPr>
        <p:grpSpPr>
          <a:xfrm>
            <a:off x="3997960" y="3686771"/>
            <a:ext cx="1330325" cy="557530"/>
            <a:chOff x="6635" y="8787"/>
            <a:chExt cx="2095" cy="878"/>
          </a:xfrm>
        </p:grpSpPr>
        <p:grpSp>
          <p:nvGrpSpPr>
            <p:cNvPr id="59" name="组合 58"/>
            <p:cNvGrpSpPr/>
            <p:nvPr/>
          </p:nvGrpSpPr>
          <p:grpSpPr>
            <a:xfrm>
              <a:off x="7257" y="8787"/>
              <a:ext cx="907" cy="879"/>
              <a:chOff x="5788" y="9239"/>
              <a:chExt cx="907" cy="879"/>
            </a:xfrm>
          </p:grpSpPr>
          <p:sp>
            <p:nvSpPr>
              <p:cNvPr id="35" name="圆角矩形 34"/>
              <p:cNvSpPr/>
              <p:nvPr>
                <p:custDataLst>
                  <p:tags r:id="rId78"/>
                </p:custDataLst>
              </p:nvPr>
            </p:nvSpPr>
            <p:spPr>
              <a:xfrm>
                <a:off x="5788" y="9750"/>
                <a:ext cx="907" cy="283"/>
              </a:xfrm>
              <a:prstGeom prst="roundRect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圆角矩形 35"/>
              <p:cNvSpPr/>
              <p:nvPr>
                <p:custDataLst>
                  <p:tags r:id="rId79"/>
                </p:custDataLst>
              </p:nvPr>
            </p:nvSpPr>
            <p:spPr>
              <a:xfrm>
                <a:off x="6355" y="9239"/>
                <a:ext cx="340" cy="879"/>
              </a:xfrm>
              <a:prstGeom prst="roundRect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3" name="圆角矩形 42"/>
            <p:cNvSpPr/>
            <p:nvPr>
              <p:custDataLst>
                <p:tags r:id="rId76"/>
              </p:custDataLst>
            </p:nvPr>
          </p:nvSpPr>
          <p:spPr>
            <a:xfrm>
              <a:off x="7824" y="9269"/>
              <a:ext cx="907" cy="340"/>
            </a:xfrm>
            <a:prstGeom prst="roundRect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" name="椭圆 152"/>
            <p:cNvSpPr/>
            <p:nvPr>
              <p:custDataLst>
                <p:tags r:id="rId77"/>
              </p:custDataLst>
            </p:nvPr>
          </p:nvSpPr>
          <p:spPr>
            <a:xfrm>
              <a:off x="6635" y="8787"/>
              <a:ext cx="340" cy="340"/>
            </a:xfrm>
            <a:prstGeom prst="ellipse">
              <a:avLst/>
            </a:prstGeom>
            <a:noFill/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6359995" y="3862616"/>
            <a:ext cx="2483485" cy="1187450"/>
            <a:chOff x="5669" y="8050"/>
            <a:chExt cx="3911" cy="1870"/>
          </a:xfrm>
        </p:grpSpPr>
        <p:sp>
          <p:nvSpPr>
            <p:cNvPr id="109" name="Text Box 36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066" y="8050"/>
              <a:ext cx="3118" cy="187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10" name="直接箭头连接符 109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6860" y="9751"/>
              <a:ext cx="73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1" name="直接箭头连接符 110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6180" y="8446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2" name="直接箭头连接符 111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5953" y="8674"/>
              <a:ext cx="164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4" name="直接箭头连接符 113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9071" y="878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5" name="直接箭头连接符 114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6690" y="8901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116" name="组合 115"/>
            <p:cNvGrpSpPr/>
            <p:nvPr/>
          </p:nvGrpSpPr>
          <p:grpSpPr>
            <a:xfrm>
              <a:off x="6350" y="8729"/>
              <a:ext cx="338" cy="340"/>
              <a:chOff x="4083" y="6121"/>
              <a:chExt cx="338" cy="340"/>
            </a:xfrm>
          </p:grpSpPr>
          <p:sp>
            <p:nvSpPr>
              <p:cNvPr id="117" name="椭圆 116"/>
              <p:cNvSpPr/>
              <p:nvPr>
                <p:custDataLst>
                  <p:tags r:id="rId74"/>
                </p:custDataLst>
              </p:nvPr>
            </p:nvSpPr>
            <p:spPr>
              <a:xfrm>
                <a:off x="4309" y="623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8" name="Text Box 36"/>
              <p:cNvSpPr txBox="1">
                <a:spLocks noChangeArrowheads="1"/>
              </p:cNvSpPr>
              <p:nvPr>
                <p:custDataLst>
                  <p:tags r:id="rId75"/>
                </p:custDataLst>
              </p:nvPr>
            </p:nvSpPr>
            <p:spPr bwMode="auto">
              <a:xfrm>
                <a:off x="4083" y="6121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cxnSp>
          <p:nvCxnSpPr>
            <p:cNvPr id="119" name="直接箭头连接符 118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6180" y="8901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0" name="直接箭头连接符 119"/>
            <p:cNvCxnSpPr/>
            <p:nvPr>
              <p:custDataLst>
                <p:tags r:id="rId27"/>
              </p:custDataLst>
            </p:nvPr>
          </p:nvCxnSpPr>
          <p:spPr bwMode="auto">
            <a:xfrm>
              <a:off x="6180" y="8220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21" name="Text Box 19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669" y="850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22" name="直接箭头连接符 121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8050" y="8277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30"/>
              </p:custDataLst>
            </p:nvPr>
          </p:nvCxnSpPr>
          <p:spPr bwMode="auto">
            <a:xfrm>
              <a:off x="8278" y="8843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4" name="直接箭头连接符 123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7427" y="8334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8" name="Text Box 19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9298" y="861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grpSp>
          <p:nvGrpSpPr>
            <p:cNvPr id="129" name="组合 128"/>
            <p:cNvGrpSpPr/>
            <p:nvPr/>
          </p:nvGrpSpPr>
          <p:grpSpPr>
            <a:xfrm>
              <a:off x="7597" y="8108"/>
              <a:ext cx="454" cy="340"/>
              <a:chOff x="4653" y="5726"/>
              <a:chExt cx="566" cy="510"/>
            </a:xfrm>
          </p:grpSpPr>
          <p:sp>
            <p:nvSpPr>
              <p:cNvPr id="130" name="Text Box 36"/>
              <p:cNvSpPr txBox="1">
                <a:spLocks noChangeArrowheads="1"/>
              </p:cNvSpPr>
              <p:nvPr>
                <p:custDataLst>
                  <p:tags r:id="rId72"/>
                </p:custDataLst>
              </p:nvPr>
            </p:nvSpPr>
            <p:spPr bwMode="auto">
              <a:xfrm>
                <a:off x="4653" y="5726"/>
                <a:ext cx="424" cy="51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131" name="椭圆 130"/>
              <p:cNvSpPr/>
              <p:nvPr>
                <p:custDataLst>
                  <p:tags r:id="rId73"/>
                </p:custDataLst>
              </p:nvPr>
            </p:nvSpPr>
            <p:spPr>
              <a:xfrm>
                <a:off x="5077" y="5895"/>
                <a:ext cx="142" cy="170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36195" tIns="0" rIns="36195" bIns="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6349" y="8277"/>
              <a:ext cx="338" cy="340"/>
              <a:chOff x="4283" y="6999"/>
              <a:chExt cx="338" cy="340"/>
            </a:xfrm>
          </p:grpSpPr>
          <p:sp>
            <p:nvSpPr>
              <p:cNvPr id="133" name="椭圆 132"/>
              <p:cNvSpPr/>
              <p:nvPr>
                <p:custDataLst>
                  <p:tags r:id="rId70"/>
                </p:custDataLst>
              </p:nvPr>
            </p:nvSpPr>
            <p:spPr>
              <a:xfrm>
                <a:off x="4509" y="711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9" name="Text Box 36"/>
              <p:cNvSpPr txBox="1">
                <a:spLocks noChangeArrowheads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4283" y="6999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cxnSp>
          <p:nvCxnSpPr>
            <p:cNvPr id="150" name="直接箭头连接符 149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6689" y="8447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1" name="Text Box 19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5669" y="8050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R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2" name="Text Box 19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669" y="895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7" name="直接箭头连接符 46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5953" y="8220"/>
              <a:ext cx="164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8" name="直接箭头连接符 47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5953" y="9128"/>
              <a:ext cx="164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9" name="直接箭头连接符 48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6690" y="9354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50" name="组合 49"/>
            <p:cNvGrpSpPr/>
            <p:nvPr/>
          </p:nvGrpSpPr>
          <p:grpSpPr>
            <a:xfrm>
              <a:off x="6350" y="9184"/>
              <a:ext cx="338" cy="340"/>
              <a:chOff x="4083" y="6121"/>
              <a:chExt cx="338" cy="340"/>
            </a:xfrm>
          </p:grpSpPr>
          <p:sp>
            <p:nvSpPr>
              <p:cNvPr id="51" name="椭圆 50"/>
              <p:cNvSpPr/>
              <p:nvPr>
                <p:custDataLst>
                  <p:tags r:id="rId68"/>
                </p:custDataLst>
              </p:nvPr>
            </p:nvSpPr>
            <p:spPr>
              <a:xfrm>
                <a:off x="4309" y="623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Text Box 36"/>
              <p:cNvSpPr txBox="1">
                <a:spLocks noChangeArrowheads="1"/>
              </p:cNvSpPr>
              <p:nvPr>
                <p:custDataLst>
                  <p:tags r:id="rId69"/>
                </p:custDataLst>
              </p:nvPr>
            </p:nvSpPr>
            <p:spPr bwMode="auto">
              <a:xfrm>
                <a:off x="4083" y="6121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cxnSp>
          <p:nvCxnSpPr>
            <p:cNvPr id="53" name="直接箭头连接符 52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6180" y="9354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4" name="直接箭头连接符 53"/>
            <p:cNvCxnSpPr/>
            <p:nvPr>
              <p:custDataLst>
                <p:tags r:id="rId40"/>
              </p:custDataLst>
            </p:nvPr>
          </p:nvCxnSpPr>
          <p:spPr bwMode="auto">
            <a:xfrm>
              <a:off x="6180" y="8674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55" name="直接箭头连接符 54"/>
            <p:cNvCxnSpPr/>
            <p:nvPr>
              <p:custDataLst>
                <p:tags r:id="rId41"/>
              </p:custDataLst>
            </p:nvPr>
          </p:nvCxnSpPr>
          <p:spPr bwMode="auto">
            <a:xfrm>
              <a:off x="6180" y="9128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56" name="直接箭头连接符 55"/>
            <p:cNvCxnSpPr/>
            <p:nvPr>
              <p:custDataLst>
                <p:tags r:id="rId42"/>
              </p:custDataLst>
            </p:nvPr>
          </p:nvCxnSpPr>
          <p:spPr bwMode="auto">
            <a:xfrm>
              <a:off x="7257" y="8222"/>
              <a:ext cx="0" cy="102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57" name="直接箭头连接符 56"/>
            <p:cNvCxnSpPr/>
            <p:nvPr>
              <p:custDataLst>
                <p:tags r:id="rId43"/>
              </p:custDataLst>
            </p:nvPr>
          </p:nvCxnSpPr>
          <p:spPr bwMode="auto">
            <a:xfrm>
              <a:off x="6973" y="8901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60" name="直接箭头连接符 59"/>
            <p:cNvCxnSpPr/>
            <p:nvPr>
              <p:custDataLst>
                <p:tags r:id="rId44"/>
              </p:custDataLst>
            </p:nvPr>
          </p:nvCxnSpPr>
          <p:spPr bwMode="auto">
            <a:xfrm>
              <a:off x="7087" y="8447"/>
              <a:ext cx="0" cy="107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7427" y="8334"/>
              <a:ext cx="1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grpSp>
          <p:nvGrpSpPr>
            <p:cNvPr id="69" name="组合 68"/>
            <p:cNvGrpSpPr/>
            <p:nvPr/>
          </p:nvGrpSpPr>
          <p:grpSpPr>
            <a:xfrm>
              <a:off x="7597" y="9411"/>
              <a:ext cx="454" cy="454"/>
              <a:chOff x="4648" y="5726"/>
              <a:chExt cx="567" cy="680"/>
            </a:xfrm>
          </p:grpSpPr>
          <p:sp>
            <p:nvSpPr>
              <p:cNvPr id="70" name="Text Box 36"/>
              <p:cNvSpPr txBox="1">
                <a:spLocks noChangeArrowheads="1"/>
              </p:cNvSpPr>
              <p:nvPr>
                <p:custDataLst>
                  <p:tags r:id="rId66"/>
                </p:custDataLst>
              </p:nvPr>
            </p:nvSpPr>
            <p:spPr bwMode="auto">
              <a:xfrm>
                <a:off x="4648" y="5726"/>
                <a:ext cx="424" cy="68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71" name="椭圆 70"/>
              <p:cNvSpPr/>
              <p:nvPr>
                <p:custDataLst>
                  <p:tags r:id="rId67"/>
                </p:custDataLst>
              </p:nvPr>
            </p:nvSpPr>
            <p:spPr>
              <a:xfrm>
                <a:off x="5073" y="5981"/>
                <a:ext cx="142" cy="170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36195" tIns="0" rIns="36195" bIns="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7597" y="8561"/>
              <a:ext cx="454" cy="340"/>
              <a:chOff x="4653" y="5726"/>
              <a:chExt cx="566" cy="510"/>
            </a:xfrm>
          </p:grpSpPr>
          <p:sp>
            <p:nvSpPr>
              <p:cNvPr id="73" name="Text Box 36"/>
              <p:cNvSpPr txBox="1"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4653" y="5726"/>
                <a:ext cx="424" cy="51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74" name="椭圆 73"/>
              <p:cNvSpPr/>
              <p:nvPr>
                <p:custDataLst>
                  <p:tags r:id="rId65"/>
                </p:custDataLst>
              </p:nvPr>
            </p:nvSpPr>
            <p:spPr>
              <a:xfrm>
                <a:off x="5077" y="5895"/>
                <a:ext cx="142" cy="170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36195" tIns="0" rIns="36195" bIns="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7597" y="9014"/>
              <a:ext cx="454" cy="340"/>
              <a:chOff x="4653" y="5726"/>
              <a:chExt cx="566" cy="510"/>
            </a:xfrm>
          </p:grpSpPr>
          <p:sp>
            <p:nvSpPr>
              <p:cNvPr id="113" name="Text Box 36"/>
              <p:cNvSpPr txBox="1"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4653" y="5726"/>
                <a:ext cx="424" cy="51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134" name="椭圆 133"/>
              <p:cNvSpPr/>
              <p:nvPr>
                <p:custDataLst>
                  <p:tags r:id="rId63"/>
                </p:custDataLst>
              </p:nvPr>
            </p:nvSpPr>
            <p:spPr>
              <a:xfrm>
                <a:off x="5077" y="5895"/>
                <a:ext cx="142" cy="170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36195" tIns="0" rIns="36195" bIns="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5" name="直接箭头连接符 134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7427" y="8787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6" name="直接箭头连接符 135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7257" y="9241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7" name="直接箭头连接符 136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7427" y="8787"/>
              <a:ext cx="1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7087" y="9524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9" name="直接箭头连接符 138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6973" y="9638"/>
              <a:ext cx="62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0" name="直接箭头连接符 139"/>
            <p:cNvCxnSpPr/>
            <p:nvPr>
              <p:custDataLst>
                <p:tags r:id="rId51"/>
              </p:custDataLst>
            </p:nvPr>
          </p:nvCxnSpPr>
          <p:spPr bwMode="auto">
            <a:xfrm>
              <a:off x="6860" y="9354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grpSp>
          <p:nvGrpSpPr>
            <p:cNvPr id="141" name="组合 140"/>
            <p:cNvGrpSpPr/>
            <p:nvPr/>
          </p:nvGrpSpPr>
          <p:grpSpPr>
            <a:xfrm>
              <a:off x="8617" y="8561"/>
              <a:ext cx="454" cy="454"/>
              <a:chOff x="4648" y="5726"/>
              <a:chExt cx="567" cy="680"/>
            </a:xfrm>
          </p:grpSpPr>
          <p:sp>
            <p:nvSpPr>
              <p:cNvPr id="142" name="Text Box 36"/>
              <p:cNvSpPr txBox="1">
                <a:spLocks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4648" y="5726"/>
                <a:ext cx="424" cy="68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143" name="椭圆 142"/>
              <p:cNvSpPr/>
              <p:nvPr>
                <p:custDataLst>
                  <p:tags r:id="rId61"/>
                </p:custDataLst>
              </p:nvPr>
            </p:nvSpPr>
            <p:spPr>
              <a:xfrm>
                <a:off x="5073" y="5981"/>
                <a:ext cx="142" cy="170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36195" tIns="0" rIns="36195" bIns="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4" name="直接箭头连接符 143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8050" y="8731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5" name="直接箭头连接符 144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8050" y="9184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8050" y="9638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8277" y="8844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8" name="直接箭头连接符 147"/>
            <p:cNvCxnSpPr/>
            <p:nvPr>
              <p:custDataLst>
                <p:tags r:id="rId56"/>
              </p:custDataLst>
            </p:nvPr>
          </p:nvCxnSpPr>
          <p:spPr bwMode="auto">
            <a:xfrm>
              <a:off x="8447" y="8957"/>
              <a:ext cx="0" cy="68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4" name="直接箭头连接符 153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8447" y="8957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5" name="直接箭头连接符 154"/>
            <p:cNvCxnSpPr/>
            <p:nvPr>
              <p:custDataLst>
                <p:tags r:id="rId58"/>
              </p:custDataLst>
            </p:nvPr>
          </p:nvCxnSpPr>
          <p:spPr bwMode="auto">
            <a:xfrm>
              <a:off x="8447" y="8277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6" name="直接箭头连接符 155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8447" y="8617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3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299206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2121535" y="5084656"/>
            <a:ext cx="6865620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①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利用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无关项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简化电路，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BCD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码的输入为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101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0-1111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时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避免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非法值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出现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个门的出端直接连接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③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避免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高阻态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出现，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如门的入端悬空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应连接输入端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门的出端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605" name="表格 604"/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56616613"/>
              </p:ext>
            </p:extLst>
          </p:nvPr>
        </p:nvGraphicFramePr>
        <p:xfrm>
          <a:off x="251460" y="5489536"/>
          <a:ext cx="1635125" cy="942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905">
                <a:tc>
                  <a:txBody>
                    <a:bodyPr/>
                    <a:lstStyle/>
                    <a:p>
                      <a:pPr indent="0" algn="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14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14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l" fontAlgn="auto">
                        <a:lnSpc>
                          <a:spcPct val="5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14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14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7522845" y="5561896"/>
            <a:ext cx="972185" cy="466725"/>
            <a:chOff x="11395" y="7712"/>
            <a:chExt cx="1531" cy="735"/>
          </a:xfrm>
        </p:grpSpPr>
        <p:cxnSp>
          <p:nvCxnSpPr>
            <p:cNvPr id="4" name="直接箭头连接符 3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12700" y="8052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6" name="直接箭头连接符 5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11565" y="7879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7" name="组合 6"/>
            <p:cNvGrpSpPr/>
            <p:nvPr/>
          </p:nvGrpSpPr>
          <p:grpSpPr>
            <a:xfrm>
              <a:off x="11735" y="7712"/>
              <a:ext cx="338" cy="340"/>
              <a:chOff x="4083" y="6121"/>
              <a:chExt cx="338" cy="340"/>
            </a:xfrm>
          </p:grpSpPr>
          <p:sp>
            <p:nvSpPr>
              <p:cNvPr id="8" name="椭圆 7"/>
              <p:cNvSpPr/>
              <p:nvPr>
                <p:custDataLst>
                  <p:tags r:id="rId18"/>
                </p:custDataLst>
              </p:nvPr>
            </p:nvSpPr>
            <p:spPr>
              <a:xfrm>
                <a:off x="4309" y="623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Text Box 36"/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083" y="6121"/>
                <a:ext cx="227" cy="34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cxnSp>
          <p:nvCxnSpPr>
            <p:cNvPr id="10" name="直接箭头连接符 9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11565" y="7879"/>
              <a:ext cx="1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1" name="直接箭头连接符 10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11395" y="8164"/>
              <a:ext cx="73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" name="直接箭头连接符 11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12473" y="827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" name="直接箭头连接符 12"/>
            <p:cNvCxnSpPr/>
            <p:nvPr>
              <p:custDataLst>
                <p:tags r:id="rId14"/>
              </p:custDataLst>
            </p:nvPr>
          </p:nvCxnSpPr>
          <p:spPr bwMode="auto">
            <a:xfrm>
              <a:off x="12076" y="7879"/>
              <a:ext cx="62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" name="直接箭头连接符 13"/>
            <p:cNvCxnSpPr/>
            <p:nvPr>
              <p:custDataLst>
                <p:tags r:id="rId15"/>
              </p:custDataLst>
            </p:nvPr>
          </p:nvCxnSpPr>
          <p:spPr bwMode="auto">
            <a:xfrm>
              <a:off x="12700" y="7880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" name="Text Box 36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2132" y="8107"/>
              <a:ext cx="339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8" name="直接箭头连接符 17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11395" y="8391"/>
              <a:ext cx="73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32" name="AutoShape 338"/>
          <p:cNvSpPr/>
          <p:nvPr>
            <p:custDataLst>
              <p:tags r:id="rId6"/>
            </p:custDataLst>
          </p:nvPr>
        </p:nvSpPr>
        <p:spPr bwMode="auto">
          <a:xfrm>
            <a:off x="6948000" y="3068656"/>
            <a:ext cx="1368000" cy="252000"/>
          </a:xfrm>
          <a:prstGeom prst="borderCallout2">
            <a:avLst>
              <a:gd name="adj1" fmla="val 49777"/>
              <a:gd name="adj2" fmla="val 100718"/>
              <a:gd name="adj3" fmla="val 49021"/>
              <a:gd name="adj4" fmla="val 112555"/>
              <a:gd name="adj5" fmla="val -36105"/>
              <a:gd name="adj6" fmla="val 124980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同一律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X+X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6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2977515" y="2235796"/>
                <a:ext cx="6110605" cy="111252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YG</a:t>
                </a:r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R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G</a:t>
                </a:r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RY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RYG</a:t>
                </a:r>
                <a:endPara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GY</a:t>
                </a: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+RGY</a:t>
                </a:r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R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G</a:t>
                </a: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+RGY</a:t>
                </a:r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RY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RGY 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←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乘积项可</a:t>
                </a:r>
                <a:r>
                  <a:rPr lang="zh-CN" altLang="en-US" sz="1600" b="1" u="sng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重复用</a:t>
                </a:r>
                <a:endParaRPr lang="en-US" altLang="zh-CN" sz="20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GY</a:t>
                </a:r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RG</a:t>
                </a:r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RY       </a:t>
                </a:r>
                <a:endPara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6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2977515" y="2235796"/>
                <a:ext cx="6110605" cy="1112520"/>
              </a:xfrm>
              <a:prstGeom prst="rect">
                <a:avLst/>
              </a:prstGeom>
              <a:blipFill>
                <a:blip r:embed="rId100"/>
                <a:stretch>
                  <a:fillRect l="-997" t="-1099" r="-399" b="-6593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6"/>
              <p:cNvSpPr txBox="1"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773805" y="4292656"/>
                <a:ext cx="2644140" cy="9121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</a:t>
                </a:r>
                <a:r>
                  <a:rPr lang="zh-CN" altLang="en-US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</m:acc>
                          </m:e>
                        </m:acc>
                        <m:r>
                          <a:rPr lang="en-US" altLang="zh-CN" sz="20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•</m:t>
                        </m:r>
                        <m:acc>
                          <m:accPr>
                            <m:chr m:val="̅"/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RY</m:t>
                            </m:r>
                          </m:e>
                        </m:acc>
                        <m:r>
                          <a:rPr lang="en-US" altLang="zh-CN" sz="20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•</m:t>
                        </m:r>
                        <m:acc>
                          <m:accPr>
                            <m:chr m:val="̅"/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R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G</m:t>
                            </m:r>
                          </m:e>
                        </m:acc>
                        <m:r>
                          <a:rPr lang="en-US" altLang="zh-CN" sz="20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•</m:t>
                        </m:r>
                        <m:acc>
                          <m:accPr>
                            <m:chr m:val="̅"/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YG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</a:t>
                </a:r>
                <a:endPara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6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1"/>
                </p:custDataLst>
              </p:nvPr>
            </p:nvSpPr>
            <p:spPr bwMode="auto">
              <a:xfrm>
                <a:off x="3773805" y="4292656"/>
                <a:ext cx="2644140" cy="912173"/>
              </a:xfrm>
              <a:prstGeom prst="rect">
                <a:avLst/>
              </a:prstGeom>
              <a:blipFill>
                <a:blip r:embed="rId102"/>
                <a:stretch>
                  <a:fillRect l="-2304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5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6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§3.2 </a:t>
            </a:r>
            <a:r>
              <a:rPr lang="zh-CN" altLang="en-US" sz="2800" b="1" dirty="0">
                <a:latin typeface="宋体" panose="02010600030101010101" pitchFamily="2" charset="-122"/>
              </a:rPr>
              <a:t>典型组合逻辑部件设计</a:t>
            </a:r>
          </a:p>
        </p:txBody>
      </p:sp>
      <p:sp>
        <p:nvSpPr>
          <p:cNvPr id="10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译码器与编码器，多路选择器与分配器，半加器与全加器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333" name="Text Box 6"/>
          <p:cNvSpPr txBox="1">
            <a:spLocks noChangeArrowheads="1"/>
          </p:cNvSpPr>
          <p:nvPr/>
        </p:nvSpPr>
        <p:spPr bwMode="auto">
          <a:xfrm>
            <a:off x="179070" y="2636912"/>
            <a:ext cx="8720455" cy="31031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译码器与编码器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>
                <a:cs typeface="Times New Roman" panose="02020603050405020304" pitchFamily="18" charset="0"/>
                <a:sym typeface="+mn-ea"/>
              </a:rPr>
              <a:t>decoder</a:t>
            </a:r>
            <a:r>
              <a:rPr lang="zh-CN" altLang="en-US" sz="1800" b="1" dirty="0"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1800" dirty="0">
                <a:cs typeface="Times New Roman" panose="02020603050405020304" pitchFamily="18" charset="0"/>
                <a:sym typeface="+mn-ea"/>
              </a:rPr>
              <a:t>encoder</a:t>
            </a:r>
            <a:r>
              <a:rPr lang="en-US" altLang="zh-CN" sz="18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endParaRPr 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译码器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将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二进制编码信号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转换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多个独立信号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仅值对应的信号有效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输入为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个时，输出位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1600" b="1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→┘</a:t>
            </a: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         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逻辑表达式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逻辑电路图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操作码译码</a:t>
            </a:r>
          </a:p>
          <a:p>
            <a:pPr marL="986790" indent="-98679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软件模式→硬件模式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  <p:sp>
        <p:nvSpPr>
          <p:cNvPr id="60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070" y="1268760"/>
            <a:ext cx="3409315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数字</a:t>
            </a:r>
            <a:r>
              <a:rPr 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系统的构建方法：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模块化的基础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功能描述方法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745740" y="1270030"/>
            <a:ext cx="6280785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层次化、模块化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类似软件由多个函数构成</a:t>
            </a:r>
            <a:endParaRPr lang="zh-CN" sz="2200" b="1" dirty="0">
              <a:solidFill>
                <a:srgbClr val="C00000"/>
              </a:solidFill>
              <a:latin typeface="+mn-ea"/>
              <a:ea typeface="+mn-ea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提供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常用功能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数字逻辑部件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基本部件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构件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常使用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逻辑电路图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由元件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部件及连线组成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</p:txBody>
      </p:sp>
      <p:graphicFrame>
        <p:nvGraphicFramePr>
          <p:cNvPr id="217" name="表格 216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242001636"/>
              </p:ext>
            </p:extLst>
          </p:nvPr>
        </p:nvGraphicFramePr>
        <p:xfrm>
          <a:off x="2025015" y="3805942"/>
          <a:ext cx="1584325" cy="10353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0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Y3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Y2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5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91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3847465" y="4622452"/>
                <a:ext cx="1368000" cy="864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36195" tIns="10795" rIns="36195" bIns="10795" anchor="t" anchorCtr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Y0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i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18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1800" b="1" baseline="-25000" dirty="0"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i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18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lang="zh-CN" altLang="en-US" sz="1800" dirty="0">
                    <a:latin typeface="Cambria Math" panose="02040503050406030204" pitchFamily="18" charset="0"/>
                  </a:rPr>
                  <a:t>，</a:t>
                </a:r>
              </a:p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Y1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i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18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1800" b="1" baseline="-25000" dirty="0">
                    <a:solidFill>
                      <a:srgbClr val="000000"/>
                    </a:solidFill>
                    <a:cs typeface="Times New Roman" panose="02020603050405020304" pitchFamily="18" charset="0"/>
                    <a:sym typeface="+mn-ea"/>
                  </a:rPr>
                  <a:t> 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A0</a:t>
                </a:r>
                <a:r>
                  <a:rPr lang="zh-CN" altLang="en-US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，</a:t>
                </a:r>
              </a:p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…</a:t>
                </a:r>
              </a:p>
            </p:txBody>
          </p:sp>
        </mc:Choice>
        <mc:Fallback xmlns="">
          <p:sp>
            <p:nvSpPr>
              <p:cNvPr id="37" name="Text Box 19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3847465" y="4622452"/>
                <a:ext cx="1368000" cy="864000"/>
              </a:xfrm>
              <a:prstGeom prst="rect">
                <a:avLst/>
              </a:prstGeom>
              <a:blipFill>
                <a:blip r:embed="rId61"/>
                <a:stretch>
                  <a:fillRect l="-7556" t="-12676" r="-6222" b="-3521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" name="组合 83"/>
          <p:cNvGrpSpPr/>
          <p:nvPr/>
        </p:nvGrpSpPr>
        <p:grpSpPr>
          <a:xfrm>
            <a:off x="5219265" y="4588167"/>
            <a:ext cx="1874520" cy="1080135"/>
            <a:chOff x="5556" y="8504"/>
            <a:chExt cx="2952" cy="1701"/>
          </a:xfrm>
        </p:grpSpPr>
        <p:sp>
          <p:nvSpPr>
            <p:cNvPr id="21" name="Text Box 36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123" y="8504"/>
              <a:ext cx="1814" cy="170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2" name="直接箭头连接符 21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6349" y="9242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" name="直接箭头连接符 22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7030" y="9638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24" name="组合 23"/>
            <p:cNvGrpSpPr/>
            <p:nvPr/>
          </p:nvGrpSpPr>
          <p:grpSpPr>
            <a:xfrm>
              <a:off x="6519" y="9071"/>
              <a:ext cx="339" cy="340"/>
              <a:chOff x="4083" y="6291"/>
              <a:chExt cx="339" cy="340"/>
            </a:xfrm>
          </p:grpSpPr>
          <p:sp>
            <p:nvSpPr>
              <p:cNvPr id="25" name="椭圆 24"/>
              <p:cNvSpPr/>
              <p:nvPr>
                <p:custDataLst>
                  <p:tags r:id="rId56"/>
                </p:custDataLst>
              </p:nvPr>
            </p:nvSpPr>
            <p:spPr>
              <a:xfrm>
                <a:off x="4309" y="640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Text Box 36"/>
              <p:cNvSpPr txBox="1"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4083" y="6291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cxnSp>
          <p:nvCxnSpPr>
            <p:cNvPr id="27" name="直接箭头连接符 26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6009" y="10034"/>
              <a:ext cx="147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" name="直接箭头连接符 27"/>
            <p:cNvCxnSpPr/>
            <p:nvPr>
              <p:custDataLst>
                <p:tags r:id="rId26"/>
              </p:custDataLst>
            </p:nvPr>
          </p:nvCxnSpPr>
          <p:spPr bwMode="auto">
            <a:xfrm flipH="1" flipV="1">
              <a:off x="7030" y="8844"/>
              <a:ext cx="1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0" name="直接箭头连接符 29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6746" y="8731"/>
              <a:ext cx="73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33" name="组合 32"/>
            <p:cNvGrpSpPr/>
            <p:nvPr/>
          </p:nvGrpSpPr>
          <p:grpSpPr>
            <a:xfrm>
              <a:off x="6519" y="8561"/>
              <a:ext cx="338" cy="340"/>
              <a:chOff x="4283" y="6999"/>
              <a:chExt cx="338" cy="340"/>
            </a:xfrm>
          </p:grpSpPr>
          <p:sp>
            <p:nvSpPr>
              <p:cNvPr id="34" name="椭圆 33"/>
              <p:cNvSpPr/>
              <p:nvPr>
                <p:custDataLst>
                  <p:tags r:id="rId54"/>
                </p:custDataLst>
              </p:nvPr>
            </p:nvSpPr>
            <p:spPr>
              <a:xfrm>
                <a:off x="4509" y="711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Text Box 36"/>
              <p:cNvSpPr txBox="1"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4283" y="6999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cxnSp>
          <p:nvCxnSpPr>
            <p:cNvPr id="36" name="直接箭头连接符 35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6858" y="9241"/>
              <a:ext cx="62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8" name="Text Box 19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5556" y="8561"/>
              <a:ext cx="454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A0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9" name="Text Box 19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556" y="9865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A1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0" name="直接箭头连接符 39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6009" y="8731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6350" y="9241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33"/>
              </p:custDataLst>
            </p:nvPr>
          </p:nvCxnSpPr>
          <p:spPr bwMode="auto">
            <a:xfrm>
              <a:off x="7313" y="8731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6236" y="8731"/>
              <a:ext cx="1" cy="119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59" name="直接箭头连接符 58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6236" y="9920"/>
              <a:ext cx="124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7200" y="9128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7030" y="9638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67" name="直接箭头连接符 66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7313" y="9525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6" name="直接箭头连接符 75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6350" y="8731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7" name="直接箭头连接符 76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7030" y="8844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9" name="直接箭头连接符 78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7200" y="9128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" name="直接箭头连接符 28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7822" y="878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1" name="Text Box 191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8054" y="8620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Y0</a:t>
              </a:r>
            </a:p>
          </p:txBody>
        </p:sp>
        <p:sp>
          <p:nvSpPr>
            <p:cNvPr id="32" name="Text Box 36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7483" y="8618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44" name="Text Box 36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7483" y="9808"/>
              <a:ext cx="339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45" name="Text Box 36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7483" y="9014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58" name="Text Box 36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7483" y="9411"/>
              <a:ext cx="34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63" name="直接箭头连接符 62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7822" y="918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4" name="直接箭头连接符 63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7822" y="958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5" name="直接箭头连接符 64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7822" y="997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0" name="Text Box 191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8049" y="9014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Y1</a:t>
              </a:r>
            </a:p>
          </p:txBody>
        </p:sp>
        <p:sp>
          <p:nvSpPr>
            <p:cNvPr id="81" name="Text Box 191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8049" y="9411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Y2</a:t>
              </a:r>
            </a:p>
          </p:txBody>
        </p:sp>
        <p:sp>
          <p:nvSpPr>
            <p:cNvPr id="82" name="Text Box 191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8049" y="9808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Y3</a:t>
              </a:r>
            </a:p>
          </p:txBody>
        </p:sp>
      </p:grpSp>
      <p:sp>
        <p:nvSpPr>
          <p:cNvPr id="230" name="Text Box 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829780" y="5749542"/>
            <a:ext cx="331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990600" indent="-990600">
              <a:lnSpc>
                <a:spcPct val="10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思考①：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负逻辑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如何实现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sp>
        <p:nvSpPr>
          <p:cNvPr id="85" name="Text Box 4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830070" y="6109727"/>
            <a:ext cx="4012565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990600" indent="-990600">
              <a:lnSpc>
                <a:spcPct val="10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思考②：</a:t>
            </a:r>
            <a:r>
              <a:rPr 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带控制端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译码器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如何实现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graphicFrame>
        <p:nvGraphicFramePr>
          <p:cNvPr id="86" name="表格 85"/>
          <p:cNvGraphicFramePr>
            <a:graphicFrameLocks noGrp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124366598"/>
              </p:ext>
            </p:extLst>
          </p:nvPr>
        </p:nvGraphicFramePr>
        <p:xfrm>
          <a:off x="6082665" y="5776657"/>
          <a:ext cx="1906270" cy="6629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0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9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EN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L="0" marR="0" marT="1778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Y3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Y2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b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正常译码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7560945" y="3544962"/>
            <a:ext cx="1007110" cy="1187450"/>
            <a:chOff x="12359" y="5556"/>
            <a:chExt cx="1586" cy="1870"/>
          </a:xfrm>
        </p:grpSpPr>
        <p:sp>
          <p:nvSpPr>
            <p:cNvPr id="9" name="Text Box 3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2585" y="5556"/>
              <a:ext cx="1134" cy="147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ct val="90000"/>
                </a:lnSpc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3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2585" y="5840"/>
              <a:ext cx="454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A1</a:t>
              </a:r>
            </a:p>
          </p:txBody>
        </p:sp>
        <p:sp>
          <p:nvSpPr>
            <p:cNvPr id="20" name="Text Box 3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3266" y="5612"/>
              <a:ext cx="454" cy="136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Y2Y3</a:t>
              </a:r>
            </a:p>
          </p:txBody>
        </p:sp>
        <p:cxnSp>
          <p:nvCxnSpPr>
            <p:cNvPr id="46" name="直接箭头连接符 45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12359" y="6010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7" name="直接箭头连接符 46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12359" y="6350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8" name="直接箭头连接符 47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13719" y="575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9" name="直接箭头连接符 48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13719" y="609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0" name="直接箭头连接符 49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13719" y="646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13719" y="680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2" name="Text Box 19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2359" y="7086"/>
              <a:ext cx="158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2-4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译码器</a:t>
              </a:r>
            </a:p>
          </p:txBody>
        </p:sp>
        <p:cxnSp>
          <p:nvCxnSpPr>
            <p:cNvPr id="53" name="直接箭头连接符 52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12359" y="674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54" name="Text Box 36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2586" y="6576"/>
              <a:ext cx="454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EN</a:t>
              </a:r>
            </a:p>
          </p:txBody>
        </p:sp>
      </p:grpSp>
      <p:sp>
        <p:nvSpPr>
          <p:cNvPr id="621" name="Text Box 6"/>
          <p:cNvSpPr txBox="1">
            <a:spLocks noChangeArrowheads="1"/>
          </p:cNvSpPr>
          <p:nvPr/>
        </p:nvSpPr>
        <p:spPr bwMode="auto">
          <a:xfrm>
            <a:off x="706120" y="3654182"/>
            <a:ext cx="1405890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真值表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应用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bldLvl="0" animBg="1"/>
      <p:bldP spid="8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7</a:t>
            </a:fld>
            <a:endParaRPr lang="en-US" altLang="zh-CN"/>
          </a:p>
        </p:txBody>
      </p:sp>
      <p:sp>
        <p:nvSpPr>
          <p:cNvPr id="158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332656"/>
            <a:ext cx="6410960" cy="46310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803910" indent="-8039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译码器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74L138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000" b="1" dirty="0">
                <a:sym typeface="+mn-ea"/>
              </a:rPr>
              <a:t>真值表如下，画出其逻辑电路图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逻辑表达式：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控制逻辑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输出逻辑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逻辑电路图：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/>
              <p:cNvGraphicFramePr>
                <a:graphicFrameLocks noGrp="1"/>
              </p:cNvGraphicFramePr>
              <p:nvPr>
                <p:custDataLst>
                  <p:tags r:id="rId2"/>
                </p:custDataLst>
                <p:extLst>
                  <p:ext uri="{D42A27DB-BD31-4B8C-83A1-F6EECF244321}">
                    <p14:modId xmlns:p14="http://schemas.microsoft.com/office/powerpoint/2010/main" val="2680889818"/>
                  </p:ext>
                </p:extLst>
              </p:nvPr>
            </p:nvGraphicFramePr>
            <p:xfrm>
              <a:off x="2044065" y="810811"/>
              <a:ext cx="5226685" cy="242392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422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76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32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492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581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95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258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35179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5125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3810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362585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349885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  <a:gridCol w="349250">
                      <a:extLst>
                        <a:ext uri="{9D8B030D-6E8A-4147-A177-3AD203B41FA5}">
                          <a16:colId xmlns:a16="http://schemas.microsoft.com/office/drawing/2014/main" val="20012"/>
                        </a:ext>
                      </a:extLst>
                    </a:gridCol>
                    <a:gridCol w="354330">
                      <a:extLst>
                        <a:ext uri="{9D8B030D-6E8A-4147-A177-3AD203B41FA5}">
                          <a16:colId xmlns:a16="http://schemas.microsoft.com/office/drawing/2014/main" val="20013"/>
                        </a:ext>
                      </a:extLst>
                    </a:gridCol>
                  </a:tblGrid>
                  <a:tr h="242570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G1</a:t>
                          </a:r>
                        </a:p>
                      </a:txBody>
                      <a:tcPr marL="36195" marR="36195" marT="17780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G2A</a:t>
                          </a:r>
                        </a:p>
                      </a:txBody>
                      <a:tcPr marL="36195" marR="36195" marT="1778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G2B</a:t>
                          </a:r>
                        </a:p>
                      </a:txBody>
                      <a:tcPr marL="36195" marR="36195" marT="17780" marB="0" anchor="ctr">
                        <a:lnL w="12700" cmpd="sng">
                          <a:noFill/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ysDash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C</a:t>
                          </a:r>
                        </a:p>
                      </a:txBody>
                      <a:tcPr marL="36195" marR="36195" marT="17780" marB="0" anchor="ctr">
                        <a:lnL w="12700">
                          <a:solidFill>
                            <a:schemeClr val="tx1"/>
                          </a:solidFill>
                          <a:prstDash val="sysDash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</a:pPr>
                          <a:r>
                            <a:rPr lang="en-US" altLang="zh-CN" sz="1600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cs typeface="宋体" panose="02010600030101010101" pitchFamily="2" charset="-122"/>
                              <a:sym typeface="+mn-ea"/>
                            </a:rPr>
                            <a:t>A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  <a:cs typeface="宋体" panose="02010600030101010101" pitchFamily="2" charset="-122"/>
                            <a:sym typeface="+mn-ea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6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Y</m:t>
                                    </m:r>
                                    <m: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6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Y</m:t>
                                    </m:r>
                                    <m: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6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Y</m:t>
                                    </m:r>
                                    <m: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6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Y</m:t>
                                    </m:r>
                                    <m: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6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Y</m:t>
                                    </m:r>
                                    <m: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6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Y</m:t>
                                    </m:r>
                                    <m: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6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Y</m:t>
                                    </m:r>
                                    <m: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6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Y</m:t>
                                    </m:r>
                                    <m:r>
                                      <a:rPr lang="en-US" altLang="zh-CN" sz="1600" b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2615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</a:txBody>
                      <a:tcPr marL="36195" marR="36195" marT="17780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</a:txBody>
                      <a:tcPr marL="36195" marR="36195" marT="1778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 w="12700" cmpd="sng">
                          <a:noFill/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ysDash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 </a:t>
                          </a:r>
                        </a:p>
                      </a:txBody>
                      <a:tcPr marL="36195" marR="36195" marT="17780" marB="0" anchor="ctr">
                        <a:lnL w="12700">
                          <a:solidFill>
                            <a:schemeClr val="tx1"/>
                          </a:solidFill>
                          <a:prstDash val="sysDash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*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577340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 w="12700">
                          <a:solidFill>
                            <a:schemeClr val="tx1"/>
                          </a:solidFill>
                          <a:prstDash val="sysDash"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 w="12700">
                          <a:solidFill>
                            <a:schemeClr val="tx1"/>
                          </a:solidFill>
                          <a:prstDash val="sysDash"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/>
              <p:cNvGraphicFramePr>
                <a:graphicFrameLocks noGrp="1"/>
              </p:cNvGraphicFramePr>
              <p:nvPr>
                <p:custDataLst>
                  <p:tags r:id="rId153"/>
                </p:custDataLst>
                <p:extLst>
                  <p:ext uri="{D42A27DB-BD31-4B8C-83A1-F6EECF244321}">
                    <p14:modId xmlns:p14="http://schemas.microsoft.com/office/powerpoint/2010/main" val="2680889818"/>
                  </p:ext>
                </p:extLst>
              </p:nvPr>
            </p:nvGraphicFramePr>
            <p:xfrm>
              <a:off x="2044065" y="810811"/>
              <a:ext cx="5226685" cy="242392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422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76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32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492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581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95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6258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35179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365125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3810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362585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349885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  <a:gridCol w="349250">
                      <a:extLst>
                        <a:ext uri="{9D8B030D-6E8A-4147-A177-3AD203B41FA5}">
                          <a16:colId xmlns:a16="http://schemas.microsoft.com/office/drawing/2014/main" val="20012"/>
                        </a:ext>
                      </a:extLst>
                    </a:gridCol>
                    <a:gridCol w="354330">
                      <a:extLst>
                        <a:ext uri="{9D8B030D-6E8A-4147-A177-3AD203B41FA5}">
                          <a16:colId xmlns:a16="http://schemas.microsoft.com/office/drawing/2014/main" val="20013"/>
                        </a:ext>
                      </a:extLst>
                    </a:gridCol>
                  </a:tblGrid>
                  <a:tr h="242570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G1</a:t>
                          </a:r>
                        </a:p>
                      </a:txBody>
                      <a:tcPr marL="36195" marR="36195" marT="17780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G2A</a:t>
                          </a:r>
                        </a:p>
                      </a:txBody>
                      <a:tcPr marL="36195" marR="36195" marT="1778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G2B</a:t>
                          </a:r>
                        </a:p>
                      </a:txBody>
                      <a:tcPr marL="36195" marR="36195" marT="17780" marB="0" anchor="ctr">
                        <a:lnL w="12700" cmpd="sng">
                          <a:noFill/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ysDash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C</a:t>
                          </a:r>
                        </a:p>
                      </a:txBody>
                      <a:tcPr marL="36195" marR="36195" marT="17780" marB="0" anchor="ctr">
                        <a:lnL w="12700">
                          <a:solidFill>
                            <a:schemeClr val="tx1"/>
                          </a:solidFill>
                          <a:prstDash val="sysDash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90000"/>
                            </a:lnSpc>
                          </a:pPr>
                          <a:r>
                            <a:rPr lang="en-US" altLang="zh-CN" sz="1600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cs typeface="宋体" panose="02010600030101010101" pitchFamily="2" charset="-122"/>
                              <a:sym typeface="+mn-ea"/>
                            </a:rPr>
                            <a:t>A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  <a:cs typeface="宋体" panose="02010600030101010101" pitchFamily="2" charset="-122"/>
                            <a:sym typeface="+mn-ea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17780" marB="0"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54"/>
                          <a:stretch>
                            <a:fillRect l="-655932" t="-27500" r="-703390" b="-9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54"/>
                          <a:stretch>
                            <a:fillRect l="-768966" t="-27500" r="-615517" b="-9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154"/>
                          <a:stretch>
                            <a:fillRect l="-840000" t="-27500" r="-495000" b="-9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154"/>
                          <a:stretch>
                            <a:fillRect l="-895238" t="-27500" r="-371429" b="-9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154"/>
                          <a:stretch>
                            <a:fillRect l="-1062712" t="-27500" r="-296610" b="-9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154"/>
                          <a:stretch>
                            <a:fillRect l="-1182759" t="-27500" r="-201724" b="-9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154"/>
                          <a:stretch>
                            <a:fillRect l="-1305263" t="-27500" r="-105263" b="-9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154"/>
                          <a:stretch>
                            <a:fillRect l="-1381034" t="-27500" r="-3448" b="-94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2996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</a:txBody>
                      <a:tcPr marL="36195" marR="36195" marT="17780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</a:txBody>
                      <a:tcPr marL="36195" marR="36195" marT="1778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 w="12700" cmpd="sng">
                          <a:noFill/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ysDash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 </a:t>
                          </a:r>
                        </a:p>
                      </a:txBody>
                      <a:tcPr marL="36195" marR="36195" marT="17780" marB="0" anchor="ctr">
                        <a:lnL w="12700">
                          <a:solidFill>
                            <a:schemeClr val="tx1"/>
                          </a:solidFill>
                          <a:prstDash val="sysDash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*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*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ysDash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578356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 w="12700">
                          <a:solidFill>
                            <a:schemeClr val="tx1"/>
                          </a:solidFill>
                          <a:prstDash val="sysDash"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 w="12700">
                          <a:solidFill>
                            <a:schemeClr val="tx1"/>
                          </a:solidFill>
                          <a:prstDash val="sysDash"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rgbClr val="C00000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7780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ysDash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6" name="圆角矩形 35"/>
          <p:cNvSpPr/>
          <p:nvPr>
            <p:custDataLst>
              <p:tags r:id="rId3"/>
            </p:custDataLst>
          </p:nvPr>
        </p:nvSpPr>
        <p:spPr>
          <a:xfrm>
            <a:off x="2124075" y="1673141"/>
            <a:ext cx="1080000" cy="1548000"/>
          </a:xfrm>
          <a:prstGeom prst="roundRect">
            <a:avLst/>
          </a:prstGeom>
          <a:noFill/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91"/>
              <p:cNvSpPr txBox="1">
                <a:spLocks noChangeArrowheads="1"/>
              </p:cNvSpPr>
              <p:nvPr/>
            </p:nvSpPr>
            <p:spPr bwMode="auto">
              <a:xfrm>
                <a:off x="2768599" y="3689643"/>
                <a:ext cx="3143661" cy="72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36195" tIns="17780" rIns="36195" bIns="10795" anchor="t" anchorCtr="0"/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EN</a:t>
                </a:r>
                <a:r>
                  <a:rPr lang="zh-CN" altLang="en-US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G1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altLang="zh-CN" sz="20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baseline="-25000" dirty="0"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altLang="zh-CN" sz="20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</a:t>
                </a:r>
              </a:p>
              <a:p>
                <a:pPr algn="l">
                  <a:lnSpc>
                    <a:spcPct val="100000"/>
                  </a:lnSpc>
                  <a:spcBef>
                    <a:spcPts val="5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CN" sz="20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EN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•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2•</m:t>
                        </m:r>
                        <m:acc>
                          <m:accPr>
                            <m:chr m:val="̅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A</m:t>
                            </m:r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1</m:t>
                            </m:r>
                          </m:e>
                        </m:acc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•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r>
                  <a:rPr lang="zh-CN" altLang="en-US" sz="20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，…</a:t>
                </a:r>
                <a:endPara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15" name="Text Box 1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8599" y="3689643"/>
                <a:ext cx="3143661" cy="720000"/>
              </a:xfrm>
              <a:prstGeom prst="rect">
                <a:avLst/>
              </a:prstGeom>
              <a:blipFill>
                <a:blip r:embed="rId155"/>
                <a:stretch>
                  <a:fillRect l="-3682" t="-10169" r="-581" b="-22034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6" name="组合 455"/>
          <p:cNvGrpSpPr/>
          <p:nvPr/>
        </p:nvGrpSpPr>
        <p:grpSpPr>
          <a:xfrm>
            <a:off x="5754568" y="3393356"/>
            <a:ext cx="2849880" cy="2628265"/>
            <a:chOff x="3402" y="5613"/>
            <a:chExt cx="4488" cy="4139"/>
          </a:xfrm>
        </p:grpSpPr>
        <p:sp>
          <p:nvSpPr>
            <p:cNvPr id="21" name="Text Box 3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153" y="5613"/>
              <a:ext cx="3175" cy="4139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2" name="直接箭头连接符 21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5896" y="6236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" name="直接箭头连接符 22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6180" y="9411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24" name="组合 23"/>
            <p:cNvGrpSpPr/>
            <p:nvPr/>
          </p:nvGrpSpPr>
          <p:grpSpPr>
            <a:xfrm>
              <a:off x="4254" y="5896"/>
              <a:ext cx="339" cy="340"/>
              <a:chOff x="4083" y="6291"/>
              <a:chExt cx="339" cy="340"/>
            </a:xfrm>
          </p:grpSpPr>
          <p:sp>
            <p:nvSpPr>
              <p:cNvPr id="25" name="椭圆 24"/>
              <p:cNvSpPr/>
              <p:nvPr>
                <p:custDataLst>
                  <p:tags r:id="rId149"/>
                </p:custDataLst>
              </p:nvPr>
            </p:nvSpPr>
            <p:spPr>
              <a:xfrm>
                <a:off x="4309" y="640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Text Box 36"/>
              <p:cNvSpPr txBox="1">
                <a:spLocks noChangeArrowheads="1"/>
              </p:cNvSpPr>
              <p:nvPr>
                <p:custDataLst>
                  <p:tags r:id="rId150"/>
                </p:custDataLst>
              </p:nvPr>
            </p:nvSpPr>
            <p:spPr bwMode="auto">
              <a:xfrm>
                <a:off x="4083" y="6291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cxnSp>
          <p:nvCxnSpPr>
            <p:cNvPr id="27" name="直接箭头连接符 26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5613" y="9524"/>
              <a:ext cx="73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" name="直接箭头连接符 27"/>
            <p:cNvCxnSpPr/>
            <p:nvPr>
              <p:custDataLst>
                <p:tags r:id="rId11"/>
              </p:custDataLst>
            </p:nvPr>
          </p:nvCxnSpPr>
          <p:spPr bwMode="auto">
            <a:xfrm flipH="1" flipV="1">
              <a:off x="4932" y="7597"/>
              <a:ext cx="1" cy="1304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0" name="直接箭头连接符 29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5783" y="5726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33" name="组合 32"/>
            <p:cNvGrpSpPr/>
            <p:nvPr/>
          </p:nvGrpSpPr>
          <p:grpSpPr>
            <a:xfrm>
              <a:off x="4251" y="6293"/>
              <a:ext cx="338" cy="340"/>
              <a:chOff x="4283" y="6999"/>
              <a:chExt cx="338" cy="340"/>
            </a:xfrm>
          </p:grpSpPr>
          <p:sp>
            <p:nvSpPr>
              <p:cNvPr id="34" name="椭圆 33"/>
              <p:cNvSpPr/>
              <p:nvPr>
                <p:custDataLst>
                  <p:tags r:id="rId147"/>
                </p:custDataLst>
              </p:nvPr>
            </p:nvSpPr>
            <p:spPr>
              <a:xfrm>
                <a:off x="4509" y="711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Text Box 36"/>
              <p:cNvSpPr txBox="1"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4283" y="6999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cxnSp>
          <p:nvCxnSpPr>
            <p:cNvPr id="16" name="直接箭头连接符 15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4762" y="6973"/>
              <a:ext cx="158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8" name="Text Box 19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572" y="5613"/>
              <a:ext cx="454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G1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9" name="Text Box 19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402" y="5896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G2A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0" name="直接箭头连接符 39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4591" y="6066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4762" y="6973"/>
              <a:ext cx="0" cy="255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59" name="直接箭头连接符 58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5613" y="8277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5102" y="7767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67" name="直接箭头连接符 66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4025" y="951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6" name="直接箭头连接符 75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5330" y="6066"/>
              <a:ext cx="1191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77" name="直接箭头连接符 76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6066" y="5840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8" name="直接箭头连接符 87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4932" y="7589"/>
              <a:ext cx="113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grpSp>
          <p:nvGrpSpPr>
            <p:cNvPr id="102" name="组合 101"/>
            <p:cNvGrpSpPr/>
            <p:nvPr/>
          </p:nvGrpSpPr>
          <p:grpSpPr>
            <a:xfrm>
              <a:off x="6349" y="5669"/>
              <a:ext cx="1540" cy="445"/>
              <a:chOff x="6404" y="5669"/>
              <a:chExt cx="1530" cy="454"/>
            </a:xfrm>
          </p:grpSpPr>
          <p:cxnSp>
            <p:nvCxnSpPr>
              <p:cNvPr id="79" name="直接箭头连接符 78"/>
              <p:cNvCxnSpPr/>
              <p:nvPr>
                <p:custDataLst>
                  <p:tags r:id="rId138"/>
                </p:custDataLst>
              </p:nvPr>
            </p:nvCxnSpPr>
            <p:spPr bwMode="auto">
              <a:xfrm flipV="1">
                <a:off x="6404" y="572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0" name="Text Box 191"/>
              <p:cNvSpPr txBox="1">
                <a:spLocks noChangeArrowheads="1"/>
              </p:cNvSpPr>
              <p:nvPr>
                <p:custDataLst>
                  <p:tags r:id="rId139"/>
                </p:custDataLst>
              </p:nvPr>
            </p:nvSpPr>
            <p:spPr bwMode="auto">
              <a:xfrm>
                <a:off x="7480" y="5726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Y0</a:t>
                </a:r>
              </a:p>
            </p:txBody>
          </p:sp>
          <p:sp>
            <p:nvSpPr>
              <p:cNvPr id="17" name="Text Box 36"/>
              <p:cNvSpPr txBox="1">
                <a:spLocks noChangeArrowheads="1"/>
              </p:cNvSpPr>
              <p:nvPr>
                <p:custDataLst>
                  <p:tags r:id="rId140"/>
                </p:custDataLst>
              </p:nvPr>
            </p:nvSpPr>
            <p:spPr bwMode="auto">
              <a:xfrm>
                <a:off x="6800" y="5669"/>
                <a:ext cx="339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46" name="直接箭头连接符 45"/>
              <p:cNvCxnSpPr/>
              <p:nvPr>
                <p:custDataLst>
                  <p:tags r:id="rId141"/>
                </p:custDataLst>
              </p:nvPr>
            </p:nvCxnSpPr>
            <p:spPr bwMode="auto">
              <a:xfrm flipV="1">
                <a:off x="7254" y="590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8" name="椭圆 17"/>
              <p:cNvSpPr/>
              <p:nvPr>
                <p:custDataLst>
                  <p:tags r:id="rId142"/>
                </p:custDataLst>
              </p:nvPr>
            </p:nvSpPr>
            <p:spPr>
              <a:xfrm>
                <a:off x="7140" y="5839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9" name="直接箭头连接符 18"/>
              <p:cNvCxnSpPr/>
              <p:nvPr>
                <p:custDataLst>
                  <p:tags r:id="rId143"/>
                </p:custDataLst>
              </p:nvPr>
            </p:nvCxnSpPr>
            <p:spPr bwMode="auto">
              <a:xfrm flipV="1">
                <a:off x="7537" y="5726"/>
                <a:ext cx="34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9" name="直接箭头连接符 98"/>
              <p:cNvCxnSpPr/>
              <p:nvPr>
                <p:custDataLst>
                  <p:tags r:id="rId144"/>
                </p:custDataLst>
              </p:nvPr>
            </p:nvCxnSpPr>
            <p:spPr bwMode="auto">
              <a:xfrm flipV="1">
                <a:off x="6404" y="5843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00" name="直接箭头连接符 99"/>
              <p:cNvCxnSpPr/>
              <p:nvPr>
                <p:custDataLst>
                  <p:tags r:id="rId145"/>
                </p:custDataLst>
              </p:nvPr>
            </p:nvCxnSpPr>
            <p:spPr bwMode="auto">
              <a:xfrm flipV="1">
                <a:off x="6404" y="595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01" name="直接箭头连接符 100"/>
              <p:cNvCxnSpPr/>
              <p:nvPr>
                <p:custDataLst>
                  <p:tags r:id="rId146"/>
                </p:custDataLst>
              </p:nvPr>
            </p:nvCxnSpPr>
            <p:spPr bwMode="auto">
              <a:xfrm flipV="1">
                <a:off x="6574" y="607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</p:grpSp>
        <p:grpSp>
          <p:nvGrpSpPr>
            <p:cNvPr id="256" name="组合 255"/>
            <p:cNvGrpSpPr/>
            <p:nvPr/>
          </p:nvGrpSpPr>
          <p:grpSpPr>
            <a:xfrm>
              <a:off x="4252" y="8107"/>
              <a:ext cx="1358" cy="340"/>
              <a:chOff x="3969" y="8731"/>
              <a:chExt cx="1358" cy="340"/>
            </a:xfrm>
          </p:grpSpPr>
          <p:sp>
            <p:nvSpPr>
              <p:cNvPr id="90" name="椭圆 89"/>
              <p:cNvSpPr/>
              <p:nvPr>
                <p:custDataLst>
                  <p:tags r:id="rId133"/>
                </p:custDataLst>
              </p:nvPr>
            </p:nvSpPr>
            <p:spPr>
              <a:xfrm>
                <a:off x="4195" y="884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Text Box 36"/>
              <p:cNvSpPr txBox="1">
                <a:spLocks noChangeArrowheads="1"/>
              </p:cNvSpPr>
              <p:nvPr>
                <p:custDataLst>
                  <p:tags r:id="rId134"/>
                </p:custDataLst>
              </p:nvPr>
            </p:nvSpPr>
            <p:spPr bwMode="auto">
              <a:xfrm>
                <a:off x="3969" y="8731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92" name="直接箭头连接符 91"/>
              <p:cNvCxnSpPr/>
              <p:nvPr>
                <p:custDataLst>
                  <p:tags r:id="rId135"/>
                </p:custDataLst>
              </p:nvPr>
            </p:nvCxnSpPr>
            <p:spPr bwMode="auto">
              <a:xfrm flipV="1">
                <a:off x="4309" y="8901"/>
                <a:ext cx="68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54" name="椭圆 253"/>
              <p:cNvSpPr/>
              <p:nvPr>
                <p:custDataLst>
                  <p:tags r:id="rId136"/>
                </p:custDataLst>
              </p:nvPr>
            </p:nvSpPr>
            <p:spPr>
              <a:xfrm>
                <a:off x="5215" y="884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5" name="Text Box 36"/>
              <p:cNvSpPr txBox="1">
                <a:spLocks noChangeArrowheads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4989" y="8731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317" name="组合 316"/>
            <p:cNvGrpSpPr/>
            <p:nvPr/>
          </p:nvGrpSpPr>
          <p:grpSpPr>
            <a:xfrm>
              <a:off x="6350" y="9241"/>
              <a:ext cx="1540" cy="445"/>
              <a:chOff x="6404" y="5669"/>
              <a:chExt cx="1530" cy="454"/>
            </a:xfrm>
          </p:grpSpPr>
          <p:cxnSp>
            <p:nvCxnSpPr>
              <p:cNvPr id="318" name="直接箭头连接符 317"/>
              <p:cNvCxnSpPr/>
              <p:nvPr>
                <p:custDataLst>
                  <p:tags r:id="rId124"/>
                </p:custDataLst>
              </p:nvPr>
            </p:nvCxnSpPr>
            <p:spPr bwMode="auto">
              <a:xfrm flipV="1">
                <a:off x="6404" y="572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319" name="Text Box 191"/>
              <p:cNvSpPr txBox="1">
                <a:spLocks noChangeArrowheads="1"/>
              </p:cNvSpPr>
              <p:nvPr>
                <p:custDataLst>
                  <p:tags r:id="rId125"/>
                </p:custDataLst>
              </p:nvPr>
            </p:nvSpPr>
            <p:spPr bwMode="auto">
              <a:xfrm>
                <a:off x="7480" y="5726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Y7</a:t>
                </a:r>
              </a:p>
            </p:txBody>
          </p:sp>
          <p:sp>
            <p:nvSpPr>
              <p:cNvPr id="320" name="Text Box 36"/>
              <p:cNvSpPr txBox="1">
                <a:spLocks noChangeArrowheads="1"/>
              </p:cNvSpPr>
              <p:nvPr>
                <p:custDataLst>
                  <p:tags r:id="rId126"/>
                </p:custDataLst>
              </p:nvPr>
            </p:nvSpPr>
            <p:spPr bwMode="auto">
              <a:xfrm>
                <a:off x="6800" y="5669"/>
                <a:ext cx="339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21" name="直接箭头连接符 320"/>
              <p:cNvCxnSpPr/>
              <p:nvPr>
                <p:custDataLst>
                  <p:tags r:id="rId127"/>
                </p:custDataLst>
              </p:nvPr>
            </p:nvCxnSpPr>
            <p:spPr bwMode="auto">
              <a:xfrm flipV="1">
                <a:off x="7254" y="590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22" name="椭圆 321"/>
              <p:cNvSpPr/>
              <p:nvPr>
                <p:custDataLst>
                  <p:tags r:id="rId128"/>
                </p:custDataLst>
              </p:nvPr>
            </p:nvSpPr>
            <p:spPr>
              <a:xfrm>
                <a:off x="7140" y="5839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23" name="直接箭头连接符 322"/>
              <p:cNvCxnSpPr/>
              <p:nvPr>
                <p:custDataLst>
                  <p:tags r:id="rId129"/>
                </p:custDataLst>
              </p:nvPr>
            </p:nvCxnSpPr>
            <p:spPr bwMode="auto">
              <a:xfrm flipV="1">
                <a:off x="7537" y="5726"/>
                <a:ext cx="34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24" name="直接箭头连接符 323"/>
              <p:cNvCxnSpPr/>
              <p:nvPr>
                <p:custDataLst>
                  <p:tags r:id="rId130"/>
                </p:custDataLst>
              </p:nvPr>
            </p:nvCxnSpPr>
            <p:spPr bwMode="auto">
              <a:xfrm flipV="1">
                <a:off x="6404" y="5843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25" name="直接箭头连接符 324"/>
              <p:cNvCxnSpPr/>
              <p:nvPr>
                <p:custDataLst>
                  <p:tags r:id="rId131"/>
                </p:custDataLst>
              </p:nvPr>
            </p:nvCxnSpPr>
            <p:spPr bwMode="auto">
              <a:xfrm flipV="1">
                <a:off x="6404" y="595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26" name="直接箭头连接符 325"/>
              <p:cNvCxnSpPr/>
              <p:nvPr>
                <p:custDataLst>
                  <p:tags r:id="rId132"/>
                </p:custDataLst>
              </p:nvPr>
            </p:nvCxnSpPr>
            <p:spPr bwMode="auto">
              <a:xfrm flipV="1">
                <a:off x="6574" y="607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</p:grpSp>
        <p:cxnSp>
          <p:nvCxnSpPr>
            <p:cNvPr id="327" name="直接箭头连接符 326"/>
            <p:cNvCxnSpPr/>
            <p:nvPr>
              <p:custDataLst>
                <p:tags r:id="rId24"/>
              </p:custDataLst>
            </p:nvPr>
          </p:nvCxnSpPr>
          <p:spPr bwMode="auto">
            <a:xfrm>
              <a:off x="6518" y="6066"/>
              <a:ext cx="0" cy="357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328" name="组合 327"/>
            <p:cNvGrpSpPr/>
            <p:nvPr/>
          </p:nvGrpSpPr>
          <p:grpSpPr>
            <a:xfrm>
              <a:off x="4252" y="8731"/>
              <a:ext cx="1358" cy="340"/>
              <a:chOff x="3969" y="8731"/>
              <a:chExt cx="1358" cy="340"/>
            </a:xfrm>
          </p:grpSpPr>
          <p:sp>
            <p:nvSpPr>
              <p:cNvPr id="329" name="椭圆 328"/>
              <p:cNvSpPr/>
              <p:nvPr>
                <p:custDataLst>
                  <p:tags r:id="rId119"/>
                </p:custDataLst>
              </p:nvPr>
            </p:nvSpPr>
            <p:spPr>
              <a:xfrm>
                <a:off x="4195" y="884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0" name="Text Box 36"/>
              <p:cNvSpPr txBox="1">
                <a:spLocks noChangeArrowheads="1"/>
              </p:cNvSpPr>
              <p:nvPr>
                <p:custDataLst>
                  <p:tags r:id="rId120"/>
                </p:custDataLst>
              </p:nvPr>
            </p:nvSpPr>
            <p:spPr bwMode="auto">
              <a:xfrm>
                <a:off x="3969" y="8731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331" name="直接箭头连接符 330"/>
              <p:cNvCxnSpPr/>
              <p:nvPr>
                <p:custDataLst>
                  <p:tags r:id="rId121"/>
                </p:custDataLst>
              </p:nvPr>
            </p:nvCxnSpPr>
            <p:spPr bwMode="auto">
              <a:xfrm flipV="1">
                <a:off x="4309" y="8901"/>
                <a:ext cx="68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32" name="椭圆 331"/>
              <p:cNvSpPr/>
              <p:nvPr>
                <p:custDataLst>
                  <p:tags r:id="rId122"/>
                </p:custDataLst>
              </p:nvPr>
            </p:nvSpPr>
            <p:spPr>
              <a:xfrm>
                <a:off x="5215" y="884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3" name="Text Box 36"/>
              <p:cNvSpPr txBox="1">
                <a:spLocks noChangeArrowheads="1"/>
              </p:cNvSpPr>
              <p:nvPr>
                <p:custDataLst>
                  <p:tags r:id="rId123"/>
                </p:custDataLst>
              </p:nvPr>
            </p:nvSpPr>
            <p:spPr bwMode="auto">
              <a:xfrm>
                <a:off x="4989" y="8731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334" name="组合 333"/>
            <p:cNvGrpSpPr/>
            <p:nvPr/>
          </p:nvGrpSpPr>
          <p:grpSpPr>
            <a:xfrm>
              <a:off x="4252" y="9354"/>
              <a:ext cx="1358" cy="340"/>
              <a:chOff x="3969" y="8731"/>
              <a:chExt cx="1358" cy="340"/>
            </a:xfrm>
          </p:grpSpPr>
          <p:sp>
            <p:nvSpPr>
              <p:cNvPr id="335" name="椭圆 334"/>
              <p:cNvSpPr/>
              <p:nvPr>
                <p:custDataLst>
                  <p:tags r:id="rId114"/>
                </p:custDataLst>
              </p:nvPr>
            </p:nvSpPr>
            <p:spPr>
              <a:xfrm>
                <a:off x="4195" y="884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6" name="Text Box 36"/>
              <p:cNvSpPr txBox="1">
                <a:spLocks noChangeArrowheads="1"/>
              </p:cNvSpPr>
              <p:nvPr>
                <p:custDataLst>
                  <p:tags r:id="rId115"/>
                </p:custDataLst>
              </p:nvPr>
            </p:nvSpPr>
            <p:spPr bwMode="auto">
              <a:xfrm>
                <a:off x="3969" y="8731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337" name="直接箭头连接符 336"/>
              <p:cNvCxnSpPr/>
              <p:nvPr>
                <p:custDataLst>
                  <p:tags r:id="rId116"/>
                </p:custDataLst>
              </p:nvPr>
            </p:nvCxnSpPr>
            <p:spPr bwMode="auto">
              <a:xfrm flipV="1">
                <a:off x="4309" y="8901"/>
                <a:ext cx="68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38" name="椭圆 337"/>
              <p:cNvSpPr/>
              <p:nvPr>
                <p:custDataLst>
                  <p:tags r:id="rId117"/>
                </p:custDataLst>
              </p:nvPr>
            </p:nvSpPr>
            <p:spPr>
              <a:xfrm>
                <a:off x="5215" y="8845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9" name="Text Box 36"/>
              <p:cNvSpPr txBox="1">
                <a:spLocks noChangeArrowheads="1"/>
              </p:cNvSpPr>
              <p:nvPr>
                <p:custDataLst>
                  <p:tags r:id="rId118"/>
                </p:custDataLst>
              </p:nvPr>
            </p:nvSpPr>
            <p:spPr bwMode="auto">
              <a:xfrm>
                <a:off x="4989" y="8731"/>
                <a:ext cx="22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340" name="组合 339"/>
            <p:cNvGrpSpPr/>
            <p:nvPr/>
          </p:nvGrpSpPr>
          <p:grpSpPr>
            <a:xfrm>
              <a:off x="6350" y="6180"/>
              <a:ext cx="1540" cy="445"/>
              <a:chOff x="6404" y="5669"/>
              <a:chExt cx="1530" cy="454"/>
            </a:xfrm>
          </p:grpSpPr>
          <p:cxnSp>
            <p:nvCxnSpPr>
              <p:cNvPr id="341" name="直接箭头连接符 340"/>
              <p:cNvCxnSpPr/>
              <p:nvPr>
                <p:custDataLst>
                  <p:tags r:id="rId105"/>
                </p:custDataLst>
              </p:nvPr>
            </p:nvCxnSpPr>
            <p:spPr bwMode="auto">
              <a:xfrm flipV="1">
                <a:off x="6404" y="572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342" name="Text Box 191"/>
              <p:cNvSpPr txBox="1">
                <a:spLocks noChangeArrowheads="1"/>
              </p:cNvSpPr>
              <p:nvPr>
                <p:custDataLst>
                  <p:tags r:id="rId106"/>
                </p:custDataLst>
              </p:nvPr>
            </p:nvSpPr>
            <p:spPr bwMode="auto">
              <a:xfrm>
                <a:off x="7480" y="5726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Y1</a:t>
                </a:r>
              </a:p>
            </p:txBody>
          </p:sp>
          <p:sp>
            <p:nvSpPr>
              <p:cNvPr id="343" name="Text Box 36"/>
              <p:cNvSpPr txBox="1">
                <a:spLocks noChangeArrowheads="1"/>
              </p:cNvSpPr>
              <p:nvPr>
                <p:custDataLst>
                  <p:tags r:id="rId107"/>
                </p:custDataLst>
              </p:nvPr>
            </p:nvSpPr>
            <p:spPr bwMode="auto">
              <a:xfrm>
                <a:off x="6800" y="5669"/>
                <a:ext cx="339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44" name="直接箭头连接符 343"/>
              <p:cNvCxnSpPr/>
              <p:nvPr>
                <p:custDataLst>
                  <p:tags r:id="rId108"/>
                </p:custDataLst>
              </p:nvPr>
            </p:nvCxnSpPr>
            <p:spPr bwMode="auto">
              <a:xfrm flipV="1">
                <a:off x="7254" y="590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45" name="椭圆 344"/>
              <p:cNvSpPr/>
              <p:nvPr>
                <p:custDataLst>
                  <p:tags r:id="rId109"/>
                </p:custDataLst>
              </p:nvPr>
            </p:nvSpPr>
            <p:spPr>
              <a:xfrm>
                <a:off x="7140" y="5839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46" name="直接箭头连接符 345"/>
              <p:cNvCxnSpPr/>
              <p:nvPr>
                <p:custDataLst>
                  <p:tags r:id="rId110"/>
                </p:custDataLst>
              </p:nvPr>
            </p:nvCxnSpPr>
            <p:spPr bwMode="auto">
              <a:xfrm flipV="1">
                <a:off x="7537" y="5726"/>
                <a:ext cx="34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47" name="直接箭头连接符 346"/>
              <p:cNvCxnSpPr/>
              <p:nvPr>
                <p:custDataLst>
                  <p:tags r:id="rId111"/>
                </p:custDataLst>
              </p:nvPr>
            </p:nvCxnSpPr>
            <p:spPr bwMode="auto">
              <a:xfrm flipV="1">
                <a:off x="6404" y="5843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48" name="直接箭头连接符 347"/>
              <p:cNvCxnSpPr/>
              <p:nvPr>
                <p:custDataLst>
                  <p:tags r:id="rId112"/>
                </p:custDataLst>
              </p:nvPr>
            </p:nvCxnSpPr>
            <p:spPr bwMode="auto">
              <a:xfrm flipV="1">
                <a:off x="6404" y="595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49" name="直接箭头连接符 348"/>
              <p:cNvCxnSpPr/>
              <p:nvPr>
                <p:custDataLst>
                  <p:tags r:id="rId113"/>
                </p:custDataLst>
              </p:nvPr>
            </p:nvCxnSpPr>
            <p:spPr bwMode="auto">
              <a:xfrm flipV="1">
                <a:off x="6574" y="607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350" name="组合 349"/>
            <p:cNvGrpSpPr/>
            <p:nvPr/>
          </p:nvGrpSpPr>
          <p:grpSpPr>
            <a:xfrm>
              <a:off x="6350" y="6690"/>
              <a:ext cx="1540" cy="445"/>
              <a:chOff x="6404" y="5669"/>
              <a:chExt cx="1530" cy="454"/>
            </a:xfrm>
          </p:grpSpPr>
          <p:cxnSp>
            <p:nvCxnSpPr>
              <p:cNvPr id="351" name="直接箭头连接符 350"/>
              <p:cNvCxnSpPr/>
              <p:nvPr>
                <p:custDataLst>
                  <p:tags r:id="rId96"/>
                </p:custDataLst>
              </p:nvPr>
            </p:nvCxnSpPr>
            <p:spPr bwMode="auto">
              <a:xfrm flipV="1">
                <a:off x="6404" y="572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352" name="Text Box 191"/>
              <p:cNvSpPr txBox="1">
                <a:spLocks noChangeArrowheads="1"/>
              </p:cNvSpPr>
              <p:nvPr>
                <p:custDataLst>
                  <p:tags r:id="rId97"/>
                </p:custDataLst>
              </p:nvPr>
            </p:nvSpPr>
            <p:spPr bwMode="auto">
              <a:xfrm>
                <a:off x="7480" y="5726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Y2</a:t>
                </a:r>
              </a:p>
            </p:txBody>
          </p:sp>
          <p:sp>
            <p:nvSpPr>
              <p:cNvPr id="353" name="Text Box 36"/>
              <p:cNvSpPr txBox="1">
                <a:spLocks noChangeArrowheads="1"/>
              </p:cNvSpPr>
              <p:nvPr>
                <p:custDataLst>
                  <p:tags r:id="rId98"/>
                </p:custDataLst>
              </p:nvPr>
            </p:nvSpPr>
            <p:spPr bwMode="auto">
              <a:xfrm>
                <a:off x="6800" y="5669"/>
                <a:ext cx="339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54" name="直接箭头连接符 353"/>
              <p:cNvCxnSpPr/>
              <p:nvPr>
                <p:custDataLst>
                  <p:tags r:id="rId99"/>
                </p:custDataLst>
              </p:nvPr>
            </p:nvCxnSpPr>
            <p:spPr bwMode="auto">
              <a:xfrm flipV="1">
                <a:off x="7254" y="590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55" name="椭圆 354"/>
              <p:cNvSpPr/>
              <p:nvPr>
                <p:custDataLst>
                  <p:tags r:id="rId100"/>
                </p:custDataLst>
              </p:nvPr>
            </p:nvSpPr>
            <p:spPr>
              <a:xfrm>
                <a:off x="7140" y="5839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56" name="直接箭头连接符 355"/>
              <p:cNvCxnSpPr/>
              <p:nvPr>
                <p:custDataLst>
                  <p:tags r:id="rId101"/>
                </p:custDataLst>
              </p:nvPr>
            </p:nvCxnSpPr>
            <p:spPr bwMode="auto">
              <a:xfrm flipV="1">
                <a:off x="7537" y="5726"/>
                <a:ext cx="34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57" name="直接箭头连接符 356"/>
              <p:cNvCxnSpPr/>
              <p:nvPr>
                <p:custDataLst>
                  <p:tags r:id="rId102"/>
                </p:custDataLst>
              </p:nvPr>
            </p:nvCxnSpPr>
            <p:spPr bwMode="auto">
              <a:xfrm flipV="1">
                <a:off x="6404" y="5843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58" name="直接箭头连接符 357"/>
              <p:cNvCxnSpPr/>
              <p:nvPr>
                <p:custDataLst>
                  <p:tags r:id="rId103"/>
                </p:custDataLst>
              </p:nvPr>
            </p:nvCxnSpPr>
            <p:spPr bwMode="auto">
              <a:xfrm flipV="1">
                <a:off x="6404" y="595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59" name="直接箭头连接符 358"/>
              <p:cNvCxnSpPr/>
              <p:nvPr>
                <p:custDataLst>
                  <p:tags r:id="rId104"/>
                </p:custDataLst>
              </p:nvPr>
            </p:nvCxnSpPr>
            <p:spPr bwMode="auto">
              <a:xfrm flipV="1">
                <a:off x="6574" y="607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360" name="组合 359"/>
            <p:cNvGrpSpPr/>
            <p:nvPr/>
          </p:nvGrpSpPr>
          <p:grpSpPr>
            <a:xfrm>
              <a:off x="6350" y="7200"/>
              <a:ext cx="1540" cy="445"/>
              <a:chOff x="6404" y="5669"/>
              <a:chExt cx="1530" cy="454"/>
            </a:xfrm>
          </p:grpSpPr>
          <p:cxnSp>
            <p:nvCxnSpPr>
              <p:cNvPr id="361" name="直接箭头连接符 360"/>
              <p:cNvCxnSpPr/>
              <p:nvPr>
                <p:custDataLst>
                  <p:tags r:id="rId87"/>
                </p:custDataLst>
              </p:nvPr>
            </p:nvCxnSpPr>
            <p:spPr bwMode="auto">
              <a:xfrm flipV="1">
                <a:off x="6404" y="572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362" name="Text Box 191"/>
              <p:cNvSpPr txBox="1">
                <a:spLocks noChangeArrowheads="1"/>
              </p:cNvSpPr>
              <p:nvPr>
                <p:custDataLst>
                  <p:tags r:id="rId88"/>
                </p:custDataLst>
              </p:nvPr>
            </p:nvSpPr>
            <p:spPr bwMode="auto">
              <a:xfrm>
                <a:off x="7480" y="5726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Y3</a:t>
                </a:r>
              </a:p>
            </p:txBody>
          </p:sp>
          <p:sp>
            <p:nvSpPr>
              <p:cNvPr id="363" name="Text Box 36"/>
              <p:cNvSpPr txBox="1">
                <a:spLocks noChangeArrowheads="1"/>
              </p:cNvSpPr>
              <p:nvPr>
                <p:custDataLst>
                  <p:tags r:id="rId89"/>
                </p:custDataLst>
              </p:nvPr>
            </p:nvSpPr>
            <p:spPr bwMode="auto">
              <a:xfrm>
                <a:off x="6800" y="5669"/>
                <a:ext cx="339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64" name="直接箭头连接符 363"/>
              <p:cNvCxnSpPr/>
              <p:nvPr>
                <p:custDataLst>
                  <p:tags r:id="rId90"/>
                </p:custDataLst>
              </p:nvPr>
            </p:nvCxnSpPr>
            <p:spPr bwMode="auto">
              <a:xfrm flipV="1">
                <a:off x="7254" y="590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65" name="椭圆 364"/>
              <p:cNvSpPr/>
              <p:nvPr>
                <p:custDataLst>
                  <p:tags r:id="rId91"/>
                </p:custDataLst>
              </p:nvPr>
            </p:nvSpPr>
            <p:spPr>
              <a:xfrm>
                <a:off x="7140" y="5839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66" name="直接箭头连接符 365"/>
              <p:cNvCxnSpPr/>
              <p:nvPr>
                <p:custDataLst>
                  <p:tags r:id="rId92"/>
                </p:custDataLst>
              </p:nvPr>
            </p:nvCxnSpPr>
            <p:spPr bwMode="auto">
              <a:xfrm flipV="1">
                <a:off x="7537" y="5726"/>
                <a:ext cx="34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67" name="直接箭头连接符 366"/>
              <p:cNvCxnSpPr/>
              <p:nvPr>
                <p:custDataLst>
                  <p:tags r:id="rId93"/>
                </p:custDataLst>
              </p:nvPr>
            </p:nvCxnSpPr>
            <p:spPr bwMode="auto">
              <a:xfrm flipV="1">
                <a:off x="6404" y="5843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68" name="直接箭头连接符 367"/>
              <p:cNvCxnSpPr/>
              <p:nvPr>
                <p:custDataLst>
                  <p:tags r:id="rId94"/>
                </p:custDataLst>
              </p:nvPr>
            </p:nvCxnSpPr>
            <p:spPr bwMode="auto">
              <a:xfrm flipV="1">
                <a:off x="6404" y="595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69" name="直接箭头连接符 368"/>
              <p:cNvCxnSpPr/>
              <p:nvPr>
                <p:custDataLst>
                  <p:tags r:id="rId95"/>
                </p:custDataLst>
              </p:nvPr>
            </p:nvCxnSpPr>
            <p:spPr bwMode="auto">
              <a:xfrm flipV="1">
                <a:off x="6574" y="607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370" name="组合 369"/>
            <p:cNvGrpSpPr/>
            <p:nvPr/>
          </p:nvGrpSpPr>
          <p:grpSpPr>
            <a:xfrm>
              <a:off x="6350" y="7710"/>
              <a:ext cx="1540" cy="445"/>
              <a:chOff x="6404" y="5669"/>
              <a:chExt cx="1530" cy="454"/>
            </a:xfrm>
          </p:grpSpPr>
          <p:cxnSp>
            <p:nvCxnSpPr>
              <p:cNvPr id="371" name="直接箭头连接符 370"/>
              <p:cNvCxnSpPr/>
              <p:nvPr>
                <p:custDataLst>
                  <p:tags r:id="rId78"/>
                </p:custDataLst>
              </p:nvPr>
            </p:nvCxnSpPr>
            <p:spPr bwMode="auto">
              <a:xfrm flipV="1">
                <a:off x="6404" y="572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372" name="Text Box 191"/>
              <p:cNvSpPr txBox="1">
                <a:spLocks noChangeArrowheads="1"/>
              </p:cNvSpPr>
              <p:nvPr>
                <p:custDataLst>
                  <p:tags r:id="rId79"/>
                </p:custDataLst>
              </p:nvPr>
            </p:nvSpPr>
            <p:spPr bwMode="auto">
              <a:xfrm>
                <a:off x="7480" y="5726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Y4</a:t>
                </a:r>
              </a:p>
            </p:txBody>
          </p:sp>
          <p:sp>
            <p:nvSpPr>
              <p:cNvPr id="373" name="Text Box 36"/>
              <p:cNvSpPr txBox="1">
                <a:spLocks noChangeArrowheads="1"/>
              </p:cNvSpPr>
              <p:nvPr>
                <p:custDataLst>
                  <p:tags r:id="rId80"/>
                </p:custDataLst>
              </p:nvPr>
            </p:nvSpPr>
            <p:spPr bwMode="auto">
              <a:xfrm>
                <a:off x="6800" y="5669"/>
                <a:ext cx="339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74" name="直接箭头连接符 373"/>
              <p:cNvCxnSpPr/>
              <p:nvPr>
                <p:custDataLst>
                  <p:tags r:id="rId81"/>
                </p:custDataLst>
              </p:nvPr>
            </p:nvCxnSpPr>
            <p:spPr bwMode="auto">
              <a:xfrm flipV="1">
                <a:off x="7254" y="590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75" name="椭圆 374"/>
              <p:cNvSpPr/>
              <p:nvPr>
                <p:custDataLst>
                  <p:tags r:id="rId82"/>
                </p:custDataLst>
              </p:nvPr>
            </p:nvSpPr>
            <p:spPr>
              <a:xfrm>
                <a:off x="7140" y="5839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76" name="直接箭头连接符 375"/>
              <p:cNvCxnSpPr/>
              <p:nvPr>
                <p:custDataLst>
                  <p:tags r:id="rId83"/>
                </p:custDataLst>
              </p:nvPr>
            </p:nvCxnSpPr>
            <p:spPr bwMode="auto">
              <a:xfrm flipV="1">
                <a:off x="7537" y="5726"/>
                <a:ext cx="34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77" name="直接箭头连接符 376"/>
              <p:cNvCxnSpPr/>
              <p:nvPr>
                <p:custDataLst>
                  <p:tags r:id="rId84"/>
                </p:custDataLst>
              </p:nvPr>
            </p:nvCxnSpPr>
            <p:spPr bwMode="auto">
              <a:xfrm flipV="1">
                <a:off x="6404" y="5843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78" name="直接箭头连接符 377"/>
              <p:cNvCxnSpPr/>
              <p:nvPr>
                <p:custDataLst>
                  <p:tags r:id="rId85"/>
                </p:custDataLst>
              </p:nvPr>
            </p:nvCxnSpPr>
            <p:spPr bwMode="auto">
              <a:xfrm flipV="1">
                <a:off x="6404" y="595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79" name="直接箭头连接符 378"/>
              <p:cNvCxnSpPr/>
              <p:nvPr>
                <p:custDataLst>
                  <p:tags r:id="rId86"/>
                </p:custDataLst>
              </p:nvPr>
            </p:nvCxnSpPr>
            <p:spPr bwMode="auto">
              <a:xfrm flipV="1">
                <a:off x="6574" y="607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380" name="组合 379"/>
            <p:cNvGrpSpPr/>
            <p:nvPr/>
          </p:nvGrpSpPr>
          <p:grpSpPr>
            <a:xfrm>
              <a:off x="6350" y="8220"/>
              <a:ext cx="1540" cy="445"/>
              <a:chOff x="6404" y="5669"/>
              <a:chExt cx="1530" cy="454"/>
            </a:xfrm>
          </p:grpSpPr>
          <p:cxnSp>
            <p:nvCxnSpPr>
              <p:cNvPr id="381" name="直接箭头连接符 380"/>
              <p:cNvCxnSpPr/>
              <p:nvPr>
                <p:custDataLst>
                  <p:tags r:id="rId69"/>
                </p:custDataLst>
              </p:nvPr>
            </p:nvCxnSpPr>
            <p:spPr bwMode="auto">
              <a:xfrm flipV="1">
                <a:off x="6404" y="572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382" name="Text Box 191"/>
              <p:cNvSpPr txBox="1"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7480" y="5726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Y5</a:t>
                </a:r>
              </a:p>
            </p:txBody>
          </p:sp>
          <p:sp>
            <p:nvSpPr>
              <p:cNvPr id="383" name="Text Box 36"/>
              <p:cNvSpPr txBox="1">
                <a:spLocks noChangeArrowheads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6800" y="5669"/>
                <a:ext cx="339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84" name="直接箭头连接符 383"/>
              <p:cNvCxnSpPr/>
              <p:nvPr>
                <p:custDataLst>
                  <p:tags r:id="rId72"/>
                </p:custDataLst>
              </p:nvPr>
            </p:nvCxnSpPr>
            <p:spPr bwMode="auto">
              <a:xfrm flipV="1">
                <a:off x="7254" y="590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85" name="椭圆 384"/>
              <p:cNvSpPr/>
              <p:nvPr>
                <p:custDataLst>
                  <p:tags r:id="rId73"/>
                </p:custDataLst>
              </p:nvPr>
            </p:nvSpPr>
            <p:spPr>
              <a:xfrm>
                <a:off x="7140" y="5839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86" name="直接箭头连接符 385"/>
              <p:cNvCxnSpPr/>
              <p:nvPr>
                <p:custDataLst>
                  <p:tags r:id="rId74"/>
                </p:custDataLst>
              </p:nvPr>
            </p:nvCxnSpPr>
            <p:spPr bwMode="auto">
              <a:xfrm flipV="1">
                <a:off x="7537" y="5726"/>
                <a:ext cx="34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87" name="直接箭头连接符 386"/>
              <p:cNvCxnSpPr/>
              <p:nvPr>
                <p:custDataLst>
                  <p:tags r:id="rId75"/>
                </p:custDataLst>
              </p:nvPr>
            </p:nvCxnSpPr>
            <p:spPr bwMode="auto">
              <a:xfrm flipV="1">
                <a:off x="6404" y="5843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88" name="直接箭头连接符 387"/>
              <p:cNvCxnSpPr/>
              <p:nvPr>
                <p:custDataLst>
                  <p:tags r:id="rId76"/>
                </p:custDataLst>
              </p:nvPr>
            </p:nvCxnSpPr>
            <p:spPr bwMode="auto">
              <a:xfrm flipV="1">
                <a:off x="6404" y="595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89" name="直接箭头连接符 388"/>
              <p:cNvCxnSpPr/>
              <p:nvPr>
                <p:custDataLst>
                  <p:tags r:id="rId77"/>
                </p:custDataLst>
              </p:nvPr>
            </p:nvCxnSpPr>
            <p:spPr bwMode="auto">
              <a:xfrm flipV="1">
                <a:off x="6574" y="607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390" name="组合 389"/>
            <p:cNvGrpSpPr/>
            <p:nvPr/>
          </p:nvGrpSpPr>
          <p:grpSpPr>
            <a:xfrm>
              <a:off x="6350" y="8731"/>
              <a:ext cx="1540" cy="445"/>
              <a:chOff x="6404" y="5669"/>
              <a:chExt cx="1530" cy="454"/>
            </a:xfrm>
          </p:grpSpPr>
          <p:cxnSp>
            <p:nvCxnSpPr>
              <p:cNvPr id="391" name="直接箭头连接符 390"/>
              <p:cNvCxnSpPr/>
              <p:nvPr>
                <p:custDataLst>
                  <p:tags r:id="rId60"/>
                </p:custDataLst>
              </p:nvPr>
            </p:nvCxnSpPr>
            <p:spPr bwMode="auto">
              <a:xfrm flipV="1">
                <a:off x="6404" y="572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392" name="Text Box 191"/>
              <p:cNvSpPr txBox="1"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7480" y="5726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Y6</a:t>
                </a:r>
              </a:p>
            </p:txBody>
          </p:sp>
          <p:sp>
            <p:nvSpPr>
              <p:cNvPr id="393" name="Text Box 36"/>
              <p:cNvSpPr txBox="1"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6800" y="5669"/>
                <a:ext cx="339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94" name="直接箭头连接符 393"/>
              <p:cNvCxnSpPr/>
              <p:nvPr>
                <p:custDataLst>
                  <p:tags r:id="rId63"/>
                </p:custDataLst>
              </p:nvPr>
            </p:nvCxnSpPr>
            <p:spPr bwMode="auto">
              <a:xfrm flipV="1">
                <a:off x="7254" y="590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95" name="椭圆 394"/>
              <p:cNvSpPr/>
              <p:nvPr>
                <p:custDataLst>
                  <p:tags r:id="rId64"/>
                </p:custDataLst>
              </p:nvPr>
            </p:nvSpPr>
            <p:spPr>
              <a:xfrm>
                <a:off x="7140" y="5839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96" name="直接箭头连接符 395"/>
              <p:cNvCxnSpPr/>
              <p:nvPr>
                <p:custDataLst>
                  <p:tags r:id="rId65"/>
                </p:custDataLst>
              </p:nvPr>
            </p:nvCxnSpPr>
            <p:spPr bwMode="auto">
              <a:xfrm flipV="1">
                <a:off x="7537" y="5726"/>
                <a:ext cx="34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97" name="直接箭头连接符 396"/>
              <p:cNvCxnSpPr/>
              <p:nvPr>
                <p:custDataLst>
                  <p:tags r:id="rId66"/>
                </p:custDataLst>
              </p:nvPr>
            </p:nvCxnSpPr>
            <p:spPr bwMode="auto">
              <a:xfrm flipV="1">
                <a:off x="6404" y="5843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98" name="直接箭头连接符 397"/>
              <p:cNvCxnSpPr/>
              <p:nvPr>
                <p:custDataLst>
                  <p:tags r:id="rId67"/>
                </p:custDataLst>
              </p:nvPr>
            </p:nvCxnSpPr>
            <p:spPr bwMode="auto">
              <a:xfrm flipV="1">
                <a:off x="6404" y="5958"/>
                <a:ext cx="3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99" name="直接箭头连接符 398"/>
              <p:cNvCxnSpPr/>
              <p:nvPr>
                <p:custDataLst>
                  <p:tags r:id="rId68"/>
                </p:custDataLst>
              </p:nvPr>
            </p:nvCxnSpPr>
            <p:spPr bwMode="auto">
              <a:xfrm flipV="1">
                <a:off x="6574" y="607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cxnSp>
          <p:nvCxnSpPr>
            <p:cNvPr id="400" name="直接箭头连接符 399"/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6180" y="6860"/>
              <a:ext cx="0" cy="2551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401" name="直接箭头连接符 400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6350" y="8000"/>
              <a:ext cx="0" cy="153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04" name="直接箭头连接符 403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6066" y="8390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405" name="直接箭头连接符 404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5613" y="8901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06" name="直接箭头连接符 405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5896" y="9294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7" name="直接箭头连接符 406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6066" y="7880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09" name="直接箭头连接符 408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6180" y="6860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2" name="直接箭头连接符 411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6066" y="6350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13" name="直接箭头连接符 412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6180" y="7370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14" name="直接箭头连接符 413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5783" y="6746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17" name="直接箭头连接符 416"/>
            <p:cNvCxnSpPr/>
            <p:nvPr>
              <p:custDataLst>
                <p:tags r:id="rId35"/>
              </p:custDataLst>
            </p:nvPr>
          </p:nvCxnSpPr>
          <p:spPr bwMode="auto">
            <a:xfrm flipH="1">
              <a:off x="6350" y="5952"/>
              <a:ext cx="0" cy="153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418" name="直接箭头连接符 417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6180" y="8901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19" name="直接箭头连接符 418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5783" y="8787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0" name="直接箭头连接符 419"/>
            <p:cNvCxnSpPr/>
            <p:nvPr>
              <p:custDataLst>
                <p:tags r:id="rId38"/>
              </p:custDataLst>
            </p:nvPr>
          </p:nvCxnSpPr>
          <p:spPr bwMode="auto">
            <a:xfrm flipH="1">
              <a:off x="6066" y="5839"/>
              <a:ext cx="0" cy="2551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421" name="直接箭头连接符 420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5896" y="6236"/>
              <a:ext cx="0" cy="306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422" name="直接箭头连接符 421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5783" y="7767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25" name="直接箭头连接符 424"/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5783" y="5726"/>
              <a:ext cx="0" cy="306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426" name="直接箭头连接符 425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5896" y="8277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27" name="直接箭头连接符 426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5102" y="7767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8" name="直接箭头连接符 427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5896" y="7257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29" name="直接箭头连接符 428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4025" y="890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0" name="直接箭头连接符 429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4025" y="827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41" name="Text Box 36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4989" y="5839"/>
              <a:ext cx="341" cy="44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444" name="直接箭头连接符 443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4762" y="6180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45" name="直接箭头连接符 444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4592" y="6463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46" name="直接箭头连接符 445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4762" y="6180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47" name="直接箭头连接符 446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4762" y="595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48" name="直接箭头连接符 447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4762" y="5783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49" name="直接箭头连接符 448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4025" y="5783"/>
              <a:ext cx="73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0" name="直接箭头连接符 449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4025" y="606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1" name="直接箭头连接符 450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4025" y="646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52" name="Text Box 19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402" y="6293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G2B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3" name="Text Box 19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3685" y="8107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4" name="Text Box 191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3685" y="8731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5" name="Text Box 191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3685" y="9354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9" name="AutoShape 338"/>
          <p:cNvSpPr/>
          <p:nvPr>
            <p:custDataLst>
              <p:tags r:id="rId4"/>
            </p:custDataLst>
          </p:nvPr>
        </p:nvSpPr>
        <p:spPr bwMode="auto">
          <a:xfrm>
            <a:off x="4104240" y="6125216"/>
            <a:ext cx="2628000" cy="252000"/>
          </a:xfrm>
          <a:prstGeom prst="borderCallout2">
            <a:avLst>
              <a:gd name="adj1" fmla="val 47085"/>
              <a:gd name="adj2" fmla="val 99480"/>
              <a:gd name="adj3" fmla="val 49101"/>
              <a:gd name="adj4" fmla="val 114026"/>
              <a:gd name="adj5" fmla="val -93773"/>
              <a:gd name="adj6" fmla="val 121976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l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思考：不直接连接</a:t>
            </a:r>
            <a:r>
              <a:rPr lang="en-US" altLang="zh-CN" sz="1600" b="1" u="none" dirty="0">
                <a:latin typeface="宋体" panose="02010600030101010101" pitchFamily="2" charset="-122"/>
              </a:rPr>
              <a:t>C</a:t>
            </a:r>
            <a:r>
              <a:rPr lang="zh-CN" altLang="en-US" sz="1600" b="1" u="none" dirty="0">
                <a:latin typeface="宋体" panose="02010600030101010101" pitchFamily="2" charset="-122"/>
              </a:rPr>
              <a:t>的好处？</a:t>
            </a:r>
          </a:p>
        </p:txBody>
      </p:sp>
      <p:sp>
        <p:nvSpPr>
          <p:cNvPr id="113" name="AutoShape 338"/>
          <p:cNvSpPr/>
          <p:nvPr>
            <p:custDataLst>
              <p:tags r:id="rId5"/>
            </p:custDataLst>
          </p:nvPr>
        </p:nvSpPr>
        <p:spPr bwMode="auto">
          <a:xfrm>
            <a:off x="682575" y="1601476"/>
            <a:ext cx="720000" cy="504000"/>
          </a:xfrm>
          <a:prstGeom prst="borderCallout2">
            <a:avLst>
              <a:gd name="adj1" fmla="val 47337"/>
              <a:gd name="adj2" fmla="val 98781"/>
              <a:gd name="adj3" fmla="val 46473"/>
              <a:gd name="adj4" fmla="val 137766"/>
              <a:gd name="adj5" fmla="val -29499"/>
              <a:gd name="adj6" fmla="val 20849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指可为任意值</a:t>
            </a:r>
          </a:p>
        </p:txBody>
      </p:sp>
      <p:sp>
        <p:nvSpPr>
          <p:cNvPr id="86471" name="AutoShape 455">
            <a:hlinkClick r:id="rId156" action="ppaction://hlinksldjump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2988518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8</a:t>
            </a:fld>
            <a:endParaRPr lang="en-US" altLang="zh-CN"/>
          </a:p>
        </p:txBody>
      </p:sp>
      <p:sp>
        <p:nvSpPr>
          <p:cNvPr id="457" name="Text Box 6"/>
          <p:cNvSpPr txBox="1">
            <a:spLocks noChangeArrowheads="1"/>
          </p:cNvSpPr>
          <p:nvPr/>
        </p:nvSpPr>
        <p:spPr bwMode="auto">
          <a:xfrm>
            <a:off x="611505" y="332656"/>
            <a:ext cx="7785100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803910" indent="-8039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七段数码管的每一段为一个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LED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发光二极管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，设计其</a:t>
            </a: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译码电路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连接方式：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有共阳极、共阴极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种，常采用后者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控制为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正逻辑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74" name="组合 473"/>
          <p:cNvGrpSpPr/>
          <p:nvPr/>
        </p:nvGrpSpPr>
        <p:grpSpPr>
          <a:xfrm>
            <a:off x="7813040" y="735881"/>
            <a:ext cx="899795" cy="1223645"/>
            <a:chOff x="8731" y="6350"/>
            <a:chExt cx="1417" cy="1927"/>
          </a:xfrm>
        </p:grpSpPr>
        <p:sp>
          <p:nvSpPr>
            <p:cNvPr id="458" name="Text Box 36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9071" y="6803"/>
              <a:ext cx="113" cy="454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59" name="Text Box 36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9524" y="6803"/>
              <a:ext cx="113" cy="454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0" name="Text Box 36"/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9184" y="6690"/>
              <a:ext cx="340" cy="113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1" name="Text Box 36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9184" y="7257"/>
              <a:ext cx="340" cy="113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2" name="Text Box 36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9071" y="7370"/>
              <a:ext cx="113" cy="454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3" name="Text Box 36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9524" y="7370"/>
              <a:ext cx="113" cy="454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4" name="Text Box 36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9184" y="7824"/>
              <a:ext cx="340" cy="113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5" name="Text Box 191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9184" y="6350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6" name="Text Box 191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9184" y="793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7" name="Text Box 191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9638" y="6860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8" name="Text Box 191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9638" y="7427"/>
              <a:ext cx="340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9" name="Text Box 191"/>
            <p:cNvSpPr txBox="1"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8731" y="7427"/>
              <a:ext cx="340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e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70" name="Text Box 191"/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8731" y="6860"/>
              <a:ext cx="340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71" name="Text Box 191"/>
            <p:cNvSpPr txBox="1"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9184" y="6917"/>
              <a:ext cx="340" cy="3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72" name="椭圆 471"/>
            <p:cNvSpPr/>
            <p:nvPr>
              <p:custDataLst>
                <p:tags r:id="rId106"/>
              </p:custDataLst>
            </p:nvPr>
          </p:nvSpPr>
          <p:spPr>
            <a:xfrm>
              <a:off x="9581" y="7880"/>
              <a:ext cx="114" cy="111"/>
            </a:xfrm>
            <a:prstGeom prst="ellipse">
              <a:avLst/>
            </a:prstGeom>
            <a:solidFill>
              <a:srgbClr val="FFC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3" name="Text Box 191"/>
            <p:cNvSpPr txBox="1"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9694" y="7767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dp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603" name="组合 602"/>
          <p:cNvGrpSpPr/>
          <p:nvPr/>
        </p:nvGrpSpPr>
        <p:grpSpPr>
          <a:xfrm>
            <a:off x="1619250" y="1097355"/>
            <a:ext cx="5758815" cy="935990"/>
            <a:chOff x="2211" y="5669"/>
            <a:chExt cx="9069" cy="1474"/>
          </a:xfrm>
        </p:grpSpPr>
        <p:grpSp>
          <p:nvGrpSpPr>
            <p:cNvPr id="602" name="组合 601"/>
            <p:cNvGrpSpPr/>
            <p:nvPr/>
          </p:nvGrpSpPr>
          <p:grpSpPr>
            <a:xfrm>
              <a:off x="6974" y="5669"/>
              <a:ext cx="4307" cy="1304"/>
              <a:chOff x="6974" y="5669"/>
              <a:chExt cx="4307" cy="1304"/>
            </a:xfrm>
          </p:grpSpPr>
          <p:sp>
            <p:nvSpPr>
              <p:cNvPr id="597" name="Text Box 36"/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6974" y="6123"/>
                <a:ext cx="3628" cy="56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47" name="等腰三角形 546"/>
              <p:cNvSpPr/>
              <p:nvPr>
                <p:custDataLst>
                  <p:tags r:id="rId50"/>
                </p:custDataLst>
              </p:nvPr>
            </p:nvSpPr>
            <p:spPr>
              <a:xfrm>
                <a:off x="7030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48" name="直接箭头连接符 547"/>
              <p:cNvCxnSpPr/>
              <p:nvPr>
                <p:custDataLst>
                  <p:tags r:id="rId51"/>
                </p:custDataLst>
              </p:nvPr>
            </p:nvCxnSpPr>
            <p:spPr bwMode="auto">
              <a:xfrm flipV="1">
                <a:off x="7030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49" name="直接箭头连接符 548"/>
              <p:cNvCxnSpPr/>
              <p:nvPr>
                <p:custDataLst>
                  <p:tags r:id="rId52"/>
                </p:custDataLst>
              </p:nvPr>
            </p:nvCxnSpPr>
            <p:spPr bwMode="auto">
              <a:xfrm>
                <a:off x="7200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50" name="直接箭头连接符 549"/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7200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52" name="等腰三角形 551"/>
              <p:cNvSpPr/>
              <p:nvPr>
                <p:custDataLst>
                  <p:tags r:id="rId54"/>
                </p:custDataLst>
              </p:nvPr>
            </p:nvSpPr>
            <p:spPr>
              <a:xfrm>
                <a:off x="7484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53" name="直接箭头连接符 552"/>
              <p:cNvCxnSpPr/>
              <p:nvPr>
                <p:custDataLst>
                  <p:tags r:id="rId55"/>
                </p:custDataLst>
              </p:nvPr>
            </p:nvCxnSpPr>
            <p:spPr bwMode="auto">
              <a:xfrm flipV="1">
                <a:off x="7484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54" name="直接箭头连接符 553"/>
              <p:cNvCxnSpPr/>
              <p:nvPr>
                <p:custDataLst>
                  <p:tags r:id="rId56"/>
                </p:custDataLst>
              </p:nvPr>
            </p:nvCxnSpPr>
            <p:spPr bwMode="auto">
              <a:xfrm>
                <a:off x="7654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55" name="直接箭头连接符 554"/>
              <p:cNvCxnSpPr/>
              <p:nvPr>
                <p:custDataLst>
                  <p:tags r:id="rId57"/>
                </p:custDataLst>
              </p:nvPr>
            </p:nvCxnSpPr>
            <p:spPr bwMode="auto">
              <a:xfrm>
                <a:off x="7654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sp>
            <p:nvSpPr>
              <p:cNvPr id="557" name="等腰三角形 556"/>
              <p:cNvSpPr/>
              <p:nvPr>
                <p:custDataLst>
                  <p:tags r:id="rId58"/>
                </p:custDataLst>
              </p:nvPr>
            </p:nvSpPr>
            <p:spPr>
              <a:xfrm>
                <a:off x="7937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58" name="直接箭头连接符 557"/>
              <p:cNvCxnSpPr/>
              <p:nvPr>
                <p:custDataLst>
                  <p:tags r:id="rId59"/>
                </p:custDataLst>
              </p:nvPr>
            </p:nvCxnSpPr>
            <p:spPr bwMode="auto">
              <a:xfrm flipV="1">
                <a:off x="7937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59" name="直接箭头连接符 558"/>
              <p:cNvCxnSpPr/>
              <p:nvPr>
                <p:custDataLst>
                  <p:tags r:id="rId60"/>
                </p:custDataLst>
              </p:nvPr>
            </p:nvCxnSpPr>
            <p:spPr bwMode="auto">
              <a:xfrm>
                <a:off x="8107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60" name="直接箭头连接符 559"/>
              <p:cNvCxnSpPr/>
              <p:nvPr>
                <p:custDataLst>
                  <p:tags r:id="rId61"/>
                </p:custDataLst>
              </p:nvPr>
            </p:nvCxnSpPr>
            <p:spPr bwMode="auto">
              <a:xfrm>
                <a:off x="8107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sp>
            <p:nvSpPr>
              <p:cNvPr id="562" name="等腰三角形 561"/>
              <p:cNvSpPr/>
              <p:nvPr>
                <p:custDataLst>
                  <p:tags r:id="rId62"/>
                </p:custDataLst>
              </p:nvPr>
            </p:nvSpPr>
            <p:spPr>
              <a:xfrm>
                <a:off x="8391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63" name="直接箭头连接符 562"/>
              <p:cNvCxnSpPr/>
              <p:nvPr>
                <p:custDataLst>
                  <p:tags r:id="rId63"/>
                </p:custDataLst>
              </p:nvPr>
            </p:nvCxnSpPr>
            <p:spPr bwMode="auto">
              <a:xfrm flipV="1">
                <a:off x="8391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64" name="直接箭头连接符 563"/>
              <p:cNvCxnSpPr/>
              <p:nvPr>
                <p:custDataLst>
                  <p:tags r:id="rId64"/>
                </p:custDataLst>
              </p:nvPr>
            </p:nvCxnSpPr>
            <p:spPr bwMode="auto">
              <a:xfrm>
                <a:off x="8561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65" name="直接箭头连接符 564"/>
              <p:cNvCxnSpPr/>
              <p:nvPr>
                <p:custDataLst>
                  <p:tags r:id="rId65"/>
                </p:custDataLst>
              </p:nvPr>
            </p:nvCxnSpPr>
            <p:spPr bwMode="auto">
              <a:xfrm>
                <a:off x="8561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sp>
            <p:nvSpPr>
              <p:cNvPr id="567" name="等腰三角形 566"/>
              <p:cNvSpPr/>
              <p:nvPr>
                <p:custDataLst>
                  <p:tags r:id="rId66"/>
                </p:custDataLst>
              </p:nvPr>
            </p:nvSpPr>
            <p:spPr>
              <a:xfrm>
                <a:off x="8844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68" name="直接箭头连接符 567"/>
              <p:cNvCxnSpPr/>
              <p:nvPr>
                <p:custDataLst>
                  <p:tags r:id="rId67"/>
                </p:custDataLst>
              </p:nvPr>
            </p:nvCxnSpPr>
            <p:spPr bwMode="auto">
              <a:xfrm flipV="1">
                <a:off x="8844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69" name="直接箭头连接符 568"/>
              <p:cNvCxnSpPr/>
              <p:nvPr>
                <p:custDataLst>
                  <p:tags r:id="rId68"/>
                </p:custDataLst>
              </p:nvPr>
            </p:nvCxnSpPr>
            <p:spPr bwMode="auto">
              <a:xfrm>
                <a:off x="9014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70" name="直接箭头连接符 569"/>
              <p:cNvCxnSpPr/>
              <p:nvPr>
                <p:custDataLst>
                  <p:tags r:id="rId69"/>
                </p:custDataLst>
              </p:nvPr>
            </p:nvCxnSpPr>
            <p:spPr bwMode="auto">
              <a:xfrm>
                <a:off x="9014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sp>
            <p:nvSpPr>
              <p:cNvPr id="572" name="等腰三角形 571"/>
              <p:cNvSpPr/>
              <p:nvPr>
                <p:custDataLst>
                  <p:tags r:id="rId70"/>
                </p:custDataLst>
              </p:nvPr>
            </p:nvSpPr>
            <p:spPr>
              <a:xfrm>
                <a:off x="9298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73" name="直接箭头连接符 572"/>
              <p:cNvCxnSpPr/>
              <p:nvPr>
                <p:custDataLst>
                  <p:tags r:id="rId71"/>
                </p:custDataLst>
              </p:nvPr>
            </p:nvCxnSpPr>
            <p:spPr bwMode="auto">
              <a:xfrm flipV="1">
                <a:off x="9298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74" name="直接箭头连接符 573"/>
              <p:cNvCxnSpPr/>
              <p:nvPr>
                <p:custDataLst>
                  <p:tags r:id="rId72"/>
                </p:custDataLst>
              </p:nvPr>
            </p:nvCxnSpPr>
            <p:spPr bwMode="auto">
              <a:xfrm>
                <a:off x="9468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75" name="直接箭头连接符 574"/>
              <p:cNvCxnSpPr/>
              <p:nvPr>
                <p:custDataLst>
                  <p:tags r:id="rId73"/>
                </p:custDataLst>
              </p:nvPr>
            </p:nvCxnSpPr>
            <p:spPr bwMode="auto">
              <a:xfrm>
                <a:off x="9468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sp>
            <p:nvSpPr>
              <p:cNvPr id="577" name="等腰三角形 576"/>
              <p:cNvSpPr/>
              <p:nvPr>
                <p:custDataLst>
                  <p:tags r:id="rId74"/>
                </p:custDataLst>
              </p:nvPr>
            </p:nvSpPr>
            <p:spPr>
              <a:xfrm>
                <a:off x="9752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78" name="直接箭头连接符 577"/>
              <p:cNvCxnSpPr/>
              <p:nvPr>
                <p:custDataLst>
                  <p:tags r:id="rId75"/>
                </p:custDataLst>
              </p:nvPr>
            </p:nvCxnSpPr>
            <p:spPr bwMode="auto">
              <a:xfrm flipV="1">
                <a:off x="9752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79" name="直接箭头连接符 578"/>
              <p:cNvCxnSpPr/>
              <p:nvPr>
                <p:custDataLst>
                  <p:tags r:id="rId76"/>
                </p:custDataLst>
              </p:nvPr>
            </p:nvCxnSpPr>
            <p:spPr bwMode="auto">
              <a:xfrm>
                <a:off x="9922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80" name="直接箭头连接符 579"/>
              <p:cNvCxnSpPr/>
              <p:nvPr>
                <p:custDataLst>
                  <p:tags r:id="rId77"/>
                </p:custDataLst>
              </p:nvPr>
            </p:nvCxnSpPr>
            <p:spPr bwMode="auto">
              <a:xfrm>
                <a:off x="9922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sp>
            <p:nvSpPr>
              <p:cNvPr id="582" name="等腰三角形 581"/>
              <p:cNvSpPr/>
              <p:nvPr>
                <p:custDataLst>
                  <p:tags r:id="rId78"/>
                </p:custDataLst>
              </p:nvPr>
            </p:nvSpPr>
            <p:spPr>
              <a:xfrm>
                <a:off x="10205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83" name="直接箭头连接符 582"/>
              <p:cNvCxnSpPr/>
              <p:nvPr>
                <p:custDataLst>
                  <p:tags r:id="rId79"/>
                </p:custDataLst>
              </p:nvPr>
            </p:nvCxnSpPr>
            <p:spPr bwMode="auto">
              <a:xfrm flipV="1">
                <a:off x="10205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84" name="直接箭头连接符 583"/>
              <p:cNvCxnSpPr/>
              <p:nvPr>
                <p:custDataLst>
                  <p:tags r:id="rId80"/>
                </p:custDataLst>
              </p:nvPr>
            </p:nvCxnSpPr>
            <p:spPr bwMode="auto">
              <a:xfrm>
                <a:off x="10375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85" name="直接箭头连接符 584"/>
              <p:cNvCxnSpPr/>
              <p:nvPr>
                <p:custDataLst>
                  <p:tags r:id="rId81"/>
                </p:custDataLst>
              </p:nvPr>
            </p:nvCxnSpPr>
            <p:spPr bwMode="auto">
              <a:xfrm>
                <a:off x="10375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586" name="直接箭头连接符 585"/>
              <p:cNvCxnSpPr/>
              <p:nvPr>
                <p:custDataLst>
                  <p:tags r:id="rId82"/>
                </p:custDataLst>
              </p:nvPr>
            </p:nvCxnSpPr>
            <p:spPr bwMode="auto">
              <a:xfrm flipV="1">
                <a:off x="7201" y="6803"/>
                <a:ext cx="3515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87" name="Text Box 191"/>
              <p:cNvSpPr txBox="1"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7030" y="566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a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88" name="Text Box 191"/>
              <p:cNvSpPr txBox="1">
                <a:spLocks noChangeArrowheads="1"/>
              </p:cNvSpPr>
              <p:nvPr>
                <p:custDataLst>
                  <p:tags r:id="rId84"/>
                </p:custDataLst>
              </p:nvPr>
            </p:nvSpPr>
            <p:spPr bwMode="auto">
              <a:xfrm>
                <a:off x="7484" y="566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b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89" name="Text Box 191"/>
              <p:cNvSpPr txBox="1">
                <a:spLocks noChangeArrowheads="1"/>
              </p:cNvSpPr>
              <p:nvPr>
                <p:custDataLst>
                  <p:tags r:id="rId85"/>
                </p:custDataLst>
              </p:nvPr>
            </p:nvSpPr>
            <p:spPr bwMode="auto">
              <a:xfrm>
                <a:off x="7937" y="566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c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90" name="Text Box 191"/>
              <p:cNvSpPr txBox="1">
                <a:spLocks noChangeArrowheads="1"/>
              </p:cNvSpPr>
              <p:nvPr>
                <p:custDataLst>
                  <p:tags r:id="rId86"/>
                </p:custDataLst>
              </p:nvPr>
            </p:nvSpPr>
            <p:spPr bwMode="auto">
              <a:xfrm>
                <a:off x="8391" y="566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d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91" name="Text Box 191"/>
              <p:cNvSpPr txBox="1">
                <a:spLocks noChangeArrowheads="1"/>
              </p:cNvSpPr>
              <p:nvPr>
                <p:custDataLst>
                  <p:tags r:id="rId87"/>
                </p:custDataLst>
              </p:nvPr>
            </p:nvSpPr>
            <p:spPr bwMode="auto">
              <a:xfrm>
                <a:off x="8844" y="566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e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92" name="Text Box 191"/>
              <p:cNvSpPr txBox="1">
                <a:spLocks noChangeArrowheads="1"/>
              </p:cNvSpPr>
              <p:nvPr>
                <p:custDataLst>
                  <p:tags r:id="rId88"/>
                </p:custDataLst>
              </p:nvPr>
            </p:nvSpPr>
            <p:spPr bwMode="auto">
              <a:xfrm>
                <a:off x="9298" y="566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93" name="Text Box 191"/>
              <p:cNvSpPr txBox="1">
                <a:spLocks noChangeArrowheads="1"/>
              </p:cNvSpPr>
              <p:nvPr>
                <p:custDataLst>
                  <p:tags r:id="rId89"/>
                </p:custDataLst>
              </p:nvPr>
            </p:nvSpPr>
            <p:spPr bwMode="auto">
              <a:xfrm>
                <a:off x="9752" y="566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g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94" name="Text Box 191"/>
              <p:cNvSpPr txBox="1">
                <a:spLocks noChangeArrowheads="1"/>
              </p:cNvSpPr>
              <p:nvPr>
                <p:custDataLst>
                  <p:tags r:id="rId90"/>
                </p:custDataLst>
              </p:nvPr>
            </p:nvSpPr>
            <p:spPr bwMode="auto">
              <a:xfrm>
                <a:off x="10148" y="5669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dp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95" name="Text Box 191"/>
              <p:cNvSpPr txBox="1">
                <a:spLocks noChangeArrowheads="1"/>
              </p:cNvSpPr>
              <p:nvPr>
                <p:custDataLst>
                  <p:tags r:id="rId91"/>
                </p:custDataLst>
              </p:nvPr>
            </p:nvSpPr>
            <p:spPr bwMode="auto">
              <a:xfrm>
                <a:off x="10715" y="6633"/>
                <a:ext cx="567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GND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601" name="组合 600"/>
            <p:cNvGrpSpPr/>
            <p:nvPr/>
          </p:nvGrpSpPr>
          <p:grpSpPr>
            <a:xfrm>
              <a:off x="2211" y="5839"/>
              <a:ext cx="4196" cy="1304"/>
              <a:chOff x="2211" y="5839"/>
              <a:chExt cx="4196" cy="1304"/>
            </a:xfrm>
          </p:grpSpPr>
          <p:sp>
            <p:nvSpPr>
              <p:cNvPr id="596" name="Text Box 36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2779" y="6123"/>
                <a:ext cx="3628" cy="56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76" name="等腰三角形 475"/>
              <p:cNvSpPr/>
              <p:nvPr>
                <p:custDataLst>
                  <p:tags r:id="rId7"/>
                </p:custDataLst>
              </p:nvPr>
            </p:nvSpPr>
            <p:spPr>
              <a:xfrm>
                <a:off x="2835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78" name="直接箭头连接符 477"/>
              <p:cNvCxnSpPr/>
              <p:nvPr>
                <p:custDataLst>
                  <p:tags r:id="rId8"/>
                </p:custDataLst>
              </p:nvPr>
            </p:nvCxnSpPr>
            <p:spPr bwMode="auto">
              <a:xfrm flipV="1">
                <a:off x="2835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81" name="直接箭头连接符 480"/>
              <p:cNvCxnSpPr/>
              <p:nvPr>
                <p:custDataLst>
                  <p:tags r:id="rId9"/>
                </p:custDataLst>
              </p:nvPr>
            </p:nvCxnSpPr>
            <p:spPr bwMode="auto">
              <a:xfrm>
                <a:off x="3005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482" name="直接箭头连接符 481"/>
              <p:cNvCxnSpPr/>
              <p:nvPr>
                <p:custDataLst>
                  <p:tags r:id="rId10"/>
                </p:custDataLst>
              </p:nvPr>
            </p:nvCxnSpPr>
            <p:spPr bwMode="auto">
              <a:xfrm>
                <a:off x="3005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85" name="等腰三角形 484"/>
              <p:cNvSpPr/>
              <p:nvPr>
                <p:custDataLst>
                  <p:tags r:id="rId11"/>
                </p:custDataLst>
              </p:nvPr>
            </p:nvSpPr>
            <p:spPr>
              <a:xfrm>
                <a:off x="3289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86" name="直接箭头连接符 485"/>
              <p:cNvCxnSpPr/>
              <p:nvPr>
                <p:custDataLst>
                  <p:tags r:id="rId12"/>
                </p:custDataLst>
              </p:nvPr>
            </p:nvCxnSpPr>
            <p:spPr bwMode="auto">
              <a:xfrm flipV="1">
                <a:off x="3289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87" name="直接箭头连接符 486"/>
              <p:cNvCxnSpPr/>
              <p:nvPr>
                <p:custDataLst>
                  <p:tags r:id="rId13"/>
                </p:custDataLst>
              </p:nvPr>
            </p:nvCxnSpPr>
            <p:spPr bwMode="auto">
              <a:xfrm>
                <a:off x="3459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488" name="直接箭头连接符 487"/>
              <p:cNvCxnSpPr/>
              <p:nvPr>
                <p:custDataLst>
                  <p:tags r:id="rId14"/>
                </p:custDataLst>
              </p:nvPr>
            </p:nvCxnSpPr>
            <p:spPr bwMode="auto">
              <a:xfrm>
                <a:off x="3459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90" name="等腰三角形 489"/>
              <p:cNvSpPr/>
              <p:nvPr>
                <p:custDataLst>
                  <p:tags r:id="rId15"/>
                </p:custDataLst>
              </p:nvPr>
            </p:nvSpPr>
            <p:spPr>
              <a:xfrm>
                <a:off x="3742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91" name="直接箭头连接符 490"/>
              <p:cNvCxnSpPr/>
              <p:nvPr>
                <p:custDataLst>
                  <p:tags r:id="rId16"/>
                </p:custDataLst>
              </p:nvPr>
            </p:nvCxnSpPr>
            <p:spPr bwMode="auto">
              <a:xfrm flipV="1">
                <a:off x="3742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92" name="直接箭头连接符 491"/>
              <p:cNvCxnSpPr/>
              <p:nvPr>
                <p:custDataLst>
                  <p:tags r:id="rId17"/>
                </p:custDataLst>
              </p:nvPr>
            </p:nvCxnSpPr>
            <p:spPr bwMode="auto">
              <a:xfrm>
                <a:off x="3912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493" name="直接箭头连接符 492"/>
              <p:cNvCxnSpPr/>
              <p:nvPr>
                <p:custDataLst>
                  <p:tags r:id="rId18"/>
                </p:custDataLst>
              </p:nvPr>
            </p:nvCxnSpPr>
            <p:spPr bwMode="auto">
              <a:xfrm>
                <a:off x="3912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95" name="等腰三角形 494"/>
              <p:cNvSpPr/>
              <p:nvPr>
                <p:custDataLst>
                  <p:tags r:id="rId19"/>
                </p:custDataLst>
              </p:nvPr>
            </p:nvSpPr>
            <p:spPr>
              <a:xfrm>
                <a:off x="4196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96" name="直接箭头连接符 495"/>
              <p:cNvCxnSpPr/>
              <p:nvPr>
                <p:custDataLst>
                  <p:tags r:id="rId20"/>
                </p:custDataLst>
              </p:nvPr>
            </p:nvCxnSpPr>
            <p:spPr bwMode="auto">
              <a:xfrm flipV="1">
                <a:off x="4196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97" name="直接箭头连接符 496"/>
              <p:cNvCxnSpPr/>
              <p:nvPr>
                <p:custDataLst>
                  <p:tags r:id="rId21"/>
                </p:custDataLst>
              </p:nvPr>
            </p:nvCxnSpPr>
            <p:spPr bwMode="auto">
              <a:xfrm>
                <a:off x="4366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498" name="直接箭头连接符 497"/>
              <p:cNvCxnSpPr/>
              <p:nvPr>
                <p:custDataLst>
                  <p:tags r:id="rId22"/>
                </p:custDataLst>
              </p:nvPr>
            </p:nvCxnSpPr>
            <p:spPr bwMode="auto">
              <a:xfrm>
                <a:off x="4366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15" name="等腰三角形 514"/>
              <p:cNvSpPr/>
              <p:nvPr>
                <p:custDataLst>
                  <p:tags r:id="rId23"/>
                </p:custDataLst>
              </p:nvPr>
            </p:nvSpPr>
            <p:spPr>
              <a:xfrm>
                <a:off x="4649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16" name="直接箭头连接符 515"/>
              <p:cNvCxnSpPr/>
              <p:nvPr>
                <p:custDataLst>
                  <p:tags r:id="rId24"/>
                </p:custDataLst>
              </p:nvPr>
            </p:nvCxnSpPr>
            <p:spPr bwMode="auto">
              <a:xfrm flipV="1">
                <a:off x="4649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17" name="直接箭头连接符 516"/>
              <p:cNvCxnSpPr/>
              <p:nvPr>
                <p:custDataLst>
                  <p:tags r:id="rId25"/>
                </p:custDataLst>
              </p:nvPr>
            </p:nvCxnSpPr>
            <p:spPr bwMode="auto">
              <a:xfrm>
                <a:off x="4819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518" name="直接箭头连接符 517"/>
              <p:cNvCxnSpPr/>
              <p:nvPr>
                <p:custDataLst>
                  <p:tags r:id="rId26"/>
                </p:custDataLst>
              </p:nvPr>
            </p:nvCxnSpPr>
            <p:spPr bwMode="auto">
              <a:xfrm>
                <a:off x="4819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20" name="等腰三角形 519"/>
              <p:cNvSpPr/>
              <p:nvPr>
                <p:custDataLst>
                  <p:tags r:id="rId27"/>
                </p:custDataLst>
              </p:nvPr>
            </p:nvSpPr>
            <p:spPr>
              <a:xfrm>
                <a:off x="5103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21" name="直接箭头连接符 520"/>
              <p:cNvCxnSpPr/>
              <p:nvPr>
                <p:custDataLst>
                  <p:tags r:id="rId28"/>
                </p:custDataLst>
              </p:nvPr>
            </p:nvCxnSpPr>
            <p:spPr bwMode="auto">
              <a:xfrm flipV="1">
                <a:off x="5103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22" name="直接箭头连接符 521"/>
              <p:cNvCxnSpPr/>
              <p:nvPr>
                <p:custDataLst>
                  <p:tags r:id="rId29"/>
                </p:custDataLst>
              </p:nvPr>
            </p:nvCxnSpPr>
            <p:spPr bwMode="auto">
              <a:xfrm>
                <a:off x="5273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523" name="直接箭头连接符 522"/>
              <p:cNvCxnSpPr/>
              <p:nvPr>
                <p:custDataLst>
                  <p:tags r:id="rId30"/>
                </p:custDataLst>
              </p:nvPr>
            </p:nvCxnSpPr>
            <p:spPr bwMode="auto">
              <a:xfrm>
                <a:off x="5273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25" name="等腰三角形 524"/>
              <p:cNvSpPr/>
              <p:nvPr>
                <p:custDataLst>
                  <p:tags r:id="rId31"/>
                </p:custDataLst>
              </p:nvPr>
            </p:nvSpPr>
            <p:spPr>
              <a:xfrm>
                <a:off x="5557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26" name="直接箭头连接符 525"/>
              <p:cNvCxnSpPr/>
              <p:nvPr>
                <p:custDataLst>
                  <p:tags r:id="rId32"/>
                </p:custDataLst>
              </p:nvPr>
            </p:nvCxnSpPr>
            <p:spPr bwMode="auto">
              <a:xfrm flipV="1">
                <a:off x="5557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27" name="直接箭头连接符 526"/>
              <p:cNvCxnSpPr/>
              <p:nvPr>
                <p:custDataLst>
                  <p:tags r:id="rId33"/>
                </p:custDataLst>
              </p:nvPr>
            </p:nvCxnSpPr>
            <p:spPr bwMode="auto">
              <a:xfrm>
                <a:off x="5727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528" name="直接箭头连接符 527"/>
              <p:cNvCxnSpPr/>
              <p:nvPr>
                <p:custDataLst>
                  <p:tags r:id="rId34"/>
                </p:custDataLst>
              </p:nvPr>
            </p:nvCxnSpPr>
            <p:spPr bwMode="auto">
              <a:xfrm>
                <a:off x="5727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30" name="等腰三角形 529"/>
              <p:cNvSpPr/>
              <p:nvPr>
                <p:custDataLst>
                  <p:tags r:id="rId35"/>
                </p:custDataLst>
              </p:nvPr>
            </p:nvSpPr>
            <p:spPr>
              <a:xfrm>
                <a:off x="6010" y="6236"/>
                <a:ext cx="340" cy="340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31" name="直接箭头连接符 530"/>
              <p:cNvCxnSpPr/>
              <p:nvPr>
                <p:custDataLst>
                  <p:tags r:id="rId36"/>
                </p:custDataLst>
              </p:nvPr>
            </p:nvCxnSpPr>
            <p:spPr bwMode="auto">
              <a:xfrm flipV="1">
                <a:off x="6010" y="6577"/>
                <a:ext cx="34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32" name="直接箭头连接符 531"/>
              <p:cNvCxnSpPr/>
              <p:nvPr>
                <p:custDataLst>
                  <p:tags r:id="rId37"/>
                </p:custDataLst>
              </p:nvPr>
            </p:nvCxnSpPr>
            <p:spPr bwMode="auto">
              <a:xfrm>
                <a:off x="6180" y="600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33" name="直接箭头连接符 532"/>
              <p:cNvCxnSpPr/>
              <p:nvPr>
                <p:custDataLst>
                  <p:tags r:id="rId38"/>
                </p:custDataLst>
              </p:nvPr>
            </p:nvCxnSpPr>
            <p:spPr bwMode="auto">
              <a:xfrm>
                <a:off x="6180" y="65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34" name="直接箭头连接符 533"/>
              <p:cNvCxnSpPr/>
              <p:nvPr>
                <p:custDataLst>
                  <p:tags r:id="rId39"/>
                </p:custDataLst>
              </p:nvPr>
            </p:nvCxnSpPr>
            <p:spPr bwMode="auto">
              <a:xfrm flipV="1">
                <a:off x="2665" y="6009"/>
                <a:ext cx="3515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35" name="Text Box 191"/>
              <p:cNvSpPr txBox="1"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2835" y="680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a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36" name="Text Box 191"/>
              <p:cNvSpPr txBox="1"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3289" y="680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b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37" name="Text Box 191"/>
              <p:cNvSpPr txBox="1"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3742" y="680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c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38" name="Text Box 191"/>
              <p:cNvSpPr txBox="1"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4196" y="680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d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39" name="Text Box 191"/>
              <p:cNvSpPr txBox="1"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4649" y="680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e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40" name="Text Box 191"/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5103" y="680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41" name="Text Box 191"/>
              <p:cNvSpPr txBox="1">
                <a:spLocks noChangeArrowhead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5557" y="680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g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42" name="Text Box 191"/>
              <p:cNvSpPr txBox="1"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5953" y="6803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dp</a:t>
                </a:r>
                <a:endPara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43" name="Text Box 191"/>
              <p:cNvSpPr txBox="1">
                <a:spLocks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2211" y="5839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V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CC</a:t>
                </a:r>
              </a:p>
            </p:txBody>
          </p:sp>
        </p:grpSp>
      </p:grpSp>
      <p:sp>
        <p:nvSpPr>
          <p:cNvPr id="621" name="Text Box 6"/>
          <p:cNvSpPr txBox="1">
            <a:spLocks noChangeArrowheads="1"/>
          </p:cNvSpPr>
          <p:nvPr/>
        </p:nvSpPr>
        <p:spPr bwMode="auto">
          <a:xfrm>
            <a:off x="864000" y="2024611"/>
            <a:ext cx="1769745" cy="39382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I/O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信号：</a:t>
            </a:r>
            <a:endParaRPr lang="en-US" altLang="zh-CN" sz="20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真值表：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逻辑表达式：</a:t>
            </a:r>
            <a:endParaRPr lang="zh-CN" altLang="en-US" sz="1600" b="1" dirty="0">
              <a:solidFill>
                <a:srgbClr val="7030A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sym typeface="+mn-ea"/>
              </a:rPr>
              <a:t>逻辑电路图：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</a:p>
        </p:txBody>
      </p:sp>
      <p:sp>
        <p:nvSpPr>
          <p:cNvPr id="622" name="Text Box 6"/>
          <p:cNvSpPr txBox="1">
            <a:spLocks noChangeArrowheads="1"/>
          </p:cNvSpPr>
          <p:nvPr/>
        </p:nvSpPr>
        <p:spPr bwMode="auto">
          <a:xfrm>
            <a:off x="1257300" y="2024296"/>
            <a:ext cx="6758305" cy="39382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(BCD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码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，输出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(1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亮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灭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dp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单独控制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如右表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不支持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A-F[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仅显示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0-9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])</a:t>
            </a: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分别列出</a:t>
            </a:r>
            <a:r>
              <a:rPr lang="en-US" altLang="zh-CN" sz="20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a-f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的卡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诺图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并化简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如：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的卡诺图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逻辑表达式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(d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无关项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仅显示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0-9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],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值可任意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可辅助化简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])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略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</a:p>
        </p:txBody>
      </p:sp>
      <p:graphicFrame>
        <p:nvGraphicFramePr>
          <p:cNvPr id="604" name="表格 60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2430073"/>
              </p:ext>
            </p:extLst>
          </p:nvPr>
        </p:nvGraphicFramePr>
        <p:xfrm>
          <a:off x="5590540" y="2604686"/>
          <a:ext cx="3310619" cy="33992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7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4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95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46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54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05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25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A3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L="0" marR="0" marT="17780" marB="0" anchor="ctr">
                    <a:lnL w="12700">
                      <a:noFill/>
                      <a:prstDash val="sysDash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A0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字形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73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4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5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6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7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8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9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05" name="表格 604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0084540"/>
              </p:ext>
            </p:extLst>
          </p:nvPr>
        </p:nvGraphicFramePr>
        <p:xfrm>
          <a:off x="461010" y="4055026"/>
          <a:ext cx="1914525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85">
                <a:tc>
                  <a:txBody>
                    <a:bodyPr/>
                    <a:lstStyle/>
                    <a:p>
                      <a:pPr indent="0" algn="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16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16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l" fontAlgn="auto">
                        <a:lnSpc>
                          <a:spcPct val="5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16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16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19" name="组合 618"/>
          <p:cNvGrpSpPr/>
          <p:nvPr/>
        </p:nvGrpSpPr>
        <p:grpSpPr>
          <a:xfrm>
            <a:off x="1012190" y="4328711"/>
            <a:ext cx="1487805" cy="1077595"/>
            <a:chOff x="3515" y="6973"/>
            <a:chExt cx="2343" cy="1697"/>
          </a:xfrm>
        </p:grpSpPr>
        <p:grpSp>
          <p:nvGrpSpPr>
            <p:cNvPr id="609" name="组合 608"/>
            <p:cNvGrpSpPr/>
            <p:nvPr/>
          </p:nvGrpSpPr>
          <p:grpSpPr>
            <a:xfrm>
              <a:off x="3741" y="7427"/>
              <a:ext cx="1871" cy="1087"/>
              <a:chOff x="2611" y="9559"/>
              <a:chExt cx="1750" cy="1046"/>
            </a:xfrm>
          </p:grpSpPr>
          <p:sp>
            <p:nvSpPr>
              <p:cNvPr id="610" name="圆角矩形 609"/>
              <p:cNvSpPr/>
              <p:nvPr>
                <p:custDataLst>
                  <p:tags r:id="rId4"/>
                </p:custDataLst>
              </p:nvPr>
            </p:nvSpPr>
            <p:spPr>
              <a:xfrm>
                <a:off x="2611" y="9951"/>
                <a:ext cx="1750" cy="654"/>
              </a:xfrm>
              <a:prstGeom prst="roundRect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1" name="圆角矩形 610"/>
              <p:cNvSpPr/>
              <p:nvPr>
                <p:custDataLst>
                  <p:tags r:id="rId5"/>
                </p:custDataLst>
              </p:nvPr>
            </p:nvSpPr>
            <p:spPr>
              <a:xfrm>
                <a:off x="3089" y="9559"/>
                <a:ext cx="743" cy="654"/>
              </a:xfrm>
              <a:prstGeom prst="roundRect">
                <a:avLst/>
              </a:prstGeom>
              <a:noFill/>
              <a:ln w="15875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12" name="圆角矩形 611"/>
            <p:cNvSpPr/>
            <p:nvPr>
              <p:custDataLst>
                <p:tags r:id="rId3"/>
              </p:custDataLst>
            </p:nvPr>
          </p:nvSpPr>
          <p:spPr>
            <a:xfrm>
              <a:off x="4762" y="7058"/>
              <a:ext cx="794" cy="1417"/>
            </a:xfrm>
            <a:prstGeom prst="roundRect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5" name="任意多边形 614"/>
            <p:cNvSpPr/>
            <p:nvPr/>
          </p:nvSpPr>
          <p:spPr>
            <a:xfrm>
              <a:off x="5329" y="6973"/>
              <a:ext cx="422" cy="385"/>
            </a:xfrm>
            <a:custGeom>
              <a:avLst/>
              <a:gdLst>
                <a:gd name="connisteX0" fmla="*/ 0 w 267970"/>
                <a:gd name="connsiteY0" fmla="*/ 0 h 244475"/>
                <a:gd name="connisteX1" fmla="*/ 0 w 267970"/>
                <a:gd name="connsiteY1" fmla="*/ 190500 h 244475"/>
                <a:gd name="connisteX2" fmla="*/ 54610 w 267970"/>
                <a:gd name="connsiteY2" fmla="*/ 244475 h 244475"/>
                <a:gd name="connisteX3" fmla="*/ 267970 w 267970"/>
                <a:gd name="connsiteY3" fmla="*/ 240030 h 2444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267970" h="244475">
                  <a:moveTo>
                    <a:pt x="0" y="0"/>
                  </a:moveTo>
                  <a:lnTo>
                    <a:pt x="0" y="190500"/>
                  </a:lnTo>
                  <a:lnTo>
                    <a:pt x="54610" y="244475"/>
                  </a:lnTo>
                  <a:lnTo>
                    <a:pt x="267970" y="240030"/>
                  </a:lnTo>
                </a:path>
              </a:pathLst>
            </a:cu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" name="任意多边形 615"/>
            <p:cNvSpPr/>
            <p:nvPr/>
          </p:nvSpPr>
          <p:spPr>
            <a:xfrm>
              <a:off x="3515" y="6973"/>
              <a:ext cx="507" cy="385"/>
            </a:xfrm>
            <a:custGeom>
              <a:avLst/>
              <a:gdLst>
                <a:gd name="connisteX0" fmla="*/ 321945 w 321945"/>
                <a:gd name="connsiteY0" fmla="*/ 0 h 244475"/>
                <a:gd name="connisteX1" fmla="*/ 321945 w 321945"/>
                <a:gd name="connsiteY1" fmla="*/ 186055 h 244475"/>
                <a:gd name="connisteX2" fmla="*/ 285750 w 321945"/>
                <a:gd name="connsiteY2" fmla="*/ 240030 h 244475"/>
                <a:gd name="connisteX3" fmla="*/ 0 w 321945"/>
                <a:gd name="connsiteY3" fmla="*/ 244475 h 2444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321945" h="244475">
                  <a:moveTo>
                    <a:pt x="321945" y="0"/>
                  </a:moveTo>
                  <a:lnTo>
                    <a:pt x="321945" y="186055"/>
                  </a:lnTo>
                  <a:lnTo>
                    <a:pt x="285750" y="240030"/>
                  </a:lnTo>
                  <a:lnTo>
                    <a:pt x="0" y="244475"/>
                  </a:lnTo>
                </a:path>
              </a:pathLst>
            </a:cu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" name="任意多边形 616"/>
            <p:cNvSpPr/>
            <p:nvPr/>
          </p:nvSpPr>
          <p:spPr>
            <a:xfrm>
              <a:off x="5272" y="8220"/>
              <a:ext cx="586" cy="450"/>
            </a:xfrm>
            <a:custGeom>
              <a:avLst/>
              <a:gdLst>
                <a:gd name="connisteX0" fmla="*/ 0 w 372110"/>
                <a:gd name="connsiteY0" fmla="*/ 285750 h 285750"/>
                <a:gd name="connisteX1" fmla="*/ 4445 w 372110"/>
                <a:gd name="connsiteY1" fmla="*/ 76835 h 285750"/>
                <a:gd name="connisteX2" fmla="*/ 45720 w 372110"/>
                <a:gd name="connsiteY2" fmla="*/ 8890 h 285750"/>
                <a:gd name="connisteX3" fmla="*/ 372110 w 372110"/>
                <a:gd name="connsiteY3" fmla="*/ 0 h 2857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372110" h="285750">
                  <a:moveTo>
                    <a:pt x="0" y="285750"/>
                  </a:moveTo>
                  <a:lnTo>
                    <a:pt x="4445" y="76835"/>
                  </a:lnTo>
                  <a:lnTo>
                    <a:pt x="45720" y="8890"/>
                  </a:lnTo>
                  <a:lnTo>
                    <a:pt x="372110" y="0"/>
                  </a:lnTo>
                </a:path>
              </a:pathLst>
            </a:cu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8" name="任意多边形 617"/>
            <p:cNvSpPr/>
            <p:nvPr/>
          </p:nvSpPr>
          <p:spPr>
            <a:xfrm>
              <a:off x="3572" y="8220"/>
              <a:ext cx="479" cy="436"/>
            </a:xfrm>
            <a:custGeom>
              <a:avLst/>
              <a:gdLst>
                <a:gd name="connisteX0" fmla="*/ 0 w 304165"/>
                <a:gd name="connsiteY0" fmla="*/ 0 h 276860"/>
                <a:gd name="connisteX1" fmla="*/ 249555 w 304165"/>
                <a:gd name="connsiteY1" fmla="*/ 4445 h 276860"/>
                <a:gd name="connisteX2" fmla="*/ 304165 w 304165"/>
                <a:gd name="connsiteY2" fmla="*/ 67945 h 276860"/>
                <a:gd name="connisteX3" fmla="*/ 295275 w 304165"/>
                <a:gd name="connsiteY3" fmla="*/ 276860 h 2768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304165" h="276860">
                  <a:moveTo>
                    <a:pt x="0" y="0"/>
                  </a:moveTo>
                  <a:lnTo>
                    <a:pt x="249555" y="4445"/>
                  </a:lnTo>
                  <a:lnTo>
                    <a:pt x="304165" y="67945"/>
                  </a:lnTo>
                  <a:lnTo>
                    <a:pt x="295275" y="276860"/>
                  </a:lnTo>
                </a:path>
              </a:pathLst>
            </a:cu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0" name="Text Box 191"/>
              <p:cNvSpPr txBox="1">
                <a:spLocks noChangeArrowheads="1"/>
              </p:cNvSpPr>
              <p:nvPr/>
            </p:nvSpPr>
            <p:spPr bwMode="auto">
              <a:xfrm>
                <a:off x="2631440" y="4684311"/>
                <a:ext cx="2779395" cy="57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36195" tIns="10795" rIns="36195" bIns="10795" anchor="t" anchorCtr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a</a:t>
                </a:r>
                <a:r>
                  <a:rPr lang="zh-CN" altLang="en-US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A3+A1+A2•A0+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0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altLang="zh-CN" sz="2000" b="1" baseline="-25000" dirty="0"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0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en-US" altLang="zh-CN" sz="2000" i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i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A3+A1+A2⊙A0</a:t>
                </a:r>
                <a:endPara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620" name="Text Box 1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1440" y="4684311"/>
                <a:ext cx="2779395" cy="576000"/>
              </a:xfrm>
              <a:prstGeom prst="rect">
                <a:avLst/>
              </a:prstGeom>
              <a:blipFill>
                <a:blip r:embed="rId109"/>
                <a:stretch>
                  <a:fillRect l="-4386" t="-18947" b="-29474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1" grpId="0" bldLvl="0" animBg="1"/>
      <p:bldP spid="6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14881908-EDAA-4313-BB73-1D6EC08244A2}"/>
              </a:ext>
            </a:extLst>
          </p:cNvPr>
          <p:cNvGrpSpPr/>
          <p:nvPr/>
        </p:nvGrpSpPr>
        <p:grpSpPr>
          <a:xfrm>
            <a:off x="1726565" y="2808195"/>
            <a:ext cx="6047740" cy="1943735"/>
            <a:chOff x="1726565" y="2808195"/>
            <a:chExt cx="6047740" cy="1943735"/>
          </a:xfrm>
        </p:grpSpPr>
        <p:sp>
          <p:nvSpPr>
            <p:cNvPr id="21" name="Text Box 3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086610" y="2808195"/>
              <a:ext cx="5687695" cy="165608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52" name="Text Box 19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726565" y="2808195"/>
              <a:ext cx="288290" cy="5759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D3</a:t>
              </a: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D0</a:t>
              </a:r>
            </a:p>
          </p:txBody>
        </p:sp>
        <p:cxnSp>
          <p:nvCxnSpPr>
            <p:cNvPr id="449" name="直接箭头连接符 448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2014855" y="3204435"/>
              <a:ext cx="309626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6" name="直接箭头连接符 95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2014855" y="3095850"/>
              <a:ext cx="338391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3" name="直接箭头连接符 102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2014855" y="2987900"/>
              <a:ext cx="370776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114" name="组合 113"/>
            <p:cNvGrpSpPr/>
            <p:nvPr/>
          </p:nvGrpSpPr>
          <p:grpSpPr>
            <a:xfrm>
              <a:off x="2194560" y="4536030"/>
              <a:ext cx="2412365" cy="215900"/>
              <a:chOff x="2891" y="4819"/>
              <a:chExt cx="3799" cy="340"/>
            </a:xfrm>
          </p:grpSpPr>
          <p:sp>
            <p:nvSpPr>
              <p:cNvPr id="106" name="Text Box 191"/>
              <p:cNvSpPr txBox="1">
                <a:spLocks noChangeArrowheads="1"/>
              </p:cNvSpPr>
              <p:nvPr>
                <p:custDataLst>
                  <p:tags r:id="rId75"/>
                </p:custDataLst>
              </p:nvPr>
            </p:nvSpPr>
            <p:spPr bwMode="auto">
              <a:xfrm>
                <a:off x="2891" y="4819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Z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07" name="Text Box 191"/>
              <p:cNvSpPr txBox="1">
                <a:spLocks noChangeArrowheads="1"/>
              </p:cNvSpPr>
              <p:nvPr>
                <p:custDataLst>
                  <p:tags r:id="rId76"/>
                </p:custDataLst>
              </p:nvPr>
            </p:nvSpPr>
            <p:spPr bwMode="auto">
              <a:xfrm>
                <a:off x="3345" y="4819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Z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08" name="Text Box 191"/>
              <p:cNvSpPr txBox="1">
                <a:spLocks noChangeArrowheads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3855" y="4819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Z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09" name="Text Box 191"/>
              <p:cNvSpPr txBox="1">
                <a:spLocks noChangeArrowheads="1"/>
              </p:cNvSpPr>
              <p:nvPr>
                <p:custDataLst>
                  <p:tags r:id="rId78"/>
                </p:custDataLst>
              </p:nvPr>
            </p:nvSpPr>
            <p:spPr bwMode="auto">
              <a:xfrm>
                <a:off x="4309" y="4819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Z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110" name="Text Box 191"/>
              <p:cNvSpPr txBox="1">
                <a:spLocks noChangeArrowheads="1"/>
              </p:cNvSpPr>
              <p:nvPr>
                <p:custDataLst>
                  <p:tags r:id="rId79"/>
                </p:custDataLst>
              </p:nvPr>
            </p:nvSpPr>
            <p:spPr bwMode="auto">
              <a:xfrm>
                <a:off x="4819" y="4819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Z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111" name="Text Box 191"/>
              <p:cNvSpPr txBox="1">
                <a:spLocks noChangeArrowheads="1"/>
              </p:cNvSpPr>
              <p:nvPr>
                <p:custDataLst>
                  <p:tags r:id="rId80"/>
                </p:custDataLst>
              </p:nvPr>
            </p:nvSpPr>
            <p:spPr bwMode="auto">
              <a:xfrm>
                <a:off x="5272" y="4819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Z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5</a:t>
                </a:r>
              </a:p>
            </p:txBody>
          </p:sp>
          <p:sp>
            <p:nvSpPr>
              <p:cNvPr id="112" name="Text Box 191"/>
              <p:cNvSpPr txBox="1">
                <a:spLocks noChangeArrowheads="1"/>
              </p:cNvSpPr>
              <p:nvPr>
                <p:custDataLst>
                  <p:tags r:id="rId81"/>
                </p:custDataLst>
              </p:nvPr>
            </p:nvSpPr>
            <p:spPr bwMode="auto">
              <a:xfrm>
                <a:off x="5783" y="4819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Z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113" name="Text Box 191"/>
              <p:cNvSpPr txBox="1">
                <a:spLocks noChangeArrowheads="1"/>
              </p:cNvSpPr>
              <p:nvPr>
                <p:custDataLst>
                  <p:tags r:id="rId82"/>
                </p:custDataLst>
              </p:nvPr>
            </p:nvSpPr>
            <p:spPr bwMode="auto">
              <a:xfrm>
                <a:off x="6236" y="4819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Z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7</a:t>
                </a:r>
              </a:p>
            </p:txBody>
          </p:sp>
        </p:grpSp>
        <p:sp>
          <p:nvSpPr>
            <p:cNvPr id="116" name="Text Box 19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859020" y="4536030"/>
              <a:ext cx="28829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Z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8</a:t>
              </a:r>
            </a:p>
          </p:txBody>
        </p:sp>
        <p:sp>
          <p:nvSpPr>
            <p:cNvPr id="117" name="Text Box 19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147310" y="4536030"/>
              <a:ext cx="28829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Z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9</a:t>
              </a:r>
            </a:p>
          </p:txBody>
        </p:sp>
        <p:sp>
          <p:nvSpPr>
            <p:cNvPr id="118" name="Text Box 19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471160" y="4536030"/>
              <a:ext cx="28829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Z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10</a:t>
              </a:r>
            </a:p>
          </p:txBody>
        </p:sp>
        <p:sp>
          <p:nvSpPr>
            <p:cNvPr id="119" name="Text Box 19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759450" y="4536030"/>
              <a:ext cx="28829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Z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11</a:t>
              </a:r>
            </a:p>
          </p:txBody>
        </p:sp>
        <p:sp>
          <p:nvSpPr>
            <p:cNvPr id="120" name="Text Box 19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083300" y="4536030"/>
              <a:ext cx="28829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Z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12</a:t>
              </a:r>
            </a:p>
          </p:txBody>
        </p:sp>
        <p:sp>
          <p:nvSpPr>
            <p:cNvPr id="121" name="Text Box 19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370955" y="4536030"/>
              <a:ext cx="28829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Z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12</a:t>
              </a:r>
            </a:p>
          </p:txBody>
        </p:sp>
        <p:sp>
          <p:nvSpPr>
            <p:cNvPr id="122" name="Text Box 19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695440" y="4536030"/>
              <a:ext cx="28829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Z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14</a:t>
              </a:r>
            </a:p>
          </p:txBody>
        </p:sp>
        <p:sp>
          <p:nvSpPr>
            <p:cNvPr id="123" name="Text Box 19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983095" y="4536030"/>
              <a:ext cx="28829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Z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15</a:t>
              </a:r>
            </a:p>
          </p:txBody>
        </p:sp>
        <p:grpSp>
          <p:nvGrpSpPr>
            <p:cNvPr id="128" name="组合 127"/>
            <p:cNvGrpSpPr/>
            <p:nvPr/>
          </p:nvGrpSpPr>
          <p:grpSpPr>
            <a:xfrm>
              <a:off x="2159000" y="3455895"/>
              <a:ext cx="2447925" cy="1080135"/>
              <a:chOff x="2835" y="3118"/>
              <a:chExt cx="3855" cy="1701"/>
            </a:xfrm>
          </p:grpSpPr>
          <p:sp>
            <p:nvSpPr>
              <p:cNvPr id="64" name="Text Box 36"/>
              <p:cNvSpPr txBox="1">
                <a:spLocks noChangeArrowheads="1"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2835" y="3402"/>
                <a:ext cx="3855" cy="113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17780" tIns="0" rIns="17780" bIns="0" anchor="t" anchorCtr="0">
                <a:no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 A  B  C   G1 G2A G2B</a:t>
                </a:r>
              </a:p>
              <a:p>
                <a:pPr algn="l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    74LS138(1)</a:t>
                </a:r>
              </a:p>
              <a:p>
                <a:pPr algn="l">
                  <a:lnSpc>
                    <a:spcPct val="90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Y0 Y1 Y2 Y3 Y4 Y5 Y6 Y7</a:t>
                </a:r>
              </a:p>
            </p:txBody>
          </p:sp>
          <p:sp>
            <p:nvSpPr>
              <p:cNvPr id="65" name="椭圆 64"/>
              <p:cNvSpPr/>
              <p:nvPr>
                <p:custDataLst>
                  <p:tags r:id="rId55"/>
                </p:custDataLst>
              </p:nvPr>
            </p:nvSpPr>
            <p:spPr>
              <a:xfrm>
                <a:off x="3005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椭圆 67"/>
              <p:cNvSpPr/>
              <p:nvPr>
                <p:custDataLst>
                  <p:tags r:id="rId56"/>
                </p:custDataLst>
              </p:nvPr>
            </p:nvSpPr>
            <p:spPr>
              <a:xfrm>
                <a:off x="3459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椭圆 68"/>
              <p:cNvSpPr/>
              <p:nvPr>
                <p:custDataLst>
                  <p:tags r:id="rId57"/>
                </p:custDataLst>
              </p:nvPr>
            </p:nvSpPr>
            <p:spPr>
              <a:xfrm>
                <a:off x="3969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椭圆 69"/>
              <p:cNvSpPr/>
              <p:nvPr>
                <p:custDataLst>
                  <p:tags r:id="rId58"/>
                </p:custDataLst>
              </p:nvPr>
            </p:nvSpPr>
            <p:spPr>
              <a:xfrm>
                <a:off x="4423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椭圆 70"/>
              <p:cNvSpPr/>
              <p:nvPr>
                <p:custDataLst>
                  <p:tags r:id="rId59"/>
                </p:custDataLst>
              </p:nvPr>
            </p:nvSpPr>
            <p:spPr>
              <a:xfrm>
                <a:off x="4933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" name="椭圆 71"/>
              <p:cNvSpPr/>
              <p:nvPr>
                <p:custDataLst>
                  <p:tags r:id="rId60"/>
                </p:custDataLst>
              </p:nvPr>
            </p:nvSpPr>
            <p:spPr>
              <a:xfrm>
                <a:off x="5386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椭圆 72"/>
              <p:cNvSpPr/>
              <p:nvPr>
                <p:custDataLst>
                  <p:tags r:id="rId61"/>
                </p:custDataLst>
              </p:nvPr>
            </p:nvSpPr>
            <p:spPr>
              <a:xfrm>
                <a:off x="5897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" name="椭圆 73"/>
              <p:cNvSpPr/>
              <p:nvPr>
                <p:custDataLst>
                  <p:tags r:id="rId62"/>
                </p:custDataLst>
              </p:nvPr>
            </p:nvSpPr>
            <p:spPr>
              <a:xfrm>
                <a:off x="6350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" name="椭圆 74"/>
              <p:cNvSpPr/>
              <p:nvPr>
                <p:custDataLst>
                  <p:tags r:id="rId63"/>
                </p:custDataLst>
              </p:nvPr>
            </p:nvSpPr>
            <p:spPr>
              <a:xfrm>
                <a:off x="5443" y="3288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" name="椭圆 77"/>
              <p:cNvSpPr/>
              <p:nvPr>
                <p:custDataLst>
                  <p:tags r:id="rId64"/>
                </p:custDataLst>
              </p:nvPr>
            </p:nvSpPr>
            <p:spPr>
              <a:xfrm>
                <a:off x="6123" y="3288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80" name="直接箭头连接符 79"/>
              <p:cNvCxnSpPr/>
              <p:nvPr>
                <p:custDataLst>
                  <p:tags r:id="rId65"/>
                </p:custDataLst>
              </p:nvPr>
            </p:nvCxnSpPr>
            <p:spPr bwMode="auto">
              <a:xfrm>
                <a:off x="3062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1" name="直接箭头连接符 80"/>
              <p:cNvCxnSpPr/>
              <p:nvPr>
                <p:custDataLst>
                  <p:tags r:id="rId66"/>
                </p:custDataLst>
              </p:nvPr>
            </p:nvCxnSpPr>
            <p:spPr bwMode="auto">
              <a:xfrm>
                <a:off x="3515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2" name="直接箭头连接符 81"/>
              <p:cNvCxnSpPr/>
              <p:nvPr>
                <p:custDataLst>
                  <p:tags r:id="rId67"/>
                </p:custDataLst>
              </p:nvPr>
            </p:nvCxnSpPr>
            <p:spPr bwMode="auto">
              <a:xfrm>
                <a:off x="4025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3" name="直接箭头连接符 82"/>
              <p:cNvCxnSpPr/>
              <p:nvPr>
                <p:custDataLst>
                  <p:tags r:id="rId68"/>
                </p:custDataLst>
              </p:nvPr>
            </p:nvCxnSpPr>
            <p:spPr bwMode="auto">
              <a:xfrm>
                <a:off x="4479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4" name="直接箭头连接符 83"/>
              <p:cNvCxnSpPr/>
              <p:nvPr>
                <p:custDataLst>
                  <p:tags r:id="rId69"/>
                </p:custDataLst>
              </p:nvPr>
            </p:nvCxnSpPr>
            <p:spPr bwMode="auto">
              <a:xfrm>
                <a:off x="4989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5" name="直接箭头连接符 84"/>
              <p:cNvCxnSpPr/>
              <p:nvPr>
                <p:custDataLst>
                  <p:tags r:id="rId70"/>
                </p:custDataLst>
              </p:nvPr>
            </p:nvCxnSpPr>
            <p:spPr bwMode="auto">
              <a:xfrm>
                <a:off x="5443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6" name="直接箭头连接符 85"/>
              <p:cNvCxnSpPr/>
              <p:nvPr>
                <p:custDataLst>
                  <p:tags r:id="rId71"/>
                </p:custDataLst>
              </p:nvPr>
            </p:nvCxnSpPr>
            <p:spPr bwMode="auto">
              <a:xfrm>
                <a:off x="5953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7" name="直接箭头连接符 86"/>
              <p:cNvCxnSpPr/>
              <p:nvPr>
                <p:custDataLst>
                  <p:tags r:id="rId72"/>
                </p:custDataLst>
              </p:nvPr>
            </p:nvCxnSpPr>
            <p:spPr bwMode="auto">
              <a:xfrm>
                <a:off x="6407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9" name="直接箭头连接符 88"/>
              <p:cNvCxnSpPr/>
              <p:nvPr>
                <p:custDataLst>
                  <p:tags r:id="rId73"/>
                </p:custDataLst>
              </p:nvPr>
            </p:nvCxnSpPr>
            <p:spPr bwMode="auto">
              <a:xfrm>
                <a:off x="5499" y="3118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3" name="直接箭头连接符 92"/>
              <p:cNvCxnSpPr/>
              <p:nvPr>
                <p:custDataLst>
                  <p:tags r:id="rId74"/>
                </p:custDataLst>
              </p:nvPr>
            </p:nvCxnSpPr>
            <p:spPr bwMode="auto">
              <a:xfrm>
                <a:off x="6180" y="3118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129" name="组合 128"/>
            <p:cNvGrpSpPr/>
            <p:nvPr/>
          </p:nvGrpSpPr>
          <p:grpSpPr>
            <a:xfrm>
              <a:off x="4822825" y="3455895"/>
              <a:ext cx="2447290" cy="1080135"/>
              <a:chOff x="7030" y="3118"/>
              <a:chExt cx="3854" cy="1701"/>
            </a:xfrm>
          </p:grpSpPr>
          <p:sp>
            <p:nvSpPr>
              <p:cNvPr id="32" name="Text Box 36"/>
              <p:cNvSpPr txBox="1"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7030" y="3402"/>
                <a:ext cx="3855" cy="113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17780" tIns="0" rIns="17780" bIns="0" anchor="t" anchorCtr="0">
                <a:no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  A  B  C   G1 G2A G2B</a:t>
                </a:r>
              </a:p>
              <a:p>
                <a:pPr algn="l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    74LS138(2)</a:t>
                </a:r>
              </a:p>
              <a:p>
                <a:pPr algn="l">
                  <a:lnSpc>
                    <a:spcPct val="90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Y0 Y1 Y2 Y3 Y4 Y5 Y6 Y7</a:t>
                </a:r>
              </a:p>
            </p:txBody>
          </p:sp>
          <p:sp>
            <p:nvSpPr>
              <p:cNvPr id="36" name="椭圆 35"/>
              <p:cNvSpPr/>
              <p:nvPr>
                <p:custDataLst>
                  <p:tags r:id="rId33"/>
                </p:custDataLst>
              </p:nvPr>
            </p:nvSpPr>
            <p:spPr>
              <a:xfrm>
                <a:off x="7200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椭圆 36"/>
              <p:cNvSpPr/>
              <p:nvPr>
                <p:custDataLst>
                  <p:tags r:id="rId34"/>
                </p:custDataLst>
              </p:nvPr>
            </p:nvSpPr>
            <p:spPr>
              <a:xfrm>
                <a:off x="7654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椭圆 41"/>
              <p:cNvSpPr/>
              <p:nvPr>
                <p:custDataLst>
                  <p:tags r:id="rId35"/>
                </p:custDataLst>
              </p:nvPr>
            </p:nvSpPr>
            <p:spPr>
              <a:xfrm>
                <a:off x="8164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椭圆 42"/>
              <p:cNvSpPr/>
              <p:nvPr>
                <p:custDataLst>
                  <p:tags r:id="rId36"/>
                </p:custDataLst>
              </p:nvPr>
            </p:nvSpPr>
            <p:spPr>
              <a:xfrm>
                <a:off x="8618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椭圆 43"/>
              <p:cNvSpPr/>
              <p:nvPr>
                <p:custDataLst>
                  <p:tags r:id="rId37"/>
                </p:custDataLst>
              </p:nvPr>
            </p:nvSpPr>
            <p:spPr>
              <a:xfrm>
                <a:off x="9128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椭圆 44"/>
              <p:cNvSpPr/>
              <p:nvPr>
                <p:custDataLst>
                  <p:tags r:id="rId38"/>
                </p:custDataLst>
              </p:nvPr>
            </p:nvSpPr>
            <p:spPr>
              <a:xfrm>
                <a:off x="9581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椭圆 46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092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椭圆 47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5" y="45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椭圆 48"/>
              <p:cNvSpPr/>
              <p:nvPr>
                <p:custDataLst>
                  <p:tags r:id="rId41"/>
                </p:custDataLst>
              </p:nvPr>
            </p:nvSpPr>
            <p:spPr>
              <a:xfrm>
                <a:off x="9638" y="3288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椭圆 49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318" y="3288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1" name="直接箭头连接符 50"/>
              <p:cNvCxnSpPr/>
              <p:nvPr>
                <p:custDataLst>
                  <p:tags r:id="rId43"/>
                </p:custDataLst>
              </p:nvPr>
            </p:nvCxnSpPr>
            <p:spPr bwMode="auto">
              <a:xfrm>
                <a:off x="7257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2" name="直接箭头连接符 51"/>
              <p:cNvCxnSpPr/>
              <p:nvPr>
                <p:custDataLst>
                  <p:tags r:id="rId44"/>
                </p:custDataLst>
              </p:nvPr>
            </p:nvCxnSpPr>
            <p:spPr bwMode="auto">
              <a:xfrm>
                <a:off x="7710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3" name="直接箭头连接符 52"/>
              <p:cNvCxnSpPr/>
              <p:nvPr>
                <p:custDataLst>
                  <p:tags r:id="rId45"/>
                </p:custDataLst>
              </p:nvPr>
            </p:nvCxnSpPr>
            <p:spPr bwMode="auto">
              <a:xfrm>
                <a:off x="8220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4" name="直接箭头连接符 53"/>
              <p:cNvCxnSpPr/>
              <p:nvPr>
                <p:custDataLst>
                  <p:tags r:id="rId46"/>
                </p:custDataLst>
              </p:nvPr>
            </p:nvCxnSpPr>
            <p:spPr bwMode="auto">
              <a:xfrm>
                <a:off x="8674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5" name="直接箭头连接符 54"/>
              <p:cNvCxnSpPr/>
              <p:nvPr>
                <p:custDataLst>
                  <p:tags r:id="rId47"/>
                </p:custDataLst>
              </p:nvPr>
            </p:nvCxnSpPr>
            <p:spPr bwMode="auto">
              <a:xfrm>
                <a:off x="9184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6" name="直接箭头连接符 55"/>
              <p:cNvCxnSpPr/>
              <p:nvPr>
                <p:custDataLst>
                  <p:tags r:id="rId48"/>
                </p:custDataLst>
              </p:nvPr>
            </p:nvCxnSpPr>
            <p:spPr bwMode="auto">
              <a:xfrm>
                <a:off x="9638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7" name="直接箭头连接符 56"/>
              <p:cNvCxnSpPr/>
              <p:nvPr>
                <p:custDataLst>
                  <p:tags r:id="rId49"/>
                </p:custDataLst>
              </p:nvPr>
            </p:nvCxnSpPr>
            <p:spPr bwMode="auto">
              <a:xfrm>
                <a:off x="10148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8" name="直接箭头连接符 57"/>
              <p:cNvCxnSpPr/>
              <p:nvPr>
                <p:custDataLst>
                  <p:tags r:id="rId50"/>
                </p:custDataLst>
              </p:nvPr>
            </p:nvCxnSpPr>
            <p:spPr bwMode="auto">
              <a:xfrm>
                <a:off x="10602" y="4649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0" name="直接箭头连接符 59"/>
              <p:cNvCxnSpPr/>
              <p:nvPr>
                <p:custDataLst>
                  <p:tags r:id="rId51"/>
                </p:custDataLst>
              </p:nvPr>
            </p:nvCxnSpPr>
            <p:spPr bwMode="auto">
              <a:xfrm>
                <a:off x="9694" y="3118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1" name="直接箭头连接符 60"/>
              <p:cNvCxnSpPr/>
              <p:nvPr>
                <p:custDataLst>
                  <p:tags r:id="rId52"/>
                </p:custDataLst>
              </p:nvPr>
            </p:nvCxnSpPr>
            <p:spPr bwMode="auto">
              <a:xfrm>
                <a:off x="10375" y="3118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27" name="直接箭头连接符 126"/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9184" y="3118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134" name="直接箭头连接符 133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2014855" y="2879950"/>
              <a:ext cx="417576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752AC6BF-C4AC-4465-A18A-4174F642B574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>
              <a:off x="3526790" y="3455895"/>
              <a:ext cx="0" cy="17970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9</a:t>
            </a:fld>
            <a:endParaRPr lang="en-US" altLang="zh-CN"/>
          </a:p>
        </p:txBody>
      </p:sp>
      <p:sp>
        <p:nvSpPr>
          <p:cNvPr id="4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11505" y="332656"/>
            <a:ext cx="8303895" cy="251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803910" indent="-8039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用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片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74LS138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译码器，组成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4-16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译码器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无需控制信号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I/O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信号：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输入为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D3～D0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，输出为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</a:t>
            </a:r>
            <a:r>
              <a:rPr lang="en-US" altLang="zh-CN" sz="2000" b="1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15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～Z</a:t>
            </a:r>
            <a:r>
              <a:rPr lang="en-US" altLang="zh-CN" sz="20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，无控制端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思路：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74LS138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的输出分别连接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</a:t>
            </a:r>
            <a:r>
              <a:rPr lang="en-US" altLang="zh-CN" sz="20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15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～Z</a:t>
            </a:r>
            <a:r>
              <a:rPr lang="en-US" altLang="zh-CN" sz="20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</a:t>
            </a:r>
            <a:r>
              <a:rPr lang="en-US" altLang="zh-CN" sz="20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～Z</a:t>
            </a:r>
            <a:r>
              <a:rPr lang="en-US" altLang="zh-CN" sz="20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设计：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～D0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连接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CBA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D3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连接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个片的控制端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分别为正逻辑、负逻辑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604" name="表格 603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68853055"/>
              </p:ext>
            </p:extLst>
          </p:nvPr>
        </p:nvGraphicFramePr>
        <p:xfrm>
          <a:off x="2146300" y="1556792"/>
          <a:ext cx="3228340" cy="74231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D3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D2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D0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-Z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Z</a:t>
                      </a:r>
                      <a:r>
                        <a:rPr lang="en-US" altLang="zh-CN" sz="16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7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-Z</a:t>
                      </a:r>
                      <a:r>
                        <a:rPr lang="en-US" altLang="zh-CN" sz="1600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0-7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ysDash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ysDash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1……1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片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之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Y7-Y0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0-7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ysDash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ysDash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片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之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Y7-Y0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1……1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AutoShape 62">
            <a:hlinkClick r:id="rId84" action="ppaction://hlinksldjump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5400000">
            <a:off x="2990484" y="6534764"/>
            <a:ext cx="287337" cy="26988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AFE537-58FB-4717-B3F9-B11E63354DE6}"/>
              </a:ext>
            </a:extLst>
          </p:cNvPr>
          <p:cNvGrpSpPr/>
          <p:nvPr/>
        </p:nvGrpSpPr>
        <p:grpSpPr>
          <a:xfrm>
            <a:off x="2446655" y="2879950"/>
            <a:ext cx="5292090" cy="972185"/>
            <a:chOff x="2446655" y="2879950"/>
            <a:chExt cx="5292090" cy="972185"/>
          </a:xfrm>
        </p:grpSpPr>
        <p:sp>
          <p:nvSpPr>
            <p:cNvPr id="90" name="Text Box 191">
              <a:extLst>
                <a:ext uri="{FF2B5EF4-FFF2-40B4-BE49-F238E27FC236}">
                  <a16:creationId xmlns:a16="http://schemas.microsoft.com/office/drawing/2014/main" id="{1BC56D5D-9E34-4BDA-8CF7-DB395E6CB95C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347085" y="3239995"/>
              <a:ext cx="360045" cy="215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+5V</a:t>
              </a:r>
              <a:endParaRPr lang="en-US" altLang="zh-CN" sz="1600" b="1" baseline="-25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1" name="Text Box 191">
              <a:extLst>
                <a:ext uri="{FF2B5EF4-FFF2-40B4-BE49-F238E27FC236}">
                  <a16:creationId xmlns:a16="http://schemas.microsoft.com/office/drawing/2014/main" id="{F29903B9-C7BD-41AF-9757-EC67CF8C7F74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342505" y="3636235"/>
              <a:ext cx="39624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GND</a:t>
              </a:r>
              <a:endParaRPr lang="en-US" altLang="zh-CN" sz="1600" b="1" baseline="-25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A6E02F5C-5E40-4631-8FEF-994125930A11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3850640" y="3455895"/>
              <a:ext cx="4318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8E06E189-952F-4973-80A2-41AAC1125ADC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5110480" y="3203800"/>
              <a:ext cx="0" cy="4318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848F9400-47D3-4C87-B705-E517F715A096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2446655" y="3203800"/>
              <a:ext cx="0" cy="4318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B192868B-29B9-4F31-BAE9-91F5F42655B5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>
              <a:off x="5400040" y="3095850"/>
              <a:ext cx="0" cy="53975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51EE8D81-CE82-435D-ADBF-6DC28EFD9431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2734945" y="3095850"/>
              <a:ext cx="0" cy="53975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14E9FF62-BE5D-47DD-AD02-11F50BC5D30C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5722620" y="2987900"/>
              <a:ext cx="0" cy="6477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B9650756-C11E-4D67-9A56-0EE0D121D547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3058795" y="2987900"/>
              <a:ext cx="0" cy="6477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DCF6A8FD-1F7D-4BC6-A2E3-B7A1BEA56B04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3850640" y="2879950"/>
              <a:ext cx="0" cy="575945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FAC37FD0-45D6-4551-A3A0-810299998B81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6514465" y="3455895"/>
              <a:ext cx="1007745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CB0ED524-1675-4A9E-96E3-4773BC435EC0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7522845" y="3455895"/>
              <a:ext cx="0" cy="179705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83483EB4-A14B-4FAF-9972-3C613B5B346A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6190615" y="2879950"/>
              <a:ext cx="0" cy="575945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10</a:t>
            </a:fld>
            <a:endParaRPr lang="en-US" altLang="zh-CN"/>
          </a:p>
        </p:txBody>
      </p:sp>
      <p:sp>
        <p:nvSpPr>
          <p:cNvPr id="33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8867140" cy="1214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编码器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将</a:t>
            </a:r>
            <a:r>
              <a:rPr lang="zh-CN" altLang="en-US" sz="2200" b="1" u="sng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多个独立信号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中有效信号</a:t>
            </a:r>
            <a:r>
              <a:rPr lang="zh-CN" altLang="en-US" sz="2200" b="1" dirty="0">
                <a:solidFill>
                  <a:srgbClr val="990099"/>
                </a:solidFill>
                <a:uFillTx/>
                <a:latin typeface="宋体" panose="02010600030101010101" pitchFamily="2" charset="-122"/>
                <a:sym typeface="+mn-ea"/>
              </a:rPr>
              <a:t>映射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二进制编码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译码器的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反函数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电路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847330" y="873041"/>
            <a:ext cx="1007110" cy="1402715"/>
            <a:chOff x="12019" y="1361"/>
            <a:chExt cx="1586" cy="2209"/>
          </a:xfrm>
        </p:grpSpPr>
        <p:sp>
          <p:nvSpPr>
            <p:cNvPr id="6" name="Text Box 36"/>
            <p:cNvSpPr txBox="1">
              <a:spLocks noChangeArrowheads="1"/>
            </p:cNvSpPr>
            <p:nvPr>
              <p:custDataLst>
                <p:tags r:id="rId144"/>
              </p:custDataLst>
            </p:nvPr>
          </p:nvSpPr>
          <p:spPr bwMode="auto">
            <a:xfrm>
              <a:off x="12245" y="1361"/>
              <a:ext cx="1134" cy="181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l">
                <a:lnSpc>
                  <a:spcPct val="90000"/>
                </a:lnSpc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" name="Text Box 36"/>
            <p:cNvSpPr txBox="1">
              <a:spLocks noChangeArrowheads="1"/>
            </p:cNvSpPr>
            <p:nvPr>
              <p:custDataLst>
                <p:tags r:id="rId145"/>
              </p:custDataLst>
            </p:nvPr>
          </p:nvSpPr>
          <p:spPr bwMode="auto">
            <a:xfrm>
              <a:off x="12923" y="1871"/>
              <a:ext cx="454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Q0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Q1</a:t>
              </a:r>
            </a:p>
          </p:txBody>
        </p:sp>
        <p:sp>
          <p:nvSpPr>
            <p:cNvPr id="8" name="Text Box 36"/>
            <p:cNvSpPr txBox="1">
              <a:spLocks noChangeArrowheads="1"/>
            </p:cNvSpPr>
            <p:nvPr>
              <p:custDataLst>
                <p:tags r:id="rId146"/>
              </p:custDataLst>
            </p:nvPr>
          </p:nvSpPr>
          <p:spPr bwMode="auto">
            <a:xfrm>
              <a:off x="12248" y="1417"/>
              <a:ext cx="454" cy="136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I2I3</a:t>
              </a:r>
            </a:p>
          </p:txBody>
        </p:sp>
        <p:cxnSp>
          <p:nvCxnSpPr>
            <p:cNvPr id="11" name="直接箭头连接符 10"/>
            <p:cNvCxnSpPr/>
            <p:nvPr>
              <p:custDataLst>
                <p:tags r:id="rId147"/>
              </p:custDataLst>
            </p:nvPr>
          </p:nvCxnSpPr>
          <p:spPr bwMode="auto">
            <a:xfrm flipV="1">
              <a:off x="13375" y="204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" name="直接箭头连接符 11"/>
            <p:cNvCxnSpPr/>
            <p:nvPr>
              <p:custDataLst>
                <p:tags r:id="rId148"/>
              </p:custDataLst>
            </p:nvPr>
          </p:nvCxnSpPr>
          <p:spPr bwMode="auto">
            <a:xfrm flipV="1">
              <a:off x="13375" y="238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" name="直接箭头连接符 12"/>
            <p:cNvCxnSpPr/>
            <p:nvPr>
              <p:custDataLst>
                <p:tags r:id="rId149"/>
              </p:custDataLst>
            </p:nvPr>
          </p:nvCxnSpPr>
          <p:spPr bwMode="auto">
            <a:xfrm flipV="1">
              <a:off x="12023" y="156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" name="直接箭头连接符 14"/>
            <p:cNvCxnSpPr/>
            <p:nvPr>
              <p:custDataLst>
                <p:tags r:id="rId150"/>
              </p:custDataLst>
            </p:nvPr>
          </p:nvCxnSpPr>
          <p:spPr bwMode="auto">
            <a:xfrm flipV="1">
              <a:off x="12023" y="190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" name="直接箭头连接符 15"/>
            <p:cNvCxnSpPr/>
            <p:nvPr>
              <p:custDataLst>
                <p:tags r:id="rId151"/>
              </p:custDataLst>
            </p:nvPr>
          </p:nvCxnSpPr>
          <p:spPr bwMode="auto">
            <a:xfrm flipV="1">
              <a:off x="12023" y="226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" name="直接箭头连接符 16"/>
            <p:cNvCxnSpPr/>
            <p:nvPr>
              <p:custDataLst>
                <p:tags r:id="rId152"/>
              </p:custDataLst>
            </p:nvPr>
          </p:nvCxnSpPr>
          <p:spPr bwMode="auto">
            <a:xfrm flipV="1">
              <a:off x="12023" y="260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" name="Text Box 191"/>
            <p:cNvSpPr txBox="1">
              <a:spLocks noChangeArrowheads="1"/>
            </p:cNvSpPr>
            <p:nvPr>
              <p:custDataLst>
                <p:tags r:id="rId153"/>
              </p:custDataLst>
            </p:nvPr>
          </p:nvSpPr>
          <p:spPr bwMode="auto">
            <a:xfrm>
              <a:off x="12019" y="3230"/>
              <a:ext cx="158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r>
                <a:rPr 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位编码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器</a:t>
              </a:r>
            </a:p>
          </p:txBody>
        </p:sp>
        <p:cxnSp>
          <p:nvCxnSpPr>
            <p:cNvPr id="28" name="直接箭头连接符 27"/>
            <p:cNvCxnSpPr/>
            <p:nvPr>
              <p:custDataLst>
                <p:tags r:id="rId154"/>
              </p:custDataLst>
            </p:nvPr>
          </p:nvCxnSpPr>
          <p:spPr bwMode="auto">
            <a:xfrm flipV="1">
              <a:off x="12019" y="300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29" name="Text Box 36"/>
            <p:cNvSpPr txBox="1">
              <a:spLocks noChangeArrowheads="1"/>
            </p:cNvSpPr>
            <p:nvPr>
              <p:custDataLst>
                <p:tags r:id="rId155"/>
              </p:custDataLst>
            </p:nvPr>
          </p:nvSpPr>
          <p:spPr bwMode="auto">
            <a:xfrm>
              <a:off x="12246" y="2835"/>
              <a:ext cx="454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EN</a:t>
              </a:r>
            </a:p>
          </p:txBody>
        </p:sp>
      </p:grpSp>
      <p:sp>
        <p:nvSpPr>
          <p:cNvPr id="621" name="Text Box 6"/>
          <p:cNvSpPr txBox="1">
            <a:spLocks noChangeArrowheads="1"/>
          </p:cNvSpPr>
          <p:nvPr/>
        </p:nvSpPr>
        <p:spPr bwMode="auto">
          <a:xfrm>
            <a:off x="692785" y="1052746"/>
            <a:ext cx="3117215" cy="540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二进制编码器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优先编码器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应用：</a:t>
            </a:r>
          </a:p>
        </p:txBody>
      </p:sp>
      <p:sp>
        <p:nvSpPr>
          <p:cNvPr id="159" name="Text Box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42414" y="1052111"/>
            <a:ext cx="6543675" cy="540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二进制编码器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一个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有效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、优先编码器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可多个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有效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输入仅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一个为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，对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有效的输入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编码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多个为</a:t>
            </a:r>
            <a:r>
              <a:rPr lang="en-US" altLang="zh-CN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，对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优先级最高的输入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编码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排队器</a:t>
            </a:r>
          </a:p>
        </p:txBody>
      </p:sp>
      <p:grpSp>
        <p:nvGrpSpPr>
          <p:cNvPr id="131" name="组合 130"/>
          <p:cNvGrpSpPr/>
          <p:nvPr/>
        </p:nvGrpSpPr>
        <p:grpSpPr>
          <a:xfrm>
            <a:off x="5292060" y="2100496"/>
            <a:ext cx="1548130" cy="756285"/>
            <a:chOff x="9978" y="5102"/>
            <a:chExt cx="2438" cy="1191"/>
          </a:xfrm>
        </p:grpSpPr>
        <p:sp>
          <p:nvSpPr>
            <p:cNvPr id="32" name="Text Box 36"/>
            <p:cNvSpPr txBox="1"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10545" y="5159"/>
              <a:ext cx="1304" cy="107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123"/>
              </p:custDataLst>
            </p:nvPr>
          </p:nvCxnSpPr>
          <p:spPr bwMode="auto">
            <a:xfrm flipH="1" flipV="1">
              <a:off x="10998" y="5443"/>
              <a:ext cx="1" cy="6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7" name="直接箭头连接符 46"/>
            <p:cNvCxnSpPr/>
            <p:nvPr>
              <p:custDataLst>
                <p:tags r:id="rId124"/>
              </p:custDataLst>
            </p:nvPr>
          </p:nvCxnSpPr>
          <p:spPr bwMode="auto">
            <a:xfrm flipV="1">
              <a:off x="10431" y="5272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125"/>
              </p:custDataLst>
            </p:nvPr>
          </p:nvCxnSpPr>
          <p:spPr bwMode="auto">
            <a:xfrm flipV="1">
              <a:off x="10431" y="5839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8" name="直接箭头连接符 67"/>
            <p:cNvCxnSpPr/>
            <p:nvPr>
              <p:custDataLst>
                <p:tags r:id="rId126"/>
              </p:custDataLst>
            </p:nvPr>
          </p:nvCxnSpPr>
          <p:spPr bwMode="auto">
            <a:xfrm flipV="1">
              <a:off x="10431" y="6066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116" name="组合 115"/>
            <p:cNvGrpSpPr/>
            <p:nvPr/>
          </p:nvGrpSpPr>
          <p:grpSpPr>
            <a:xfrm>
              <a:off x="10998" y="5329"/>
              <a:ext cx="1418" cy="340"/>
              <a:chOff x="10998" y="5386"/>
              <a:chExt cx="1418" cy="340"/>
            </a:xfrm>
          </p:grpSpPr>
          <p:sp>
            <p:nvSpPr>
              <p:cNvPr id="70" name="Text Box 36"/>
              <p:cNvSpPr txBox="1">
                <a:spLocks noChangeArrowheads="1"/>
              </p:cNvSpPr>
              <p:nvPr>
                <p:custDataLst>
                  <p:tags r:id="rId139"/>
                </p:custDataLst>
              </p:nvPr>
            </p:nvSpPr>
            <p:spPr bwMode="auto">
              <a:xfrm>
                <a:off x="11225" y="5386"/>
                <a:ext cx="510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  <a:sym typeface="+mn-ea"/>
                  </a:rPr>
                  <a:t>≥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1</a:t>
                </a: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92" name="直接箭头连接符 91"/>
              <p:cNvCxnSpPr/>
              <p:nvPr>
                <p:custDataLst>
                  <p:tags r:id="rId140"/>
                </p:custDataLst>
              </p:nvPr>
            </p:nvCxnSpPr>
            <p:spPr bwMode="auto">
              <a:xfrm flipV="1">
                <a:off x="11735" y="5556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93" name="Text Box 191"/>
              <p:cNvSpPr txBox="1">
                <a:spLocks noChangeArrowheads="1"/>
              </p:cNvSpPr>
              <p:nvPr>
                <p:custDataLst>
                  <p:tags r:id="rId141"/>
                </p:custDataLst>
              </p:nvPr>
            </p:nvSpPr>
            <p:spPr bwMode="auto">
              <a:xfrm>
                <a:off x="11962" y="5386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Q0</a:t>
                </a:r>
              </a:p>
            </p:txBody>
          </p:sp>
          <p:cxnSp>
            <p:nvCxnSpPr>
              <p:cNvPr id="96" name="直接箭头连接符 95"/>
              <p:cNvCxnSpPr/>
              <p:nvPr>
                <p:custDataLst>
                  <p:tags r:id="rId142"/>
                </p:custDataLst>
              </p:nvPr>
            </p:nvCxnSpPr>
            <p:spPr bwMode="auto">
              <a:xfrm flipV="1">
                <a:off x="10998" y="5499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98" name="直接箭头连接符 97"/>
              <p:cNvCxnSpPr/>
              <p:nvPr>
                <p:custDataLst>
                  <p:tags r:id="rId143"/>
                </p:custDataLst>
              </p:nvPr>
            </p:nvCxnSpPr>
            <p:spPr bwMode="auto">
              <a:xfrm flipV="1">
                <a:off x="10998" y="561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</p:grpSp>
        <p:grpSp>
          <p:nvGrpSpPr>
            <p:cNvPr id="117" name="组合 116"/>
            <p:cNvGrpSpPr/>
            <p:nvPr/>
          </p:nvGrpSpPr>
          <p:grpSpPr>
            <a:xfrm>
              <a:off x="10998" y="5839"/>
              <a:ext cx="1418" cy="340"/>
              <a:chOff x="10998" y="5386"/>
              <a:chExt cx="1418" cy="340"/>
            </a:xfrm>
          </p:grpSpPr>
          <p:sp>
            <p:nvSpPr>
              <p:cNvPr id="118" name="Text Box 36"/>
              <p:cNvSpPr txBox="1">
                <a:spLocks noChangeArrowheads="1"/>
              </p:cNvSpPr>
              <p:nvPr>
                <p:custDataLst>
                  <p:tags r:id="rId134"/>
                </p:custDataLst>
              </p:nvPr>
            </p:nvSpPr>
            <p:spPr bwMode="auto">
              <a:xfrm>
                <a:off x="11225" y="5386"/>
                <a:ext cx="510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  <a:sym typeface="+mn-ea"/>
                  </a:rPr>
                  <a:t>≥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1</a:t>
                </a: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19" name="直接箭头连接符 118"/>
              <p:cNvCxnSpPr/>
              <p:nvPr>
                <p:custDataLst>
                  <p:tags r:id="rId135"/>
                </p:custDataLst>
              </p:nvPr>
            </p:nvCxnSpPr>
            <p:spPr bwMode="auto">
              <a:xfrm flipV="1">
                <a:off x="11735" y="5556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20" name="Text Box 191"/>
              <p:cNvSpPr txBox="1">
                <a:spLocks noChangeArrowheads="1"/>
              </p:cNvSpPr>
              <p:nvPr>
                <p:custDataLst>
                  <p:tags r:id="rId136"/>
                </p:custDataLst>
              </p:nvPr>
            </p:nvSpPr>
            <p:spPr bwMode="auto">
              <a:xfrm>
                <a:off x="11962" y="5386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Q1</a:t>
                </a:r>
              </a:p>
            </p:txBody>
          </p:sp>
          <p:cxnSp>
            <p:nvCxnSpPr>
              <p:cNvPr id="121" name="直接箭头连接符 120"/>
              <p:cNvCxnSpPr/>
              <p:nvPr>
                <p:custDataLst>
                  <p:tags r:id="rId137"/>
                </p:custDataLst>
              </p:nvPr>
            </p:nvCxnSpPr>
            <p:spPr bwMode="auto">
              <a:xfrm flipV="1">
                <a:off x="10998" y="5499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22" name="直接箭头连接符 121"/>
              <p:cNvCxnSpPr/>
              <p:nvPr>
                <p:custDataLst>
                  <p:tags r:id="rId138"/>
                </p:custDataLst>
              </p:nvPr>
            </p:nvCxnSpPr>
            <p:spPr bwMode="auto">
              <a:xfrm flipV="1">
                <a:off x="10998" y="561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</p:grpSp>
        <p:sp>
          <p:nvSpPr>
            <p:cNvPr id="123" name="Text Box 191"/>
            <p:cNvSpPr txBox="1">
              <a:spLocks noChangeArrowheads="1"/>
            </p:cNvSpPr>
            <p:nvPr>
              <p:custDataLst>
                <p:tags r:id="rId127"/>
              </p:custDataLst>
            </p:nvPr>
          </p:nvSpPr>
          <p:spPr bwMode="auto">
            <a:xfrm>
              <a:off x="9978" y="5102"/>
              <a:ext cx="454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I0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4" name="Text Box 191"/>
            <p:cNvSpPr txBox="1">
              <a:spLocks noChangeArrowheads="1"/>
            </p:cNvSpPr>
            <p:nvPr>
              <p:custDataLst>
                <p:tags r:id="rId128"/>
              </p:custDataLst>
            </p:nvPr>
          </p:nvSpPr>
          <p:spPr bwMode="auto">
            <a:xfrm>
              <a:off x="9978" y="5386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I1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5" name="Text Box 191"/>
            <p:cNvSpPr txBox="1"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9978" y="5669"/>
              <a:ext cx="454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6" name="Text Box 191"/>
            <p:cNvSpPr txBox="1">
              <a:spLocks noChangeArrowheads="1"/>
            </p:cNvSpPr>
            <p:nvPr>
              <p:custDataLst>
                <p:tags r:id="rId130"/>
              </p:custDataLst>
            </p:nvPr>
          </p:nvSpPr>
          <p:spPr bwMode="auto">
            <a:xfrm>
              <a:off x="9978" y="5953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28" name="直接箭头连接符 127"/>
            <p:cNvCxnSpPr/>
            <p:nvPr>
              <p:custDataLst>
                <p:tags r:id="rId131"/>
              </p:custDataLst>
            </p:nvPr>
          </p:nvCxnSpPr>
          <p:spPr bwMode="auto">
            <a:xfrm flipV="1">
              <a:off x="10772" y="595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9" name="直接箭头连接符 128"/>
            <p:cNvCxnSpPr/>
            <p:nvPr>
              <p:custDataLst>
                <p:tags r:id="rId132"/>
              </p:custDataLst>
            </p:nvPr>
          </p:nvCxnSpPr>
          <p:spPr bwMode="auto">
            <a:xfrm flipH="1">
              <a:off x="10772" y="5839"/>
              <a:ext cx="0" cy="11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0" name="直接箭头连接符 129"/>
            <p:cNvCxnSpPr/>
            <p:nvPr>
              <p:custDataLst>
                <p:tags r:id="rId133"/>
              </p:custDataLst>
            </p:nvPr>
          </p:nvCxnSpPr>
          <p:spPr bwMode="auto">
            <a:xfrm flipV="1">
              <a:off x="10431" y="5556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aphicFrame>
        <p:nvGraphicFramePr>
          <p:cNvPr id="604" name="表格 603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710799408"/>
              </p:ext>
            </p:extLst>
          </p:nvPr>
        </p:nvGraphicFramePr>
        <p:xfrm>
          <a:off x="1368980" y="3465051"/>
          <a:ext cx="3003914" cy="20634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7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87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86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33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76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1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42570">
                <a:tc gridSpan="11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假设：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优先级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I7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I0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递减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I7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I6</a:t>
                      </a:r>
                    </a:p>
                  </a:txBody>
                  <a:tcPr marL="0" marR="0" marT="17780" marB="0" anchor="ctr">
                    <a:lnL w="12700">
                      <a:noFill/>
                      <a:prstDash val="sysDash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I5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I4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I3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I2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Q2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734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47664" y="5624806"/>
            <a:ext cx="356206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I0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优先级最高时</a:t>
            </a:r>
            <a:r>
              <a:rPr 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如何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graphicFrame>
        <p:nvGraphicFramePr>
          <p:cNvPr id="172" name="表格 171">
            <a:extLst>
              <a:ext uri="{FF2B5EF4-FFF2-40B4-BE49-F238E27FC236}">
                <a16:creationId xmlns:a16="http://schemas.microsoft.com/office/drawing/2014/main" id="{E8CF90CE-AB69-48FC-A844-C23F2399B18D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06137722"/>
              </p:ext>
            </p:extLst>
          </p:nvPr>
        </p:nvGraphicFramePr>
        <p:xfrm>
          <a:off x="2874139" y="1935536"/>
          <a:ext cx="1800200" cy="10353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32999574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292432296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153567957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I3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I2</a:t>
                      </a:r>
                    </a:p>
                  </a:txBody>
                  <a:tcPr marL="36195" marR="36195" marT="1778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I1</a:t>
                      </a:r>
                    </a:p>
                  </a:txBody>
                  <a:tcPr marL="36195" marR="36195" marT="1778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I0</a:t>
                      </a:r>
                    </a:p>
                  </a:txBody>
                  <a:tcPr marL="36195" marR="36195" marT="1778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Q0</a:t>
                      </a:r>
                    </a:p>
                  </a:txBody>
                  <a:tcPr marL="36195" marR="36195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5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778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marL="36195" marR="36195" marT="1778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83" name="组合 182">
            <a:extLst>
              <a:ext uri="{FF2B5EF4-FFF2-40B4-BE49-F238E27FC236}">
                <a16:creationId xmlns:a16="http://schemas.microsoft.com/office/drawing/2014/main" id="{12B50E7D-E56C-46B4-B949-721D365062D0}"/>
              </a:ext>
            </a:extLst>
          </p:cNvPr>
          <p:cNvGrpSpPr/>
          <p:nvPr/>
        </p:nvGrpSpPr>
        <p:grpSpPr>
          <a:xfrm>
            <a:off x="4573960" y="3501008"/>
            <a:ext cx="3383915" cy="2304855"/>
            <a:chOff x="4573960" y="3492000"/>
            <a:chExt cx="3383915" cy="2304855"/>
          </a:xfrm>
        </p:grpSpPr>
        <p:sp>
          <p:nvSpPr>
            <p:cNvPr id="190" name="Text Box 36">
              <a:extLst>
                <a:ext uri="{FF2B5EF4-FFF2-40B4-BE49-F238E27FC236}">
                  <a16:creationId xmlns:a16="http://schemas.microsoft.com/office/drawing/2014/main" id="{A49F7D0C-DFBF-4AF9-A93A-6416540122B5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608000" y="4788000"/>
              <a:ext cx="3312000" cy="72000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                         </a:t>
              </a:r>
              <a:r>
                <a:rPr lang="zh-CN" altLang="en-US" sz="16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二进制</a:t>
              </a:r>
              <a:endParaRPr lang="en-US" altLang="zh-CN" sz="1600" b="1" u="none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                     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编码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91" name="Text Box 36">
              <a:extLst>
                <a:ext uri="{FF2B5EF4-FFF2-40B4-BE49-F238E27FC236}">
                  <a16:creationId xmlns:a16="http://schemas.microsoft.com/office/drawing/2014/main" id="{DD38DBD2-4B42-4637-AC02-AB4C8E63D4C1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608000" y="3780000"/>
              <a:ext cx="3312160" cy="1008000"/>
            </a:xfrm>
            <a:prstGeom prst="rect">
              <a:avLst/>
            </a:prstGeom>
            <a:solidFill>
              <a:srgbClr val="CCECFF"/>
            </a:solidFill>
            <a:ln w="15875">
              <a:noFill/>
              <a:miter lim="800000"/>
            </a:ln>
            <a:effectLst/>
          </p:spPr>
          <p:txBody>
            <a:bodyPr wrap="square" lIns="0" tIns="1800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优 先</a:t>
              </a:r>
              <a:r>
                <a:rPr lang="zh-CN" altLang="en-US" sz="1600" b="1" u="none" spc="2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权 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判断</a:t>
              </a:r>
              <a:endParaRPr lang="en-US" altLang="zh-CN" sz="16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7" name="Text Box 36">
              <a:extLst>
                <a:ext uri="{FF2B5EF4-FFF2-40B4-BE49-F238E27FC236}">
                  <a16:creationId xmlns:a16="http://schemas.microsoft.com/office/drawing/2014/main" id="{DCA980D7-7DE8-4315-AB40-B72C66CCEA33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610155" y="3780289"/>
              <a:ext cx="3312160" cy="172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98" name="Text Box 191">
              <a:extLst>
                <a:ext uri="{FF2B5EF4-FFF2-40B4-BE49-F238E27FC236}">
                  <a16:creationId xmlns:a16="http://schemas.microsoft.com/office/drawing/2014/main" id="{30F4566E-1FA8-4BF0-86E8-CA174D466747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73960" y="3492000"/>
              <a:ext cx="338391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I7 I6 I5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I4 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I3   I2   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I1    I0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17275283-80A9-4966-85B4-0D6B76CD9398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5546145" y="4716280"/>
              <a:ext cx="0" cy="36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04" name="直接箭头连接符 203">
              <a:extLst>
                <a:ext uri="{FF2B5EF4-FFF2-40B4-BE49-F238E27FC236}">
                  <a16:creationId xmlns:a16="http://schemas.microsoft.com/office/drawing/2014/main" id="{428EBC1C-52B6-4616-B218-4D731F5673FE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5941750" y="4716280"/>
              <a:ext cx="0" cy="36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2399384E-477F-44C0-8778-C50CE04D72D1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6409745" y="4716280"/>
              <a:ext cx="0" cy="36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4AFCE20C-70A1-40CE-BCA5-B3F2BD4B5556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6950130" y="4716280"/>
              <a:ext cx="0" cy="36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9FC21296-D0A8-4CE4-A5B3-207DE0CF7032}"/>
                </a:ext>
              </a:extLst>
            </p:cNvPr>
            <p:cNvGrpSpPr/>
            <p:nvPr/>
          </p:nvGrpSpPr>
          <p:grpSpPr>
            <a:xfrm>
              <a:off x="4681910" y="3852045"/>
              <a:ext cx="3059430" cy="432435"/>
              <a:chOff x="7937" y="6236"/>
              <a:chExt cx="4818" cy="681"/>
            </a:xfrm>
          </p:grpSpPr>
          <p:cxnSp>
            <p:nvCxnSpPr>
              <p:cNvPr id="398" name="直接箭头连接符 397">
                <a:extLst>
                  <a:ext uri="{FF2B5EF4-FFF2-40B4-BE49-F238E27FC236}">
                    <a16:creationId xmlns:a16="http://schemas.microsoft.com/office/drawing/2014/main" id="{755CF627-F546-4E6B-AC98-F9A2A4DDD467}"/>
                  </a:ext>
                </a:extLst>
              </p:cNvPr>
              <p:cNvCxnSpPr/>
              <p:nvPr>
                <p:custDataLst>
                  <p:tags r:id="rId115"/>
                </p:custDataLst>
              </p:nvPr>
            </p:nvCxnSpPr>
            <p:spPr bwMode="auto">
              <a:xfrm flipV="1">
                <a:off x="11849" y="6236"/>
                <a:ext cx="90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99" name="直接箭头连接符 398">
                <a:extLst>
                  <a:ext uri="{FF2B5EF4-FFF2-40B4-BE49-F238E27FC236}">
                    <a16:creationId xmlns:a16="http://schemas.microsoft.com/office/drawing/2014/main" id="{D6730AEE-26C6-4FCD-9745-8EEABF48ED23}"/>
                  </a:ext>
                </a:extLst>
              </p:cNvPr>
              <p:cNvCxnSpPr/>
              <p:nvPr>
                <p:custDataLst>
                  <p:tags r:id="rId116"/>
                </p:custDataLst>
              </p:nvPr>
            </p:nvCxnSpPr>
            <p:spPr bwMode="auto">
              <a:xfrm flipV="1">
                <a:off x="10942" y="6350"/>
                <a:ext cx="1701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400" name="直接箭头连接符 399">
                <a:extLst>
                  <a:ext uri="{FF2B5EF4-FFF2-40B4-BE49-F238E27FC236}">
                    <a16:creationId xmlns:a16="http://schemas.microsoft.com/office/drawing/2014/main" id="{CAD3AB56-AD3E-4C97-9180-D770F3D5D336}"/>
                  </a:ext>
                </a:extLst>
              </p:cNvPr>
              <p:cNvCxnSpPr/>
              <p:nvPr>
                <p:custDataLst>
                  <p:tags r:id="rId117"/>
                </p:custDataLst>
              </p:nvPr>
            </p:nvCxnSpPr>
            <p:spPr bwMode="auto">
              <a:xfrm flipV="1">
                <a:off x="10148" y="6463"/>
                <a:ext cx="2381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401" name="直接箭头连接符 400">
                <a:extLst>
                  <a:ext uri="{FF2B5EF4-FFF2-40B4-BE49-F238E27FC236}">
                    <a16:creationId xmlns:a16="http://schemas.microsoft.com/office/drawing/2014/main" id="{0C31262D-5B1C-44ED-A4AB-3CB476ED417C}"/>
                  </a:ext>
                </a:extLst>
              </p:cNvPr>
              <p:cNvCxnSpPr/>
              <p:nvPr>
                <p:custDataLst>
                  <p:tags r:id="rId118"/>
                </p:custDataLst>
              </p:nvPr>
            </p:nvCxnSpPr>
            <p:spPr bwMode="auto">
              <a:xfrm flipV="1">
                <a:off x="9468" y="6576"/>
                <a:ext cx="2948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402" name="直接箭头连接符 401">
                <a:extLst>
                  <a:ext uri="{FF2B5EF4-FFF2-40B4-BE49-F238E27FC236}">
                    <a16:creationId xmlns:a16="http://schemas.microsoft.com/office/drawing/2014/main" id="{48BB473B-FA01-415B-8ABB-A10F510F5F76}"/>
                  </a:ext>
                </a:extLst>
              </p:cNvPr>
              <p:cNvCxnSpPr/>
              <p:nvPr>
                <p:custDataLst>
                  <p:tags r:id="rId119"/>
                </p:custDataLst>
              </p:nvPr>
            </p:nvCxnSpPr>
            <p:spPr bwMode="auto">
              <a:xfrm flipV="1">
                <a:off x="8901" y="6690"/>
                <a:ext cx="340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403" name="直接箭头连接符 402">
                <a:extLst>
                  <a:ext uri="{FF2B5EF4-FFF2-40B4-BE49-F238E27FC236}">
                    <a16:creationId xmlns:a16="http://schemas.microsoft.com/office/drawing/2014/main" id="{33807B13-A83F-4AE2-80D3-6EF244B9AB50}"/>
                  </a:ext>
                </a:extLst>
              </p:cNvPr>
              <p:cNvCxnSpPr/>
              <p:nvPr>
                <p:custDataLst>
                  <p:tags r:id="rId120"/>
                </p:custDataLst>
              </p:nvPr>
            </p:nvCxnSpPr>
            <p:spPr bwMode="auto">
              <a:xfrm flipV="1">
                <a:off x="8391" y="6803"/>
                <a:ext cx="3798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404" name="直接箭头连接符 403">
                <a:extLst>
                  <a:ext uri="{FF2B5EF4-FFF2-40B4-BE49-F238E27FC236}">
                    <a16:creationId xmlns:a16="http://schemas.microsoft.com/office/drawing/2014/main" id="{DFDC8664-6AF2-49B1-AA05-63B23E542C14}"/>
                  </a:ext>
                </a:extLst>
              </p:cNvPr>
              <p:cNvCxnSpPr/>
              <p:nvPr>
                <p:custDataLst>
                  <p:tags r:id="rId121"/>
                </p:custDataLst>
              </p:nvPr>
            </p:nvCxnSpPr>
            <p:spPr bwMode="auto">
              <a:xfrm flipV="1">
                <a:off x="7937" y="6917"/>
                <a:ext cx="4139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213" name="组合 212">
              <a:extLst>
                <a:ext uri="{FF2B5EF4-FFF2-40B4-BE49-F238E27FC236}">
                  <a16:creationId xmlns:a16="http://schemas.microsoft.com/office/drawing/2014/main" id="{30146CD6-1737-4C7F-887D-BEB15C8BEF90}"/>
                </a:ext>
              </a:extLst>
            </p:cNvPr>
            <p:cNvGrpSpPr/>
            <p:nvPr/>
          </p:nvGrpSpPr>
          <p:grpSpPr>
            <a:xfrm>
              <a:off x="4681910" y="3707900"/>
              <a:ext cx="3168015" cy="1296670"/>
              <a:chOff x="7937" y="6009"/>
              <a:chExt cx="4989" cy="2042"/>
            </a:xfrm>
          </p:grpSpPr>
          <p:sp>
            <p:nvSpPr>
              <p:cNvPr id="321" name="Text Box 36">
                <a:extLst>
                  <a:ext uri="{FF2B5EF4-FFF2-40B4-BE49-F238E27FC236}">
                    <a16:creationId xmlns:a16="http://schemas.microsoft.com/office/drawing/2014/main" id="{DF58D5CE-F87E-492C-AF99-A5C13EE94FF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12019" y="7255"/>
                <a:ext cx="90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324" name="椭圆 323">
                <a:extLst>
                  <a:ext uri="{FF2B5EF4-FFF2-40B4-BE49-F238E27FC236}">
                    <a16:creationId xmlns:a16="http://schemas.microsoft.com/office/drawing/2014/main" id="{BB86B668-D517-49A3-8B49-6581AF5F5C62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12246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5" name="椭圆 324">
                <a:extLst>
                  <a:ext uri="{FF2B5EF4-FFF2-40B4-BE49-F238E27FC236}">
                    <a16:creationId xmlns:a16="http://schemas.microsoft.com/office/drawing/2014/main" id="{AC4472AD-051A-42C2-B3FF-313FDE510EC3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12359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6" name="椭圆 325">
                <a:extLst>
                  <a:ext uri="{FF2B5EF4-FFF2-40B4-BE49-F238E27FC236}">
                    <a16:creationId xmlns:a16="http://schemas.microsoft.com/office/drawing/2014/main" id="{DAC2CA71-8E0E-4021-9665-6B62A1C91678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12019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" name="椭圆 326">
                <a:extLst>
                  <a:ext uri="{FF2B5EF4-FFF2-40B4-BE49-F238E27FC236}">
                    <a16:creationId xmlns:a16="http://schemas.microsoft.com/office/drawing/2014/main" id="{5CEAD484-CA7A-4AFC-A00A-D497FEE193F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12133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8" name="椭圆 327">
                <a:extLst>
                  <a:ext uri="{FF2B5EF4-FFF2-40B4-BE49-F238E27FC236}">
                    <a16:creationId xmlns:a16="http://schemas.microsoft.com/office/drawing/2014/main" id="{C6FCE152-16D2-45D0-AD61-F1F1E1719231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12700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9" name="椭圆 328">
                <a:extLst>
                  <a:ext uri="{FF2B5EF4-FFF2-40B4-BE49-F238E27FC236}">
                    <a16:creationId xmlns:a16="http://schemas.microsoft.com/office/drawing/2014/main" id="{E70A666E-8F5B-4F7F-9AEF-841964022E5F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12473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0" name="椭圆 329">
                <a:extLst>
                  <a:ext uri="{FF2B5EF4-FFF2-40B4-BE49-F238E27FC236}">
                    <a16:creationId xmlns:a16="http://schemas.microsoft.com/office/drawing/2014/main" id="{608D83DF-B6A9-49F5-A46E-E3D26E753F2D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12587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1" name="Text Box 36">
                <a:extLst>
                  <a:ext uri="{FF2B5EF4-FFF2-40B4-BE49-F238E27FC236}">
                    <a16:creationId xmlns:a16="http://schemas.microsoft.com/office/drawing/2014/main" id="{9A8AAC07-19F0-4645-B108-7EB1A81ABB0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11112" y="7255"/>
                <a:ext cx="794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332" name="椭圆 331">
                <a:extLst>
                  <a:ext uri="{FF2B5EF4-FFF2-40B4-BE49-F238E27FC236}">
                    <a16:creationId xmlns:a16="http://schemas.microsoft.com/office/drawing/2014/main" id="{1A9DA2AD-5772-4AB8-A129-432B7D7D1FCC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11339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4" name="椭圆 333">
                <a:extLst>
                  <a:ext uri="{FF2B5EF4-FFF2-40B4-BE49-F238E27FC236}">
                    <a16:creationId xmlns:a16="http://schemas.microsoft.com/office/drawing/2014/main" id="{EC72395F-833B-4161-9004-BC73348A5D68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11452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5" name="椭圆 334">
                <a:extLst>
                  <a:ext uri="{FF2B5EF4-FFF2-40B4-BE49-F238E27FC236}">
                    <a16:creationId xmlns:a16="http://schemas.microsoft.com/office/drawing/2014/main" id="{BF65FDA7-1989-4470-B276-3C7E4A02445C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11112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6" name="椭圆 335">
                <a:extLst>
                  <a:ext uri="{FF2B5EF4-FFF2-40B4-BE49-F238E27FC236}">
                    <a16:creationId xmlns:a16="http://schemas.microsoft.com/office/drawing/2014/main" id="{560BDDE3-32DA-42AE-8858-D9EB76DC3103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11226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7" name="椭圆 336">
                <a:extLst>
                  <a:ext uri="{FF2B5EF4-FFF2-40B4-BE49-F238E27FC236}">
                    <a16:creationId xmlns:a16="http://schemas.microsoft.com/office/drawing/2014/main" id="{7C2C4531-0217-44AA-AAE5-5584AAA2E97F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11566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" name="椭圆 337">
                <a:extLst>
                  <a:ext uri="{FF2B5EF4-FFF2-40B4-BE49-F238E27FC236}">
                    <a16:creationId xmlns:a16="http://schemas.microsoft.com/office/drawing/2014/main" id="{9BD6FB4F-0D45-4276-B362-691A5CD3AF45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11680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9" name="Text Box 36">
                <a:extLst>
                  <a:ext uri="{FF2B5EF4-FFF2-40B4-BE49-F238E27FC236}">
                    <a16:creationId xmlns:a16="http://schemas.microsoft.com/office/drawing/2014/main" id="{BF1FC09A-5D83-48ED-BB4C-1C6AD036BFA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10318" y="7255"/>
                <a:ext cx="680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340" name="椭圆 339">
                <a:extLst>
                  <a:ext uri="{FF2B5EF4-FFF2-40B4-BE49-F238E27FC236}">
                    <a16:creationId xmlns:a16="http://schemas.microsoft.com/office/drawing/2014/main" id="{C3515B90-53BE-41DB-8443-F12429CEF76A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10545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1" name="椭圆 340">
                <a:extLst>
                  <a:ext uri="{FF2B5EF4-FFF2-40B4-BE49-F238E27FC236}">
                    <a16:creationId xmlns:a16="http://schemas.microsoft.com/office/drawing/2014/main" id="{8FA09C12-2D99-4149-B331-D8B94102E9A6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10658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2" name="椭圆 341">
                <a:extLst>
                  <a:ext uri="{FF2B5EF4-FFF2-40B4-BE49-F238E27FC236}">
                    <a16:creationId xmlns:a16="http://schemas.microsoft.com/office/drawing/2014/main" id="{A029CB25-A153-41BF-A20D-7AB9CC667F65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10318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3" name="椭圆 342">
                <a:extLst>
                  <a:ext uri="{FF2B5EF4-FFF2-40B4-BE49-F238E27FC236}">
                    <a16:creationId xmlns:a16="http://schemas.microsoft.com/office/drawing/2014/main" id="{7FF4FE52-8848-4D14-88A0-B0320BFE3035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10432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4" name="椭圆 343">
                <a:extLst>
                  <a:ext uri="{FF2B5EF4-FFF2-40B4-BE49-F238E27FC236}">
                    <a16:creationId xmlns:a16="http://schemas.microsoft.com/office/drawing/2014/main" id="{0FB4E6D6-68D1-481E-B0DF-53172D59AC7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10772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5" name="Text Box 36">
                <a:extLst>
                  <a:ext uri="{FF2B5EF4-FFF2-40B4-BE49-F238E27FC236}">
                    <a16:creationId xmlns:a16="http://schemas.microsoft.com/office/drawing/2014/main" id="{FA634131-7F60-46DB-971D-854607FE42C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9638" y="7255"/>
                <a:ext cx="56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346" name="椭圆 345">
                <a:extLst>
                  <a:ext uri="{FF2B5EF4-FFF2-40B4-BE49-F238E27FC236}">
                    <a16:creationId xmlns:a16="http://schemas.microsoft.com/office/drawing/2014/main" id="{A8C3A833-1403-47AA-9050-7DA7BDEA085A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9865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7" name="椭圆 346">
                <a:extLst>
                  <a:ext uri="{FF2B5EF4-FFF2-40B4-BE49-F238E27FC236}">
                    <a16:creationId xmlns:a16="http://schemas.microsoft.com/office/drawing/2014/main" id="{6DDD4C1E-1417-4D88-93D9-D87A0D891515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9978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" name="椭圆 347">
                <a:extLst>
                  <a:ext uri="{FF2B5EF4-FFF2-40B4-BE49-F238E27FC236}">
                    <a16:creationId xmlns:a16="http://schemas.microsoft.com/office/drawing/2014/main" id="{7F40F9FB-AC30-4200-8616-D0A533138744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9638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9" name="椭圆 348">
                <a:extLst>
                  <a:ext uri="{FF2B5EF4-FFF2-40B4-BE49-F238E27FC236}">
                    <a16:creationId xmlns:a16="http://schemas.microsoft.com/office/drawing/2014/main" id="{A4F0DEE1-D0E2-4F08-98D8-230F62E88A6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9752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0" name="Text Box 36">
                <a:extLst>
                  <a:ext uri="{FF2B5EF4-FFF2-40B4-BE49-F238E27FC236}">
                    <a16:creationId xmlns:a16="http://schemas.microsoft.com/office/drawing/2014/main" id="{80BE6ED0-F5EB-4470-A262-58B38B01413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9071" y="7255"/>
                <a:ext cx="454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351" name="椭圆 350">
                <a:extLst>
                  <a:ext uri="{FF2B5EF4-FFF2-40B4-BE49-F238E27FC236}">
                    <a16:creationId xmlns:a16="http://schemas.microsoft.com/office/drawing/2014/main" id="{C48B85C0-E8FD-4810-8865-2A11EF8E97D3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9298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2" name="椭圆 351">
                <a:extLst>
                  <a:ext uri="{FF2B5EF4-FFF2-40B4-BE49-F238E27FC236}">
                    <a16:creationId xmlns:a16="http://schemas.microsoft.com/office/drawing/2014/main" id="{714355D2-FE8E-4CD3-9CC5-DD5BED089599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9071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3" name="椭圆 352">
                <a:extLst>
                  <a:ext uri="{FF2B5EF4-FFF2-40B4-BE49-F238E27FC236}">
                    <a16:creationId xmlns:a16="http://schemas.microsoft.com/office/drawing/2014/main" id="{AC481295-8A7F-467E-B4B4-BF84CABAAFD7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9185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4" name="Text Box 36">
                <a:extLst>
                  <a:ext uri="{FF2B5EF4-FFF2-40B4-BE49-F238E27FC236}">
                    <a16:creationId xmlns:a16="http://schemas.microsoft.com/office/drawing/2014/main" id="{0D394E8F-8B5F-4446-B8B6-75FA54D1B70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8617" y="7255"/>
                <a:ext cx="340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355" name="椭圆 354">
                <a:extLst>
                  <a:ext uri="{FF2B5EF4-FFF2-40B4-BE49-F238E27FC236}">
                    <a16:creationId xmlns:a16="http://schemas.microsoft.com/office/drawing/2014/main" id="{6BEABB99-F801-48BC-89C3-773BFBE7E8B3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8617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6" name="椭圆 355">
                <a:extLst>
                  <a:ext uri="{FF2B5EF4-FFF2-40B4-BE49-F238E27FC236}">
                    <a16:creationId xmlns:a16="http://schemas.microsoft.com/office/drawing/2014/main" id="{65935F45-10DD-476F-9812-E93CA8B8BFC5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8731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7" name="Text Box 36">
                <a:extLst>
                  <a:ext uri="{FF2B5EF4-FFF2-40B4-BE49-F238E27FC236}">
                    <a16:creationId xmlns:a16="http://schemas.microsoft.com/office/drawing/2014/main" id="{2871F606-2254-441C-80A0-7AF3B4C1942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4"/>
                </p:custDataLst>
              </p:nvPr>
            </p:nvSpPr>
            <p:spPr bwMode="auto">
              <a:xfrm>
                <a:off x="8163" y="7255"/>
                <a:ext cx="340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358" name="椭圆 357">
                <a:extLst>
                  <a:ext uri="{FF2B5EF4-FFF2-40B4-BE49-F238E27FC236}">
                    <a16:creationId xmlns:a16="http://schemas.microsoft.com/office/drawing/2014/main" id="{EFB67B7E-BF31-442B-8713-186AE0846AD4}"/>
                  </a:ext>
                </a:extLst>
              </p:cNvPr>
              <p:cNvSpPr/>
              <p:nvPr>
                <p:custDataLst>
                  <p:tags r:id="rId75"/>
                </p:custDataLst>
              </p:nvPr>
            </p:nvSpPr>
            <p:spPr>
              <a:xfrm>
                <a:off x="8221" y="7142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59" name="直接箭头连接符 358">
                <a:extLst>
                  <a:ext uri="{FF2B5EF4-FFF2-40B4-BE49-F238E27FC236}">
                    <a16:creationId xmlns:a16="http://schemas.microsoft.com/office/drawing/2014/main" id="{CD534262-87C9-4B43-895F-B09D79B5C54A}"/>
                  </a:ext>
                </a:extLst>
              </p:cNvPr>
              <p:cNvCxnSpPr/>
              <p:nvPr>
                <p:custDataLst>
                  <p:tags r:id="rId76"/>
                </p:custDataLst>
              </p:nvPr>
            </p:nvCxnSpPr>
            <p:spPr bwMode="auto">
              <a:xfrm flipH="1">
                <a:off x="8391" y="6009"/>
                <a:ext cx="0" cy="124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60" name="直接箭头连接符 359">
                <a:extLst>
                  <a:ext uri="{FF2B5EF4-FFF2-40B4-BE49-F238E27FC236}">
                    <a16:creationId xmlns:a16="http://schemas.microsoft.com/office/drawing/2014/main" id="{0633BF7D-2763-4EB3-B12C-FA2B679ED153}"/>
                  </a:ext>
                </a:extLst>
              </p:cNvPr>
              <p:cNvCxnSpPr/>
              <p:nvPr>
                <p:custDataLst>
                  <p:tags r:id="rId77"/>
                </p:custDataLst>
              </p:nvPr>
            </p:nvCxnSpPr>
            <p:spPr bwMode="auto">
              <a:xfrm flipH="1">
                <a:off x="8334" y="7597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61" name="直接箭头连接符 360">
                <a:extLst>
                  <a:ext uri="{FF2B5EF4-FFF2-40B4-BE49-F238E27FC236}">
                    <a16:creationId xmlns:a16="http://schemas.microsoft.com/office/drawing/2014/main" id="{F9CCB91E-6E00-4CA4-B82A-248FECDF2922}"/>
                  </a:ext>
                </a:extLst>
              </p:cNvPr>
              <p:cNvCxnSpPr/>
              <p:nvPr>
                <p:custDataLst>
                  <p:tags r:id="rId78"/>
                </p:custDataLst>
              </p:nvPr>
            </p:nvCxnSpPr>
            <p:spPr bwMode="auto">
              <a:xfrm flipH="1">
                <a:off x="8901" y="6009"/>
                <a:ext cx="0" cy="124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62" name="直接箭头连接符 361">
                <a:extLst>
                  <a:ext uri="{FF2B5EF4-FFF2-40B4-BE49-F238E27FC236}">
                    <a16:creationId xmlns:a16="http://schemas.microsoft.com/office/drawing/2014/main" id="{8462BD19-C9C9-4E20-888B-D43E52E5B2C8}"/>
                  </a:ext>
                </a:extLst>
              </p:cNvPr>
              <p:cNvCxnSpPr/>
              <p:nvPr>
                <p:custDataLst>
                  <p:tags r:id="rId79"/>
                </p:custDataLst>
              </p:nvPr>
            </p:nvCxnSpPr>
            <p:spPr bwMode="auto">
              <a:xfrm flipH="1">
                <a:off x="8787" y="7597"/>
                <a:ext cx="0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63" name="直接箭头连接符 362">
                <a:extLst>
                  <a:ext uri="{FF2B5EF4-FFF2-40B4-BE49-F238E27FC236}">
                    <a16:creationId xmlns:a16="http://schemas.microsoft.com/office/drawing/2014/main" id="{100D682C-E560-4052-A8D9-D956A7707673}"/>
                  </a:ext>
                </a:extLst>
              </p:cNvPr>
              <p:cNvCxnSpPr/>
              <p:nvPr>
                <p:custDataLst>
                  <p:tags r:id="rId80"/>
                </p:custDataLst>
              </p:nvPr>
            </p:nvCxnSpPr>
            <p:spPr bwMode="auto">
              <a:xfrm flipH="1">
                <a:off x="9468" y="6009"/>
                <a:ext cx="0" cy="124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64" name="直接箭头连接符 363">
                <a:extLst>
                  <a:ext uri="{FF2B5EF4-FFF2-40B4-BE49-F238E27FC236}">
                    <a16:creationId xmlns:a16="http://schemas.microsoft.com/office/drawing/2014/main" id="{EA8D340B-70FD-46BA-9978-5F317626689D}"/>
                  </a:ext>
                </a:extLst>
              </p:cNvPr>
              <p:cNvCxnSpPr/>
              <p:nvPr>
                <p:custDataLst>
                  <p:tags r:id="rId81"/>
                </p:custDataLst>
              </p:nvPr>
            </p:nvCxnSpPr>
            <p:spPr bwMode="auto">
              <a:xfrm flipH="1">
                <a:off x="9921" y="6690"/>
                <a:ext cx="0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65" name="直接箭头连接符 364">
                <a:extLst>
                  <a:ext uri="{FF2B5EF4-FFF2-40B4-BE49-F238E27FC236}">
                    <a16:creationId xmlns:a16="http://schemas.microsoft.com/office/drawing/2014/main" id="{6C42E654-8EB5-4438-BD65-E4BF048BA147}"/>
                  </a:ext>
                </a:extLst>
              </p:cNvPr>
              <p:cNvCxnSpPr/>
              <p:nvPr>
                <p:custDataLst>
                  <p:tags r:id="rId82"/>
                </p:custDataLst>
              </p:nvPr>
            </p:nvCxnSpPr>
            <p:spPr bwMode="auto">
              <a:xfrm flipH="1">
                <a:off x="10148" y="6009"/>
                <a:ext cx="0" cy="124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66" name="直接箭头连接符 365">
                <a:extLst>
                  <a:ext uri="{FF2B5EF4-FFF2-40B4-BE49-F238E27FC236}">
                    <a16:creationId xmlns:a16="http://schemas.microsoft.com/office/drawing/2014/main" id="{8EBD9022-1298-4188-8FF3-C59C76CB068B}"/>
                  </a:ext>
                </a:extLst>
              </p:cNvPr>
              <p:cNvCxnSpPr/>
              <p:nvPr>
                <p:custDataLst>
                  <p:tags r:id="rId83"/>
                </p:custDataLst>
              </p:nvPr>
            </p:nvCxnSpPr>
            <p:spPr bwMode="auto">
              <a:xfrm flipH="1">
                <a:off x="10034" y="6576"/>
                <a:ext cx="0" cy="56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67" name="直接箭头连接符 366">
                <a:extLst>
                  <a:ext uri="{FF2B5EF4-FFF2-40B4-BE49-F238E27FC236}">
                    <a16:creationId xmlns:a16="http://schemas.microsoft.com/office/drawing/2014/main" id="{4DFB59FD-C711-4B0F-A9F1-071800FF293F}"/>
                  </a:ext>
                </a:extLst>
              </p:cNvPr>
              <p:cNvCxnSpPr/>
              <p:nvPr>
                <p:custDataLst>
                  <p:tags r:id="rId84"/>
                </p:custDataLst>
              </p:nvPr>
            </p:nvCxnSpPr>
            <p:spPr bwMode="auto">
              <a:xfrm flipH="1">
                <a:off x="9808" y="6803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68" name="直接箭头连接符 367">
                <a:extLst>
                  <a:ext uri="{FF2B5EF4-FFF2-40B4-BE49-F238E27FC236}">
                    <a16:creationId xmlns:a16="http://schemas.microsoft.com/office/drawing/2014/main" id="{DD3EB8B0-8DD5-4E00-BDA5-1CA99475F678}"/>
                  </a:ext>
                </a:extLst>
              </p:cNvPr>
              <p:cNvCxnSpPr/>
              <p:nvPr>
                <p:custDataLst>
                  <p:tags r:id="rId85"/>
                </p:custDataLst>
              </p:nvPr>
            </p:nvCxnSpPr>
            <p:spPr bwMode="auto">
              <a:xfrm flipH="1">
                <a:off x="9694" y="691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69" name="直接箭头连接符 368">
                <a:extLst>
                  <a:ext uri="{FF2B5EF4-FFF2-40B4-BE49-F238E27FC236}">
                    <a16:creationId xmlns:a16="http://schemas.microsoft.com/office/drawing/2014/main" id="{86A6D494-277B-42A0-AFC7-D5E0CA2998DC}"/>
                  </a:ext>
                </a:extLst>
              </p:cNvPr>
              <p:cNvCxnSpPr/>
              <p:nvPr>
                <p:custDataLst>
                  <p:tags r:id="rId86"/>
                </p:custDataLst>
              </p:nvPr>
            </p:nvCxnSpPr>
            <p:spPr bwMode="auto">
              <a:xfrm flipH="1">
                <a:off x="10942" y="6009"/>
                <a:ext cx="0" cy="124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70" name="直接箭头连接符 369">
                <a:extLst>
                  <a:ext uri="{FF2B5EF4-FFF2-40B4-BE49-F238E27FC236}">
                    <a16:creationId xmlns:a16="http://schemas.microsoft.com/office/drawing/2014/main" id="{A1D4F338-5953-4D0C-BFDB-23954898EBB3}"/>
                  </a:ext>
                </a:extLst>
              </p:cNvPr>
              <p:cNvCxnSpPr/>
              <p:nvPr>
                <p:custDataLst>
                  <p:tags r:id="rId87"/>
                </p:custDataLst>
              </p:nvPr>
            </p:nvCxnSpPr>
            <p:spPr bwMode="auto">
              <a:xfrm flipH="1">
                <a:off x="11849" y="6009"/>
                <a:ext cx="0" cy="124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71" name="直接箭头连接符 370">
                <a:extLst>
                  <a:ext uri="{FF2B5EF4-FFF2-40B4-BE49-F238E27FC236}">
                    <a16:creationId xmlns:a16="http://schemas.microsoft.com/office/drawing/2014/main" id="{96CB378B-BDD2-47F8-89D3-715E622F0C7D}"/>
                  </a:ext>
                </a:extLst>
              </p:cNvPr>
              <p:cNvCxnSpPr/>
              <p:nvPr>
                <p:custDataLst>
                  <p:tags r:id="rId88"/>
                </p:custDataLst>
              </p:nvPr>
            </p:nvCxnSpPr>
            <p:spPr bwMode="auto">
              <a:xfrm flipH="1">
                <a:off x="12869" y="6009"/>
                <a:ext cx="0" cy="124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72" name="直接箭头连接符 371">
                <a:extLst>
                  <a:ext uri="{FF2B5EF4-FFF2-40B4-BE49-F238E27FC236}">
                    <a16:creationId xmlns:a16="http://schemas.microsoft.com/office/drawing/2014/main" id="{DE7B0EA1-6732-4D55-8728-760EB2D34DE5}"/>
                  </a:ext>
                </a:extLst>
              </p:cNvPr>
              <p:cNvCxnSpPr/>
              <p:nvPr>
                <p:custDataLst>
                  <p:tags r:id="rId89"/>
                </p:custDataLst>
              </p:nvPr>
            </p:nvCxnSpPr>
            <p:spPr bwMode="auto">
              <a:xfrm flipH="1">
                <a:off x="7937" y="6009"/>
                <a:ext cx="0" cy="181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73" name="直接箭头连接符 372">
                <a:extLst>
                  <a:ext uri="{FF2B5EF4-FFF2-40B4-BE49-F238E27FC236}">
                    <a16:creationId xmlns:a16="http://schemas.microsoft.com/office/drawing/2014/main" id="{B64D8D28-D896-4C78-95BB-5A228F828730}"/>
                  </a:ext>
                </a:extLst>
              </p:cNvPr>
              <p:cNvCxnSpPr/>
              <p:nvPr>
                <p:custDataLst>
                  <p:tags r:id="rId90"/>
                </p:custDataLst>
              </p:nvPr>
            </p:nvCxnSpPr>
            <p:spPr bwMode="auto">
              <a:xfrm flipH="1">
                <a:off x="8674" y="691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74" name="直接箭头连接符 373">
                <a:extLst>
                  <a:ext uri="{FF2B5EF4-FFF2-40B4-BE49-F238E27FC236}">
                    <a16:creationId xmlns:a16="http://schemas.microsoft.com/office/drawing/2014/main" id="{C0E19BF1-9425-4710-BBCE-ABC043D1C61E}"/>
                  </a:ext>
                </a:extLst>
              </p:cNvPr>
              <p:cNvCxnSpPr/>
              <p:nvPr>
                <p:custDataLst>
                  <p:tags r:id="rId91"/>
                </p:custDataLst>
              </p:nvPr>
            </p:nvCxnSpPr>
            <p:spPr bwMode="auto">
              <a:xfrm flipH="1">
                <a:off x="8787" y="6803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75" name="直接箭头连接符 374">
                <a:extLst>
                  <a:ext uri="{FF2B5EF4-FFF2-40B4-BE49-F238E27FC236}">
                    <a16:creationId xmlns:a16="http://schemas.microsoft.com/office/drawing/2014/main" id="{C40402D0-ED47-4068-A58A-F14E18C5F278}"/>
                  </a:ext>
                </a:extLst>
              </p:cNvPr>
              <p:cNvCxnSpPr/>
              <p:nvPr>
                <p:custDataLst>
                  <p:tags r:id="rId92"/>
                </p:custDataLst>
              </p:nvPr>
            </p:nvCxnSpPr>
            <p:spPr bwMode="auto">
              <a:xfrm flipH="1">
                <a:off x="9241" y="6803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76" name="直接箭头连接符 375">
                <a:extLst>
                  <a:ext uri="{FF2B5EF4-FFF2-40B4-BE49-F238E27FC236}">
                    <a16:creationId xmlns:a16="http://schemas.microsoft.com/office/drawing/2014/main" id="{62172659-F775-4C9B-89EE-ACEEC41669B2}"/>
                  </a:ext>
                </a:extLst>
              </p:cNvPr>
              <p:cNvCxnSpPr/>
              <p:nvPr>
                <p:custDataLst>
                  <p:tags r:id="rId93"/>
                </p:custDataLst>
              </p:nvPr>
            </p:nvCxnSpPr>
            <p:spPr bwMode="auto">
              <a:xfrm flipH="1">
                <a:off x="9354" y="6690"/>
                <a:ext cx="0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77" name="直接箭头连接符 376">
                <a:extLst>
                  <a:ext uri="{FF2B5EF4-FFF2-40B4-BE49-F238E27FC236}">
                    <a16:creationId xmlns:a16="http://schemas.microsoft.com/office/drawing/2014/main" id="{50C858E0-7B16-43AF-976D-A1303A7CADB3}"/>
                  </a:ext>
                </a:extLst>
              </p:cNvPr>
              <p:cNvCxnSpPr/>
              <p:nvPr>
                <p:custDataLst>
                  <p:tags r:id="rId94"/>
                </p:custDataLst>
              </p:nvPr>
            </p:nvCxnSpPr>
            <p:spPr bwMode="auto">
              <a:xfrm flipH="1">
                <a:off x="9128" y="691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78" name="直接箭头连接符 377">
                <a:extLst>
                  <a:ext uri="{FF2B5EF4-FFF2-40B4-BE49-F238E27FC236}">
                    <a16:creationId xmlns:a16="http://schemas.microsoft.com/office/drawing/2014/main" id="{EC973F9E-F37D-4896-9B60-EF8B36C17FFB}"/>
                  </a:ext>
                </a:extLst>
              </p:cNvPr>
              <p:cNvCxnSpPr/>
              <p:nvPr>
                <p:custDataLst>
                  <p:tags r:id="rId95"/>
                </p:custDataLst>
              </p:nvPr>
            </p:nvCxnSpPr>
            <p:spPr bwMode="auto">
              <a:xfrm flipH="1">
                <a:off x="10723" y="6576"/>
                <a:ext cx="0" cy="56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79" name="直接箭头连接符 378">
                <a:extLst>
                  <a:ext uri="{FF2B5EF4-FFF2-40B4-BE49-F238E27FC236}">
                    <a16:creationId xmlns:a16="http://schemas.microsoft.com/office/drawing/2014/main" id="{67253B7C-FE9C-4B23-888A-84B282EC0E9F}"/>
                  </a:ext>
                </a:extLst>
              </p:cNvPr>
              <p:cNvCxnSpPr/>
              <p:nvPr>
                <p:custDataLst>
                  <p:tags r:id="rId96"/>
                </p:custDataLst>
              </p:nvPr>
            </p:nvCxnSpPr>
            <p:spPr bwMode="auto">
              <a:xfrm flipH="1">
                <a:off x="10832" y="6463"/>
                <a:ext cx="0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80" name="直接箭头连接符 379">
                <a:extLst>
                  <a:ext uri="{FF2B5EF4-FFF2-40B4-BE49-F238E27FC236}">
                    <a16:creationId xmlns:a16="http://schemas.microsoft.com/office/drawing/2014/main" id="{F5A66312-D490-4FCB-9325-B4841C4541E5}"/>
                  </a:ext>
                </a:extLst>
              </p:cNvPr>
              <p:cNvCxnSpPr/>
              <p:nvPr>
                <p:custDataLst>
                  <p:tags r:id="rId97"/>
                </p:custDataLst>
              </p:nvPr>
            </p:nvCxnSpPr>
            <p:spPr bwMode="auto">
              <a:xfrm flipH="1">
                <a:off x="10615" y="6690"/>
                <a:ext cx="0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81" name="直接箭头连接符 380">
                <a:extLst>
                  <a:ext uri="{FF2B5EF4-FFF2-40B4-BE49-F238E27FC236}">
                    <a16:creationId xmlns:a16="http://schemas.microsoft.com/office/drawing/2014/main" id="{0E21EE45-0762-41D1-98FB-732DEED2B7BF}"/>
                  </a:ext>
                </a:extLst>
              </p:cNvPr>
              <p:cNvCxnSpPr/>
              <p:nvPr>
                <p:custDataLst>
                  <p:tags r:id="rId98"/>
                </p:custDataLst>
              </p:nvPr>
            </p:nvCxnSpPr>
            <p:spPr bwMode="auto">
              <a:xfrm flipH="1">
                <a:off x="10505" y="6803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82" name="直接箭头连接符 381">
                <a:extLst>
                  <a:ext uri="{FF2B5EF4-FFF2-40B4-BE49-F238E27FC236}">
                    <a16:creationId xmlns:a16="http://schemas.microsoft.com/office/drawing/2014/main" id="{00146FDA-124F-453C-9EC6-24E6851FB4FB}"/>
                  </a:ext>
                </a:extLst>
              </p:cNvPr>
              <p:cNvCxnSpPr/>
              <p:nvPr>
                <p:custDataLst>
                  <p:tags r:id="rId99"/>
                </p:custDataLst>
              </p:nvPr>
            </p:nvCxnSpPr>
            <p:spPr bwMode="auto">
              <a:xfrm flipH="1">
                <a:off x="10396" y="691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83" name="直接箭头连接符 382">
                <a:extLst>
                  <a:ext uri="{FF2B5EF4-FFF2-40B4-BE49-F238E27FC236}">
                    <a16:creationId xmlns:a16="http://schemas.microsoft.com/office/drawing/2014/main" id="{49651C7D-28B5-416E-B934-6F8D91AE5134}"/>
                  </a:ext>
                </a:extLst>
              </p:cNvPr>
              <p:cNvCxnSpPr/>
              <p:nvPr>
                <p:custDataLst>
                  <p:tags r:id="rId100"/>
                </p:custDataLst>
              </p:nvPr>
            </p:nvCxnSpPr>
            <p:spPr bwMode="auto">
              <a:xfrm flipH="1">
                <a:off x="11622" y="6463"/>
                <a:ext cx="0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84" name="直接箭头连接符 383">
                <a:extLst>
                  <a:ext uri="{FF2B5EF4-FFF2-40B4-BE49-F238E27FC236}">
                    <a16:creationId xmlns:a16="http://schemas.microsoft.com/office/drawing/2014/main" id="{CB17C5D6-5AEB-45E9-8362-529EB15A94CC}"/>
                  </a:ext>
                </a:extLst>
              </p:cNvPr>
              <p:cNvCxnSpPr/>
              <p:nvPr>
                <p:custDataLst>
                  <p:tags r:id="rId101"/>
                </p:custDataLst>
              </p:nvPr>
            </p:nvCxnSpPr>
            <p:spPr bwMode="auto">
              <a:xfrm flipH="1">
                <a:off x="11735" y="6350"/>
                <a:ext cx="0" cy="79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85" name="直接箭头连接符 384">
                <a:extLst>
                  <a:ext uri="{FF2B5EF4-FFF2-40B4-BE49-F238E27FC236}">
                    <a16:creationId xmlns:a16="http://schemas.microsoft.com/office/drawing/2014/main" id="{B4BE16EE-75DB-4BE9-BE59-0BB028974ADD}"/>
                  </a:ext>
                </a:extLst>
              </p:cNvPr>
              <p:cNvCxnSpPr/>
              <p:nvPr>
                <p:custDataLst>
                  <p:tags r:id="rId102"/>
                </p:custDataLst>
              </p:nvPr>
            </p:nvCxnSpPr>
            <p:spPr bwMode="auto">
              <a:xfrm flipH="1">
                <a:off x="11509" y="6576"/>
                <a:ext cx="0" cy="56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86" name="直接箭头连接符 385">
                <a:extLst>
                  <a:ext uri="{FF2B5EF4-FFF2-40B4-BE49-F238E27FC236}">
                    <a16:creationId xmlns:a16="http://schemas.microsoft.com/office/drawing/2014/main" id="{17CD77F3-9170-471C-A259-EA173092E9F0}"/>
                  </a:ext>
                </a:extLst>
              </p:cNvPr>
              <p:cNvCxnSpPr/>
              <p:nvPr>
                <p:custDataLst>
                  <p:tags r:id="rId103"/>
                </p:custDataLst>
              </p:nvPr>
            </p:nvCxnSpPr>
            <p:spPr bwMode="auto">
              <a:xfrm flipH="1">
                <a:off x="11395" y="6690"/>
                <a:ext cx="0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87" name="直接箭头连接符 386">
                <a:extLst>
                  <a:ext uri="{FF2B5EF4-FFF2-40B4-BE49-F238E27FC236}">
                    <a16:creationId xmlns:a16="http://schemas.microsoft.com/office/drawing/2014/main" id="{EC4CE880-3F98-44C6-82D8-95352EBD1A6E}"/>
                  </a:ext>
                </a:extLst>
              </p:cNvPr>
              <p:cNvCxnSpPr/>
              <p:nvPr>
                <p:custDataLst>
                  <p:tags r:id="rId104"/>
                </p:custDataLst>
              </p:nvPr>
            </p:nvCxnSpPr>
            <p:spPr bwMode="auto">
              <a:xfrm flipH="1">
                <a:off x="11282" y="6803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88" name="直接箭头连接符 387">
                <a:extLst>
                  <a:ext uri="{FF2B5EF4-FFF2-40B4-BE49-F238E27FC236}">
                    <a16:creationId xmlns:a16="http://schemas.microsoft.com/office/drawing/2014/main" id="{33ED9BC1-15E5-43C4-A454-DDC52F7E8DE6}"/>
                  </a:ext>
                </a:extLst>
              </p:cNvPr>
              <p:cNvCxnSpPr/>
              <p:nvPr>
                <p:custDataLst>
                  <p:tags r:id="rId105"/>
                </p:custDataLst>
              </p:nvPr>
            </p:nvCxnSpPr>
            <p:spPr bwMode="auto">
              <a:xfrm flipH="1">
                <a:off x="11169" y="691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89" name="直接箭头连接符 388">
                <a:extLst>
                  <a:ext uri="{FF2B5EF4-FFF2-40B4-BE49-F238E27FC236}">
                    <a16:creationId xmlns:a16="http://schemas.microsoft.com/office/drawing/2014/main" id="{CD2C2E06-8C8B-4170-9D13-8F8B4E633CDC}"/>
                  </a:ext>
                </a:extLst>
              </p:cNvPr>
              <p:cNvCxnSpPr/>
              <p:nvPr>
                <p:custDataLst>
                  <p:tags r:id="rId106"/>
                </p:custDataLst>
              </p:nvPr>
            </p:nvCxnSpPr>
            <p:spPr bwMode="auto">
              <a:xfrm flipH="1">
                <a:off x="12642" y="6350"/>
                <a:ext cx="0" cy="79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90" name="直接箭头连接符 389">
                <a:extLst>
                  <a:ext uri="{FF2B5EF4-FFF2-40B4-BE49-F238E27FC236}">
                    <a16:creationId xmlns:a16="http://schemas.microsoft.com/office/drawing/2014/main" id="{4649A94B-24A4-4D2D-833C-CE5635580862}"/>
                  </a:ext>
                </a:extLst>
              </p:cNvPr>
              <p:cNvCxnSpPr/>
              <p:nvPr>
                <p:custDataLst>
                  <p:tags r:id="rId107"/>
                </p:custDataLst>
              </p:nvPr>
            </p:nvCxnSpPr>
            <p:spPr bwMode="auto">
              <a:xfrm flipH="1">
                <a:off x="12755" y="6236"/>
                <a:ext cx="0" cy="90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91" name="直接箭头连接符 390">
                <a:extLst>
                  <a:ext uri="{FF2B5EF4-FFF2-40B4-BE49-F238E27FC236}">
                    <a16:creationId xmlns:a16="http://schemas.microsoft.com/office/drawing/2014/main" id="{180C5631-72E4-4014-A63D-5F5EFC4453C4}"/>
                  </a:ext>
                </a:extLst>
              </p:cNvPr>
              <p:cNvCxnSpPr/>
              <p:nvPr>
                <p:custDataLst>
                  <p:tags r:id="rId108"/>
                </p:custDataLst>
              </p:nvPr>
            </p:nvCxnSpPr>
            <p:spPr bwMode="auto">
              <a:xfrm flipH="1">
                <a:off x="12529" y="6463"/>
                <a:ext cx="0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92" name="直接箭头连接符 391">
                <a:extLst>
                  <a:ext uri="{FF2B5EF4-FFF2-40B4-BE49-F238E27FC236}">
                    <a16:creationId xmlns:a16="http://schemas.microsoft.com/office/drawing/2014/main" id="{EF2447F3-B1E1-4381-BF73-44885D019604}"/>
                  </a:ext>
                </a:extLst>
              </p:cNvPr>
              <p:cNvCxnSpPr/>
              <p:nvPr>
                <p:custDataLst>
                  <p:tags r:id="rId109"/>
                </p:custDataLst>
              </p:nvPr>
            </p:nvCxnSpPr>
            <p:spPr bwMode="auto">
              <a:xfrm flipH="1">
                <a:off x="12415" y="6576"/>
                <a:ext cx="0" cy="56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93" name="直接箭头连接符 392">
                <a:extLst>
                  <a:ext uri="{FF2B5EF4-FFF2-40B4-BE49-F238E27FC236}">
                    <a16:creationId xmlns:a16="http://schemas.microsoft.com/office/drawing/2014/main" id="{81AA0C4D-B4E0-46E9-9B51-C3ADC3ADD02A}"/>
                  </a:ext>
                </a:extLst>
              </p:cNvPr>
              <p:cNvCxnSpPr/>
              <p:nvPr>
                <p:custDataLst>
                  <p:tags r:id="rId110"/>
                </p:custDataLst>
              </p:nvPr>
            </p:nvCxnSpPr>
            <p:spPr bwMode="auto">
              <a:xfrm flipH="1">
                <a:off x="12302" y="6690"/>
                <a:ext cx="0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94" name="直接箭头连接符 393">
                <a:extLst>
                  <a:ext uri="{FF2B5EF4-FFF2-40B4-BE49-F238E27FC236}">
                    <a16:creationId xmlns:a16="http://schemas.microsoft.com/office/drawing/2014/main" id="{6CC20854-461C-4AD9-A7CA-8CFCE1184C5D}"/>
                  </a:ext>
                </a:extLst>
              </p:cNvPr>
              <p:cNvCxnSpPr/>
              <p:nvPr>
                <p:custDataLst>
                  <p:tags r:id="rId111"/>
                </p:custDataLst>
              </p:nvPr>
            </p:nvCxnSpPr>
            <p:spPr bwMode="auto">
              <a:xfrm flipH="1">
                <a:off x="12189" y="6803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95" name="直接箭头连接符 394">
                <a:extLst>
                  <a:ext uri="{FF2B5EF4-FFF2-40B4-BE49-F238E27FC236}">
                    <a16:creationId xmlns:a16="http://schemas.microsoft.com/office/drawing/2014/main" id="{47B387CD-598E-4251-8E16-0967D686F5AD}"/>
                  </a:ext>
                </a:extLst>
              </p:cNvPr>
              <p:cNvCxnSpPr/>
              <p:nvPr>
                <p:custDataLst>
                  <p:tags r:id="rId112"/>
                </p:custDataLst>
              </p:nvPr>
            </p:nvCxnSpPr>
            <p:spPr bwMode="auto">
              <a:xfrm flipH="1">
                <a:off x="12076" y="691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96" name="直接箭头连接符 395">
                <a:extLst>
                  <a:ext uri="{FF2B5EF4-FFF2-40B4-BE49-F238E27FC236}">
                    <a16:creationId xmlns:a16="http://schemas.microsoft.com/office/drawing/2014/main" id="{DB9CE5FA-1046-4E0B-93E3-E1486C3F754B}"/>
                  </a:ext>
                </a:extLst>
              </p:cNvPr>
              <p:cNvCxnSpPr/>
              <p:nvPr>
                <p:custDataLst>
                  <p:tags r:id="rId113"/>
                </p:custDataLst>
              </p:nvPr>
            </p:nvCxnSpPr>
            <p:spPr bwMode="auto">
              <a:xfrm flipH="1">
                <a:off x="12472" y="759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397" name="直接箭头连接符 396">
                <a:extLst>
                  <a:ext uri="{FF2B5EF4-FFF2-40B4-BE49-F238E27FC236}">
                    <a16:creationId xmlns:a16="http://schemas.microsoft.com/office/drawing/2014/main" id="{85FD9F5A-2916-4753-BDF4-67ADE78BBC63}"/>
                  </a:ext>
                </a:extLst>
              </p:cNvPr>
              <p:cNvCxnSpPr/>
              <p:nvPr>
                <p:custDataLst>
                  <p:tags r:id="rId114"/>
                </p:custDataLst>
              </p:nvPr>
            </p:nvCxnSpPr>
            <p:spPr bwMode="auto">
              <a:xfrm flipH="1">
                <a:off x="8277" y="691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cxnSp>
          <p:nvCxnSpPr>
            <p:cNvPr id="217" name="直接箭头连接符 216">
              <a:extLst>
                <a:ext uri="{FF2B5EF4-FFF2-40B4-BE49-F238E27FC236}">
                  <a16:creationId xmlns:a16="http://schemas.microsoft.com/office/drawing/2014/main" id="{F4BFFAA8-AE69-406D-932C-20618DBB22AE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4681910" y="4860230"/>
              <a:ext cx="194373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72DF6297-1258-47D0-92F3-E1DDF8B906BF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4934005" y="4933890"/>
              <a:ext cx="12598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28" name="直接箭头连接符 227">
              <a:extLst>
                <a:ext uri="{FF2B5EF4-FFF2-40B4-BE49-F238E27FC236}">
                  <a16:creationId xmlns:a16="http://schemas.microsoft.com/office/drawing/2014/main" id="{9E19E3C2-CCDC-4FD5-8E98-634DEE20D97F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5221660" y="5005645"/>
              <a:ext cx="151193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BA666CCE-D8D6-430C-B42E-E4FD62D5255F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5941750" y="5076130"/>
              <a:ext cx="89979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grpSp>
          <p:nvGrpSpPr>
            <p:cNvPr id="235" name="组合 234">
              <a:extLst>
                <a:ext uri="{FF2B5EF4-FFF2-40B4-BE49-F238E27FC236}">
                  <a16:creationId xmlns:a16="http://schemas.microsoft.com/office/drawing/2014/main" id="{D704DAF2-E8B3-4A2F-9DDD-A10271C07070}"/>
                </a:ext>
              </a:extLst>
            </p:cNvPr>
            <p:cNvGrpSpPr/>
            <p:nvPr/>
          </p:nvGrpSpPr>
          <p:grpSpPr>
            <a:xfrm>
              <a:off x="6014140" y="4860230"/>
              <a:ext cx="467995" cy="936625"/>
              <a:chOff x="8561" y="7936"/>
              <a:chExt cx="737" cy="1475"/>
            </a:xfrm>
          </p:grpSpPr>
          <p:sp>
            <p:nvSpPr>
              <p:cNvPr id="285" name="Text Box 191">
                <a:extLst>
                  <a:ext uri="{FF2B5EF4-FFF2-40B4-BE49-F238E27FC236}">
                    <a16:creationId xmlns:a16="http://schemas.microsoft.com/office/drawing/2014/main" id="{80F1DFFF-DA4A-4F70-A574-CBD74A156D3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8731" y="9071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Q1</a:t>
                </a:r>
              </a:p>
            </p:txBody>
          </p:sp>
          <p:cxnSp>
            <p:nvCxnSpPr>
              <p:cNvPr id="302" name="直接箭头连接符 301">
                <a:extLst>
                  <a:ext uri="{FF2B5EF4-FFF2-40B4-BE49-F238E27FC236}">
                    <a16:creationId xmlns:a16="http://schemas.microsoft.com/office/drawing/2014/main" id="{1A904769-A6D1-441F-8F1D-40ACB3C3AA5E}"/>
                  </a:ext>
                </a:extLst>
              </p:cNvPr>
              <p:cNvCxnSpPr/>
              <p:nvPr>
                <p:custDataLst>
                  <p:tags r:id="rId35"/>
                </p:custDataLst>
              </p:nvPr>
            </p:nvCxnSpPr>
            <p:spPr bwMode="auto">
              <a:xfrm>
                <a:off x="8957" y="8844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03" name="Text Box 36">
                <a:extLst>
                  <a:ext uri="{FF2B5EF4-FFF2-40B4-BE49-F238E27FC236}">
                    <a16:creationId xmlns:a16="http://schemas.microsoft.com/office/drawing/2014/main" id="{836C0A08-1772-4E4C-9FDA-315EC4B402A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8561" y="8504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  <a:sym typeface="+mn-ea"/>
                  </a:rPr>
                  <a:t>≥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1</a:t>
                </a: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305" name="直接箭头连接符 304">
                <a:extLst>
                  <a:ext uri="{FF2B5EF4-FFF2-40B4-BE49-F238E27FC236}">
                    <a16:creationId xmlns:a16="http://schemas.microsoft.com/office/drawing/2014/main" id="{B66305DF-0C73-4A3B-8706-23B31C910C94}"/>
                  </a:ext>
                </a:extLst>
              </p:cNvPr>
              <p:cNvCxnSpPr/>
              <p:nvPr>
                <p:custDataLst>
                  <p:tags r:id="rId37"/>
                </p:custDataLst>
              </p:nvPr>
            </p:nvCxnSpPr>
            <p:spPr bwMode="auto">
              <a:xfrm>
                <a:off x="8674" y="7936"/>
                <a:ext cx="0" cy="56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18" name="直接箭头连接符 317">
                <a:extLst>
                  <a:ext uri="{FF2B5EF4-FFF2-40B4-BE49-F238E27FC236}">
                    <a16:creationId xmlns:a16="http://schemas.microsoft.com/office/drawing/2014/main" id="{1F20CF4E-3B29-4761-88F3-415741B3A531}"/>
                  </a:ext>
                </a:extLst>
              </p:cNvPr>
              <p:cNvCxnSpPr/>
              <p:nvPr>
                <p:custDataLst>
                  <p:tags r:id="rId38"/>
                </p:custDataLst>
              </p:nvPr>
            </p:nvCxnSpPr>
            <p:spPr bwMode="auto">
              <a:xfrm>
                <a:off x="8844" y="8050"/>
                <a:ext cx="0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19" name="直接箭头连接符 318">
                <a:extLst>
                  <a:ext uri="{FF2B5EF4-FFF2-40B4-BE49-F238E27FC236}">
                    <a16:creationId xmlns:a16="http://schemas.microsoft.com/office/drawing/2014/main" id="{05E71EAC-183E-4194-ACD9-5874D56BC537}"/>
                  </a:ext>
                </a:extLst>
              </p:cNvPr>
              <p:cNvCxnSpPr/>
              <p:nvPr>
                <p:custDataLst>
                  <p:tags r:id="rId39"/>
                </p:custDataLst>
              </p:nvPr>
            </p:nvCxnSpPr>
            <p:spPr bwMode="auto">
              <a:xfrm>
                <a:off x="9014" y="82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20" name="直接箭头连接符 319">
                <a:extLst>
                  <a:ext uri="{FF2B5EF4-FFF2-40B4-BE49-F238E27FC236}">
                    <a16:creationId xmlns:a16="http://schemas.microsoft.com/office/drawing/2014/main" id="{72FC9645-838E-4044-8F9C-224E65A2B028}"/>
                  </a:ext>
                </a:extLst>
              </p:cNvPr>
              <p:cNvCxnSpPr/>
              <p:nvPr>
                <p:custDataLst>
                  <p:tags r:id="rId40"/>
                </p:custDataLst>
              </p:nvPr>
            </p:nvCxnSpPr>
            <p:spPr bwMode="auto">
              <a:xfrm>
                <a:off x="9184" y="82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1968ECF8-C225-4CC5-B8BF-7369EB5AE1FB}"/>
                </a:ext>
              </a:extLst>
            </p:cNvPr>
            <p:cNvGrpSpPr/>
            <p:nvPr/>
          </p:nvGrpSpPr>
          <p:grpSpPr>
            <a:xfrm>
              <a:off x="6553890" y="4860230"/>
              <a:ext cx="467995" cy="935990"/>
              <a:chOff x="8561" y="7937"/>
              <a:chExt cx="737" cy="1474"/>
            </a:xfrm>
          </p:grpSpPr>
          <p:sp>
            <p:nvSpPr>
              <p:cNvPr id="278" name="Text Box 191">
                <a:extLst>
                  <a:ext uri="{FF2B5EF4-FFF2-40B4-BE49-F238E27FC236}">
                    <a16:creationId xmlns:a16="http://schemas.microsoft.com/office/drawing/2014/main" id="{2DC6901C-1946-40A4-A888-24019215BF3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8731" y="9071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Q0</a:t>
                </a:r>
              </a:p>
            </p:txBody>
          </p:sp>
          <p:cxnSp>
            <p:nvCxnSpPr>
              <p:cNvPr id="279" name="直接箭头连接符 278">
                <a:extLst>
                  <a:ext uri="{FF2B5EF4-FFF2-40B4-BE49-F238E27FC236}">
                    <a16:creationId xmlns:a16="http://schemas.microsoft.com/office/drawing/2014/main" id="{6994C971-6A5E-4AC3-9A53-20CE5A5203B6}"/>
                  </a:ext>
                </a:extLst>
              </p:cNvPr>
              <p:cNvCxnSpPr/>
              <p:nvPr>
                <p:custDataLst>
                  <p:tags r:id="rId28"/>
                </p:custDataLst>
              </p:nvPr>
            </p:nvCxnSpPr>
            <p:spPr bwMode="auto">
              <a:xfrm>
                <a:off x="8957" y="8844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80" name="Text Box 36">
                <a:extLst>
                  <a:ext uri="{FF2B5EF4-FFF2-40B4-BE49-F238E27FC236}">
                    <a16:creationId xmlns:a16="http://schemas.microsoft.com/office/drawing/2014/main" id="{4803929F-CD74-4564-BF2E-29AEBBE31FF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8561" y="8504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  <a:sym typeface="+mn-ea"/>
                  </a:rPr>
                  <a:t>≥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1</a:t>
                </a:r>
                <a:endParaRPr lang="en-US" altLang="zh-CN" sz="1600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81" name="直接箭头连接符 280">
                <a:extLst>
                  <a:ext uri="{FF2B5EF4-FFF2-40B4-BE49-F238E27FC236}">
                    <a16:creationId xmlns:a16="http://schemas.microsoft.com/office/drawing/2014/main" id="{126B83A4-388B-4642-A576-1A4B5130D6F4}"/>
                  </a:ext>
                </a:extLst>
              </p:cNvPr>
              <p:cNvCxnSpPr/>
              <p:nvPr>
                <p:custDataLst>
                  <p:tags r:id="rId30"/>
                </p:custDataLst>
              </p:nvPr>
            </p:nvCxnSpPr>
            <p:spPr bwMode="auto">
              <a:xfrm>
                <a:off x="8674" y="7937"/>
                <a:ext cx="0" cy="56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82" name="直接箭头连接符 281">
                <a:extLst>
                  <a:ext uri="{FF2B5EF4-FFF2-40B4-BE49-F238E27FC236}">
                    <a16:creationId xmlns:a16="http://schemas.microsoft.com/office/drawing/2014/main" id="{E299191F-44E7-4492-AB26-21F67CF11DF9}"/>
                  </a:ext>
                </a:extLst>
              </p:cNvPr>
              <p:cNvCxnSpPr/>
              <p:nvPr>
                <p:custDataLst>
                  <p:tags r:id="rId31"/>
                </p:custDataLst>
              </p:nvPr>
            </p:nvCxnSpPr>
            <p:spPr bwMode="auto">
              <a:xfrm>
                <a:off x="8847" y="8164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83" name="直接箭头连接符 282">
                <a:extLst>
                  <a:ext uri="{FF2B5EF4-FFF2-40B4-BE49-F238E27FC236}">
                    <a16:creationId xmlns:a16="http://schemas.microsoft.com/office/drawing/2014/main" id="{A664B216-F0C7-4434-ADC7-A5EB99454491}"/>
                  </a:ext>
                </a:extLst>
              </p:cNvPr>
              <p:cNvCxnSpPr/>
              <p:nvPr>
                <p:custDataLst>
                  <p:tags r:id="rId32"/>
                </p:custDataLst>
              </p:nvPr>
            </p:nvCxnSpPr>
            <p:spPr bwMode="auto">
              <a:xfrm>
                <a:off x="9015" y="82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84" name="直接箭头连接符 283">
                <a:extLst>
                  <a:ext uri="{FF2B5EF4-FFF2-40B4-BE49-F238E27FC236}">
                    <a16:creationId xmlns:a16="http://schemas.microsoft.com/office/drawing/2014/main" id="{35FF1FCE-7BF1-42C9-8C0E-ED001C44AD5B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auto">
              <a:xfrm>
                <a:off x="9184" y="82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243" name="直接箭头连接符 242">
              <a:extLst>
                <a:ext uri="{FF2B5EF4-FFF2-40B4-BE49-F238E27FC236}">
                  <a16:creationId xmlns:a16="http://schemas.microsoft.com/office/drawing/2014/main" id="{91999B2F-C2C2-4669-B154-B8A7122AAA93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4681910" y="4860230"/>
              <a:ext cx="0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44" name="直接箭头连接符 243">
              <a:extLst>
                <a:ext uri="{FF2B5EF4-FFF2-40B4-BE49-F238E27FC236}">
                  <a16:creationId xmlns:a16="http://schemas.microsoft.com/office/drawing/2014/main" id="{BC437D7C-4D14-4F8F-8E52-9763F6CC0462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4681910" y="5076130"/>
              <a:ext cx="5397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D39AC9DE-4070-4A47-882D-402C6BCC70C5}"/>
                </a:ext>
              </a:extLst>
            </p:cNvPr>
            <p:cNvGrpSpPr/>
            <p:nvPr/>
          </p:nvGrpSpPr>
          <p:grpSpPr>
            <a:xfrm>
              <a:off x="5149905" y="4931985"/>
              <a:ext cx="467995" cy="864235"/>
              <a:chOff x="8561" y="8050"/>
              <a:chExt cx="737" cy="1361"/>
            </a:xfrm>
          </p:grpSpPr>
          <p:sp>
            <p:nvSpPr>
              <p:cNvPr id="253" name="Text Box 191">
                <a:extLst>
                  <a:ext uri="{FF2B5EF4-FFF2-40B4-BE49-F238E27FC236}">
                    <a16:creationId xmlns:a16="http://schemas.microsoft.com/office/drawing/2014/main" id="{DC5D6F66-E5BD-4FD1-91DF-CE10C9528F1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8731" y="9071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Q2</a:t>
                </a:r>
              </a:p>
            </p:txBody>
          </p:sp>
          <p:cxnSp>
            <p:nvCxnSpPr>
              <p:cNvPr id="266" name="直接箭头连接符 265">
                <a:extLst>
                  <a:ext uri="{FF2B5EF4-FFF2-40B4-BE49-F238E27FC236}">
                    <a16:creationId xmlns:a16="http://schemas.microsoft.com/office/drawing/2014/main" id="{6070CE54-138F-4894-B004-2DF6CBDE63BF}"/>
                  </a:ext>
                </a:extLst>
              </p:cNvPr>
              <p:cNvCxnSpPr/>
              <p:nvPr>
                <p:custDataLst>
                  <p:tags r:id="rId21"/>
                </p:custDataLst>
              </p:nvPr>
            </p:nvCxnSpPr>
            <p:spPr bwMode="auto">
              <a:xfrm>
                <a:off x="8957" y="8844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73" name="Text Box 36">
                <a:extLst>
                  <a:ext uri="{FF2B5EF4-FFF2-40B4-BE49-F238E27FC236}">
                    <a16:creationId xmlns:a16="http://schemas.microsoft.com/office/drawing/2014/main" id="{1A1C997D-3691-4EF7-801E-476A506D0AA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8561" y="8504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  <a:sym typeface="+mn-ea"/>
                  </a:rPr>
                  <a:t>≥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1</a:t>
                </a: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74" name="直接箭头连接符 273">
                <a:extLst>
                  <a:ext uri="{FF2B5EF4-FFF2-40B4-BE49-F238E27FC236}">
                    <a16:creationId xmlns:a16="http://schemas.microsoft.com/office/drawing/2014/main" id="{5280D559-F72C-4108-BDF7-BEE60A4EDF84}"/>
                  </a:ext>
                </a:extLst>
              </p:cNvPr>
              <p:cNvCxnSpPr/>
              <p:nvPr>
                <p:custDataLst>
                  <p:tags r:id="rId23"/>
                </p:custDataLst>
              </p:nvPr>
            </p:nvCxnSpPr>
            <p:spPr bwMode="auto">
              <a:xfrm>
                <a:off x="8674" y="82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75" name="直接箭头连接符 274">
                <a:extLst>
                  <a:ext uri="{FF2B5EF4-FFF2-40B4-BE49-F238E27FC236}">
                    <a16:creationId xmlns:a16="http://schemas.microsoft.com/office/drawing/2014/main" id="{6713D513-1AAB-4C9E-A2BD-A5B787D04D0D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auto">
              <a:xfrm>
                <a:off x="8844" y="8050"/>
                <a:ext cx="0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276" name="直接箭头连接符 275">
                <a:extLst>
                  <a:ext uri="{FF2B5EF4-FFF2-40B4-BE49-F238E27FC236}">
                    <a16:creationId xmlns:a16="http://schemas.microsoft.com/office/drawing/2014/main" id="{AD379D57-2B01-45D9-A89E-977B919B1CFC}"/>
                  </a:ext>
                </a:extLst>
              </p:cNvPr>
              <p:cNvCxnSpPr/>
              <p:nvPr>
                <p:custDataLst>
                  <p:tags r:id="rId25"/>
                </p:custDataLst>
              </p:nvPr>
            </p:nvCxnSpPr>
            <p:spPr bwMode="auto">
              <a:xfrm>
                <a:off x="9014" y="8164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277" name="直接箭头连接符 276">
                <a:extLst>
                  <a:ext uri="{FF2B5EF4-FFF2-40B4-BE49-F238E27FC236}">
                    <a16:creationId xmlns:a16="http://schemas.microsoft.com/office/drawing/2014/main" id="{010CE116-F679-45A9-92E2-46CE73EBC2EF}"/>
                  </a:ext>
                </a:extLst>
              </p:cNvPr>
              <p:cNvCxnSpPr/>
              <p:nvPr>
                <p:custDataLst>
                  <p:tags r:id="rId26"/>
                </p:custDataLst>
              </p:nvPr>
            </p:nvCxnSpPr>
            <p:spPr bwMode="auto">
              <a:xfrm>
                <a:off x="9184" y="82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8748395" cy="17115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多路选择器与多路分配器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dirty="0">
                <a:cs typeface="Times New Roman" panose="02020603050405020304" pitchFamily="18" charset="0"/>
                <a:sym typeface="+mn-ea"/>
              </a:rPr>
              <a:t>multiplexer</a:t>
            </a:r>
            <a:r>
              <a:rPr lang="zh-CN" altLang="en-US" sz="18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de</a:t>
            </a:r>
            <a:r>
              <a:rPr lang="en-US" altLang="zh-CN" sz="1800" dirty="0">
                <a:cs typeface="Times New Roman" panose="02020603050405020304" pitchFamily="18" charset="0"/>
                <a:sym typeface="+mn-ea"/>
              </a:rPr>
              <a:t>multiplexer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多路选择器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从多个输入中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选择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一个输出，记为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MUX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I/O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信号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输入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个，输出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个，控制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(=log</a:t>
            </a:r>
            <a:r>
              <a: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 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路选择器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4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路选择器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74" name="组合 373"/>
          <p:cNvGrpSpPr/>
          <p:nvPr/>
        </p:nvGrpSpPr>
        <p:grpSpPr>
          <a:xfrm>
            <a:off x="6983730" y="5276210"/>
            <a:ext cx="1908175" cy="1187450"/>
            <a:chOff x="10998" y="8050"/>
            <a:chExt cx="3005" cy="1870"/>
          </a:xfrm>
        </p:grpSpPr>
        <p:sp>
          <p:nvSpPr>
            <p:cNvPr id="375" name="Text Box 36"/>
            <p:cNvSpPr txBox="1">
              <a:spLocks noChangeArrowheads="1"/>
            </p:cNvSpPr>
            <p:nvPr>
              <p:custDataLst>
                <p:tags r:id="rId135"/>
              </p:custDataLst>
            </p:nvPr>
          </p:nvSpPr>
          <p:spPr bwMode="auto">
            <a:xfrm>
              <a:off x="11452" y="8050"/>
              <a:ext cx="2098" cy="141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76" name="直接箭头连接符 375"/>
            <p:cNvCxnSpPr/>
            <p:nvPr>
              <p:custDataLst>
                <p:tags r:id="rId136"/>
              </p:custDataLst>
            </p:nvPr>
          </p:nvCxnSpPr>
          <p:spPr bwMode="auto">
            <a:xfrm flipV="1">
              <a:off x="13436" y="884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77" name="梯形 376"/>
            <p:cNvSpPr/>
            <p:nvPr>
              <p:custDataLst>
                <p:tags r:id="rId137"/>
              </p:custDataLst>
            </p:nvPr>
          </p:nvSpPr>
          <p:spPr>
            <a:xfrm>
              <a:off x="12546" y="8504"/>
              <a:ext cx="1247" cy="510"/>
            </a:xfrm>
            <a:prstGeom prst="trapezoid">
              <a:avLst>
                <a:gd name="adj" fmla="val 44268"/>
              </a:avLst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MUX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378" name="Text Box 191"/>
            <p:cNvSpPr txBox="1">
              <a:spLocks noChangeArrowheads="1"/>
            </p:cNvSpPr>
            <p:nvPr>
              <p:custDataLst>
                <p:tags r:id="rId138"/>
              </p:custDataLst>
            </p:nvPr>
          </p:nvSpPr>
          <p:spPr bwMode="auto">
            <a:xfrm>
              <a:off x="12926" y="9580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79" name="Text Box 191"/>
            <p:cNvSpPr txBox="1">
              <a:spLocks noChangeArrowheads="1"/>
            </p:cNvSpPr>
            <p:nvPr>
              <p:custDataLst>
                <p:tags r:id="rId139"/>
              </p:custDataLst>
            </p:nvPr>
          </p:nvSpPr>
          <p:spPr bwMode="auto">
            <a:xfrm>
              <a:off x="13663" y="867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P</a:t>
              </a:r>
            </a:p>
          </p:txBody>
        </p:sp>
        <p:sp>
          <p:nvSpPr>
            <p:cNvPr id="380" name="Text Box 191"/>
            <p:cNvSpPr txBox="1"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10998" y="8106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381" name="Text Box 191"/>
            <p:cNvSpPr txBox="1">
              <a:spLocks noChangeArrowheads="1"/>
            </p:cNvSpPr>
            <p:nvPr>
              <p:custDataLst>
                <p:tags r:id="rId141"/>
              </p:custDataLst>
            </p:nvPr>
          </p:nvSpPr>
          <p:spPr bwMode="auto">
            <a:xfrm>
              <a:off x="10998" y="8957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382" name="直接箭头连接符 381"/>
            <p:cNvCxnSpPr/>
            <p:nvPr>
              <p:custDataLst>
                <p:tags r:id="rId142"/>
              </p:custDataLst>
            </p:nvPr>
          </p:nvCxnSpPr>
          <p:spPr bwMode="auto">
            <a:xfrm flipV="1">
              <a:off x="12472" y="8617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3" name="直接箭头连接符 382"/>
            <p:cNvCxnSpPr/>
            <p:nvPr>
              <p:custDataLst>
                <p:tags r:id="rId143"/>
              </p:custDataLst>
            </p:nvPr>
          </p:nvCxnSpPr>
          <p:spPr bwMode="auto">
            <a:xfrm flipV="1">
              <a:off x="12472" y="8333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4" name="直接箭头连接符 383"/>
            <p:cNvCxnSpPr/>
            <p:nvPr>
              <p:custDataLst>
                <p:tags r:id="rId144"/>
              </p:custDataLst>
            </p:nvPr>
          </p:nvCxnSpPr>
          <p:spPr bwMode="auto">
            <a:xfrm flipV="1">
              <a:off x="13209" y="9275"/>
              <a:ext cx="0" cy="306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5" name="直接箭头连接符 384"/>
            <p:cNvCxnSpPr/>
            <p:nvPr>
              <p:custDataLst>
                <p:tags r:id="rId145"/>
              </p:custDataLst>
            </p:nvPr>
          </p:nvCxnSpPr>
          <p:spPr bwMode="auto">
            <a:xfrm flipV="1">
              <a:off x="12472" y="92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6" name="直接箭头连接符 385"/>
            <p:cNvCxnSpPr/>
            <p:nvPr>
              <p:custDataLst>
                <p:tags r:id="rId146"/>
              </p:custDataLst>
            </p:nvPr>
          </p:nvCxnSpPr>
          <p:spPr bwMode="auto">
            <a:xfrm flipV="1">
              <a:off x="12472" y="890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87" name="Text Box 191"/>
            <p:cNvSpPr txBox="1">
              <a:spLocks noChangeArrowheads="1"/>
            </p:cNvSpPr>
            <p:nvPr>
              <p:custDataLst>
                <p:tags r:id="rId147"/>
              </p:custDataLst>
            </p:nvPr>
          </p:nvSpPr>
          <p:spPr bwMode="auto">
            <a:xfrm>
              <a:off x="12586" y="8050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4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8" name="Text Box 191"/>
            <p:cNvSpPr txBox="1">
              <a:spLocks noChangeArrowheads="1"/>
            </p:cNvSpPr>
            <p:nvPr>
              <p:custDataLst>
                <p:tags r:id="rId148"/>
              </p:custDataLst>
            </p:nvPr>
          </p:nvSpPr>
          <p:spPr bwMode="auto">
            <a:xfrm>
              <a:off x="12586" y="8333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4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9" name="Text Box 191"/>
            <p:cNvSpPr txBox="1">
              <a:spLocks noChangeArrowheads="1"/>
            </p:cNvSpPr>
            <p:nvPr>
              <p:custDataLst>
                <p:tags r:id="rId149"/>
              </p:custDataLst>
            </p:nvPr>
          </p:nvSpPr>
          <p:spPr bwMode="auto">
            <a:xfrm>
              <a:off x="12529" y="8617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AB</a:t>
              </a:r>
              <a:endParaRPr lang="en-US" altLang="zh-CN" sz="14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90" name="Text Box 191"/>
            <p:cNvSpPr txBox="1">
              <a:spLocks noChangeArrowheads="1"/>
            </p:cNvSpPr>
            <p:nvPr>
              <p:custDataLst>
                <p:tags r:id="rId150"/>
              </p:custDataLst>
            </p:nvPr>
          </p:nvSpPr>
          <p:spPr bwMode="auto">
            <a:xfrm>
              <a:off x="12586" y="8957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O</a:t>
              </a:r>
              <a:endParaRPr lang="en-US" altLang="zh-CN" sz="14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91" name="直接箭头连接符 390"/>
            <p:cNvCxnSpPr/>
            <p:nvPr>
              <p:custDataLst>
                <p:tags r:id="rId151"/>
              </p:custDataLst>
            </p:nvPr>
          </p:nvCxnSpPr>
          <p:spPr bwMode="auto">
            <a:xfrm flipV="1">
              <a:off x="11338" y="9184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2" name="直接箭头连接符 391"/>
            <p:cNvCxnSpPr/>
            <p:nvPr>
              <p:custDataLst>
                <p:tags r:id="rId152"/>
              </p:custDataLst>
            </p:nvPr>
          </p:nvCxnSpPr>
          <p:spPr bwMode="auto">
            <a:xfrm flipV="1">
              <a:off x="11338" y="8276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3" name="Text Box 191"/>
            <p:cNvSpPr txBox="1">
              <a:spLocks noChangeArrowheads="1"/>
            </p:cNvSpPr>
            <p:nvPr>
              <p:custDataLst>
                <p:tags r:id="rId153"/>
              </p:custDataLst>
            </p:nvPr>
          </p:nvSpPr>
          <p:spPr bwMode="auto">
            <a:xfrm>
              <a:off x="12954" y="8241"/>
              <a:ext cx="170" cy="10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11</a:t>
            </a:fld>
            <a:endParaRPr lang="en-US" altLang="zh-CN"/>
          </a:p>
        </p:txBody>
      </p:sp>
      <p:sp>
        <p:nvSpPr>
          <p:cNvPr id="230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36264" y="3501040"/>
            <a:ext cx="331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如何用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2-MUX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4-MUX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graphicFrame>
        <p:nvGraphicFramePr>
          <p:cNvPr id="217" name="表格 216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451177551"/>
              </p:ext>
            </p:extLst>
          </p:nvPr>
        </p:nvGraphicFramePr>
        <p:xfrm>
          <a:off x="3779912" y="2025155"/>
          <a:ext cx="1020485" cy="10353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入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5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│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1" name="表格 200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33286820"/>
              </p:ext>
            </p:extLst>
          </p:nvPr>
        </p:nvGraphicFramePr>
        <p:xfrm>
          <a:off x="1080518" y="2096665"/>
          <a:ext cx="768350" cy="8158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5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入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4" name="表格 283"/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502239597"/>
              </p:ext>
            </p:extLst>
          </p:nvPr>
        </p:nvGraphicFramePr>
        <p:xfrm>
          <a:off x="1890395" y="5383970"/>
          <a:ext cx="229552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  <a:r>
                        <a:rPr lang="en-US" altLang="zh-CN" sz="16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  <a:r>
                        <a:rPr lang="en-US" altLang="zh-CN" sz="16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en-US" altLang="zh-CN" sz="16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en-US" altLang="zh-CN" sz="1600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alt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型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型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</a:t>
                      </a:r>
                      <a:r>
                        <a:rPr lang="zh-CN" alt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型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AB</a:t>
                      </a:r>
                      <a:r>
                        <a:rPr lang="zh-CN" alt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型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 Box 191"/>
              <p:cNvSpPr txBox="1">
                <a:spLocks noChangeArrowheads="1"/>
              </p:cNvSpPr>
              <p:nvPr/>
            </p:nvSpPr>
            <p:spPr bwMode="auto">
              <a:xfrm>
                <a:off x="4347210" y="5377175"/>
                <a:ext cx="2448000" cy="11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36195" tIns="17780" rIns="36195" bIns="10795" anchor="t" anchorCtr="0"/>
              <a:lstStyle/>
              <a:p>
                <a:pPr marL="0" indent="0" algn="l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A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8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1800" b="1" baseline="-25000" dirty="0"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8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+X</a:t>
                </a:r>
                <a:r>
                  <a:rPr lang="en-US" altLang="zh-CN" sz="18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1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X</a:t>
                </a:r>
                <a:r>
                  <a:rPr lang="en-US" altLang="zh-CN" sz="18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0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X</a:t>
                </a:r>
                <a:r>
                  <a:rPr lang="en-US" altLang="zh-CN" sz="18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1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⊙X</a:t>
                </a:r>
                <a:r>
                  <a:rPr lang="en-US" altLang="zh-CN" sz="18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0</a:t>
                </a:r>
              </a:p>
              <a:p>
                <a:pPr marL="0" indent="0" algn="l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B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8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X</a:t>
                </a:r>
                <a:r>
                  <a:rPr lang="en-US" altLang="zh-CN" sz="18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0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+X</a:t>
                </a:r>
                <a:r>
                  <a:rPr lang="en-US" altLang="zh-CN" sz="18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1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X</a:t>
                </a:r>
                <a:r>
                  <a:rPr lang="en-US" altLang="zh-CN" sz="18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0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X</a:t>
                </a:r>
                <a:r>
                  <a:rPr lang="en-US" altLang="zh-CN" sz="18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0</a:t>
                </a:r>
                <a:endParaRPr lang="zh-CN" altLang="en-US" sz="1800" b="1" dirty="0">
                  <a:solidFill>
                    <a:srgbClr val="000000"/>
                  </a:solidFill>
                  <a:latin typeface="宋体" panose="02010600030101010101" pitchFamily="2" charset="-122"/>
                  <a:cs typeface="Cambria Math" panose="02040503050406030204" pitchFamily="18" charset="0"/>
                  <a:sym typeface="+mn-ea"/>
                </a:endParaRPr>
              </a:p>
              <a:p>
                <a:pPr marL="0" indent="0" algn="l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AB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1</a:t>
                </a:r>
                <a:endParaRPr lang="zh-CN" altLang="en-US" sz="1800" b="1" dirty="0">
                  <a:latin typeface="宋体" panose="02010600030101010101" pitchFamily="2" charset="-122"/>
                  <a:cs typeface="Cambria Math" panose="02040503050406030204" pitchFamily="18" charset="0"/>
                  <a:sym typeface="+mn-ea"/>
                </a:endParaRPr>
              </a:p>
              <a:p>
                <a:pPr marL="0" indent="0" algn="l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O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X</a:t>
                </a:r>
                <a:r>
                  <a:rPr lang="en-US" altLang="zh-CN" sz="18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1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X</a:t>
                </a:r>
                <a:r>
                  <a:rPr lang="en-US" altLang="zh-CN" sz="18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0</a:t>
                </a:r>
                <a:endParaRPr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285" name="Text Box 1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7210" y="5377175"/>
                <a:ext cx="2448000" cy="1116000"/>
              </a:xfrm>
              <a:prstGeom prst="rect">
                <a:avLst/>
              </a:prstGeom>
              <a:blipFill>
                <a:blip r:embed="rId155"/>
                <a:stretch>
                  <a:fillRect l="-4229" t="-6557" r="-1244" b="-9836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6" name="组合 315"/>
          <p:cNvGrpSpPr/>
          <p:nvPr/>
        </p:nvGrpSpPr>
        <p:grpSpPr>
          <a:xfrm>
            <a:off x="6983730" y="5276210"/>
            <a:ext cx="1008380" cy="863600"/>
            <a:chOff x="10998" y="8050"/>
            <a:chExt cx="1588" cy="1360"/>
          </a:xfrm>
        </p:grpSpPr>
        <p:cxnSp>
          <p:nvCxnSpPr>
            <p:cNvPr id="242" name="直接箭头连接符 241"/>
            <p:cNvCxnSpPr/>
            <p:nvPr>
              <p:custDataLst>
                <p:tags r:id="rId122"/>
              </p:custDataLst>
            </p:nvPr>
          </p:nvCxnSpPr>
          <p:spPr bwMode="auto">
            <a:xfrm flipV="1">
              <a:off x="11792" y="8617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43" name="直接箭头连接符 242"/>
            <p:cNvCxnSpPr/>
            <p:nvPr>
              <p:custDataLst>
                <p:tags r:id="rId123"/>
              </p:custDataLst>
            </p:nvPr>
          </p:nvCxnSpPr>
          <p:spPr bwMode="auto">
            <a:xfrm>
              <a:off x="11622" y="8277"/>
              <a:ext cx="0" cy="102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51" name="Text Box 36"/>
            <p:cNvSpPr txBox="1"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12019" y="9070"/>
              <a:ext cx="456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266" name="直接箭头连接符 265"/>
            <p:cNvCxnSpPr/>
            <p:nvPr>
              <p:custDataLst>
                <p:tags r:id="rId125"/>
              </p:custDataLst>
            </p:nvPr>
          </p:nvCxnSpPr>
          <p:spPr bwMode="auto">
            <a:xfrm flipV="1">
              <a:off x="11792" y="9184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67" name="直接箭头连接符 266"/>
            <p:cNvCxnSpPr/>
            <p:nvPr>
              <p:custDataLst>
                <p:tags r:id="rId126"/>
              </p:custDataLst>
            </p:nvPr>
          </p:nvCxnSpPr>
          <p:spPr bwMode="auto">
            <a:xfrm flipV="1">
              <a:off x="11622" y="9297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10" name="直接箭头连接符 209"/>
            <p:cNvCxnSpPr/>
            <p:nvPr>
              <p:custDataLst>
                <p:tags r:id="rId127"/>
              </p:custDataLst>
            </p:nvPr>
          </p:nvCxnSpPr>
          <p:spPr bwMode="auto">
            <a:xfrm flipV="1">
              <a:off x="11792" y="827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2" name="直接箭头连接符 211"/>
            <p:cNvCxnSpPr/>
            <p:nvPr>
              <p:custDataLst>
                <p:tags r:id="rId128"/>
              </p:custDataLst>
            </p:nvPr>
          </p:nvCxnSpPr>
          <p:spPr bwMode="auto">
            <a:xfrm flipV="1">
              <a:off x="11792" y="8390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48" name="Text Box 36"/>
            <p:cNvSpPr txBox="1"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12019" y="8163"/>
              <a:ext cx="456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=1</a:t>
              </a:r>
            </a:p>
          </p:txBody>
        </p:sp>
        <p:cxnSp>
          <p:nvCxnSpPr>
            <p:cNvPr id="269" name="直接箭头连接符 268"/>
            <p:cNvCxnSpPr/>
            <p:nvPr>
              <p:custDataLst>
                <p:tags r:id="rId130"/>
              </p:custDataLst>
            </p:nvPr>
          </p:nvCxnSpPr>
          <p:spPr bwMode="auto">
            <a:xfrm flipH="1" flipV="1">
              <a:off x="11792" y="8390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74" name="Text Box 191"/>
            <p:cNvSpPr txBox="1">
              <a:spLocks noChangeArrowheads="1"/>
            </p:cNvSpPr>
            <p:nvPr>
              <p:custDataLst>
                <p:tags r:id="rId131"/>
              </p:custDataLst>
            </p:nvPr>
          </p:nvSpPr>
          <p:spPr bwMode="auto">
            <a:xfrm>
              <a:off x="11882" y="8730"/>
              <a:ext cx="39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4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CC</a:t>
              </a:r>
            </a:p>
          </p:txBody>
        </p:sp>
        <p:cxnSp>
          <p:nvCxnSpPr>
            <p:cNvPr id="275" name="直接箭头连接符 274"/>
            <p:cNvCxnSpPr/>
            <p:nvPr>
              <p:custDataLst>
                <p:tags r:id="rId132"/>
              </p:custDataLst>
            </p:nvPr>
          </p:nvCxnSpPr>
          <p:spPr bwMode="auto">
            <a:xfrm flipV="1">
              <a:off x="12302" y="8900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13" name="椭圆 312"/>
            <p:cNvSpPr/>
            <p:nvPr>
              <p:custDataLst>
                <p:tags r:id="rId133"/>
              </p:custDataLst>
            </p:nvPr>
          </p:nvSpPr>
          <p:spPr>
            <a:xfrm>
              <a:off x="12472" y="8277"/>
              <a:ext cx="114" cy="111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5" name="Text Box 36"/>
            <p:cNvSpPr txBox="1">
              <a:spLocks noChangeArrowheads="1"/>
            </p:cNvSpPr>
            <p:nvPr>
              <p:custDataLst>
                <p:tags r:id="rId134"/>
              </p:custDataLst>
            </p:nvPr>
          </p:nvSpPr>
          <p:spPr bwMode="auto">
            <a:xfrm>
              <a:off x="10998" y="8050"/>
              <a:ext cx="850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908398" y="2096790"/>
            <a:ext cx="1729105" cy="935990"/>
            <a:chOff x="3288" y="3288"/>
            <a:chExt cx="2723" cy="1474"/>
          </a:xfrm>
        </p:grpSpPr>
        <p:sp>
          <p:nvSpPr>
            <p:cNvPr id="41" name="Text Box 36"/>
            <p:cNvSpPr txBox="1"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3744" y="3288"/>
              <a:ext cx="1814" cy="141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2" name="Text Box 191"/>
            <p:cNvSpPr txBox="1"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5671" y="3685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43" name="直接箭头连接符 42"/>
            <p:cNvCxnSpPr/>
            <p:nvPr>
              <p:custDataLst>
                <p:tags r:id="rId114"/>
              </p:custDataLst>
            </p:nvPr>
          </p:nvCxnSpPr>
          <p:spPr bwMode="auto">
            <a:xfrm flipV="1">
              <a:off x="3630" y="3458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44" name="直接箭头连接符 43"/>
            <p:cNvCxnSpPr/>
            <p:nvPr>
              <p:custDataLst>
                <p:tags r:id="rId115"/>
              </p:custDataLst>
            </p:nvPr>
          </p:nvCxnSpPr>
          <p:spPr bwMode="auto">
            <a:xfrm flipV="1">
              <a:off x="3630" y="4308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46" name="直接箭头连接符 45"/>
            <p:cNvCxnSpPr/>
            <p:nvPr>
              <p:custDataLst>
                <p:tags r:id="rId116"/>
              </p:custDataLst>
            </p:nvPr>
          </p:nvCxnSpPr>
          <p:spPr bwMode="auto">
            <a:xfrm flipV="1">
              <a:off x="5445" y="385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117"/>
              </p:custDataLst>
            </p:nvPr>
          </p:nvCxnSpPr>
          <p:spPr bwMode="auto">
            <a:xfrm>
              <a:off x="3857" y="3685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2" name="Text Box 191"/>
            <p:cNvSpPr txBox="1"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3288" y="3288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3" name="Text Box 191"/>
            <p:cNvSpPr txBox="1"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>
              <a:off x="3288" y="4138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" name="Text Box 191"/>
            <p:cNvSpPr txBox="1"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3288" y="4422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  <p:cxnSp>
          <p:nvCxnSpPr>
            <p:cNvPr id="55" name="直接箭头连接符 54"/>
            <p:cNvCxnSpPr/>
            <p:nvPr>
              <p:custDataLst>
                <p:tags r:id="rId121"/>
              </p:custDataLst>
            </p:nvPr>
          </p:nvCxnSpPr>
          <p:spPr bwMode="auto">
            <a:xfrm flipV="1">
              <a:off x="3628" y="4592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</p:grpSp>
      <p:grpSp>
        <p:nvGrpSpPr>
          <p:cNvPr id="318" name="组合 317"/>
          <p:cNvGrpSpPr/>
          <p:nvPr/>
        </p:nvGrpSpPr>
        <p:grpSpPr>
          <a:xfrm>
            <a:off x="1908398" y="2096790"/>
            <a:ext cx="1368425" cy="720090"/>
            <a:chOff x="3288" y="3175"/>
            <a:chExt cx="2155" cy="1134"/>
          </a:xfrm>
        </p:grpSpPr>
        <p:cxnSp>
          <p:nvCxnSpPr>
            <p:cNvPr id="47" name="直接箭头连接符 46"/>
            <p:cNvCxnSpPr/>
            <p:nvPr>
              <p:custDataLst>
                <p:tags r:id="rId99"/>
              </p:custDataLst>
            </p:nvPr>
          </p:nvCxnSpPr>
          <p:spPr bwMode="auto">
            <a:xfrm>
              <a:off x="4762" y="3459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11" name="组合 10"/>
            <p:cNvGrpSpPr/>
            <p:nvPr/>
          </p:nvGrpSpPr>
          <p:grpSpPr>
            <a:xfrm>
              <a:off x="3855" y="3232"/>
              <a:ext cx="907" cy="454"/>
              <a:chOff x="8277" y="7654"/>
              <a:chExt cx="907" cy="454"/>
            </a:xfrm>
          </p:grpSpPr>
          <p:sp>
            <p:nvSpPr>
              <p:cNvPr id="70" name="Text Box 36"/>
              <p:cNvSpPr txBox="1">
                <a:spLocks noChangeArrowheads="1"/>
              </p:cNvSpPr>
              <p:nvPr>
                <p:custDataLst>
                  <p:tags r:id="rId108"/>
                </p:custDataLst>
              </p:nvPr>
            </p:nvSpPr>
            <p:spPr bwMode="auto">
              <a:xfrm>
                <a:off x="8617" y="7654"/>
                <a:ext cx="340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92" name="直接箭头连接符 91"/>
              <p:cNvCxnSpPr/>
              <p:nvPr>
                <p:custDataLst>
                  <p:tags r:id="rId109"/>
                </p:custDataLst>
              </p:nvPr>
            </p:nvCxnSpPr>
            <p:spPr bwMode="auto">
              <a:xfrm flipV="1">
                <a:off x="8957" y="788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8" name="直接箭头连接符 97"/>
              <p:cNvCxnSpPr/>
              <p:nvPr>
                <p:custDataLst>
                  <p:tags r:id="rId110"/>
                </p:custDataLst>
              </p:nvPr>
            </p:nvCxnSpPr>
            <p:spPr bwMode="auto">
              <a:xfrm flipV="1">
                <a:off x="8277" y="799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11" name="椭圆 210"/>
              <p:cNvSpPr/>
              <p:nvPr>
                <p:custDataLst>
                  <p:tags r:id="rId111"/>
                </p:custDataLst>
              </p:nvPr>
            </p:nvSpPr>
            <p:spPr>
              <a:xfrm>
                <a:off x="8504" y="7937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3855" y="3855"/>
              <a:ext cx="907" cy="454"/>
              <a:chOff x="8277" y="7654"/>
              <a:chExt cx="907" cy="454"/>
            </a:xfrm>
          </p:grpSpPr>
          <p:sp>
            <p:nvSpPr>
              <p:cNvPr id="13" name="Text Box 36"/>
              <p:cNvSpPr txBox="1">
                <a:spLocks noChangeArrowheads="1"/>
              </p:cNvSpPr>
              <p:nvPr>
                <p:custDataLst>
                  <p:tags r:id="rId105"/>
                </p:custDataLst>
              </p:nvPr>
            </p:nvSpPr>
            <p:spPr bwMode="auto">
              <a:xfrm>
                <a:off x="8617" y="7654"/>
                <a:ext cx="340" cy="45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4" name="直接箭头连接符 13"/>
              <p:cNvCxnSpPr/>
              <p:nvPr>
                <p:custDataLst>
                  <p:tags r:id="rId106"/>
                </p:custDataLst>
              </p:nvPr>
            </p:nvCxnSpPr>
            <p:spPr bwMode="auto">
              <a:xfrm flipV="1">
                <a:off x="8957" y="7880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" name="直接箭头连接符 14"/>
              <p:cNvCxnSpPr/>
              <p:nvPr>
                <p:custDataLst>
                  <p:tags r:id="rId107"/>
                </p:custDataLst>
              </p:nvPr>
            </p:nvCxnSpPr>
            <p:spPr bwMode="auto">
              <a:xfrm flipV="1">
                <a:off x="8277" y="7767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sp>
          <p:nvSpPr>
            <p:cNvPr id="18" name="Text Box 36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4989" y="3515"/>
              <a:ext cx="454" cy="51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20" name="直接箭头连接符 19"/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4762" y="3629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102"/>
              </p:custDataLst>
            </p:nvPr>
          </p:nvCxnSpPr>
          <p:spPr bwMode="auto">
            <a:xfrm>
              <a:off x="4762" y="3912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4762" y="3912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17" name="Text Box 36"/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3288" y="3175"/>
              <a:ext cx="850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4851157" y="1988840"/>
            <a:ext cx="1907540" cy="1440180"/>
            <a:chOff x="7994" y="3118"/>
            <a:chExt cx="3004" cy="2268"/>
          </a:xfrm>
        </p:grpSpPr>
        <p:sp>
          <p:nvSpPr>
            <p:cNvPr id="78" name="Text Box 36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8448" y="3176"/>
              <a:ext cx="2154" cy="215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9" name="Text Box 191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10658" y="391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80" name="直接箭头连接符 79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10489" y="408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1" name="直接箭头连接符 80"/>
            <p:cNvCxnSpPr/>
            <p:nvPr>
              <p:custDataLst>
                <p:tags r:id="rId86"/>
              </p:custDataLst>
            </p:nvPr>
          </p:nvCxnSpPr>
          <p:spPr bwMode="auto">
            <a:xfrm>
              <a:off x="8788" y="3516"/>
              <a:ext cx="0" cy="170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2" name="Text Box 191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7994" y="3118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3" name="Text Box 191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7994" y="3572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4" name="Text Box 191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7994" y="4819"/>
              <a:ext cx="340" cy="56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85" name="直接箭头连接符 84"/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8335" y="3289"/>
              <a:ext cx="73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86" name="直接箭头连接符 85"/>
            <p:cNvCxnSpPr/>
            <p:nvPr>
              <p:custDataLst>
                <p:tags r:id="rId91"/>
              </p:custDataLst>
            </p:nvPr>
          </p:nvCxnSpPr>
          <p:spPr bwMode="auto">
            <a:xfrm flipV="1">
              <a:off x="8334" y="3743"/>
              <a:ext cx="73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90" name="直接箭头连接符 89"/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8334" y="4196"/>
              <a:ext cx="73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93" name="直接箭头连接符 92"/>
            <p:cNvCxnSpPr/>
            <p:nvPr>
              <p:custDataLst>
                <p:tags r:id="rId93"/>
              </p:custDataLst>
            </p:nvPr>
          </p:nvCxnSpPr>
          <p:spPr bwMode="auto">
            <a:xfrm flipV="1">
              <a:off x="8334" y="4650"/>
              <a:ext cx="73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94" name="直接箭头连接符 93"/>
            <p:cNvCxnSpPr/>
            <p:nvPr>
              <p:custDataLst>
                <p:tags r:id="rId94"/>
              </p:custDataLst>
            </p:nvPr>
          </p:nvCxnSpPr>
          <p:spPr bwMode="auto">
            <a:xfrm>
              <a:off x="8561" y="3402"/>
              <a:ext cx="0" cy="158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6" name="Text Box 191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7994" y="4026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2" name="Text Box 191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7994" y="4480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5" name="直接箭头连接符 104"/>
            <p:cNvCxnSpPr/>
            <p:nvPr>
              <p:custDataLst>
                <p:tags r:id="rId97"/>
              </p:custDataLst>
            </p:nvPr>
          </p:nvCxnSpPr>
          <p:spPr bwMode="auto">
            <a:xfrm flipV="1">
              <a:off x="8334" y="4989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10" name="直接箭头连接符 109"/>
            <p:cNvCxnSpPr/>
            <p:nvPr>
              <p:custDataLst>
                <p:tags r:id="rId98"/>
              </p:custDataLst>
            </p:nvPr>
          </p:nvCxnSpPr>
          <p:spPr bwMode="auto">
            <a:xfrm flipV="1">
              <a:off x="8334" y="5216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</p:grpSp>
      <p:grpSp>
        <p:nvGrpSpPr>
          <p:cNvPr id="320" name="组合 319"/>
          <p:cNvGrpSpPr/>
          <p:nvPr/>
        </p:nvGrpSpPr>
        <p:grpSpPr>
          <a:xfrm>
            <a:off x="4851157" y="1988840"/>
            <a:ext cx="1581150" cy="1188085"/>
            <a:chOff x="7994" y="3118"/>
            <a:chExt cx="2490" cy="1871"/>
          </a:xfrm>
        </p:grpSpPr>
        <p:cxnSp>
          <p:nvCxnSpPr>
            <p:cNvPr id="30" name="直接箭头连接符 29"/>
            <p:cNvCxnSpPr/>
            <p:nvPr>
              <p:custDataLst>
                <p:tags r:id="rId53"/>
              </p:custDataLst>
            </p:nvPr>
          </p:nvCxnSpPr>
          <p:spPr bwMode="auto">
            <a:xfrm>
              <a:off x="9804" y="3401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5" name="Text Box 36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10030" y="3856"/>
              <a:ext cx="454" cy="51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48" name="直接箭头连接符 47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9804" y="391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9" name="直接箭头连接符 48"/>
            <p:cNvCxnSpPr/>
            <p:nvPr>
              <p:custDataLst>
                <p:tags r:id="rId56"/>
              </p:custDataLst>
            </p:nvPr>
          </p:nvCxnSpPr>
          <p:spPr bwMode="auto">
            <a:xfrm>
              <a:off x="9804" y="4253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0" name="直接箭头连接符 49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9804" y="425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59" name="组合 58"/>
            <p:cNvGrpSpPr/>
            <p:nvPr/>
          </p:nvGrpSpPr>
          <p:grpSpPr>
            <a:xfrm>
              <a:off x="8556" y="3232"/>
              <a:ext cx="1247" cy="397"/>
              <a:chOff x="7313" y="6123"/>
              <a:chExt cx="1247" cy="397"/>
            </a:xfrm>
          </p:grpSpPr>
          <p:sp>
            <p:nvSpPr>
              <p:cNvPr id="34" name="Text Box 36"/>
              <p:cNvSpPr txBox="1">
                <a:spLocks noChangeArrowheads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7823" y="6123"/>
                <a:ext cx="340" cy="39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5" name="直接箭头连接符 34"/>
              <p:cNvCxnSpPr/>
              <p:nvPr>
                <p:custDataLst>
                  <p:tags r:id="rId78"/>
                </p:custDataLst>
              </p:nvPr>
            </p:nvCxnSpPr>
            <p:spPr bwMode="auto">
              <a:xfrm flipV="1">
                <a:off x="8163" y="6292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7" name="直接箭头连接符 36"/>
              <p:cNvCxnSpPr/>
              <p:nvPr>
                <p:custDataLst>
                  <p:tags r:id="rId79"/>
                </p:custDataLst>
              </p:nvPr>
            </p:nvCxnSpPr>
            <p:spPr bwMode="auto">
              <a:xfrm flipV="1">
                <a:off x="7540" y="6406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38" name="椭圆 37"/>
              <p:cNvSpPr/>
              <p:nvPr>
                <p:custDataLst>
                  <p:tags r:id="rId80"/>
                </p:custDataLst>
              </p:nvPr>
            </p:nvSpPr>
            <p:spPr>
              <a:xfrm>
                <a:off x="7710" y="6350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椭圆 56"/>
              <p:cNvSpPr/>
              <p:nvPr>
                <p:custDataLst>
                  <p:tags r:id="rId81"/>
                </p:custDataLst>
              </p:nvPr>
            </p:nvSpPr>
            <p:spPr>
              <a:xfrm>
                <a:off x="7710" y="62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8" name="直接箭头连接符 57"/>
              <p:cNvCxnSpPr/>
              <p:nvPr>
                <p:custDataLst>
                  <p:tags r:id="rId82"/>
                </p:custDataLst>
              </p:nvPr>
            </p:nvCxnSpPr>
            <p:spPr bwMode="auto">
              <a:xfrm flipV="1">
                <a:off x="7313" y="6293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</p:grpSp>
        <p:grpSp>
          <p:nvGrpSpPr>
            <p:cNvPr id="87" name="组合 86"/>
            <p:cNvGrpSpPr/>
            <p:nvPr/>
          </p:nvGrpSpPr>
          <p:grpSpPr>
            <a:xfrm>
              <a:off x="8556" y="3686"/>
              <a:ext cx="1077" cy="397"/>
              <a:chOff x="7313" y="6123"/>
              <a:chExt cx="1077" cy="397"/>
            </a:xfrm>
          </p:grpSpPr>
          <p:sp>
            <p:nvSpPr>
              <p:cNvPr id="88" name="Text Box 36"/>
              <p:cNvSpPr txBox="1">
                <a:spLocks noChangeArrowheads="1"/>
              </p:cNvSpPr>
              <p:nvPr>
                <p:custDataLst>
                  <p:tags r:id="rId72"/>
                </p:custDataLst>
              </p:nvPr>
            </p:nvSpPr>
            <p:spPr bwMode="auto">
              <a:xfrm>
                <a:off x="7823" y="6123"/>
                <a:ext cx="340" cy="39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89" name="直接箭头连接符 88"/>
              <p:cNvCxnSpPr/>
              <p:nvPr>
                <p:custDataLst>
                  <p:tags r:id="rId73"/>
                </p:custDataLst>
              </p:nvPr>
            </p:nvCxnSpPr>
            <p:spPr bwMode="auto">
              <a:xfrm flipV="1">
                <a:off x="8163" y="629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1" name="直接箭头连接符 90"/>
              <p:cNvCxnSpPr/>
              <p:nvPr>
                <p:custDataLst>
                  <p:tags r:id="rId74"/>
                </p:custDataLst>
              </p:nvPr>
            </p:nvCxnSpPr>
            <p:spPr bwMode="auto">
              <a:xfrm flipV="1">
                <a:off x="7540" y="6406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95" name="椭圆 94"/>
              <p:cNvSpPr/>
              <p:nvPr>
                <p:custDataLst>
                  <p:tags r:id="rId75"/>
                </p:custDataLst>
              </p:nvPr>
            </p:nvSpPr>
            <p:spPr>
              <a:xfrm>
                <a:off x="7710" y="6236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97" name="直接箭头连接符 96"/>
              <p:cNvCxnSpPr/>
              <p:nvPr>
                <p:custDataLst>
                  <p:tags r:id="rId76"/>
                </p:custDataLst>
              </p:nvPr>
            </p:nvCxnSpPr>
            <p:spPr bwMode="auto">
              <a:xfrm flipV="1">
                <a:off x="7313" y="6293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99" name="组合 98"/>
            <p:cNvGrpSpPr/>
            <p:nvPr/>
          </p:nvGrpSpPr>
          <p:grpSpPr>
            <a:xfrm>
              <a:off x="8556" y="4139"/>
              <a:ext cx="1077" cy="397"/>
              <a:chOff x="7313" y="6123"/>
              <a:chExt cx="1077" cy="397"/>
            </a:xfrm>
          </p:grpSpPr>
          <p:sp>
            <p:nvSpPr>
              <p:cNvPr id="100" name="Text Box 36"/>
              <p:cNvSpPr txBox="1">
                <a:spLocks noChangeArrowheads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7823" y="6123"/>
                <a:ext cx="340" cy="39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01" name="直接箭头连接符 100"/>
              <p:cNvCxnSpPr/>
              <p:nvPr>
                <p:custDataLst>
                  <p:tags r:id="rId68"/>
                </p:custDataLst>
              </p:nvPr>
            </p:nvCxnSpPr>
            <p:spPr bwMode="auto">
              <a:xfrm flipV="1">
                <a:off x="8163" y="629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3" name="直接箭头连接符 102"/>
              <p:cNvCxnSpPr/>
              <p:nvPr>
                <p:custDataLst>
                  <p:tags r:id="rId69"/>
                </p:custDataLst>
              </p:nvPr>
            </p:nvCxnSpPr>
            <p:spPr bwMode="auto">
              <a:xfrm flipV="1">
                <a:off x="7540" y="6406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104" name="椭圆 103"/>
              <p:cNvSpPr/>
              <p:nvPr>
                <p:custDataLst>
                  <p:tags r:id="rId70"/>
                </p:custDataLst>
              </p:nvPr>
            </p:nvSpPr>
            <p:spPr>
              <a:xfrm>
                <a:off x="7710" y="6350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06" name="直接箭头连接符 105"/>
              <p:cNvCxnSpPr/>
              <p:nvPr>
                <p:custDataLst>
                  <p:tags r:id="rId71"/>
                </p:custDataLst>
              </p:nvPr>
            </p:nvCxnSpPr>
            <p:spPr bwMode="auto">
              <a:xfrm flipV="1">
                <a:off x="7313" y="6293"/>
                <a:ext cx="51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107" name="组合 106"/>
            <p:cNvGrpSpPr/>
            <p:nvPr/>
          </p:nvGrpSpPr>
          <p:grpSpPr>
            <a:xfrm>
              <a:off x="8556" y="4593"/>
              <a:ext cx="1247" cy="397"/>
              <a:chOff x="7313" y="6123"/>
              <a:chExt cx="1247" cy="397"/>
            </a:xfrm>
          </p:grpSpPr>
          <p:sp>
            <p:nvSpPr>
              <p:cNvPr id="108" name="Text Box 36"/>
              <p:cNvSpPr txBox="1">
                <a:spLocks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7823" y="6123"/>
                <a:ext cx="340" cy="39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09" name="直接箭头连接符 108"/>
              <p:cNvCxnSpPr/>
              <p:nvPr>
                <p:custDataLst>
                  <p:tags r:id="rId64"/>
                </p:custDataLst>
              </p:nvPr>
            </p:nvCxnSpPr>
            <p:spPr bwMode="auto">
              <a:xfrm flipV="1">
                <a:off x="8163" y="6292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1" name="直接箭头连接符 110"/>
              <p:cNvCxnSpPr/>
              <p:nvPr>
                <p:custDataLst>
                  <p:tags r:id="rId65"/>
                </p:custDataLst>
              </p:nvPr>
            </p:nvCxnSpPr>
            <p:spPr bwMode="auto">
              <a:xfrm flipV="1">
                <a:off x="7540" y="6406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14" name="直接箭头连接符 113"/>
              <p:cNvCxnSpPr/>
              <p:nvPr>
                <p:custDataLst>
                  <p:tags r:id="rId66"/>
                </p:custDataLst>
              </p:nvPr>
            </p:nvCxnSpPr>
            <p:spPr bwMode="auto">
              <a:xfrm flipV="1">
                <a:off x="7313" y="6293"/>
                <a:ext cx="51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cxnSp>
          <p:nvCxnSpPr>
            <p:cNvPr id="133" name="直接箭头连接符 132"/>
            <p:cNvCxnSpPr/>
            <p:nvPr>
              <p:custDataLst>
                <p:tags r:id="rId58"/>
              </p:custDataLst>
            </p:nvPr>
          </p:nvCxnSpPr>
          <p:spPr bwMode="auto">
            <a:xfrm>
              <a:off x="9634" y="4139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4" name="直接箭头连接符 133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9634" y="4139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5" name="直接箭头连接符 134"/>
            <p:cNvCxnSpPr/>
            <p:nvPr>
              <p:custDataLst>
                <p:tags r:id="rId60"/>
              </p:custDataLst>
            </p:nvPr>
          </p:nvCxnSpPr>
          <p:spPr bwMode="auto">
            <a:xfrm>
              <a:off x="9634" y="3856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6" name="直接箭头连接符 135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9634" y="4026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19" name="Text Box 36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7994" y="3118"/>
              <a:ext cx="850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7128450" y="2636912"/>
            <a:ext cx="1764030" cy="1583055"/>
            <a:chOff x="11452" y="3912"/>
            <a:chExt cx="2778" cy="2493"/>
          </a:xfrm>
        </p:grpSpPr>
        <p:sp>
          <p:nvSpPr>
            <p:cNvPr id="113" name="Text Box 36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1962" y="3912"/>
              <a:ext cx="1814" cy="2438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15" name="直接箭头连接符 114"/>
            <p:cNvCxnSpPr/>
            <p:nvPr>
              <p:custDataLst>
                <p:tags r:id="rId21"/>
              </p:custDataLst>
            </p:nvPr>
          </p:nvCxnSpPr>
          <p:spPr bwMode="auto">
            <a:xfrm>
              <a:off x="12756" y="4932"/>
              <a:ext cx="0" cy="96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6" name="直接箭头连接符 115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12416" y="4932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7" name="直接箭头连接符 116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12416" y="5896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18" name="直接箭头连接符 117"/>
            <p:cNvCxnSpPr/>
            <p:nvPr>
              <p:custDataLst>
                <p:tags r:id="rId24"/>
              </p:custDataLst>
            </p:nvPr>
          </p:nvCxnSpPr>
          <p:spPr bwMode="auto">
            <a:xfrm>
              <a:off x="12926" y="5159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9" name="直接箭头连接符 118"/>
            <p:cNvCxnSpPr/>
            <p:nvPr>
              <p:custDataLst>
                <p:tags r:id="rId25"/>
              </p:custDataLst>
            </p:nvPr>
          </p:nvCxnSpPr>
          <p:spPr bwMode="auto">
            <a:xfrm>
              <a:off x="12926" y="4422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0" name="直接箭头连接符 119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13493" y="5386"/>
              <a:ext cx="0" cy="85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1" name="Text Box 19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1452" y="5839"/>
              <a:ext cx="340" cy="56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S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2" name="Text Box 19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3890" y="470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123" name="Text Box 19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1509" y="4025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4" name="Text Box 19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1509" y="4536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5" name="Text Box 19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1509" y="4989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6" name="Text Box 19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1509" y="5499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127" name="组合 126"/>
            <p:cNvGrpSpPr/>
            <p:nvPr/>
          </p:nvGrpSpPr>
          <p:grpSpPr>
            <a:xfrm>
              <a:off x="11849" y="4082"/>
              <a:ext cx="1077" cy="850"/>
              <a:chOff x="11849" y="4082"/>
              <a:chExt cx="1077" cy="850"/>
            </a:xfrm>
          </p:grpSpPr>
          <p:cxnSp>
            <p:nvCxnSpPr>
              <p:cNvPr id="128" name="直接箭头连接符 127"/>
              <p:cNvCxnSpPr/>
              <p:nvPr>
                <p:custDataLst>
                  <p:tags r:id="rId47"/>
                </p:custDataLst>
              </p:nvPr>
            </p:nvCxnSpPr>
            <p:spPr bwMode="auto">
              <a:xfrm flipV="1">
                <a:off x="12416" y="4762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29" name="梯形 128"/>
              <p:cNvSpPr/>
              <p:nvPr>
                <p:custDataLst>
                  <p:tags r:id="rId48"/>
                </p:custDataLst>
              </p:nvPr>
            </p:nvSpPr>
            <p:spPr>
              <a:xfrm>
                <a:off x="11906" y="4195"/>
                <a:ext cx="907" cy="510"/>
              </a:xfrm>
              <a:prstGeom prst="trapezoid">
                <a:avLst>
                  <a:gd name="adj" fmla="val 33535"/>
                </a:avLst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0" tIns="10795" rIns="0" bIns="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rPr>
                  <a:t>MUX</a:t>
                </a:r>
                <a:endParaRPr kumimoji="1" lang="en-US" altLang="zh-CN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endParaRPr>
              </a:p>
            </p:txBody>
          </p:sp>
          <p:cxnSp>
            <p:nvCxnSpPr>
              <p:cNvPr id="130" name="直接箭头连接符 129"/>
              <p:cNvCxnSpPr/>
              <p:nvPr>
                <p:custDataLst>
                  <p:tags r:id="rId49"/>
                </p:custDataLst>
              </p:nvPr>
            </p:nvCxnSpPr>
            <p:spPr bwMode="auto">
              <a:xfrm flipV="1">
                <a:off x="12614" y="4422"/>
                <a:ext cx="31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1" name="直接箭头连接符 130"/>
              <p:cNvCxnSpPr/>
              <p:nvPr>
                <p:custDataLst>
                  <p:tags r:id="rId50"/>
                </p:custDataLst>
              </p:nvPr>
            </p:nvCxnSpPr>
            <p:spPr bwMode="auto">
              <a:xfrm flipV="1">
                <a:off x="11849" y="4195"/>
                <a:ext cx="255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2" name="直接箭头连接符 131"/>
              <p:cNvCxnSpPr/>
              <p:nvPr>
                <p:custDataLst>
                  <p:tags r:id="rId51"/>
                </p:custDataLst>
              </p:nvPr>
            </p:nvCxnSpPr>
            <p:spPr bwMode="auto">
              <a:xfrm flipV="1">
                <a:off x="11849" y="4706"/>
                <a:ext cx="255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37" name="Text Box 191"/>
              <p:cNvSpPr txBox="1"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12132" y="4082"/>
                <a:ext cx="170" cy="73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</a:p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cxnSp>
          <p:nvCxnSpPr>
            <p:cNvPr id="138" name="直接箭头连接符 137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11849" y="6009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39" name="直接箭头连接符 138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11849" y="6236"/>
              <a:ext cx="164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grpSp>
          <p:nvGrpSpPr>
            <p:cNvPr id="140" name="组合 139"/>
            <p:cNvGrpSpPr/>
            <p:nvPr/>
          </p:nvGrpSpPr>
          <p:grpSpPr>
            <a:xfrm>
              <a:off x="11849" y="5046"/>
              <a:ext cx="1077" cy="963"/>
              <a:chOff x="11849" y="4082"/>
              <a:chExt cx="1077" cy="963"/>
            </a:xfrm>
          </p:grpSpPr>
          <p:cxnSp>
            <p:nvCxnSpPr>
              <p:cNvPr id="141" name="直接箭头连接符 140"/>
              <p:cNvCxnSpPr/>
              <p:nvPr>
                <p:custDataLst>
                  <p:tags r:id="rId41"/>
                </p:custDataLst>
              </p:nvPr>
            </p:nvCxnSpPr>
            <p:spPr bwMode="auto">
              <a:xfrm flipV="1">
                <a:off x="12416" y="4762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42" name="梯形 141"/>
              <p:cNvSpPr/>
              <p:nvPr>
                <p:custDataLst>
                  <p:tags r:id="rId42"/>
                </p:custDataLst>
              </p:nvPr>
            </p:nvSpPr>
            <p:spPr>
              <a:xfrm>
                <a:off x="11906" y="4195"/>
                <a:ext cx="907" cy="510"/>
              </a:xfrm>
              <a:prstGeom prst="trapezoid">
                <a:avLst>
                  <a:gd name="adj" fmla="val 33535"/>
                </a:avLst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0" tIns="10795" rIns="0" bIns="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rPr>
                  <a:t>MUX</a:t>
                </a:r>
                <a:endParaRPr kumimoji="1" lang="en-US" altLang="zh-CN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endParaRPr>
              </a:p>
            </p:txBody>
          </p:sp>
          <p:cxnSp>
            <p:nvCxnSpPr>
              <p:cNvPr id="143" name="直接箭头连接符 142"/>
              <p:cNvCxnSpPr/>
              <p:nvPr>
                <p:custDataLst>
                  <p:tags r:id="rId43"/>
                </p:custDataLst>
              </p:nvPr>
            </p:nvCxnSpPr>
            <p:spPr bwMode="auto">
              <a:xfrm flipV="1">
                <a:off x="12614" y="4422"/>
                <a:ext cx="31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4" name="直接箭头连接符 143"/>
              <p:cNvCxnSpPr/>
              <p:nvPr>
                <p:custDataLst>
                  <p:tags r:id="rId44"/>
                </p:custDataLst>
              </p:nvPr>
            </p:nvCxnSpPr>
            <p:spPr bwMode="auto">
              <a:xfrm flipV="1">
                <a:off x="11849" y="4195"/>
                <a:ext cx="255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5" name="直接箭头连接符 144"/>
              <p:cNvCxnSpPr/>
              <p:nvPr>
                <p:custDataLst>
                  <p:tags r:id="rId45"/>
                </p:custDataLst>
              </p:nvPr>
            </p:nvCxnSpPr>
            <p:spPr bwMode="auto">
              <a:xfrm flipV="1">
                <a:off x="11849" y="4706"/>
                <a:ext cx="255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46" name="Text Box 191"/>
              <p:cNvSpPr txBox="1">
                <a:spLocks noChangeArrowhead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12132" y="4082"/>
                <a:ext cx="170" cy="73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</a:p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47" name="组合 146"/>
            <p:cNvGrpSpPr/>
            <p:nvPr/>
          </p:nvGrpSpPr>
          <p:grpSpPr>
            <a:xfrm>
              <a:off x="12926" y="4535"/>
              <a:ext cx="1020" cy="850"/>
              <a:chOff x="11849" y="4082"/>
              <a:chExt cx="1020" cy="850"/>
            </a:xfrm>
          </p:grpSpPr>
          <p:cxnSp>
            <p:nvCxnSpPr>
              <p:cNvPr id="148" name="直接箭头连接符 147"/>
              <p:cNvCxnSpPr/>
              <p:nvPr>
                <p:custDataLst>
                  <p:tags r:id="rId35"/>
                </p:custDataLst>
              </p:nvPr>
            </p:nvCxnSpPr>
            <p:spPr bwMode="auto">
              <a:xfrm flipV="1">
                <a:off x="12416" y="4762"/>
                <a:ext cx="0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49" name="梯形 148"/>
              <p:cNvSpPr/>
              <p:nvPr>
                <p:custDataLst>
                  <p:tags r:id="rId36"/>
                </p:custDataLst>
              </p:nvPr>
            </p:nvSpPr>
            <p:spPr>
              <a:xfrm>
                <a:off x="11906" y="4195"/>
                <a:ext cx="907" cy="510"/>
              </a:xfrm>
              <a:prstGeom prst="trapezoid">
                <a:avLst>
                  <a:gd name="adj" fmla="val 33535"/>
                </a:avLst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0" tIns="10795" rIns="0" bIns="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rPr>
                  <a:t>MUX</a:t>
                </a:r>
                <a:endParaRPr kumimoji="1" lang="en-US" altLang="zh-CN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endParaRPr>
              </a:p>
            </p:txBody>
          </p:sp>
          <p:cxnSp>
            <p:nvCxnSpPr>
              <p:cNvPr id="150" name="直接箭头连接符 149"/>
              <p:cNvCxnSpPr/>
              <p:nvPr>
                <p:custDataLst>
                  <p:tags r:id="rId37"/>
                </p:custDataLst>
              </p:nvPr>
            </p:nvCxnSpPr>
            <p:spPr bwMode="auto">
              <a:xfrm flipV="1">
                <a:off x="12614" y="4422"/>
                <a:ext cx="255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1" name="直接箭头连接符 150"/>
              <p:cNvCxnSpPr/>
              <p:nvPr>
                <p:custDataLst>
                  <p:tags r:id="rId38"/>
                </p:custDataLst>
              </p:nvPr>
            </p:nvCxnSpPr>
            <p:spPr bwMode="auto">
              <a:xfrm flipV="1">
                <a:off x="11849" y="4195"/>
                <a:ext cx="255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2" name="直接箭头连接符 151"/>
              <p:cNvCxnSpPr/>
              <p:nvPr>
                <p:custDataLst>
                  <p:tags r:id="rId39"/>
                </p:custDataLst>
              </p:nvPr>
            </p:nvCxnSpPr>
            <p:spPr bwMode="auto">
              <a:xfrm flipV="1">
                <a:off x="11849" y="4706"/>
                <a:ext cx="255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53" name="Text Box 191"/>
              <p:cNvSpPr txBox="1"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12132" y="4082"/>
                <a:ext cx="170" cy="73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</a:p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</p:grpSp>
      <p:sp>
        <p:nvSpPr>
          <p:cNvPr id="154" name="Text Box 191"/>
          <p:cNvSpPr txBox="1">
            <a:spLocks noChangeArrowheads="1"/>
          </p:cNvSpPr>
          <p:nvPr/>
        </p:nvSpPr>
        <p:spPr bwMode="auto">
          <a:xfrm>
            <a:off x="610235" y="5024115"/>
            <a:ext cx="864000" cy="1116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</a:ln>
        </p:spPr>
        <p:txBody>
          <a:bodyPr lIns="36195" tIns="17780" rIns="36195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匹配：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O/A</a:t>
            </a:r>
            <a:r>
              <a: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O/B</a:t>
            </a:r>
            <a:r>
              <a: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</a:t>
            </a:r>
            <a:endParaRPr lang="zh-CN" altLang="en-US" sz="1600" b="1" dirty="0">
              <a:uFillTx/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AB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O</a:t>
            </a:r>
            <a:r>
              <a: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</a:t>
            </a:r>
            <a:endParaRPr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55" name="组合 154"/>
          <p:cNvGrpSpPr/>
          <p:nvPr/>
        </p:nvGrpSpPr>
        <p:grpSpPr>
          <a:xfrm>
            <a:off x="7236023" y="764704"/>
            <a:ext cx="1368425" cy="1007745"/>
            <a:chOff x="11678" y="2046"/>
            <a:chExt cx="2155" cy="1587"/>
          </a:xfrm>
        </p:grpSpPr>
        <p:sp>
          <p:nvSpPr>
            <p:cNvPr id="156" name="梯形 155"/>
            <p:cNvSpPr/>
            <p:nvPr>
              <p:custDataLst>
                <p:tags r:id="rId8"/>
              </p:custDataLst>
            </p:nvPr>
          </p:nvSpPr>
          <p:spPr>
            <a:xfrm>
              <a:off x="12189" y="2329"/>
              <a:ext cx="1020" cy="454"/>
            </a:xfrm>
            <a:prstGeom prst="trapezoid">
              <a:avLst>
                <a:gd name="adj" fmla="val 44268"/>
              </a:avLst>
            </a:prstGeom>
            <a:solidFill>
              <a:srgbClr val="FFCC99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157" name="直接箭头连接符 156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12131" y="2216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8" name="直接箭头连接符 157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12131" y="2839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9" name="直接箭头连接符 158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12926" y="2556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0" name="Text Box 3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2132" y="2328"/>
              <a:ext cx="283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vert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161" name="直接箭头连接符 160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12756" y="2953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2" name="Text Box 19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1678" y="2046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A1</a:t>
              </a:r>
            </a:p>
          </p:txBody>
        </p:sp>
        <p:sp>
          <p:nvSpPr>
            <p:cNvPr id="163" name="Text Box 19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1678" y="2669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Am</a:t>
              </a:r>
            </a:p>
          </p:txBody>
        </p:sp>
        <p:sp>
          <p:nvSpPr>
            <p:cNvPr id="164" name="Text Box 19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3265" y="238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165" name="Text Box 19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2586" y="329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  <p:cxnSp>
          <p:nvCxnSpPr>
            <p:cNvPr id="166" name="直接箭头连接符 165"/>
            <p:cNvCxnSpPr/>
            <p:nvPr>
              <p:custDataLst>
                <p:tags r:id="rId18"/>
              </p:custDataLst>
            </p:nvPr>
          </p:nvCxnSpPr>
          <p:spPr bwMode="auto">
            <a:xfrm>
              <a:off x="12671" y="3024"/>
              <a:ext cx="170" cy="170"/>
            </a:xfrm>
            <a:prstGeom prst="straightConnector1">
              <a:avLst/>
            </a:prstGeom>
            <a:noFill/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7" name="Text Box 19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2813" y="2953"/>
              <a:ext cx="102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log</a:t>
              </a:r>
              <a:r>
                <a:rPr lang="en-US" altLang="zh-CN" sz="1400" b="1" baseline="-25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m</a:t>
              </a:r>
              <a:r>
                <a:rPr lang="zh-CN" altLang="en-US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位</a:t>
              </a:r>
              <a:endParaRPr lang="en-US" altLang="zh-CN" sz="14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74" name="Text Box 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9070" y="3789040"/>
            <a:ext cx="8855075" cy="15321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986790" indent="-986790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用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MUX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实现供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血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受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血的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血型匹配检测电路</a:t>
            </a:r>
          </a:p>
          <a:p>
            <a:pPr marL="986790" indent="-98679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卡诺图：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供血型为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en-US" altLang="zh-CN" sz="2000" b="1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en-US" altLang="zh-CN" sz="2000" b="1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、受血型为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lang="en-US" altLang="zh-CN" sz="2000" b="1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lang="en-US" altLang="zh-CN" sz="2000" b="1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，输出为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(=1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匹配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  <a:p>
            <a:pPr marL="986790" indent="-986790" eaLnBrk="1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电路设计：</a:t>
            </a:r>
            <a:r>
              <a:rPr 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lang="en-US" sz="2000" b="1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lang="en-US" sz="2000" b="1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4-MUX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输出，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MUX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入端为各受血型的匹配逻辑，</a:t>
            </a:r>
          </a:p>
          <a:p>
            <a:pPr marL="986790" indent="-98679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各匹配</a:t>
            </a:r>
            <a:r>
              <a:rPr 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逻辑的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逻辑表达式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按行汇总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如下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03" name="Text Box 4">
            <a:extLst>
              <a:ext uri="{FF2B5EF4-FFF2-40B4-BE49-F238E27FC236}">
                <a16:creationId xmlns:a16="http://schemas.microsoft.com/office/drawing/2014/main" id="{B22AB37B-CB5E-4B50-BFFB-A3C45BE00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240" y="1844824"/>
            <a:ext cx="2268000" cy="612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36195" tIns="10795" rIns="36195" bIns="10795" anchor="t" anchorCtr="0">
            <a:noAutofit/>
          </a:bodyPr>
          <a:lstStyle/>
          <a:p>
            <a:pPr marL="448310" indent="-44831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</a:rPr>
              <a:t>n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</a:rPr>
              <a:t>位信号的表示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—</a:t>
            </a:r>
          </a:p>
          <a:p>
            <a:pPr marL="448310" indent="-44831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 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在信号线上标注位数</a:t>
            </a:r>
            <a:endParaRPr lang="zh-CN" altLang="en-US" sz="1800" b="1" dirty="0"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75" name="AutoShape 338">
            <a:extLst>
              <a:ext uri="{FF2B5EF4-FFF2-40B4-BE49-F238E27FC236}">
                <a16:creationId xmlns:a16="http://schemas.microsoft.com/office/drawing/2014/main" id="{93175860-08E6-4672-9AC6-1DBEF4A8036E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763455" y="3129410"/>
            <a:ext cx="1080000" cy="252000"/>
          </a:xfrm>
          <a:prstGeom prst="borderCallout2">
            <a:avLst>
              <a:gd name="adj1" fmla="val 47337"/>
              <a:gd name="adj2" fmla="val 98781"/>
              <a:gd name="adj3" fmla="val 46473"/>
              <a:gd name="adj4" fmla="val 116107"/>
              <a:gd name="adj5" fmla="val -195457"/>
              <a:gd name="adj6" fmla="val 126457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未</a:t>
            </a:r>
            <a:r>
              <a:rPr lang="zh-CN" altLang="en-US" sz="1600" b="1" u="none" dirty="0">
                <a:latin typeface="宋体" panose="02010600030101010101" pitchFamily="2" charset="-122"/>
              </a:rPr>
              <a:t>选端＝</a:t>
            </a:r>
            <a:r>
              <a:rPr lang="en-US" altLang="zh-CN" sz="1600" b="1" u="none" dirty="0">
                <a:latin typeface="宋体" panose="02010600030101010101" pitchFamily="2" charset="-122"/>
              </a:rPr>
              <a:t>0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bldLvl="0" animBg="1"/>
      <p:bldP spid="285" grpId="0"/>
      <p:bldP spid="154" grpId="0" bldLvl="0" animBg="1"/>
      <p:bldP spid="203" grpId="0" animBg="1"/>
      <p:bldP spid="17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20725" y="764806"/>
            <a:ext cx="1423670" cy="23228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应用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12</a:t>
            </a:fld>
            <a:endParaRPr lang="en-US" altLang="zh-CN"/>
          </a:p>
        </p:txBody>
      </p:sp>
      <p:sp>
        <p:nvSpPr>
          <p:cNvPr id="333" name="Text Box 6"/>
          <p:cNvSpPr txBox="1">
            <a:spLocks noChangeArrowheads="1"/>
          </p:cNvSpPr>
          <p:nvPr/>
        </p:nvSpPr>
        <p:spPr bwMode="auto">
          <a:xfrm>
            <a:off x="179070" y="332656"/>
            <a:ext cx="879983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多路分配器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将唯一输入</a:t>
            </a:r>
            <a:r>
              <a:rPr lang="zh-CN" altLang="en-US" sz="2200" b="1" dirty="0">
                <a:solidFill>
                  <a:srgbClr val="990099"/>
                </a:solidFill>
                <a:uFillTx/>
                <a:latin typeface="宋体" panose="02010600030101010101" pitchFamily="2" charset="-122"/>
                <a:sym typeface="+mn-ea"/>
              </a:rPr>
              <a:t>发送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到多个输出中的一个，记为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DMUX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4-DMUX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的真值表、逻辑电路图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98" name="组合 197"/>
          <p:cNvGrpSpPr/>
          <p:nvPr/>
        </p:nvGrpSpPr>
        <p:grpSpPr>
          <a:xfrm>
            <a:off x="6948170" y="876851"/>
            <a:ext cx="1223645" cy="1187450"/>
            <a:chOff x="10490" y="3401"/>
            <a:chExt cx="1927" cy="1870"/>
          </a:xfrm>
        </p:grpSpPr>
        <p:sp>
          <p:nvSpPr>
            <p:cNvPr id="78" name="Text Box 36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10999" y="3401"/>
              <a:ext cx="794" cy="136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" wrap="square" lIns="0" tIns="0" rIns="36195" bIns="0" anchor="ctr" anchorCtr="0">
              <a:no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2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DMUX</a:t>
              </a:r>
            </a:p>
          </p:txBody>
        </p:sp>
        <p:sp>
          <p:nvSpPr>
            <p:cNvPr id="79" name="Text Box 191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10490" y="3928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cxnSp>
          <p:nvCxnSpPr>
            <p:cNvPr id="80" name="直接箭头连接符 79"/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10773" y="409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5" name="直接箭头连接符 84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11792" y="358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05" name="直接箭头连接符 104"/>
            <p:cNvCxnSpPr/>
            <p:nvPr>
              <p:custDataLst>
                <p:tags r:id="rId66"/>
              </p:custDataLst>
            </p:nvPr>
          </p:nvCxnSpPr>
          <p:spPr bwMode="auto">
            <a:xfrm>
              <a:off x="11282" y="4762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36" name="Text Box 191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11566" y="3416"/>
              <a:ext cx="227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9" name="Text Box 191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11566" y="3756"/>
              <a:ext cx="227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0" name="Text Box 191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11566" y="4096"/>
              <a:ext cx="227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1" name="Text Box 191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11566" y="4436"/>
              <a:ext cx="227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2" name="直接箭头连接符 41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11792" y="392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11792" y="426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44" name="直接箭头连接符 43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11792" y="460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46" name="Text Box 191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11169" y="4932"/>
              <a:ext cx="567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47" name="直接箭头连接符 46"/>
            <p:cNvCxnSpPr/>
            <p:nvPr>
              <p:custDataLst>
                <p:tags r:id="rId75"/>
              </p:custDataLst>
            </p:nvPr>
          </p:nvCxnSpPr>
          <p:spPr bwMode="auto">
            <a:xfrm>
              <a:off x="11509" y="4762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52" name="Text Box 191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12020" y="3401"/>
              <a:ext cx="397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D0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3" name="Text Box 191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12020" y="3741"/>
              <a:ext cx="397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D1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" name="Text Box 191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12020" y="4082"/>
              <a:ext cx="397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D2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5" name="Text Box 191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12020" y="4422"/>
              <a:ext cx="397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D3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99" name="Text Box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65275" y="2530391"/>
            <a:ext cx="735520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sz="2200" b="1" dirty="0">
                <a:latin typeface="宋体" panose="02010600030101010101" pitchFamily="2" charset="-122"/>
                <a:sym typeface="+mn-ea"/>
              </a:rPr>
              <a:t>分配器与选择器常联用，如实现总线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共用通道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分时传送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83" name="组合 182"/>
          <p:cNvGrpSpPr/>
          <p:nvPr/>
        </p:nvGrpSpPr>
        <p:grpSpPr>
          <a:xfrm>
            <a:off x="3963035" y="1278171"/>
            <a:ext cx="1547495" cy="1259205"/>
            <a:chOff x="7597" y="6293"/>
            <a:chExt cx="2437" cy="1983"/>
          </a:xfrm>
        </p:grpSpPr>
        <p:sp>
          <p:nvSpPr>
            <p:cNvPr id="61" name="Text Box 36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8107" y="6293"/>
              <a:ext cx="1361" cy="1928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" name="Text Box 191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7597" y="7710"/>
              <a:ext cx="340" cy="56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75" name="直接箭头连接符 74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7937" y="7880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76" name="直接箭头连接符 75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7937" y="8107"/>
              <a:ext cx="79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60" name="Text Box 191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7654" y="669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cxnSp>
          <p:nvCxnSpPr>
            <p:cNvPr id="161" name="直接箭头连接符 160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7937" y="6860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3" name="Text Box 191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9638" y="6350"/>
              <a:ext cx="397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D0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4" name="Text Box 191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9638" y="6803"/>
              <a:ext cx="397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D1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5" name="Text Box 19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9638" y="7257"/>
              <a:ext cx="397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D2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6" name="Text Box 19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9638" y="7710"/>
              <a:ext cx="397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D3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79" name="直接箭头连接符 178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9354" y="6519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0" name="直接箭头连接符 179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9354" y="6973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1" name="直接箭头连接符 180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9354" y="7426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2" name="直接箭头连接符 181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9354" y="7880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aphicFrame>
        <p:nvGraphicFramePr>
          <p:cNvPr id="217" name="表格 216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75057455"/>
              </p:ext>
            </p:extLst>
          </p:nvPr>
        </p:nvGraphicFramePr>
        <p:xfrm>
          <a:off x="1852295" y="1379256"/>
          <a:ext cx="1824395" cy="10353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03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入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en-US" altLang="zh-CN" sz="16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D3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D2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5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84" name="组合 183"/>
          <p:cNvGrpSpPr/>
          <p:nvPr/>
        </p:nvGrpSpPr>
        <p:grpSpPr>
          <a:xfrm>
            <a:off x="3963035" y="1278171"/>
            <a:ext cx="1115695" cy="1151890"/>
            <a:chOff x="7597" y="6293"/>
            <a:chExt cx="1757" cy="1814"/>
          </a:xfrm>
        </p:grpSpPr>
        <p:cxnSp>
          <p:nvCxnSpPr>
            <p:cNvPr id="64" name="直接箭头连接符 63"/>
            <p:cNvCxnSpPr/>
            <p:nvPr>
              <p:custDataLst>
                <p:tags r:id="rId24"/>
              </p:custDataLst>
            </p:nvPr>
          </p:nvCxnSpPr>
          <p:spPr bwMode="auto">
            <a:xfrm>
              <a:off x="8731" y="6633"/>
              <a:ext cx="0" cy="147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2" name="直接箭头连接符 71"/>
            <p:cNvCxnSpPr/>
            <p:nvPr>
              <p:custDataLst>
                <p:tags r:id="rId25"/>
              </p:custDataLst>
            </p:nvPr>
          </p:nvCxnSpPr>
          <p:spPr bwMode="auto">
            <a:xfrm>
              <a:off x="8504" y="6520"/>
              <a:ext cx="0" cy="136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157" name="组合 156"/>
            <p:cNvGrpSpPr/>
            <p:nvPr/>
          </p:nvGrpSpPr>
          <p:grpSpPr>
            <a:xfrm>
              <a:off x="8220" y="6350"/>
              <a:ext cx="1134" cy="397"/>
              <a:chOff x="8220" y="6350"/>
              <a:chExt cx="1134" cy="397"/>
            </a:xfrm>
          </p:grpSpPr>
          <p:cxnSp>
            <p:nvCxnSpPr>
              <p:cNvPr id="71" name="直接箭头连接符 70"/>
              <p:cNvCxnSpPr/>
              <p:nvPr>
                <p:custDataLst>
                  <p:tags r:id="rId42"/>
                </p:custDataLst>
              </p:nvPr>
            </p:nvCxnSpPr>
            <p:spPr bwMode="auto">
              <a:xfrm flipV="1">
                <a:off x="8220" y="6421"/>
                <a:ext cx="7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18" name="Text Box 36"/>
              <p:cNvSpPr txBox="1"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9014" y="6350"/>
                <a:ext cx="340" cy="39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20" name="直接箭头连接符 119"/>
              <p:cNvCxnSpPr/>
              <p:nvPr>
                <p:custDataLst>
                  <p:tags r:id="rId44"/>
                </p:custDataLst>
              </p:nvPr>
            </p:nvCxnSpPr>
            <p:spPr bwMode="auto">
              <a:xfrm flipV="1">
                <a:off x="8731" y="6633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21" name="椭圆 120"/>
              <p:cNvSpPr/>
              <p:nvPr>
                <p:custDataLst>
                  <p:tags r:id="rId45"/>
                </p:custDataLst>
              </p:nvPr>
            </p:nvSpPr>
            <p:spPr>
              <a:xfrm>
                <a:off x="8901" y="6577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" name="椭圆 121"/>
              <p:cNvSpPr/>
              <p:nvPr>
                <p:custDataLst>
                  <p:tags r:id="rId46"/>
                </p:custDataLst>
              </p:nvPr>
            </p:nvSpPr>
            <p:spPr>
              <a:xfrm>
                <a:off x="8901" y="6463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23" name="直接箭头连接符 122"/>
              <p:cNvCxnSpPr/>
              <p:nvPr>
                <p:custDataLst>
                  <p:tags r:id="rId47"/>
                </p:custDataLst>
              </p:nvPr>
            </p:nvCxnSpPr>
            <p:spPr bwMode="auto">
              <a:xfrm flipV="1">
                <a:off x="8504" y="6520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</p:grpSp>
        <p:sp>
          <p:nvSpPr>
            <p:cNvPr id="149" name="Text Box 36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597" y="6293"/>
              <a:ext cx="850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grpSp>
          <p:nvGrpSpPr>
            <p:cNvPr id="156" name="组合 155"/>
            <p:cNvGrpSpPr/>
            <p:nvPr/>
          </p:nvGrpSpPr>
          <p:grpSpPr>
            <a:xfrm>
              <a:off x="8220" y="6804"/>
              <a:ext cx="1134" cy="397"/>
              <a:chOff x="8220" y="6804"/>
              <a:chExt cx="1134" cy="397"/>
            </a:xfrm>
          </p:grpSpPr>
          <p:sp>
            <p:nvSpPr>
              <p:cNvPr id="125" name="Text Box 36"/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9014" y="6804"/>
                <a:ext cx="340" cy="39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27" name="直接箭头连接符 126"/>
              <p:cNvCxnSpPr/>
              <p:nvPr>
                <p:custDataLst>
                  <p:tags r:id="rId38"/>
                </p:custDataLst>
              </p:nvPr>
            </p:nvCxnSpPr>
            <p:spPr bwMode="auto">
              <a:xfrm flipV="1">
                <a:off x="8731" y="7087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128" name="椭圆 127"/>
              <p:cNvSpPr/>
              <p:nvPr>
                <p:custDataLst>
                  <p:tags r:id="rId39"/>
                </p:custDataLst>
              </p:nvPr>
            </p:nvSpPr>
            <p:spPr>
              <a:xfrm>
                <a:off x="8901" y="6917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29" name="直接箭头连接符 128"/>
              <p:cNvCxnSpPr/>
              <p:nvPr>
                <p:custDataLst>
                  <p:tags r:id="rId40"/>
                </p:custDataLst>
              </p:nvPr>
            </p:nvCxnSpPr>
            <p:spPr bwMode="auto">
              <a:xfrm flipV="1">
                <a:off x="8504" y="6974"/>
                <a:ext cx="39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50" name="直接箭头连接符 149"/>
              <p:cNvCxnSpPr/>
              <p:nvPr>
                <p:custDataLst>
                  <p:tags r:id="rId41"/>
                </p:custDataLst>
              </p:nvPr>
            </p:nvCxnSpPr>
            <p:spPr bwMode="auto">
              <a:xfrm flipV="1">
                <a:off x="8220" y="6860"/>
                <a:ext cx="7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155" name="组合 154"/>
            <p:cNvGrpSpPr/>
            <p:nvPr/>
          </p:nvGrpSpPr>
          <p:grpSpPr>
            <a:xfrm>
              <a:off x="8220" y="7257"/>
              <a:ext cx="1134" cy="397"/>
              <a:chOff x="8220" y="7257"/>
              <a:chExt cx="1134" cy="397"/>
            </a:xfrm>
          </p:grpSpPr>
          <p:sp>
            <p:nvSpPr>
              <p:cNvPr id="131" name="Text Box 36"/>
              <p:cNvSpPr txBox="1"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9014" y="7257"/>
                <a:ext cx="340" cy="39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37" name="直接箭头连接符 136"/>
              <p:cNvCxnSpPr/>
              <p:nvPr>
                <p:custDataLst>
                  <p:tags r:id="rId33"/>
                </p:custDataLst>
              </p:nvPr>
            </p:nvCxnSpPr>
            <p:spPr bwMode="auto">
              <a:xfrm flipV="1">
                <a:off x="8731" y="7540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138" name="椭圆 137"/>
              <p:cNvSpPr/>
              <p:nvPr>
                <p:custDataLst>
                  <p:tags r:id="rId34"/>
                </p:custDataLst>
              </p:nvPr>
            </p:nvSpPr>
            <p:spPr>
              <a:xfrm>
                <a:off x="8901" y="7484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39" name="直接箭头连接符 138"/>
              <p:cNvCxnSpPr/>
              <p:nvPr>
                <p:custDataLst>
                  <p:tags r:id="rId35"/>
                </p:custDataLst>
              </p:nvPr>
            </p:nvCxnSpPr>
            <p:spPr bwMode="auto">
              <a:xfrm flipV="1">
                <a:off x="8504" y="7427"/>
                <a:ext cx="51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51" name="直接箭头连接符 150"/>
              <p:cNvCxnSpPr/>
              <p:nvPr>
                <p:custDataLst>
                  <p:tags r:id="rId36"/>
                </p:custDataLst>
              </p:nvPr>
            </p:nvCxnSpPr>
            <p:spPr bwMode="auto">
              <a:xfrm flipV="1">
                <a:off x="8220" y="7313"/>
                <a:ext cx="7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154" name="组合 153"/>
            <p:cNvGrpSpPr/>
            <p:nvPr/>
          </p:nvGrpSpPr>
          <p:grpSpPr>
            <a:xfrm>
              <a:off x="8220" y="7711"/>
              <a:ext cx="1134" cy="397"/>
              <a:chOff x="8220" y="7711"/>
              <a:chExt cx="1134" cy="397"/>
            </a:xfrm>
          </p:grpSpPr>
          <p:sp>
            <p:nvSpPr>
              <p:cNvPr id="141" name="Text Box 36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9014" y="7711"/>
                <a:ext cx="340" cy="39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43" name="直接箭头连接符 142"/>
              <p:cNvCxnSpPr/>
              <p:nvPr>
                <p:custDataLst>
                  <p:tags r:id="rId29"/>
                </p:custDataLst>
              </p:nvPr>
            </p:nvCxnSpPr>
            <p:spPr bwMode="auto">
              <a:xfrm flipV="1">
                <a:off x="8731" y="7994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44" name="直接箭头连接符 143"/>
              <p:cNvCxnSpPr/>
              <p:nvPr>
                <p:custDataLst>
                  <p:tags r:id="rId30"/>
                </p:custDataLst>
              </p:nvPr>
            </p:nvCxnSpPr>
            <p:spPr bwMode="auto">
              <a:xfrm flipV="1">
                <a:off x="8504" y="7881"/>
                <a:ext cx="51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52" name="直接箭头连接符 151"/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8220" y="7767"/>
                <a:ext cx="79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</p:grpSp>
        <p:cxnSp>
          <p:nvCxnSpPr>
            <p:cNvPr id="178" name="直接箭头连接符 177"/>
            <p:cNvCxnSpPr/>
            <p:nvPr>
              <p:custDataLst>
                <p:tags r:id="rId27"/>
              </p:custDataLst>
            </p:nvPr>
          </p:nvCxnSpPr>
          <p:spPr bwMode="auto">
            <a:xfrm>
              <a:off x="8220" y="6406"/>
              <a:ext cx="0" cy="136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254" name="组合 253"/>
          <p:cNvGrpSpPr/>
          <p:nvPr/>
        </p:nvGrpSpPr>
        <p:grpSpPr>
          <a:xfrm>
            <a:off x="2449195" y="3108241"/>
            <a:ext cx="4067810" cy="1043940"/>
            <a:chOff x="4422" y="6576"/>
            <a:chExt cx="6406" cy="1644"/>
          </a:xfrm>
        </p:grpSpPr>
        <p:sp>
          <p:nvSpPr>
            <p:cNvPr id="201" name="梯形 200"/>
            <p:cNvSpPr/>
            <p:nvPr>
              <p:custDataLst>
                <p:tags r:id="rId4"/>
              </p:custDataLst>
            </p:nvPr>
          </p:nvSpPr>
          <p:spPr>
            <a:xfrm>
              <a:off x="5608" y="6860"/>
              <a:ext cx="1134" cy="567"/>
            </a:xfrm>
            <a:prstGeom prst="trapezoid">
              <a:avLst>
                <a:gd name="adj" fmla="val 44268"/>
              </a:avLst>
            </a:prstGeom>
            <a:solidFill>
              <a:srgbClr val="FFCC99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202" name="直接箭头连接符 201"/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5556" y="6746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3" name="直接箭头连接符 202"/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5556" y="7483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4" name="直接箭头连接符 203"/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5669" y="7937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5" name="Text Box 36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556" y="6917"/>
              <a:ext cx="283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vert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206" name="直接箭头连接符 205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6180" y="7602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7" name="Text Box 19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592" y="6576"/>
              <a:ext cx="96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Src_1</a:t>
              </a:r>
            </a:p>
          </p:txBody>
        </p:sp>
        <p:sp>
          <p:nvSpPr>
            <p:cNvPr id="210" name="Text Box 19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422" y="7767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Src_Sel</a:t>
              </a:r>
            </a:p>
          </p:txBody>
        </p:sp>
        <p:sp>
          <p:nvSpPr>
            <p:cNvPr id="221" name="Text Box 3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732" y="6576"/>
              <a:ext cx="680" cy="113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" wrap="square" lIns="0" tIns="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DMUX</a:t>
              </a:r>
            </a:p>
          </p:txBody>
        </p:sp>
        <p:sp>
          <p:nvSpPr>
            <p:cNvPr id="222" name="Text Box 19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316" y="6746"/>
              <a:ext cx="794" cy="3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BUS</a:t>
              </a:r>
            </a:p>
          </p:txBody>
        </p:sp>
        <p:cxnSp>
          <p:nvCxnSpPr>
            <p:cNvPr id="223" name="直接箭头连接符 222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6470" y="7143"/>
              <a:ext cx="226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4" name="直接箭头连接符 223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9411" y="6746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32" name="直接箭头连接符 231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9411" y="7540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35" name="Text Box 19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751" y="6590"/>
              <a:ext cx="964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Dst_1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8" name="Text Box 19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751" y="7370"/>
              <a:ext cx="964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Dst_n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9" name="Text Box 36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411" y="6973"/>
              <a:ext cx="283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vert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50" name="Text Box 19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592" y="7313"/>
              <a:ext cx="96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Src_m</a:t>
              </a:r>
            </a:p>
          </p:txBody>
        </p:sp>
        <p:cxnSp>
          <p:nvCxnSpPr>
            <p:cNvPr id="251" name="直接箭头连接符 250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9071" y="8050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2" name="直接箭头连接符 251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9071" y="7710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53" name="Text Box 19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9581" y="7880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Dst_Sel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13</a:t>
            </a:fld>
            <a:endParaRPr lang="en-US" altLang="zh-CN"/>
          </a:p>
        </p:txBody>
      </p:sp>
      <p:sp>
        <p:nvSpPr>
          <p:cNvPr id="33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8855075" cy="173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、半加</a:t>
            </a:r>
            <a:r>
              <a:rPr 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器与全加器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dirty="0">
                <a:sym typeface="+mn-ea"/>
              </a:rPr>
              <a:t>Half Adder</a:t>
            </a:r>
            <a:r>
              <a:rPr lang="zh-CN" altLang="en-US" sz="1800" b="1" dirty="0">
                <a:sym typeface="+mn-ea"/>
              </a:rPr>
              <a:t>和</a:t>
            </a:r>
            <a:r>
              <a:rPr lang="en-US" altLang="zh-CN" sz="1800" dirty="0">
                <a:sym typeface="+mn-ea"/>
              </a:rPr>
              <a:t>Full Adder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半加器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(HA)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实现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位加法、可产生进位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I/O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信号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输入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(A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和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B)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，输出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个</a:t>
            </a:r>
            <a:r>
              <a:rPr 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和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S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及向高位进位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CO</a:t>
            </a:r>
            <a:r>
              <a:rPr 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237469" y="908806"/>
            <a:ext cx="1295980" cy="540290"/>
            <a:chOff x="8107" y="6746"/>
            <a:chExt cx="2041" cy="851"/>
          </a:xfrm>
        </p:grpSpPr>
        <p:sp>
          <p:nvSpPr>
            <p:cNvPr id="78" name="Text Box 36"/>
            <p:cNvSpPr txBox="1">
              <a:spLocks noChangeArrowheads="1"/>
            </p:cNvSpPr>
            <p:nvPr>
              <p:custDataLst>
                <p:tags r:id="rId127"/>
              </p:custDataLst>
            </p:nvPr>
          </p:nvSpPr>
          <p:spPr bwMode="auto">
            <a:xfrm>
              <a:off x="8731" y="6746"/>
              <a:ext cx="567" cy="85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HA</a:t>
              </a:r>
            </a:p>
          </p:txBody>
        </p:sp>
        <p:sp>
          <p:nvSpPr>
            <p:cNvPr id="79" name="Text Box 191"/>
            <p:cNvSpPr txBox="1">
              <a:spLocks noChangeArrowheads="1"/>
            </p:cNvSpPr>
            <p:nvPr>
              <p:custDataLst>
                <p:tags r:id="rId128"/>
              </p:custDataLst>
            </p:nvPr>
          </p:nvSpPr>
          <p:spPr bwMode="auto">
            <a:xfrm>
              <a:off x="8108" y="686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80" name="直接箭头连接符 79"/>
            <p:cNvCxnSpPr/>
            <p:nvPr>
              <p:custDataLst>
                <p:tags r:id="rId129"/>
              </p:custDataLst>
            </p:nvPr>
          </p:nvCxnSpPr>
          <p:spPr bwMode="auto">
            <a:xfrm flipV="1">
              <a:off x="8391" y="7030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130"/>
              </p:custDataLst>
            </p:nvPr>
          </p:nvCxnSpPr>
          <p:spPr bwMode="auto">
            <a:xfrm flipV="1">
              <a:off x="8391" y="7427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31"/>
              </p:custDataLst>
            </p:nvPr>
          </p:nvCxnSpPr>
          <p:spPr bwMode="auto">
            <a:xfrm flipV="1">
              <a:off x="9298" y="6917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" name="直接箭头连接符 24"/>
            <p:cNvCxnSpPr/>
            <p:nvPr>
              <p:custDataLst>
                <p:tags r:id="rId132"/>
              </p:custDataLst>
            </p:nvPr>
          </p:nvCxnSpPr>
          <p:spPr bwMode="auto">
            <a:xfrm flipV="1">
              <a:off x="9298" y="7257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6" name="Text Box 191"/>
            <p:cNvSpPr txBox="1">
              <a:spLocks noChangeArrowheads="1"/>
            </p:cNvSpPr>
            <p:nvPr>
              <p:custDataLst>
                <p:tags r:id="rId133"/>
              </p:custDataLst>
            </p:nvPr>
          </p:nvSpPr>
          <p:spPr bwMode="auto">
            <a:xfrm>
              <a:off x="8107" y="725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27" name="Text Box 191"/>
            <p:cNvSpPr txBox="1">
              <a:spLocks noChangeArrowheads="1"/>
            </p:cNvSpPr>
            <p:nvPr>
              <p:custDataLst>
                <p:tags r:id="rId134"/>
              </p:custDataLst>
            </p:nvPr>
          </p:nvSpPr>
          <p:spPr bwMode="auto">
            <a:xfrm>
              <a:off x="9694" y="708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  <p:sp>
          <p:nvSpPr>
            <p:cNvPr id="28" name="Text Box 191"/>
            <p:cNvSpPr txBox="1">
              <a:spLocks noChangeArrowheads="1"/>
            </p:cNvSpPr>
            <p:nvPr>
              <p:custDataLst>
                <p:tags r:id="rId135"/>
              </p:custDataLst>
            </p:nvPr>
          </p:nvSpPr>
          <p:spPr bwMode="auto">
            <a:xfrm>
              <a:off x="9694" y="6746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CO</a:t>
              </a:r>
            </a:p>
          </p:txBody>
        </p:sp>
      </p:grpSp>
      <p:graphicFrame>
        <p:nvGraphicFramePr>
          <p:cNvPr id="217" name="表格 216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85810495"/>
              </p:ext>
            </p:extLst>
          </p:nvPr>
        </p:nvGraphicFramePr>
        <p:xfrm>
          <a:off x="1871755" y="1666031"/>
          <a:ext cx="1283335" cy="10353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5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4" name="组合 73"/>
          <p:cNvGrpSpPr/>
          <p:nvPr/>
        </p:nvGrpSpPr>
        <p:grpSpPr>
          <a:xfrm>
            <a:off x="5572405" y="1667746"/>
            <a:ext cx="1439805" cy="720000"/>
            <a:chOff x="6176" y="3969"/>
            <a:chExt cx="2267" cy="1134"/>
          </a:xfrm>
        </p:grpSpPr>
        <p:sp>
          <p:nvSpPr>
            <p:cNvPr id="375" name="Text Box 36"/>
            <p:cNvSpPr txBox="1"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6690" y="3969"/>
              <a:ext cx="1134" cy="113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87" name="Text Box 191"/>
            <p:cNvSpPr txBox="1"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6176" y="3969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8" name="Text Box 191"/>
            <p:cNvSpPr txBox="1"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8050" y="464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10" name="直接箭头连接符 209"/>
            <p:cNvCxnSpPr/>
            <p:nvPr>
              <p:custDataLst>
                <p:tags r:id="rId115"/>
              </p:custDataLst>
            </p:nvPr>
          </p:nvCxnSpPr>
          <p:spPr bwMode="auto">
            <a:xfrm flipV="1">
              <a:off x="6460" y="4932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48" name="Text Box 36"/>
            <p:cNvSpPr txBox="1"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7143" y="4592"/>
              <a:ext cx="567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=1</a:t>
              </a:r>
            </a:p>
          </p:txBody>
        </p:sp>
        <p:cxnSp>
          <p:nvCxnSpPr>
            <p:cNvPr id="269" name="直接箭头连接符 268"/>
            <p:cNvCxnSpPr/>
            <p:nvPr>
              <p:custDataLst>
                <p:tags r:id="rId117"/>
              </p:custDataLst>
            </p:nvPr>
          </p:nvCxnSpPr>
          <p:spPr bwMode="auto">
            <a:xfrm flipH="1" flipV="1">
              <a:off x="6917" y="4365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65" name="直接箭头连接符 64"/>
            <p:cNvCxnSpPr/>
            <p:nvPr>
              <p:custDataLst>
                <p:tags r:id="rId118"/>
              </p:custDataLst>
            </p:nvPr>
          </p:nvCxnSpPr>
          <p:spPr bwMode="auto">
            <a:xfrm flipV="1">
              <a:off x="6463" y="4141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119"/>
              </p:custDataLst>
            </p:nvPr>
          </p:nvCxnSpPr>
          <p:spPr bwMode="auto">
            <a:xfrm flipV="1">
              <a:off x="7710" y="4819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7" name="Text Box 36"/>
            <p:cNvSpPr txBox="1"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7140" y="4025"/>
              <a:ext cx="567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68" name="直接箭头连接符 67"/>
            <p:cNvCxnSpPr/>
            <p:nvPr>
              <p:custDataLst>
                <p:tags r:id="rId121"/>
              </p:custDataLst>
            </p:nvPr>
          </p:nvCxnSpPr>
          <p:spPr bwMode="auto">
            <a:xfrm flipV="1">
              <a:off x="7710" y="4252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9" name="Text Box 191"/>
            <p:cNvSpPr txBox="1"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8047" y="4080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CO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70" name="直接箭头连接符 69"/>
            <p:cNvCxnSpPr/>
            <p:nvPr>
              <p:custDataLst>
                <p:tags r:id="rId123"/>
              </p:custDataLst>
            </p:nvPr>
          </p:nvCxnSpPr>
          <p:spPr bwMode="auto">
            <a:xfrm flipV="1">
              <a:off x="6913" y="436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1" name="直接箭头连接符 70"/>
            <p:cNvCxnSpPr/>
            <p:nvPr>
              <p:custDataLst>
                <p:tags r:id="rId124"/>
              </p:custDataLst>
            </p:nvPr>
          </p:nvCxnSpPr>
          <p:spPr bwMode="auto">
            <a:xfrm flipV="1">
              <a:off x="6800" y="4704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2" name="直接箭头连接符 71"/>
            <p:cNvCxnSpPr/>
            <p:nvPr>
              <p:custDataLst>
                <p:tags r:id="rId125"/>
              </p:custDataLst>
            </p:nvPr>
          </p:nvCxnSpPr>
          <p:spPr bwMode="auto">
            <a:xfrm>
              <a:off x="6803" y="4141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73" name="Text Box 191"/>
            <p:cNvSpPr txBox="1">
              <a:spLocks noChangeArrowheads="1"/>
            </p:cNvSpPr>
            <p:nvPr>
              <p:custDataLst>
                <p:tags r:id="rId126"/>
              </p:custDataLst>
            </p:nvPr>
          </p:nvSpPr>
          <p:spPr bwMode="auto">
            <a:xfrm>
              <a:off x="6176" y="4762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 Box 191"/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3414395" y="1705526"/>
                <a:ext cx="1908000" cy="57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36195" tIns="17780" rIns="36195" bIns="10795" anchor="t" anchorCtr="0"/>
              <a:lstStyle/>
              <a:p>
                <a:pPr marL="0" indent="0" algn="l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S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B+A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A⊕B</a:t>
                </a:r>
              </a:p>
              <a:p>
                <a:pPr marL="0" indent="0" algn="l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CO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AB</a:t>
                </a:r>
              </a:p>
            </p:txBody>
          </p:sp>
        </mc:Choice>
        <mc:Fallback xmlns="">
          <p:sp>
            <p:nvSpPr>
              <p:cNvPr id="285" name="Text Box 19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3414395" y="1705526"/>
                <a:ext cx="1908000" cy="576000"/>
              </a:xfrm>
              <a:prstGeom prst="rect">
                <a:avLst/>
              </a:prstGeom>
              <a:blipFill>
                <a:blip r:embed="rId138"/>
                <a:stretch>
                  <a:fillRect l="-5431" t="-12766" r="-3834" b="-23404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 Box 6"/>
          <p:cNvSpPr txBox="1">
            <a:spLocks noChangeArrowheads="1"/>
          </p:cNvSpPr>
          <p:nvPr/>
        </p:nvSpPr>
        <p:spPr bwMode="auto">
          <a:xfrm>
            <a:off x="179070" y="2700571"/>
            <a:ext cx="722058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全加器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(FA)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带低位进位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位加法、可产生进位</a:t>
            </a:r>
            <a:endParaRPr lang="en-US" altLang="zh-CN" sz="2200" b="1" dirty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7237469" y="2746521"/>
            <a:ext cx="1259840" cy="863600"/>
            <a:chOff x="8107" y="7937"/>
            <a:chExt cx="1984" cy="1360"/>
          </a:xfrm>
        </p:grpSpPr>
        <p:sp>
          <p:nvSpPr>
            <p:cNvPr id="77" name="Text Box 36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8731" y="7937"/>
              <a:ext cx="567" cy="85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FA</a:t>
              </a:r>
            </a:p>
          </p:txBody>
        </p:sp>
        <p:sp>
          <p:nvSpPr>
            <p:cNvPr id="81" name="Text Box 191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8108" y="8051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82" name="直接箭头连接符 81"/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8391" y="8221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3" name="直接箭头连接符 82"/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8391" y="861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4" name="直接箭头连接符 83"/>
            <p:cNvCxnSpPr/>
            <p:nvPr>
              <p:custDataLst>
                <p:tags r:id="rId105"/>
              </p:custDataLst>
            </p:nvPr>
          </p:nvCxnSpPr>
          <p:spPr bwMode="auto">
            <a:xfrm flipV="1">
              <a:off x="9298" y="810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6" name="直接箭头连接符 85"/>
            <p:cNvCxnSpPr/>
            <p:nvPr>
              <p:custDataLst>
                <p:tags r:id="rId106"/>
              </p:custDataLst>
            </p:nvPr>
          </p:nvCxnSpPr>
          <p:spPr bwMode="auto">
            <a:xfrm flipV="1">
              <a:off x="9298" y="844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7" name="Text Box 191"/>
            <p:cNvSpPr txBox="1"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8107" y="8448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88" name="Text Box 191"/>
            <p:cNvSpPr txBox="1"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9694" y="8278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sp>
          <p:nvSpPr>
            <p:cNvPr id="89" name="Text Box 191"/>
            <p:cNvSpPr txBox="1"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9694" y="7937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CO</a:t>
              </a:r>
            </a:p>
          </p:txBody>
        </p:sp>
        <p:cxnSp>
          <p:nvCxnSpPr>
            <p:cNvPr id="90" name="直接箭头连接符 89"/>
            <p:cNvCxnSpPr/>
            <p:nvPr>
              <p:custDataLst>
                <p:tags r:id="rId110"/>
              </p:custDataLst>
            </p:nvPr>
          </p:nvCxnSpPr>
          <p:spPr bwMode="auto">
            <a:xfrm>
              <a:off x="9015" y="8787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1" name="Text Box 191"/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8787" y="8957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CI</a:t>
              </a:r>
            </a:p>
          </p:txBody>
        </p:sp>
      </p:grpSp>
      <p:graphicFrame>
        <p:nvGraphicFramePr>
          <p:cNvPr id="92" name="表格 91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435396780"/>
              </p:ext>
            </p:extLst>
          </p:nvPr>
        </p:nvGraphicFramePr>
        <p:xfrm>
          <a:off x="1728245" y="3221782"/>
          <a:ext cx="1588770" cy="18155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5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 Box 191"/>
              <p:cNvSpPr txBox="1">
                <a:spLocks noChangeArrowheads="1"/>
              </p:cNvSpPr>
              <p:nvPr/>
            </p:nvSpPr>
            <p:spPr bwMode="auto">
              <a:xfrm>
                <a:off x="3414395" y="3251256"/>
                <a:ext cx="3528000" cy="864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36195" tIns="17780" rIns="36195" bIns="10795" anchor="t" anchorCtr="0"/>
              <a:lstStyle/>
              <a:p>
                <a:pPr marL="0" indent="0" algn="l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F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CI</a:t>
                </a: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CI</m:t>
                        </m:r>
                      </m:e>
                    </m:acc>
                  </m:oMath>
                </a14:m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+A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CI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+AB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•CI</a:t>
                </a:r>
              </a:p>
              <a:p>
                <a:pPr marL="0" indent="0" algn="l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 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(B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⊕</a:t>
                </a: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CI)+A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  <m:r>
                          <a:rPr lang="en-US" altLang="zh-CN" sz="1800" b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⊕</m:t>
                        </m:r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CI</m:t>
                        </m:r>
                      </m:e>
                    </m:acc>
                  </m:oMath>
                </a14:m>
                <a:endParaRPr lang="zh-CN" altLang="en-US" sz="1800" b="1" dirty="0">
                  <a:latin typeface="宋体" panose="02010600030101010101" pitchFamily="2" charset="-122"/>
                  <a:cs typeface="Cambria Math" panose="02040503050406030204" pitchFamily="18" charset="0"/>
                  <a:sym typeface="+mn-ea"/>
                </a:endParaRPr>
              </a:p>
              <a:p>
                <a:pPr marL="0" indent="0" algn="l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 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A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⊕</a:t>
                </a: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B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⊕</a:t>
                </a: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CI</a:t>
                </a:r>
                <a:endParaRPr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110" name="Text Box 1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4395" y="3251256"/>
                <a:ext cx="3528000" cy="864000"/>
              </a:xfrm>
              <a:prstGeom prst="rect">
                <a:avLst/>
              </a:prstGeom>
              <a:blipFill>
                <a:blip r:embed="rId139"/>
                <a:stretch>
                  <a:fillRect t="-8451" b="-14789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组合 129"/>
          <p:cNvGrpSpPr/>
          <p:nvPr/>
        </p:nvGrpSpPr>
        <p:grpSpPr>
          <a:xfrm>
            <a:off x="6623485" y="3719361"/>
            <a:ext cx="2412095" cy="827899"/>
            <a:chOff x="10715" y="8277"/>
            <a:chExt cx="3799" cy="1304"/>
          </a:xfrm>
        </p:grpSpPr>
        <p:sp>
          <p:nvSpPr>
            <p:cNvPr id="94" name="Text Box 36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11282" y="8277"/>
              <a:ext cx="2665" cy="119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5" name="Text Box 191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10828" y="8334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6" name="Text Box 191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14117" y="895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97" name="直接箭头连接符 96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11112" y="9126"/>
              <a:ext cx="62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8" name="Text Box 36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11732" y="8901"/>
              <a:ext cx="45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=1</a:t>
              </a:r>
            </a:p>
          </p:txBody>
        </p:sp>
        <p:cxnSp>
          <p:nvCxnSpPr>
            <p:cNvPr id="99" name="直接箭头连接符 98"/>
            <p:cNvCxnSpPr/>
            <p:nvPr>
              <p:custDataLst>
                <p:tags r:id="rId78"/>
              </p:custDataLst>
            </p:nvPr>
          </p:nvCxnSpPr>
          <p:spPr bwMode="auto">
            <a:xfrm flipH="1" flipV="1">
              <a:off x="11509" y="8561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00" name="直接箭头连接符 99"/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11112" y="8447"/>
              <a:ext cx="62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1" name="直接箭头连接符 100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12189" y="9071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2" name="Text Box 36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11737" y="8334"/>
              <a:ext cx="45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03" name="直接箭头连接符 102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12189" y="8504"/>
              <a:ext cx="119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4" name="Text Box 191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14117" y="8447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CO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6" name="直接箭头连接符 105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11509" y="856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07" name="直接箭头连接符 106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11395" y="9014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8" name="直接箭头连接符 107"/>
            <p:cNvCxnSpPr/>
            <p:nvPr>
              <p:custDataLst>
                <p:tags r:id="rId86"/>
              </p:custDataLst>
            </p:nvPr>
          </p:nvCxnSpPr>
          <p:spPr bwMode="auto">
            <a:xfrm>
              <a:off x="11395" y="8447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09" name="Text Box 191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0828" y="8956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1" name="Text Box 36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12699" y="8561"/>
              <a:ext cx="45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113" name="Text Box 36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13380" y="8447"/>
              <a:ext cx="45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18" name="直接箭头连接符 117"/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11112" y="9411"/>
              <a:ext cx="141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9" name="直接箭头连接符 118"/>
            <p:cNvCxnSpPr/>
            <p:nvPr>
              <p:custDataLst>
                <p:tags r:id="rId91"/>
              </p:custDataLst>
            </p:nvPr>
          </p:nvCxnSpPr>
          <p:spPr bwMode="auto">
            <a:xfrm flipH="1" flipV="1">
              <a:off x="12529" y="8787"/>
              <a:ext cx="0" cy="6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20" name="直接箭头连接符 119"/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12416" y="8674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1" name="直接箭头连接符 120"/>
            <p:cNvCxnSpPr/>
            <p:nvPr>
              <p:custDataLst>
                <p:tags r:id="rId93"/>
              </p:custDataLst>
            </p:nvPr>
          </p:nvCxnSpPr>
          <p:spPr bwMode="auto">
            <a:xfrm flipV="1">
              <a:off x="13153" y="873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2" name="Text Box 36"/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12699" y="8957"/>
              <a:ext cx="45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=1</a:t>
              </a:r>
            </a:p>
          </p:txBody>
        </p:sp>
        <p:cxnSp>
          <p:nvCxnSpPr>
            <p:cNvPr id="124" name="直接箭头连接符 123"/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12529" y="9184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25" name="直接箭头连接符 124"/>
            <p:cNvCxnSpPr/>
            <p:nvPr>
              <p:custDataLst>
                <p:tags r:id="rId96"/>
              </p:custDataLst>
            </p:nvPr>
          </p:nvCxnSpPr>
          <p:spPr bwMode="auto">
            <a:xfrm flipH="1" flipV="1">
              <a:off x="12416" y="8674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26" name="直接箭头连接符 125"/>
            <p:cNvCxnSpPr/>
            <p:nvPr>
              <p:custDataLst>
                <p:tags r:id="rId97"/>
              </p:custDataLst>
            </p:nvPr>
          </p:nvCxnSpPr>
          <p:spPr bwMode="auto">
            <a:xfrm flipV="1">
              <a:off x="12529" y="8787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7" name="直接箭头连接符 126"/>
            <p:cNvCxnSpPr/>
            <p:nvPr>
              <p:custDataLst>
                <p:tags r:id="rId98"/>
              </p:custDataLst>
            </p:nvPr>
          </p:nvCxnSpPr>
          <p:spPr bwMode="auto">
            <a:xfrm flipV="1">
              <a:off x="13833" y="8617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8" name="直接箭头连接符 127"/>
            <p:cNvCxnSpPr/>
            <p:nvPr>
              <p:custDataLst>
                <p:tags r:id="rId99"/>
              </p:custDataLst>
            </p:nvPr>
          </p:nvCxnSpPr>
          <p:spPr bwMode="auto">
            <a:xfrm flipV="1">
              <a:off x="13153" y="9128"/>
              <a:ext cx="96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9" name="Text Box 191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10715" y="9241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CI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70" name="组合 169"/>
          <p:cNvGrpSpPr/>
          <p:nvPr/>
        </p:nvGrpSpPr>
        <p:grpSpPr>
          <a:xfrm>
            <a:off x="7054215" y="4653831"/>
            <a:ext cx="1979295" cy="1224280"/>
            <a:chOff x="10205" y="7767"/>
            <a:chExt cx="3117" cy="1928"/>
          </a:xfrm>
        </p:grpSpPr>
        <p:sp>
          <p:nvSpPr>
            <p:cNvPr id="132" name="Text Box 36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0772" y="7767"/>
              <a:ext cx="1984" cy="187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3" name="Text Box 19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0318" y="8561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4" name="Text Box 191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2926" y="9071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5" name="直接箭头连接符 134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10602" y="9240"/>
              <a:ext cx="79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7" name="直接箭头连接符 136"/>
            <p:cNvCxnSpPr/>
            <p:nvPr>
              <p:custDataLst>
                <p:tags r:id="rId40"/>
              </p:custDataLst>
            </p:nvPr>
          </p:nvCxnSpPr>
          <p:spPr bwMode="auto">
            <a:xfrm flipH="1" flipV="1">
              <a:off x="10999" y="8334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10602" y="8731"/>
              <a:ext cx="79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9" name="直接箭头连接符 138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11679" y="9185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1" name="直接箭头连接符 140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11853" y="8390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2" name="Text Box 191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12926" y="8220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CO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43" name="直接箭头连接符 142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10999" y="8844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44" name="直接箭头连接符 143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10885" y="9128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5" name="直接箭头连接符 144"/>
            <p:cNvCxnSpPr/>
            <p:nvPr>
              <p:custDataLst>
                <p:tags r:id="rId47"/>
              </p:custDataLst>
            </p:nvPr>
          </p:nvCxnSpPr>
          <p:spPr bwMode="auto">
            <a:xfrm>
              <a:off x="10885" y="8731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46" name="Text Box 191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0318" y="907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8" name="Text Box 36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2189" y="8164"/>
              <a:ext cx="454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49" name="直接箭头连接符 148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10602" y="9525"/>
              <a:ext cx="141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0" name="直接箭头连接符 149"/>
            <p:cNvCxnSpPr/>
            <p:nvPr>
              <p:custDataLst>
                <p:tags r:id="rId51"/>
              </p:custDataLst>
            </p:nvPr>
          </p:nvCxnSpPr>
          <p:spPr bwMode="auto">
            <a:xfrm flipH="1" flipV="1">
              <a:off x="11169" y="8050"/>
              <a:ext cx="0" cy="147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51" name="直接箭头连接符 150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11849" y="8788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11849" y="7994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3" name="Text Box 36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12189" y="9071"/>
              <a:ext cx="45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=1</a:t>
              </a:r>
            </a:p>
          </p:txBody>
        </p:sp>
        <p:cxnSp>
          <p:nvCxnSpPr>
            <p:cNvPr id="154" name="直接箭头连接符 153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12019" y="9298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55" name="直接箭头连接符 154"/>
            <p:cNvCxnSpPr/>
            <p:nvPr>
              <p:custDataLst>
                <p:tags r:id="rId56"/>
              </p:custDataLst>
            </p:nvPr>
          </p:nvCxnSpPr>
          <p:spPr bwMode="auto">
            <a:xfrm flipH="1">
              <a:off x="12019" y="9298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56" name="直接箭头连接符 155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12019" y="8277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7" name="直接箭头连接符 156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12644" y="8390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8" name="直接箭头连接符 157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12643" y="9242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9" name="Text Box 191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10205" y="9355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CI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6" name="Text Box 36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11395" y="9015"/>
              <a:ext cx="45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=1</a:t>
              </a:r>
            </a:p>
          </p:txBody>
        </p:sp>
        <p:sp>
          <p:nvSpPr>
            <p:cNvPr id="140" name="Text Box 36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11395" y="8220"/>
              <a:ext cx="45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147" name="Text Box 36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11395" y="8617"/>
              <a:ext cx="45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160" name="Text Box 36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1395" y="7824"/>
              <a:ext cx="45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62" name="直接箭头连接符 161"/>
            <p:cNvCxnSpPr/>
            <p:nvPr>
              <p:custDataLst>
                <p:tags r:id="rId65"/>
              </p:custDataLst>
            </p:nvPr>
          </p:nvCxnSpPr>
          <p:spPr bwMode="auto">
            <a:xfrm flipH="1" flipV="1">
              <a:off x="10885" y="7937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63" name="直接箭头连接符 162"/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10885" y="7937"/>
              <a:ext cx="51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64" name="直接箭头连接符 163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10998" y="8334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65" name="直接箭头连接符 164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11169" y="8050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66" name="直接箭头连接符 165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11169" y="844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67" name="直接箭头连接符 166"/>
            <p:cNvCxnSpPr/>
            <p:nvPr>
              <p:custDataLst>
                <p:tags r:id="rId70"/>
              </p:custDataLst>
            </p:nvPr>
          </p:nvCxnSpPr>
          <p:spPr bwMode="auto">
            <a:xfrm flipH="1">
              <a:off x="12019" y="7994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68" name="直接箭头连接符 167"/>
            <p:cNvCxnSpPr/>
            <p:nvPr>
              <p:custDataLst>
                <p:tags r:id="rId71"/>
              </p:custDataLst>
            </p:nvPr>
          </p:nvCxnSpPr>
          <p:spPr bwMode="auto">
            <a:xfrm flipH="1">
              <a:off x="12019" y="8504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69" name="直接箭头连接符 168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12019" y="8504"/>
              <a:ext cx="17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99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75970" y="5526038"/>
            <a:ext cx="302006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应用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构成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位加法器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91"/>
              <p:cNvSpPr txBox="1">
                <a:spLocks noChangeArrowheads="1"/>
              </p:cNvSpPr>
              <p:nvPr/>
            </p:nvSpPr>
            <p:spPr bwMode="auto">
              <a:xfrm>
                <a:off x="3414395" y="4112316"/>
                <a:ext cx="3528000" cy="57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36195" tIns="17780" rIns="36195" bIns="10795" anchor="t" anchorCtr="0"/>
              <a:lstStyle/>
              <a:p>
                <a:pPr marL="0" indent="0" algn="l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CO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B•CI+A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CI+AB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CI</m:t>
                        </m:r>
                      </m:e>
                    </m:acc>
                  </m:oMath>
                </a14:m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+AB•CI</a:t>
                </a:r>
              </a:p>
              <a:p>
                <a:pPr marL="0" indent="0" algn="l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 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AB+(A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⊕</a:t>
                </a: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B)CI</a:t>
                </a:r>
                <a:endParaRPr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3" name="Text Box 1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4395" y="4112316"/>
                <a:ext cx="3528000" cy="576000"/>
              </a:xfrm>
              <a:prstGeom prst="rect">
                <a:avLst/>
              </a:prstGeom>
              <a:blipFill>
                <a:blip r:embed="rId140"/>
                <a:stretch>
                  <a:fillRect l="-2936" t="-12766" b="-23404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91"/>
              <p:cNvSpPr txBox="1">
                <a:spLocks noChangeArrowheads="1"/>
              </p:cNvSpPr>
              <p:nvPr/>
            </p:nvSpPr>
            <p:spPr bwMode="auto">
              <a:xfrm>
                <a:off x="3419872" y="4877966"/>
                <a:ext cx="3528000" cy="612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36195" tIns="17780" rIns="36195" bIns="10795" anchor="t" anchorCtr="0"/>
              <a:lstStyle/>
              <a:p>
                <a:pPr marL="0" indent="0" algn="l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CO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B•CI</a:t>
                </a:r>
                <a:r>
                  <a:rPr lang="en-US" altLang="zh-CN" sz="18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+AB•CI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+A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CI</a:t>
                </a:r>
                <a:r>
                  <a:rPr lang="en-US" altLang="zh-CN" sz="18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+AB•CI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+AB</a:t>
                </a:r>
              </a:p>
              <a:p>
                <a:pPr marL="0" indent="0" algn="l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 </a:t>
                </a:r>
                <a:r>
                  <a:rPr lang="zh-CN" altLang="en-US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＝</a:t>
                </a: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AB+A</a:t>
                </a:r>
                <a:r>
                  <a:rPr lang="en-US" altLang="zh-CN" sz="18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•CI+B•CI</a:t>
                </a:r>
              </a:p>
            </p:txBody>
          </p:sp>
        </mc:Choice>
        <mc:Fallback xmlns="">
          <p:sp>
            <p:nvSpPr>
              <p:cNvPr id="4" name="Text Box 1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9872" y="4877966"/>
                <a:ext cx="3528000" cy="612000"/>
              </a:xfrm>
              <a:prstGeom prst="rect">
                <a:avLst/>
              </a:prstGeom>
              <a:blipFill>
                <a:blip r:embed="rId141"/>
                <a:stretch>
                  <a:fillRect l="-3109" t="-11881" r="-2073" b="-21782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42C7E939-F8BC-4DEE-9EEC-FA19493E8E3F}"/>
              </a:ext>
            </a:extLst>
          </p:cNvPr>
          <p:cNvGrpSpPr/>
          <p:nvPr/>
        </p:nvGrpSpPr>
        <p:grpSpPr>
          <a:xfrm>
            <a:off x="3743755" y="5526038"/>
            <a:ext cx="3384095" cy="1079500"/>
            <a:chOff x="3743755" y="5325745"/>
            <a:chExt cx="3384095" cy="1079500"/>
          </a:xfrm>
        </p:grpSpPr>
        <p:sp>
          <p:nvSpPr>
            <p:cNvPr id="172" name="Text Box 3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103800" y="5613400"/>
              <a:ext cx="2592070" cy="50419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3" name="Text Box 19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787695" y="5757545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grpSp>
          <p:nvGrpSpPr>
            <p:cNvPr id="174" name="组合 173"/>
            <p:cNvGrpSpPr/>
            <p:nvPr/>
          </p:nvGrpSpPr>
          <p:grpSpPr>
            <a:xfrm>
              <a:off x="5831635" y="5325745"/>
              <a:ext cx="827405" cy="1069975"/>
              <a:chOff x="7313" y="7257"/>
              <a:chExt cx="1303" cy="1685"/>
            </a:xfrm>
          </p:grpSpPr>
          <p:cxnSp>
            <p:nvCxnSpPr>
              <p:cNvPr id="175" name="直接箭头连接符 174"/>
              <p:cNvCxnSpPr/>
              <p:nvPr>
                <p:custDataLst>
                  <p:tags r:id="rId28"/>
                </p:custDataLst>
              </p:nvPr>
            </p:nvCxnSpPr>
            <p:spPr bwMode="auto">
              <a:xfrm flipV="1">
                <a:off x="8220" y="759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76" name="Text Box 36"/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7880" y="7809"/>
                <a:ext cx="680" cy="56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FA</a:t>
                </a:r>
              </a:p>
            </p:txBody>
          </p:sp>
          <p:cxnSp>
            <p:nvCxnSpPr>
              <p:cNvPr id="177" name="直接箭头连接符 176"/>
              <p:cNvCxnSpPr/>
              <p:nvPr>
                <p:custDataLst>
                  <p:tags r:id="rId30"/>
                </p:custDataLst>
              </p:nvPr>
            </p:nvCxnSpPr>
            <p:spPr bwMode="auto">
              <a:xfrm flipV="1">
                <a:off x="7313" y="8092"/>
                <a:ext cx="56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78" name="Text Box 191"/>
              <p:cNvSpPr txBox="1"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7487" y="771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C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cxnSp>
            <p:nvCxnSpPr>
              <p:cNvPr id="179" name="直接箭头连接符 178"/>
              <p:cNvCxnSpPr/>
              <p:nvPr>
                <p:custDataLst>
                  <p:tags r:id="rId32"/>
                </p:custDataLst>
              </p:nvPr>
            </p:nvCxnSpPr>
            <p:spPr bwMode="auto">
              <a:xfrm>
                <a:off x="7993" y="8376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80" name="Text Box 191"/>
              <p:cNvSpPr txBox="1"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7880" y="8602"/>
                <a:ext cx="737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 </a:t>
                </a: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B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cxnSp>
            <p:nvCxnSpPr>
              <p:cNvPr id="181" name="直接箭头连接符 180"/>
              <p:cNvCxnSpPr/>
              <p:nvPr>
                <p:custDataLst>
                  <p:tags r:id="rId34"/>
                </p:custDataLst>
              </p:nvPr>
            </p:nvCxnSpPr>
            <p:spPr bwMode="auto">
              <a:xfrm>
                <a:off x="8390" y="8376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82" name="Text Box 191"/>
              <p:cNvSpPr txBox="1"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8107" y="725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183" name="组合 182"/>
            <p:cNvGrpSpPr/>
            <p:nvPr/>
          </p:nvGrpSpPr>
          <p:grpSpPr>
            <a:xfrm>
              <a:off x="5039790" y="5325745"/>
              <a:ext cx="827405" cy="1069975"/>
              <a:chOff x="6066" y="7257"/>
              <a:chExt cx="1303" cy="1685"/>
            </a:xfrm>
          </p:grpSpPr>
          <p:sp>
            <p:nvSpPr>
              <p:cNvPr id="184" name="Text Box 36"/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6633" y="7809"/>
                <a:ext cx="680" cy="56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FA</a:t>
                </a:r>
              </a:p>
            </p:txBody>
          </p:sp>
          <p:cxnSp>
            <p:nvCxnSpPr>
              <p:cNvPr id="191" name="直接箭头连接符 190"/>
              <p:cNvCxnSpPr/>
              <p:nvPr>
                <p:custDataLst>
                  <p:tags r:id="rId21"/>
                </p:custDataLst>
              </p:nvPr>
            </p:nvCxnSpPr>
            <p:spPr bwMode="auto">
              <a:xfrm flipV="1">
                <a:off x="6066" y="8092"/>
                <a:ext cx="56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92" name="Text Box 191"/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6240" y="771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C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195" name="直接箭头连接符 194"/>
              <p:cNvCxnSpPr/>
              <p:nvPr>
                <p:custDataLst>
                  <p:tags r:id="rId23"/>
                </p:custDataLst>
              </p:nvPr>
            </p:nvCxnSpPr>
            <p:spPr bwMode="auto">
              <a:xfrm>
                <a:off x="6746" y="8376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00" name="Text Box 191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6633" y="8602"/>
                <a:ext cx="737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 </a:t>
                </a: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B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201" name="直接箭头连接符 200"/>
              <p:cNvCxnSpPr/>
              <p:nvPr>
                <p:custDataLst>
                  <p:tags r:id="rId25"/>
                </p:custDataLst>
              </p:nvPr>
            </p:nvCxnSpPr>
            <p:spPr bwMode="auto">
              <a:xfrm>
                <a:off x="7143" y="8376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02" name="直接箭头连接符 201"/>
              <p:cNvCxnSpPr/>
              <p:nvPr>
                <p:custDataLst>
                  <p:tags r:id="rId26"/>
                </p:custDataLst>
              </p:nvPr>
            </p:nvCxnSpPr>
            <p:spPr bwMode="auto">
              <a:xfrm flipV="1">
                <a:off x="7030" y="759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03" name="Text Box 191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6917" y="725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204" name="组合 203"/>
            <p:cNvGrpSpPr/>
            <p:nvPr/>
          </p:nvGrpSpPr>
          <p:grpSpPr>
            <a:xfrm>
              <a:off x="3743755" y="5325745"/>
              <a:ext cx="1080770" cy="1079500"/>
              <a:chOff x="4025" y="7257"/>
              <a:chExt cx="1702" cy="1700"/>
            </a:xfrm>
          </p:grpSpPr>
          <p:cxnSp>
            <p:nvCxnSpPr>
              <p:cNvPr id="205" name="直接箭头连接符 204"/>
              <p:cNvCxnSpPr/>
              <p:nvPr>
                <p:custDataLst>
                  <p:tags r:id="rId11"/>
                </p:custDataLst>
              </p:nvPr>
            </p:nvCxnSpPr>
            <p:spPr bwMode="auto">
              <a:xfrm flipV="1">
                <a:off x="5386" y="8107"/>
                <a:ext cx="227" cy="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06" name="Text Box 36"/>
              <p:cNvSpPr txBox="1"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4705" y="7824"/>
                <a:ext cx="680" cy="56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FA</a:t>
                </a:r>
              </a:p>
            </p:txBody>
          </p:sp>
          <p:cxnSp>
            <p:nvCxnSpPr>
              <p:cNvPr id="207" name="直接箭头连接符 206"/>
              <p:cNvCxnSpPr/>
              <p:nvPr>
                <p:custDataLst>
                  <p:tags r:id="rId13"/>
                </p:custDataLst>
              </p:nvPr>
            </p:nvCxnSpPr>
            <p:spPr bwMode="auto">
              <a:xfrm flipV="1">
                <a:off x="4025" y="8107"/>
                <a:ext cx="68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08" name="Text Box 191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4025" y="7710"/>
                <a:ext cx="51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C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n-1</a:t>
                </a:r>
              </a:p>
            </p:txBody>
          </p:sp>
          <p:cxnSp>
            <p:nvCxnSpPr>
              <p:cNvPr id="209" name="直接箭头连接符 208"/>
              <p:cNvCxnSpPr/>
              <p:nvPr>
                <p:custDataLst>
                  <p:tags r:id="rId15"/>
                </p:custDataLst>
              </p:nvPr>
            </p:nvCxnSpPr>
            <p:spPr bwMode="auto">
              <a:xfrm>
                <a:off x="4763" y="8391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11" name="Text Box 191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536" y="8617"/>
                <a:ext cx="1191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n-1 </a:t>
                </a: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B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n-1</a:t>
                </a:r>
              </a:p>
            </p:txBody>
          </p:sp>
          <p:cxnSp>
            <p:nvCxnSpPr>
              <p:cNvPr id="213" name="直接箭头连接符 212"/>
              <p:cNvCxnSpPr/>
              <p:nvPr>
                <p:custDataLst>
                  <p:tags r:id="rId17"/>
                </p:custDataLst>
              </p:nvPr>
            </p:nvCxnSpPr>
            <p:spPr bwMode="auto">
              <a:xfrm>
                <a:off x="5273" y="8391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4" name="直接箭头连接符 213"/>
              <p:cNvCxnSpPr/>
              <p:nvPr>
                <p:custDataLst>
                  <p:tags r:id="rId18"/>
                </p:custDataLst>
              </p:nvPr>
            </p:nvCxnSpPr>
            <p:spPr bwMode="auto">
              <a:xfrm flipV="1">
                <a:off x="5046" y="759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15" name="Text Box 191"/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932" y="7257"/>
                <a:ext cx="567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  <a:r>
                  <a:rPr lang="en-US" altLang="zh-CN" sz="1600" b="1" baseline="-250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n-1</a:t>
                </a:r>
              </a:p>
            </p:txBody>
          </p:sp>
        </p:grp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058E0D7F-C5F5-4953-8C51-28B350E45643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6624000" y="5877272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5" name="Text Box 191">
              <a:extLst>
                <a:ext uri="{FF2B5EF4-FFF2-40B4-BE49-F238E27FC236}">
                  <a16:creationId xmlns:a16="http://schemas.microsoft.com/office/drawing/2014/main" id="{D9B79651-7C77-42EE-BAE1-7607DDBFB3C0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804000" y="5770800"/>
              <a:ext cx="32385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-1</a:t>
              </a:r>
            </a:p>
          </p:txBody>
        </p:sp>
      </p:grpSp>
      <p:sp>
        <p:nvSpPr>
          <p:cNvPr id="171" name="Text Box 4">
            <a:extLst>
              <a:ext uri="{FF2B5EF4-FFF2-40B4-BE49-F238E27FC236}">
                <a16:creationId xmlns:a16="http://schemas.microsoft.com/office/drawing/2014/main" id="{E8F41918-C6FE-4E54-A21E-C46D0DBC18F5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67544" y="5165998"/>
            <a:ext cx="284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如何缩短电路延迟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bldLvl="0" animBg="1"/>
      <p:bldP spid="171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14</a:t>
            </a:fld>
            <a:endParaRPr lang="en-US" altLang="zh-CN"/>
          </a:p>
        </p:txBody>
      </p:sp>
      <p:sp>
        <p:nvSpPr>
          <p:cNvPr id="36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§3.3 </a:t>
            </a:r>
            <a:r>
              <a:rPr lang="zh-CN" altLang="en-US" sz="2800" b="1" dirty="0">
                <a:latin typeface="宋体" panose="02010600030101010101" pitchFamily="2" charset="-122"/>
              </a:rPr>
              <a:t>组合逻辑电路时序分析</a:t>
            </a:r>
          </a:p>
        </p:txBody>
      </p:sp>
      <p:sp>
        <p:nvSpPr>
          <p:cNvPr id="39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3" y="764704"/>
            <a:ext cx="5400960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电路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延迟，竞争冒险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正确性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</a:p>
        </p:txBody>
      </p:sp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179069" y="1268760"/>
            <a:ext cx="8209355" cy="37936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组合逻辑电路的时序特征：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电路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时序示例：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电路延迟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门延迟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及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信号传播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所致，</a:t>
            </a:r>
            <a:r>
              <a:rPr lang="zh-CN" altLang="zh-CN" sz="2200" b="1" dirty="0">
                <a:latin typeface="宋体" panose="02010600030101010101" pitchFamily="2" charset="-122"/>
                <a:sym typeface="+mn-ea"/>
              </a:rPr>
              <a:t>受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内部设计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及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外部特性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影响</a:t>
            </a:r>
          </a:p>
          <a:p>
            <a:pPr>
              <a:lnSpc>
                <a:spcPct val="105000"/>
              </a:lnSpc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         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线长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元件级数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  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工艺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电压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噪声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竞争冒险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出端所需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信号到达时刻不同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所致，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可能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会出现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毛刺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14" name="AutoShape 9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21F1457-F949-4A55-B5E1-CC11E00D3E7D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E3432C28-E73D-4D9B-8902-CFCB6F2143DC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 flipH="1" flipV="1">
            <a:off x="5832000" y="3105168"/>
            <a:ext cx="1332000" cy="1548000"/>
          </a:xfrm>
          <a:prstGeom prst="straightConnector1">
            <a:avLst/>
          </a:prstGeom>
          <a:noFill/>
          <a:ln w="12700" cap="flat" cmpd="sng" algn="ctr">
            <a:solidFill>
              <a:schemeClr val="accent2"/>
            </a:solidFill>
            <a:prstDash val="sysDash"/>
            <a:round/>
            <a:headEnd type="none" w="med" len="med"/>
            <a:tailEnd type="triangle"/>
          </a:ln>
          <a:effectLst/>
        </p:spPr>
      </p:cxn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CF02B8D9-8517-4353-8EE1-76A75BA8E95A}"/>
              </a:ext>
            </a:extLst>
          </p:cNvPr>
          <p:cNvGrpSpPr/>
          <p:nvPr/>
        </p:nvGrpSpPr>
        <p:grpSpPr>
          <a:xfrm>
            <a:off x="1260000" y="2204864"/>
            <a:ext cx="1619729" cy="828000"/>
            <a:chOff x="1260000" y="1188000"/>
            <a:chExt cx="1619729" cy="828000"/>
          </a:xfrm>
        </p:grpSpPr>
        <p:sp>
          <p:nvSpPr>
            <p:cNvPr id="107" name="Text Box 36">
              <a:extLst>
                <a:ext uri="{FF2B5EF4-FFF2-40B4-BE49-F238E27FC236}">
                  <a16:creationId xmlns:a16="http://schemas.microsoft.com/office/drawing/2014/main" id="{952CB116-2E51-4400-A6F2-3B0900C7F985}"/>
                </a:ext>
              </a:extLst>
            </p:cNvPr>
            <p:cNvSpPr txBox="1"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1476000" y="1188000"/>
              <a:ext cx="1188000" cy="57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8" name="Text Box 191">
              <a:extLst>
                <a:ext uri="{FF2B5EF4-FFF2-40B4-BE49-F238E27FC236}">
                  <a16:creationId xmlns:a16="http://schemas.microsoft.com/office/drawing/2014/main" id="{1EDE90BE-5606-4F4F-9A1C-5A24324E2124}"/>
                </a:ext>
              </a:extLst>
            </p:cNvPr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1260000" y="1512000"/>
              <a:ext cx="144145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9" name="Text Box 191">
              <a:extLst>
                <a:ext uri="{FF2B5EF4-FFF2-40B4-BE49-F238E27FC236}">
                  <a16:creationId xmlns:a16="http://schemas.microsoft.com/office/drawing/2014/main" id="{3A422451-B875-4AB1-AC44-8587930D07A2}"/>
                </a:ext>
              </a:extLst>
            </p:cNvPr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1762353" y="1836000"/>
              <a:ext cx="252095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NB</a:t>
              </a:r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EACB0578-1A5E-4E31-A2BA-CE5433C6B0C4}"/>
                </a:ext>
              </a:extLst>
            </p:cNvPr>
            <p:cNvCxnSpPr/>
            <p:nvPr>
              <p:custDataLst>
                <p:tags r:id="rId112"/>
              </p:custDataLst>
            </p:nvPr>
          </p:nvCxnSpPr>
          <p:spPr bwMode="auto">
            <a:xfrm flipV="1">
              <a:off x="1404000" y="1368000"/>
              <a:ext cx="90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1" name="Text Box 36">
              <a:extLst>
                <a:ext uri="{FF2B5EF4-FFF2-40B4-BE49-F238E27FC236}">
                  <a16:creationId xmlns:a16="http://schemas.microsoft.com/office/drawing/2014/main" id="{391AC5EE-3162-40F1-BCE4-C75A5F130DD6}"/>
                </a:ext>
              </a:extLst>
            </p:cNvPr>
            <p:cNvSpPr txBox="1"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2301860" y="1332000"/>
              <a:ext cx="288290" cy="36004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81AC5F9C-3F91-41A1-BD32-B95C9F8FE0DA}"/>
                </a:ext>
              </a:extLst>
            </p:cNvPr>
            <p:cNvCxnSpPr/>
            <p:nvPr>
              <p:custDataLst>
                <p:tags r:id="rId114"/>
              </p:custDataLst>
            </p:nvPr>
          </p:nvCxnSpPr>
          <p:spPr bwMode="auto">
            <a:xfrm flipV="1">
              <a:off x="2589515" y="1547705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46DE7EE4-4C05-4FF9-ABC3-A56C55F76183}"/>
                </a:ext>
              </a:extLst>
            </p:cNvPr>
            <p:cNvCxnSpPr/>
            <p:nvPr>
              <p:custDataLst>
                <p:tags r:id="rId115"/>
              </p:custDataLst>
            </p:nvPr>
          </p:nvCxnSpPr>
          <p:spPr bwMode="auto">
            <a:xfrm>
              <a:off x="1908000" y="1619999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71" name="Text Box 36">
              <a:extLst>
                <a:ext uri="{FF2B5EF4-FFF2-40B4-BE49-F238E27FC236}">
                  <a16:creationId xmlns:a16="http://schemas.microsoft.com/office/drawing/2014/main" id="{3938EF9E-EE3F-454C-9DFB-31CE72F360F1}"/>
                </a:ext>
              </a:extLst>
            </p:cNvPr>
            <p:cNvSpPr txBox="1"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1546453" y="1511510"/>
              <a:ext cx="215900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C84DBFA0-F8EE-4FD7-B446-187060C1CA6B}"/>
                </a:ext>
              </a:extLst>
            </p:cNvPr>
            <p:cNvCxnSpPr/>
            <p:nvPr>
              <p:custDataLst>
                <p:tags r:id="rId117"/>
              </p:custDataLst>
            </p:nvPr>
          </p:nvCxnSpPr>
          <p:spPr bwMode="auto">
            <a:xfrm flipV="1">
              <a:off x="1834743" y="1620095"/>
              <a:ext cx="46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2" name="直接箭头连接符 211">
              <a:extLst>
                <a:ext uri="{FF2B5EF4-FFF2-40B4-BE49-F238E27FC236}">
                  <a16:creationId xmlns:a16="http://schemas.microsoft.com/office/drawing/2014/main" id="{8C0B27F8-CDA3-4D7E-B006-C7CCAD8CF666}"/>
                </a:ext>
              </a:extLst>
            </p:cNvPr>
            <p:cNvCxnSpPr/>
            <p:nvPr>
              <p:custDataLst>
                <p:tags r:id="rId118"/>
              </p:custDataLst>
            </p:nvPr>
          </p:nvCxnSpPr>
          <p:spPr bwMode="auto">
            <a:xfrm flipV="1">
              <a:off x="1404213" y="1620095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4737F95A-42E7-48C6-AA41-259AD578577F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762988" y="1583900"/>
              <a:ext cx="72390" cy="70485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4" name="Text Box 191">
              <a:extLst>
                <a:ext uri="{FF2B5EF4-FFF2-40B4-BE49-F238E27FC236}">
                  <a16:creationId xmlns:a16="http://schemas.microsoft.com/office/drawing/2014/main" id="{ED7A0AD5-A4AD-4843-898A-7A45D6D28FE6}"/>
                </a:ext>
              </a:extLst>
            </p:cNvPr>
            <p:cNvSpPr txBox="1"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2735729" y="1440000"/>
              <a:ext cx="144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sp>
          <p:nvSpPr>
            <p:cNvPr id="215" name="Text Box 191">
              <a:extLst>
                <a:ext uri="{FF2B5EF4-FFF2-40B4-BE49-F238E27FC236}">
                  <a16:creationId xmlns:a16="http://schemas.microsoft.com/office/drawing/2014/main" id="{B0B39786-06A0-455A-9378-8DC2B7D3FED5}"/>
                </a:ext>
              </a:extLst>
            </p:cNvPr>
            <p:cNvSpPr txBox="1"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1260000" y="1260000"/>
              <a:ext cx="144145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6" name="Text Box 191">
              <a:extLst>
                <a:ext uri="{FF2B5EF4-FFF2-40B4-BE49-F238E27FC236}">
                  <a16:creationId xmlns:a16="http://schemas.microsoft.com/office/drawing/2014/main" id="{749955D1-CB02-4390-A64A-E7B815429A07}"/>
                </a:ext>
              </a:extLst>
            </p:cNvPr>
            <p:cNvSpPr txBox="1"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2124000" y="1188000"/>
              <a:ext cx="216000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dirty="0">
                  <a:sym typeface="Symbol" panose="05050102010706020507"/>
                </a:rPr>
                <a:t>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7" name="Text Box 191">
              <a:extLst>
                <a:ext uri="{FF2B5EF4-FFF2-40B4-BE49-F238E27FC236}">
                  <a16:creationId xmlns:a16="http://schemas.microsoft.com/office/drawing/2014/main" id="{8002349A-1878-4D1E-AC11-B2B77D79D5EF}"/>
                </a:ext>
              </a:extLst>
            </p:cNvPr>
            <p:cNvSpPr txBox="1"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2016000" y="1440000"/>
              <a:ext cx="288000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NB</a:t>
              </a:r>
              <a:r>
                <a:rPr lang="en-US" altLang="zh-CN" sz="1600" dirty="0">
                  <a:sym typeface="Symbol" panose="05050102010706020507"/>
                </a:rPr>
                <a:t>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18" name="组合 217">
            <a:extLst>
              <a:ext uri="{FF2B5EF4-FFF2-40B4-BE49-F238E27FC236}">
                <a16:creationId xmlns:a16="http://schemas.microsoft.com/office/drawing/2014/main" id="{0A95B0A4-DD14-493A-83E9-24AB6A6F473D}"/>
              </a:ext>
            </a:extLst>
          </p:cNvPr>
          <p:cNvGrpSpPr/>
          <p:nvPr/>
        </p:nvGrpSpPr>
        <p:grpSpPr>
          <a:xfrm>
            <a:off x="3276000" y="1844824"/>
            <a:ext cx="2628152" cy="1332001"/>
            <a:chOff x="3276000" y="1116000"/>
            <a:chExt cx="2628152" cy="1332001"/>
          </a:xfrm>
        </p:grpSpPr>
        <p:sp>
          <p:nvSpPr>
            <p:cNvPr id="219" name="Text Box 36">
              <a:extLst>
                <a:ext uri="{FF2B5EF4-FFF2-40B4-BE49-F238E27FC236}">
                  <a16:creationId xmlns:a16="http://schemas.microsoft.com/office/drawing/2014/main" id="{AB896840-4679-488F-AFAA-473CC9A944DB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580000" y="2376001"/>
              <a:ext cx="216000" cy="72000"/>
            </a:xfrm>
            <a:prstGeom prst="rect">
              <a:avLst/>
            </a:prstGeom>
            <a:solidFill>
              <a:srgbClr val="CCE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0" name="Text Box 36">
              <a:extLst>
                <a:ext uri="{FF2B5EF4-FFF2-40B4-BE49-F238E27FC236}">
                  <a16:creationId xmlns:a16="http://schemas.microsoft.com/office/drawing/2014/main" id="{E7CE50EE-506B-4F05-9347-D52F10AC0BAD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364000" y="1872000"/>
              <a:ext cx="72000" cy="14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1" name="Text Box 36">
              <a:extLst>
                <a:ext uri="{FF2B5EF4-FFF2-40B4-BE49-F238E27FC236}">
                  <a16:creationId xmlns:a16="http://schemas.microsoft.com/office/drawing/2014/main" id="{995D0D15-F996-493E-B2E7-71C62C52BCC3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040000" y="2304001"/>
              <a:ext cx="216000" cy="144000"/>
            </a:xfrm>
            <a:prstGeom prst="rect">
              <a:avLst/>
            </a:prstGeom>
            <a:solidFill>
              <a:srgbClr val="CCE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2" name="Text Box 36">
              <a:extLst>
                <a:ext uri="{FF2B5EF4-FFF2-40B4-BE49-F238E27FC236}">
                  <a16:creationId xmlns:a16="http://schemas.microsoft.com/office/drawing/2014/main" id="{85DD34C9-224B-4E1A-96CD-9FD08AF7339B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356000" y="2304001"/>
              <a:ext cx="216000" cy="72000"/>
            </a:xfrm>
            <a:prstGeom prst="rect">
              <a:avLst/>
            </a:prstGeom>
            <a:solidFill>
              <a:srgbClr val="CCE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3" name="Text Box 36">
              <a:extLst>
                <a:ext uri="{FF2B5EF4-FFF2-40B4-BE49-F238E27FC236}">
                  <a16:creationId xmlns:a16="http://schemas.microsoft.com/office/drawing/2014/main" id="{B61921DF-8BA1-4EEE-AA79-6171CC93E7D1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364000" y="1654228"/>
              <a:ext cx="144000" cy="144000"/>
            </a:xfrm>
            <a:prstGeom prst="rect">
              <a:avLst/>
            </a:prstGeom>
            <a:solidFill>
              <a:srgbClr val="CCC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4" name="Text Box 36">
              <a:extLst>
                <a:ext uri="{FF2B5EF4-FFF2-40B4-BE49-F238E27FC236}">
                  <a16:creationId xmlns:a16="http://schemas.microsoft.com/office/drawing/2014/main" id="{5F7C667B-0F9D-45BD-935B-D18316CC1407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824000" y="1657772"/>
              <a:ext cx="144000" cy="144000"/>
            </a:xfrm>
            <a:prstGeom prst="rect">
              <a:avLst/>
            </a:prstGeom>
            <a:solidFill>
              <a:srgbClr val="CCC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5" name="Text Box 36">
              <a:extLst>
                <a:ext uri="{FF2B5EF4-FFF2-40B4-BE49-F238E27FC236}">
                  <a16:creationId xmlns:a16="http://schemas.microsoft.com/office/drawing/2014/main" id="{CCA9FA03-D5FC-4E4C-B295-01A8ED5B3C72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500000" y="2376001"/>
              <a:ext cx="216000" cy="72000"/>
            </a:xfrm>
            <a:prstGeom prst="rect">
              <a:avLst/>
            </a:prstGeom>
            <a:solidFill>
              <a:srgbClr val="CCE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6" name="Text Box 36">
              <a:extLst>
                <a:ext uri="{FF2B5EF4-FFF2-40B4-BE49-F238E27FC236}">
                  <a16:creationId xmlns:a16="http://schemas.microsoft.com/office/drawing/2014/main" id="{5DE4619F-1C9E-46EF-90C2-755035F23509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968000" y="2088000"/>
              <a:ext cx="72000" cy="14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7" name="Text Box 36">
              <a:extLst>
                <a:ext uri="{FF2B5EF4-FFF2-40B4-BE49-F238E27FC236}">
                  <a16:creationId xmlns:a16="http://schemas.microsoft.com/office/drawing/2014/main" id="{8FB37D48-33E3-4576-B002-E7AEB60272C4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284000" y="1872000"/>
              <a:ext cx="72000" cy="14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8" name="Text Box 36">
              <a:extLst>
                <a:ext uri="{FF2B5EF4-FFF2-40B4-BE49-F238E27FC236}">
                  <a16:creationId xmlns:a16="http://schemas.microsoft.com/office/drawing/2014/main" id="{6A171CF0-7A35-41D2-8591-817BA40AC8C6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284000" y="1654228"/>
              <a:ext cx="144000" cy="144000"/>
            </a:xfrm>
            <a:prstGeom prst="rect">
              <a:avLst/>
            </a:prstGeom>
            <a:solidFill>
              <a:srgbClr val="CCC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9" name="Text Box 36">
              <a:extLst>
                <a:ext uri="{FF2B5EF4-FFF2-40B4-BE49-F238E27FC236}">
                  <a16:creationId xmlns:a16="http://schemas.microsoft.com/office/drawing/2014/main" id="{AA26F013-4841-43B2-B5E5-3980F4A83DC5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852000" y="2088000"/>
              <a:ext cx="72000" cy="14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30" name="直接箭头连接符 229">
              <a:extLst>
                <a:ext uri="{FF2B5EF4-FFF2-40B4-BE49-F238E27FC236}">
                  <a16:creationId xmlns:a16="http://schemas.microsoft.com/office/drawing/2014/main" id="{633FB5C3-0312-4339-B570-3EEA2FCEA879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3600000" y="1368145"/>
              <a:ext cx="648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63E858A0-7A72-4B3B-966F-81AE0162AF30}"/>
                </a:ext>
              </a:extLst>
            </p:cNvPr>
            <p:cNvCxnSpPr>
              <a:cxnSpLocks/>
            </p:cNvCxnSpPr>
            <p:nvPr>
              <p:custDataLst>
                <p:tags r:id="rId19"/>
              </p:custDataLst>
            </p:nvPr>
          </p:nvCxnSpPr>
          <p:spPr bwMode="auto">
            <a:xfrm>
              <a:off x="3708000" y="1152000"/>
              <a:ext cx="432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triangle" w="sm" len="sm"/>
              <a:tailEnd type="triangle" w="sm" len="sm"/>
            </a:ln>
            <a:effectLst/>
          </p:spPr>
        </p:cxnSp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53C92328-913F-419C-AC73-136B835D790B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3744000" y="1441772"/>
              <a:ext cx="504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33" name="Text Box 365">
              <a:extLst>
                <a:ext uri="{FF2B5EF4-FFF2-40B4-BE49-F238E27FC236}">
                  <a16:creationId xmlns:a16="http://schemas.microsoft.com/office/drawing/2014/main" id="{B10EA9DF-80E9-4417-AD4E-F8FC5B65120E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348000" y="1656000"/>
              <a:ext cx="252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NB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34" name="Text Box 365">
              <a:extLst>
                <a:ext uri="{FF2B5EF4-FFF2-40B4-BE49-F238E27FC236}">
                  <a16:creationId xmlns:a16="http://schemas.microsoft.com/office/drawing/2014/main" id="{7C6E8D97-4169-4A56-A8F3-6E3F5BD487FF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384027" y="1224145"/>
              <a:ext cx="216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35" name="Text Box 365">
              <a:extLst>
                <a:ext uri="{FF2B5EF4-FFF2-40B4-BE49-F238E27FC236}">
                  <a16:creationId xmlns:a16="http://schemas.microsoft.com/office/drawing/2014/main" id="{E36AA643-3D86-49DC-86AF-ADC98A8C92D2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383207" y="1440000"/>
              <a:ext cx="2159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236" name="直接箭头连接符 235">
              <a:extLst>
                <a:ext uri="{FF2B5EF4-FFF2-40B4-BE49-F238E27FC236}">
                  <a16:creationId xmlns:a16="http://schemas.microsoft.com/office/drawing/2014/main" id="{8808B951-9B87-4E01-827D-504DE6D97AE4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3600000" y="1585772"/>
              <a:ext cx="72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7" name="直接箭头连接符 236">
              <a:extLst>
                <a:ext uri="{FF2B5EF4-FFF2-40B4-BE49-F238E27FC236}">
                  <a16:creationId xmlns:a16="http://schemas.microsoft.com/office/drawing/2014/main" id="{5AE3D80D-8029-4324-9118-68718578F944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3672027" y="1441772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8" name="直接箭头连接符 237">
              <a:extLst>
                <a:ext uri="{FF2B5EF4-FFF2-40B4-BE49-F238E27FC236}">
                  <a16:creationId xmlns:a16="http://schemas.microsoft.com/office/drawing/2014/main" id="{2BAB8A67-4192-4D46-900E-2CE7048024CF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3888000" y="1800000"/>
              <a:ext cx="396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9" name="直接箭头连接符 238">
              <a:extLst>
                <a:ext uri="{FF2B5EF4-FFF2-40B4-BE49-F238E27FC236}">
                  <a16:creationId xmlns:a16="http://schemas.microsoft.com/office/drawing/2014/main" id="{2391F2F8-4425-4806-8321-09AD5A9286B8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3600027" y="1656000"/>
              <a:ext cx="108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40" name="Text Box 36">
              <a:extLst>
                <a:ext uri="{FF2B5EF4-FFF2-40B4-BE49-F238E27FC236}">
                  <a16:creationId xmlns:a16="http://schemas.microsoft.com/office/drawing/2014/main" id="{4E82D0D2-76B8-4407-ADC9-78AB65B8321B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708000" y="1656000"/>
              <a:ext cx="144000" cy="144000"/>
            </a:xfrm>
            <a:prstGeom prst="rect">
              <a:avLst/>
            </a:prstGeom>
            <a:solidFill>
              <a:srgbClr val="CCCCFF"/>
            </a:solidFill>
            <a:ln w="6350" cap="sq">
              <a:solidFill>
                <a:srgbClr val="CCCCFF"/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15A6025B-193D-4FDF-92C9-725D29A9F42B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3708000" y="1654228"/>
              <a:ext cx="108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2" name="直接箭头连接符 241">
              <a:extLst>
                <a:ext uri="{FF2B5EF4-FFF2-40B4-BE49-F238E27FC236}">
                  <a16:creationId xmlns:a16="http://schemas.microsoft.com/office/drawing/2014/main" id="{CB823BC7-8920-46AD-9D17-218DD35FB144}"/>
                </a:ext>
              </a:extLst>
            </p:cNvPr>
            <p:cNvCxnSpPr>
              <a:cxnSpLocks/>
            </p:cNvCxnSpPr>
            <p:nvPr>
              <p:custDataLst>
                <p:tags r:id="rId30"/>
              </p:custDataLst>
            </p:nvPr>
          </p:nvCxnSpPr>
          <p:spPr bwMode="auto">
            <a:xfrm flipH="1" flipV="1">
              <a:off x="3816091" y="1654228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43" name="Text Box 36">
              <a:extLst>
                <a:ext uri="{FF2B5EF4-FFF2-40B4-BE49-F238E27FC236}">
                  <a16:creationId xmlns:a16="http://schemas.microsoft.com/office/drawing/2014/main" id="{3326C733-5BB2-4965-A79F-DBF2E7F68A13}"/>
                </a:ext>
              </a:extLst>
            </p:cNvPr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924000" y="2304000"/>
              <a:ext cx="216000" cy="144000"/>
            </a:xfrm>
            <a:prstGeom prst="rect">
              <a:avLst/>
            </a:prstGeom>
            <a:solidFill>
              <a:srgbClr val="CCE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44" name="直接箭头连接符 243">
              <a:extLst>
                <a:ext uri="{FF2B5EF4-FFF2-40B4-BE49-F238E27FC236}">
                  <a16:creationId xmlns:a16="http://schemas.microsoft.com/office/drawing/2014/main" id="{4F020DB0-FD2C-4195-B1D6-C103F29EFC0A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4176000" y="2448000"/>
              <a:ext cx="180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5" name="直接箭头连接符 244">
              <a:extLst>
                <a:ext uri="{FF2B5EF4-FFF2-40B4-BE49-F238E27FC236}">
                  <a16:creationId xmlns:a16="http://schemas.microsoft.com/office/drawing/2014/main" id="{2B927FA9-95E3-40B5-9DE6-D654B54F5BC2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3600000" y="2304000"/>
              <a:ext cx="324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46" name="Text Box 365">
              <a:extLst>
                <a:ext uri="{FF2B5EF4-FFF2-40B4-BE49-F238E27FC236}">
                  <a16:creationId xmlns:a16="http://schemas.microsoft.com/office/drawing/2014/main" id="{A9BFA1E5-F39D-46CD-B593-D472ED704326}"/>
                </a:ext>
              </a:extLst>
            </p:cNvPr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3384000" y="2304000"/>
              <a:ext cx="216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F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86FE760B-A621-4A1E-81DB-7BA445207CD3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3924000" y="2304000"/>
              <a:ext cx="180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8705B7ED-ACAC-4E33-AB0B-45279C857764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3708000" y="1116000"/>
              <a:ext cx="0" cy="1332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9" name="Text Box 365">
              <a:extLst>
                <a:ext uri="{FF2B5EF4-FFF2-40B4-BE49-F238E27FC236}">
                  <a16:creationId xmlns:a16="http://schemas.microsoft.com/office/drawing/2014/main" id="{ADE1079B-63D5-4258-8155-02987317CC38}"/>
                </a:ext>
              </a:extLst>
            </p:cNvPr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384000" y="1872000"/>
              <a:ext cx="216000" cy="14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dirty="0">
                  <a:sym typeface="Symbol" panose="05050102010706020507"/>
                </a:rPr>
                <a:t>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50" name="Text Box 365">
              <a:extLst>
                <a:ext uri="{FF2B5EF4-FFF2-40B4-BE49-F238E27FC236}">
                  <a16:creationId xmlns:a16="http://schemas.microsoft.com/office/drawing/2014/main" id="{67133835-1519-42A2-8AD4-F82BA0E108D7}"/>
                </a:ext>
              </a:extLst>
            </p:cNvPr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276000" y="2088000"/>
              <a:ext cx="324000" cy="14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NB</a:t>
              </a:r>
              <a:r>
                <a:rPr lang="en-US" altLang="zh-CN" sz="1600" dirty="0">
                  <a:sym typeface="Symbol" panose="05050102010706020507"/>
                </a:rPr>
                <a:t>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251" name="直接箭头连接符 250">
              <a:extLst>
                <a:ext uri="{FF2B5EF4-FFF2-40B4-BE49-F238E27FC236}">
                  <a16:creationId xmlns:a16="http://schemas.microsoft.com/office/drawing/2014/main" id="{F5D31C5D-A679-4165-992A-6C9A996F623B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3600000" y="2016000"/>
              <a:ext cx="720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2" name="直接箭头连接符 251">
              <a:extLst>
                <a:ext uri="{FF2B5EF4-FFF2-40B4-BE49-F238E27FC236}">
                  <a16:creationId xmlns:a16="http://schemas.microsoft.com/office/drawing/2014/main" id="{CA35FFFB-47F7-4819-9800-82A1211E761D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3960000" y="2233772"/>
              <a:ext cx="396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8EEBAD08-5C92-4E3C-9353-578148E6AB89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4140000" y="1116000"/>
              <a:ext cx="0" cy="1332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D341F67E-B988-4BC1-BB75-129EE2342F0C}"/>
                </a:ext>
              </a:extLst>
            </p:cNvPr>
            <p:cNvCxnSpPr>
              <a:cxnSpLocks/>
            </p:cNvCxnSpPr>
            <p:nvPr>
              <p:custDataLst>
                <p:tags r:id="rId42"/>
              </p:custDataLst>
            </p:nvPr>
          </p:nvCxnSpPr>
          <p:spPr bwMode="auto">
            <a:xfrm>
              <a:off x="4284000" y="1152000"/>
              <a:ext cx="288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triangle" w="sm" len="sm"/>
              <a:tailEnd type="triangle" w="sm" len="sm"/>
            </a:ln>
            <a:effectLst/>
          </p:spPr>
        </p:cxnSp>
        <p:cxnSp>
          <p:nvCxnSpPr>
            <p:cNvPr id="255" name="直接箭头连接符 254">
              <a:extLst>
                <a:ext uri="{FF2B5EF4-FFF2-40B4-BE49-F238E27FC236}">
                  <a16:creationId xmlns:a16="http://schemas.microsoft.com/office/drawing/2014/main" id="{66FA55E2-7232-4FA6-B6C8-FA6CF73B8972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4320000" y="1584000"/>
              <a:ext cx="468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6C19F1A6-B8B1-4FAB-B6DA-601652F66548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4572000" y="1116000"/>
              <a:ext cx="0" cy="1332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116B23D9-340C-45A5-9BCF-A58F994D4DEA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4284016" y="1116000"/>
              <a:ext cx="0" cy="1332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8" name="直接箭头连接符 257">
              <a:extLst>
                <a:ext uri="{FF2B5EF4-FFF2-40B4-BE49-F238E27FC236}">
                  <a16:creationId xmlns:a16="http://schemas.microsoft.com/office/drawing/2014/main" id="{E231C604-AF06-450A-8254-48F4DFC04C74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4320000" y="1224145"/>
              <a:ext cx="1008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9" name="直接箭头连接符 258">
              <a:extLst>
                <a:ext uri="{FF2B5EF4-FFF2-40B4-BE49-F238E27FC236}">
                  <a16:creationId xmlns:a16="http://schemas.microsoft.com/office/drawing/2014/main" id="{9E376455-E503-4AB2-B4E5-2214F0BC0499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4248000" y="1224145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0" name="直接箭头连接符 259">
              <a:extLst>
                <a:ext uri="{FF2B5EF4-FFF2-40B4-BE49-F238E27FC236}">
                  <a16:creationId xmlns:a16="http://schemas.microsoft.com/office/drawing/2014/main" id="{F7C1631C-D795-4A4C-9595-63FDBF1C406B}"/>
                </a:ext>
              </a:extLst>
            </p:cNvPr>
            <p:cNvCxnSpPr>
              <a:cxnSpLocks/>
            </p:cNvCxnSpPr>
            <p:nvPr>
              <p:custDataLst>
                <p:tags r:id="rId48"/>
              </p:custDataLst>
            </p:nvPr>
          </p:nvCxnSpPr>
          <p:spPr bwMode="auto">
            <a:xfrm flipH="1" flipV="1">
              <a:off x="4248000" y="1440000"/>
              <a:ext cx="7200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1" name="直接箭头连接符 260">
              <a:extLst>
                <a:ext uri="{FF2B5EF4-FFF2-40B4-BE49-F238E27FC236}">
                  <a16:creationId xmlns:a16="http://schemas.microsoft.com/office/drawing/2014/main" id="{3ED3AE64-CF62-472E-B63E-04876D056937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4464000" y="1656000"/>
              <a:ext cx="396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72EC5A6B-E085-4F2D-BAFC-AA9E83C70C86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4284000" y="1800000"/>
              <a:ext cx="108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3" name="直接箭头连接符 262">
              <a:extLst>
                <a:ext uri="{FF2B5EF4-FFF2-40B4-BE49-F238E27FC236}">
                  <a16:creationId xmlns:a16="http://schemas.microsoft.com/office/drawing/2014/main" id="{1C068AE9-A68F-41EF-81BD-A20AEEEAB100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4392000" y="1654228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4" name="直接箭头连接符 263">
              <a:extLst>
                <a:ext uri="{FF2B5EF4-FFF2-40B4-BE49-F238E27FC236}">
                  <a16:creationId xmlns:a16="http://schemas.microsoft.com/office/drawing/2014/main" id="{58D77A18-E6F3-45ED-A3D3-E127910DE0D7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3600000" y="2088000"/>
              <a:ext cx="180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5" name="直接箭头连接符 264">
              <a:extLst>
                <a:ext uri="{FF2B5EF4-FFF2-40B4-BE49-F238E27FC236}">
                  <a16:creationId xmlns:a16="http://schemas.microsoft.com/office/drawing/2014/main" id="{5483F107-2F4E-48CE-BF20-AEC743F88FF5}"/>
                </a:ext>
              </a:extLst>
            </p:cNvPr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3780000" y="2088000"/>
              <a:ext cx="108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6" name="直接箭头连接符 265">
              <a:extLst>
                <a:ext uri="{FF2B5EF4-FFF2-40B4-BE49-F238E27FC236}">
                  <a16:creationId xmlns:a16="http://schemas.microsoft.com/office/drawing/2014/main" id="{D4F1767A-FEDF-44E1-BD25-C6E25607C0F1}"/>
                </a:ext>
              </a:extLst>
            </p:cNvPr>
            <p:cNvCxnSpPr>
              <a:cxnSpLocks/>
            </p:cNvCxnSpPr>
            <p:nvPr>
              <p:custDataLst>
                <p:tags r:id="rId54"/>
              </p:custDataLst>
            </p:nvPr>
          </p:nvCxnSpPr>
          <p:spPr bwMode="auto">
            <a:xfrm flipH="1" flipV="1">
              <a:off x="3888000" y="2088000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B4BBA47A-2927-488B-8D8A-ECF59141C55A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 flipH="1">
              <a:off x="3924000" y="1872000"/>
              <a:ext cx="0" cy="576000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rgbClr val="0070C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7B5115BA-3A25-4B01-8C11-E10278269CEA}"/>
                </a:ext>
              </a:extLst>
            </p:cNvPr>
            <p:cNvCxnSpPr>
              <a:cxnSpLocks/>
            </p:cNvCxnSpPr>
            <p:nvPr>
              <p:custDataLst>
                <p:tags r:id="rId56"/>
              </p:custDataLst>
            </p:nvPr>
          </p:nvCxnSpPr>
          <p:spPr bwMode="auto">
            <a:xfrm>
              <a:off x="3850632" y="1799999"/>
              <a:ext cx="72575" cy="72000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rgbClr val="0070C0"/>
              </a:solidFill>
              <a:prstDash val="dashDot"/>
              <a:round/>
              <a:headEnd type="none" w="med" len="med"/>
              <a:tailEnd type="stealth" w="sm" len="sm"/>
            </a:ln>
            <a:effectLst/>
          </p:spPr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4810AD1F-7BE1-48FA-9BCD-B470C0A3F3A9}"/>
                </a:ext>
              </a:extLst>
            </p:cNvPr>
            <p:cNvCxnSpPr>
              <a:cxnSpLocks/>
            </p:cNvCxnSpPr>
            <p:nvPr>
              <p:custDataLst>
                <p:tags r:id="rId57"/>
              </p:custDataLst>
            </p:nvPr>
          </p:nvCxnSpPr>
          <p:spPr bwMode="auto">
            <a:xfrm>
              <a:off x="4428000" y="1800000"/>
              <a:ext cx="72575" cy="72000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rgbClr val="0070C0"/>
              </a:solidFill>
              <a:prstDash val="dashDot"/>
              <a:round/>
              <a:headEnd type="none" w="med" len="med"/>
              <a:tailEnd type="stealth" w="sm" len="sm"/>
            </a:ln>
            <a:effectLst/>
          </p:spPr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F024516E-53EB-462F-A438-52A17DCFCC73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 flipH="1">
              <a:off x="4824000" y="1116000"/>
              <a:ext cx="0" cy="1332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B35CDBE2-3B92-4F99-9247-06629B1B4D3B}"/>
                </a:ext>
              </a:extLst>
            </p:cNvPr>
            <p:cNvCxnSpPr>
              <a:cxnSpLocks/>
            </p:cNvCxnSpPr>
            <p:nvPr>
              <p:custDataLst>
                <p:tags r:id="rId59"/>
              </p:custDataLst>
            </p:nvPr>
          </p:nvCxnSpPr>
          <p:spPr bwMode="auto">
            <a:xfrm>
              <a:off x="4824000" y="1152145"/>
              <a:ext cx="216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triangle" w="sm" len="sm"/>
              <a:tailEnd type="triangle" w="sm" len="sm"/>
            </a:ln>
            <a:effectLst/>
          </p:spPr>
        </p:cxn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75F5FA6A-0E00-4D29-B542-2F59B09117E9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4788000" y="1440000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A81A5AD7-C7D5-427A-B078-AE28D22FEE01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4860000" y="1440000"/>
              <a:ext cx="468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1A00D476-6A20-437C-B71B-3FD7D01CBAFE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 flipH="1">
              <a:off x="5040000" y="1116000"/>
              <a:ext cx="0" cy="1332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6" name="直接箭头连接符 275">
              <a:extLst>
                <a:ext uri="{FF2B5EF4-FFF2-40B4-BE49-F238E27FC236}">
                  <a16:creationId xmlns:a16="http://schemas.microsoft.com/office/drawing/2014/main" id="{3CEB1736-FCEA-4C4C-9655-9053CA35AAEB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4824000" y="1656000"/>
              <a:ext cx="108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7" name="直接箭头连接符 276">
              <a:extLst>
                <a:ext uri="{FF2B5EF4-FFF2-40B4-BE49-F238E27FC236}">
                  <a16:creationId xmlns:a16="http://schemas.microsoft.com/office/drawing/2014/main" id="{7D45868D-2E8A-4023-B5A1-8A43C87E19CF}"/>
                </a:ext>
              </a:extLst>
            </p:cNvPr>
            <p:cNvCxnSpPr>
              <a:cxnSpLocks/>
            </p:cNvCxnSpPr>
            <p:nvPr>
              <p:custDataLst>
                <p:tags r:id="rId64"/>
              </p:custDataLst>
            </p:nvPr>
          </p:nvCxnSpPr>
          <p:spPr bwMode="auto">
            <a:xfrm flipH="1" flipV="1">
              <a:off x="4932000" y="1656000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A3FDC04A-ACA0-4B11-AD3C-859E81284988}"/>
                </a:ext>
              </a:extLst>
            </p:cNvPr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5004000" y="1800000"/>
              <a:ext cx="360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B342C519-13F1-4C1D-AE60-BE2FF9D34CC3}"/>
                </a:ext>
              </a:extLst>
            </p:cNvPr>
            <p:cNvCxnSpPr>
              <a:cxnSpLocks/>
            </p:cNvCxnSpPr>
            <p:nvPr>
              <p:custDataLst>
                <p:tags r:id="rId66"/>
              </p:custDataLst>
            </p:nvPr>
          </p:nvCxnSpPr>
          <p:spPr bwMode="auto">
            <a:xfrm>
              <a:off x="5364000" y="1152145"/>
              <a:ext cx="432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triangle" w="sm" len="sm"/>
              <a:tailEnd type="triangle" w="sm" len="sm"/>
            </a:ln>
            <a:effectLst/>
          </p:spPr>
        </p:cxnSp>
        <p:cxnSp>
          <p:nvCxnSpPr>
            <p:cNvPr id="280" name="直接箭头连接符 279">
              <a:extLst>
                <a:ext uri="{FF2B5EF4-FFF2-40B4-BE49-F238E27FC236}">
                  <a16:creationId xmlns:a16="http://schemas.microsoft.com/office/drawing/2014/main" id="{17D2A837-7E39-4742-BB1A-1AC6F48ABEB0}"/>
                </a:ext>
              </a:extLst>
            </p:cNvPr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5400000" y="1584000"/>
              <a:ext cx="504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1B8831BC-EEC8-4BF6-A6F3-ED7DF9A23A6B}"/>
                </a:ext>
              </a:extLst>
            </p:cNvPr>
            <p:cNvCxnSpPr/>
            <p:nvPr>
              <p:custDataLst>
                <p:tags r:id="rId68"/>
              </p:custDataLst>
            </p:nvPr>
          </p:nvCxnSpPr>
          <p:spPr bwMode="auto">
            <a:xfrm flipH="1">
              <a:off x="5796000" y="1116000"/>
              <a:ext cx="0" cy="1332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A29CDB0B-1BAF-45E0-8891-29341FD42E8F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5364000" y="1116000"/>
              <a:ext cx="0" cy="1332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3" name="直接箭头连接符 282">
              <a:extLst>
                <a:ext uri="{FF2B5EF4-FFF2-40B4-BE49-F238E27FC236}">
                  <a16:creationId xmlns:a16="http://schemas.microsoft.com/office/drawing/2014/main" id="{F112D03C-70C1-4AE9-B26B-5F771D04402B}"/>
                </a:ext>
              </a:extLst>
            </p:cNvPr>
            <p:cNvCxnSpPr>
              <a:cxnSpLocks/>
            </p:cNvCxnSpPr>
            <p:nvPr>
              <p:custDataLst>
                <p:tags r:id="rId70"/>
              </p:custDataLst>
            </p:nvPr>
          </p:nvCxnSpPr>
          <p:spPr bwMode="auto">
            <a:xfrm flipH="1" flipV="1">
              <a:off x="5328000" y="1440000"/>
              <a:ext cx="7200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4" name="直接箭头连接符 283">
              <a:extLst>
                <a:ext uri="{FF2B5EF4-FFF2-40B4-BE49-F238E27FC236}">
                  <a16:creationId xmlns:a16="http://schemas.microsoft.com/office/drawing/2014/main" id="{F3827AB4-3C41-439A-8B0E-AA6E95F09681}"/>
                </a:ext>
              </a:extLst>
            </p:cNvPr>
            <p:cNvCxnSpPr>
              <a:cxnSpLocks/>
            </p:cNvCxnSpPr>
            <p:nvPr>
              <p:custDataLst>
                <p:tags r:id="rId71"/>
              </p:custDataLst>
            </p:nvPr>
          </p:nvCxnSpPr>
          <p:spPr bwMode="auto">
            <a:xfrm flipH="1" flipV="1">
              <a:off x="5328000" y="1222373"/>
              <a:ext cx="7200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5" name="直接箭头连接符 284">
              <a:extLst>
                <a:ext uri="{FF2B5EF4-FFF2-40B4-BE49-F238E27FC236}">
                  <a16:creationId xmlns:a16="http://schemas.microsoft.com/office/drawing/2014/main" id="{CF446D2A-256E-40D4-B615-B60CE2F9EC19}"/>
                </a:ext>
              </a:extLst>
            </p:cNvPr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5400000" y="1366979"/>
              <a:ext cx="504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6" name="直接箭头连接符 285">
              <a:extLst>
                <a:ext uri="{FF2B5EF4-FFF2-40B4-BE49-F238E27FC236}">
                  <a16:creationId xmlns:a16="http://schemas.microsoft.com/office/drawing/2014/main" id="{06B4407D-9B22-41B6-823B-0597DF73E63A}"/>
                </a:ext>
              </a:extLst>
            </p:cNvPr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5544000" y="1654228"/>
              <a:ext cx="360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C15AB670-CCC9-42A8-AA3A-F672C5064226}"/>
                </a:ext>
              </a:extLst>
            </p:cNvPr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5364000" y="1800000"/>
              <a:ext cx="108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8" name="直接箭头连接符 287">
              <a:extLst>
                <a:ext uri="{FF2B5EF4-FFF2-40B4-BE49-F238E27FC236}">
                  <a16:creationId xmlns:a16="http://schemas.microsoft.com/office/drawing/2014/main" id="{839E8D3D-0D61-483F-8876-9B3DD19FC8F0}"/>
                </a:ext>
              </a:extLst>
            </p:cNvPr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5472000" y="1656000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A0944E20-F2BA-49A7-ABDE-216CB38978D0}"/>
                </a:ext>
              </a:extLst>
            </p:cNvPr>
            <p:cNvCxnSpPr>
              <a:cxnSpLocks/>
            </p:cNvCxnSpPr>
            <p:nvPr>
              <p:custDataLst>
                <p:tags r:id="rId76"/>
              </p:custDataLst>
            </p:nvPr>
          </p:nvCxnSpPr>
          <p:spPr bwMode="auto">
            <a:xfrm>
              <a:off x="4968000" y="1800000"/>
              <a:ext cx="72575" cy="72000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rgbClr val="0070C0"/>
              </a:solidFill>
              <a:prstDash val="dashDot"/>
              <a:round/>
              <a:headEnd type="none" w="med" len="med"/>
              <a:tailEnd type="stealth" w="sm" len="sm"/>
            </a:ln>
            <a:effectLst/>
          </p:spPr>
        </p:cxnSp>
        <p:sp>
          <p:nvSpPr>
            <p:cNvPr id="290" name="Text Box 36">
              <a:extLst>
                <a:ext uri="{FF2B5EF4-FFF2-40B4-BE49-F238E27FC236}">
                  <a16:creationId xmlns:a16="http://schemas.microsoft.com/office/drawing/2014/main" id="{FF44BE93-3CF1-4B68-9F86-4423D3554F50}"/>
                </a:ext>
              </a:extLst>
            </p:cNvPr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4428000" y="2088000"/>
              <a:ext cx="72000" cy="14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E98001A1-2867-4819-9524-C5271B9A1797}"/>
                </a:ext>
              </a:extLst>
            </p:cNvPr>
            <p:cNvCxnSpPr/>
            <p:nvPr>
              <p:custDataLst>
                <p:tags r:id="rId78"/>
              </p:custDataLst>
            </p:nvPr>
          </p:nvCxnSpPr>
          <p:spPr bwMode="auto">
            <a:xfrm flipV="1">
              <a:off x="4536000" y="2304001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2" name="直接箭头连接符 291">
              <a:extLst>
                <a:ext uri="{FF2B5EF4-FFF2-40B4-BE49-F238E27FC236}">
                  <a16:creationId xmlns:a16="http://schemas.microsoft.com/office/drawing/2014/main" id="{711F81F2-7F29-4D6D-899F-A858C2591C3F}"/>
                </a:ext>
              </a:extLst>
            </p:cNvPr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4356000" y="2448001"/>
              <a:ext cx="180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8739F8A7-3939-4FDD-B7FF-C77026E3751A}"/>
                </a:ext>
              </a:extLst>
            </p:cNvPr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4392000" y="1872001"/>
              <a:ext cx="1008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4" name="直接箭头连接符 293">
              <a:extLst>
                <a:ext uri="{FF2B5EF4-FFF2-40B4-BE49-F238E27FC236}">
                  <a16:creationId xmlns:a16="http://schemas.microsoft.com/office/drawing/2014/main" id="{4B241C41-8A06-4B15-97ED-5FF20F313ED0}"/>
                </a:ext>
              </a:extLst>
            </p:cNvPr>
            <p:cNvCxnSpPr/>
            <p:nvPr>
              <p:custDataLst>
                <p:tags r:id="rId81"/>
              </p:custDataLst>
            </p:nvPr>
          </p:nvCxnSpPr>
          <p:spPr bwMode="auto">
            <a:xfrm flipV="1">
              <a:off x="4320000" y="1872001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5" name="直接箭头连接符 294">
              <a:extLst>
                <a:ext uri="{FF2B5EF4-FFF2-40B4-BE49-F238E27FC236}">
                  <a16:creationId xmlns:a16="http://schemas.microsoft.com/office/drawing/2014/main" id="{01821707-58B2-43DA-A4B9-3B4AB0DE05B8}"/>
                </a:ext>
              </a:extLst>
            </p:cNvPr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4536000" y="2088001"/>
              <a:ext cx="360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6" name="直接箭头连接符 295">
              <a:extLst>
                <a:ext uri="{FF2B5EF4-FFF2-40B4-BE49-F238E27FC236}">
                  <a16:creationId xmlns:a16="http://schemas.microsoft.com/office/drawing/2014/main" id="{2DD0673E-FDC8-463C-B6C6-526B4660E5CC}"/>
                </a:ext>
              </a:extLst>
            </p:cNvPr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4356000" y="2233773"/>
              <a:ext cx="108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7" name="直接箭头连接符 296">
              <a:extLst>
                <a:ext uri="{FF2B5EF4-FFF2-40B4-BE49-F238E27FC236}">
                  <a16:creationId xmlns:a16="http://schemas.microsoft.com/office/drawing/2014/main" id="{5FC28CEE-E3B8-4700-B6F4-5405CE1D1C36}"/>
                </a:ext>
              </a:extLst>
            </p:cNvPr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4464000" y="2088001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7D33BEB5-2F44-4C12-8B87-24834DF75A9F}"/>
                </a:ext>
              </a:extLst>
            </p:cNvPr>
            <p:cNvCxnSpPr/>
            <p:nvPr>
              <p:custDataLst>
                <p:tags r:id="rId85"/>
              </p:custDataLst>
            </p:nvPr>
          </p:nvCxnSpPr>
          <p:spPr bwMode="auto">
            <a:xfrm flipH="1">
              <a:off x="4500000" y="1872001"/>
              <a:ext cx="0" cy="576000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rgbClr val="0070C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9" name="直接箭头连接符 298">
              <a:extLst>
                <a:ext uri="{FF2B5EF4-FFF2-40B4-BE49-F238E27FC236}">
                  <a16:creationId xmlns:a16="http://schemas.microsoft.com/office/drawing/2014/main" id="{1FC88F1E-889A-44BA-87BE-A74BDBB89DB9}"/>
                </a:ext>
              </a:extLst>
            </p:cNvPr>
            <p:cNvCxnSpPr/>
            <p:nvPr>
              <p:custDataLst>
                <p:tags r:id="rId86"/>
              </p:custDataLst>
            </p:nvPr>
          </p:nvCxnSpPr>
          <p:spPr bwMode="auto">
            <a:xfrm flipV="1">
              <a:off x="4752000" y="2304001"/>
              <a:ext cx="288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00" name="Text Box 36">
              <a:extLst>
                <a:ext uri="{FF2B5EF4-FFF2-40B4-BE49-F238E27FC236}">
                  <a16:creationId xmlns:a16="http://schemas.microsoft.com/office/drawing/2014/main" id="{7923B327-AA7E-45A1-9826-B2330E80464C}"/>
                </a:ext>
              </a:extLst>
            </p:cNvPr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5436000" y="2304001"/>
              <a:ext cx="216000" cy="72000"/>
            </a:xfrm>
            <a:prstGeom prst="rect">
              <a:avLst/>
            </a:prstGeom>
            <a:solidFill>
              <a:srgbClr val="CCE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01" name="直接箭头连接符 300">
              <a:extLst>
                <a:ext uri="{FF2B5EF4-FFF2-40B4-BE49-F238E27FC236}">
                  <a16:creationId xmlns:a16="http://schemas.microsoft.com/office/drawing/2014/main" id="{F0CA79E4-8978-4E6D-B8E0-FBD90A00379A}"/>
                </a:ext>
              </a:extLst>
            </p:cNvPr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4896000" y="2088001"/>
              <a:ext cx="108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2" name="直接箭头连接符 301">
              <a:extLst>
                <a:ext uri="{FF2B5EF4-FFF2-40B4-BE49-F238E27FC236}">
                  <a16:creationId xmlns:a16="http://schemas.microsoft.com/office/drawing/2014/main" id="{471CF636-11C1-4C7D-8DDA-87D006FA8998}"/>
                </a:ext>
              </a:extLst>
            </p:cNvPr>
            <p:cNvCxnSpPr>
              <a:cxnSpLocks/>
            </p:cNvCxnSpPr>
            <p:nvPr>
              <p:custDataLst>
                <p:tags r:id="rId89"/>
              </p:custDataLst>
            </p:nvPr>
          </p:nvCxnSpPr>
          <p:spPr bwMode="auto">
            <a:xfrm flipH="1" flipV="1">
              <a:off x="5004000" y="2088001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3" name="直接箭头连接符 302">
              <a:extLst>
                <a:ext uri="{FF2B5EF4-FFF2-40B4-BE49-F238E27FC236}">
                  <a16:creationId xmlns:a16="http://schemas.microsoft.com/office/drawing/2014/main" id="{3B777370-F0F8-4DA4-8E69-AF53432DA367}"/>
                </a:ext>
              </a:extLst>
            </p:cNvPr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5076000" y="2232001"/>
              <a:ext cx="360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04" name="Text Box 36">
              <a:extLst>
                <a:ext uri="{FF2B5EF4-FFF2-40B4-BE49-F238E27FC236}">
                  <a16:creationId xmlns:a16="http://schemas.microsoft.com/office/drawing/2014/main" id="{36D3468F-FDE6-4647-A39B-4AFA9EB4FA83}"/>
                </a:ext>
              </a:extLst>
            </p:cNvPr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5508000" y="2088000"/>
              <a:ext cx="72000" cy="14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05" name="直接箭头连接符 304">
              <a:extLst>
                <a:ext uri="{FF2B5EF4-FFF2-40B4-BE49-F238E27FC236}">
                  <a16:creationId xmlns:a16="http://schemas.microsoft.com/office/drawing/2014/main" id="{E68ABDDB-FBF3-4BA0-AA1E-77D880C0F278}"/>
                </a:ext>
              </a:extLst>
            </p:cNvPr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5436000" y="2304001"/>
              <a:ext cx="180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6" name="直接箭头连接符 305">
              <a:extLst>
                <a:ext uri="{FF2B5EF4-FFF2-40B4-BE49-F238E27FC236}">
                  <a16:creationId xmlns:a16="http://schemas.microsoft.com/office/drawing/2014/main" id="{39FBDE50-24EE-477B-BD25-4E51257DD519}"/>
                </a:ext>
              </a:extLst>
            </p:cNvPr>
            <p:cNvCxnSpPr>
              <a:cxnSpLocks/>
            </p:cNvCxnSpPr>
            <p:nvPr>
              <p:custDataLst>
                <p:tags r:id="rId93"/>
              </p:custDataLst>
            </p:nvPr>
          </p:nvCxnSpPr>
          <p:spPr bwMode="auto">
            <a:xfrm flipH="1" flipV="1">
              <a:off x="5616000" y="2304001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7" name="直接箭头连接符 306">
              <a:extLst>
                <a:ext uri="{FF2B5EF4-FFF2-40B4-BE49-F238E27FC236}">
                  <a16:creationId xmlns:a16="http://schemas.microsoft.com/office/drawing/2014/main" id="{CB377D30-28C2-4788-B2B4-943994E41269}"/>
                </a:ext>
              </a:extLst>
            </p:cNvPr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5760000" y="2304001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8" name="直接箭头连接符 307">
              <a:extLst>
                <a:ext uri="{FF2B5EF4-FFF2-40B4-BE49-F238E27FC236}">
                  <a16:creationId xmlns:a16="http://schemas.microsoft.com/office/drawing/2014/main" id="{909CBEB4-5966-434B-B28A-38FDF946C5D9}"/>
                </a:ext>
              </a:extLst>
            </p:cNvPr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5832152" y="2304001"/>
              <a:ext cx="72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9" name="直接箭头连接符 308">
              <a:extLst>
                <a:ext uri="{FF2B5EF4-FFF2-40B4-BE49-F238E27FC236}">
                  <a16:creationId xmlns:a16="http://schemas.microsoft.com/office/drawing/2014/main" id="{92C90703-9FAC-4BBA-90B8-042E0DFC7826}"/>
                </a:ext>
              </a:extLst>
            </p:cNvPr>
            <p:cNvCxnSpPr>
              <a:cxnSpLocks/>
            </p:cNvCxnSpPr>
            <p:nvPr>
              <p:custDataLst>
                <p:tags r:id="rId96"/>
              </p:custDataLst>
            </p:nvPr>
          </p:nvCxnSpPr>
          <p:spPr bwMode="auto">
            <a:xfrm flipH="1" flipV="1">
              <a:off x="5400000" y="1872001"/>
              <a:ext cx="7200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0" name="直接箭头连接符 309">
              <a:extLst>
                <a:ext uri="{FF2B5EF4-FFF2-40B4-BE49-F238E27FC236}">
                  <a16:creationId xmlns:a16="http://schemas.microsoft.com/office/drawing/2014/main" id="{93631930-0CD3-478C-AACF-6EF60967B112}"/>
                </a:ext>
              </a:extLst>
            </p:cNvPr>
            <p:cNvCxnSpPr/>
            <p:nvPr>
              <p:custDataLst>
                <p:tags r:id="rId97"/>
              </p:custDataLst>
            </p:nvPr>
          </p:nvCxnSpPr>
          <p:spPr bwMode="auto">
            <a:xfrm flipV="1">
              <a:off x="5472000" y="2016607"/>
              <a:ext cx="432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1" name="直接箭头连接符 310">
              <a:extLst>
                <a:ext uri="{FF2B5EF4-FFF2-40B4-BE49-F238E27FC236}">
                  <a16:creationId xmlns:a16="http://schemas.microsoft.com/office/drawing/2014/main" id="{4BCFD472-459D-4C35-8267-785EAA20AAC1}"/>
                </a:ext>
              </a:extLst>
            </p:cNvPr>
            <p:cNvCxnSpPr/>
            <p:nvPr>
              <p:custDataLst>
                <p:tags r:id="rId98"/>
              </p:custDataLst>
            </p:nvPr>
          </p:nvCxnSpPr>
          <p:spPr bwMode="auto">
            <a:xfrm flipV="1">
              <a:off x="5616000" y="2088001"/>
              <a:ext cx="288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2" name="直接箭头连接符 311">
              <a:extLst>
                <a:ext uri="{FF2B5EF4-FFF2-40B4-BE49-F238E27FC236}">
                  <a16:creationId xmlns:a16="http://schemas.microsoft.com/office/drawing/2014/main" id="{64547557-9CFB-44C2-B963-23908B52601F}"/>
                </a:ext>
              </a:extLst>
            </p:cNvPr>
            <p:cNvCxnSpPr/>
            <p:nvPr>
              <p:custDataLst>
                <p:tags r:id="rId99"/>
              </p:custDataLst>
            </p:nvPr>
          </p:nvCxnSpPr>
          <p:spPr bwMode="auto">
            <a:xfrm flipV="1">
              <a:off x="5436000" y="2232001"/>
              <a:ext cx="108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3" name="直接箭头连接符 312">
              <a:extLst>
                <a:ext uri="{FF2B5EF4-FFF2-40B4-BE49-F238E27FC236}">
                  <a16:creationId xmlns:a16="http://schemas.microsoft.com/office/drawing/2014/main" id="{A64AFB50-3F8A-4331-BBB2-FB58A0DC1427}"/>
                </a:ext>
              </a:extLst>
            </p:cNvPr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5544000" y="2089773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4" name="直接箭头连接符 313">
              <a:extLst>
                <a:ext uri="{FF2B5EF4-FFF2-40B4-BE49-F238E27FC236}">
                  <a16:creationId xmlns:a16="http://schemas.microsoft.com/office/drawing/2014/main" id="{05D7D606-CBF5-4B98-B20B-3D661AB604C4}"/>
                </a:ext>
              </a:extLst>
            </p:cNvPr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5040000" y="2304001"/>
              <a:ext cx="252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5" name="直接箭头连接符 314">
              <a:extLst>
                <a:ext uri="{FF2B5EF4-FFF2-40B4-BE49-F238E27FC236}">
                  <a16:creationId xmlns:a16="http://schemas.microsoft.com/office/drawing/2014/main" id="{4302C63C-D89E-4686-8BBC-4309321393B5}"/>
                </a:ext>
              </a:extLst>
            </p:cNvPr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5292000" y="2304001"/>
              <a:ext cx="144000" cy="0"/>
            </a:xfrm>
            <a:prstGeom prst="straightConnector1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16DABDDE-21FC-44E5-AD6D-E047178F6F70}"/>
                </a:ext>
              </a:extLst>
            </p:cNvPr>
            <p:cNvCxnSpPr/>
            <p:nvPr>
              <p:custDataLst>
                <p:tags r:id="rId103"/>
              </p:custDataLst>
            </p:nvPr>
          </p:nvCxnSpPr>
          <p:spPr bwMode="auto">
            <a:xfrm flipH="1">
              <a:off x="5580000" y="1872000"/>
              <a:ext cx="0" cy="432000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rgbClr val="0070C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7" name="直接连接符 316">
              <a:extLst>
                <a:ext uri="{FF2B5EF4-FFF2-40B4-BE49-F238E27FC236}">
                  <a16:creationId xmlns:a16="http://schemas.microsoft.com/office/drawing/2014/main" id="{B10CAE64-5272-43F9-9132-20740E6728E1}"/>
                </a:ext>
              </a:extLst>
            </p:cNvPr>
            <p:cNvCxnSpPr/>
            <p:nvPr>
              <p:custDataLst>
                <p:tags r:id="rId104"/>
              </p:custDataLst>
            </p:nvPr>
          </p:nvCxnSpPr>
          <p:spPr bwMode="auto">
            <a:xfrm flipH="1">
              <a:off x="5435207" y="1872001"/>
              <a:ext cx="0" cy="576000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rgbClr val="0070C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8" name="直接箭头连接符 317">
              <a:extLst>
                <a:ext uri="{FF2B5EF4-FFF2-40B4-BE49-F238E27FC236}">
                  <a16:creationId xmlns:a16="http://schemas.microsoft.com/office/drawing/2014/main" id="{86284F68-3D04-46D9-9908-8CE5606EB7D6}"/>
                </a:ext>
              </a:extLst>
            </p:cNvPr>
            <p:cNvCxnSpPr/>
            <p:nvPr>
              <p:custDataLst>
                <p:tags r:id="rId105"/>
              </p:custDataLst>
            </p:nvPr>
          </p:nvCxnSpPr>
          <p:spPr bwMode="auto">
            <a:xfrm flipV="1">
              <a:off x="5688000" y="2448001"/>
              <a:ext cx="72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3235810A-4DEC-4925-8F32-8047989D5A0B}"/>
                </a:ext>
              </a:extLst>
            </p:cNvPr>
            <p:cNvCxnSpPr/>
            <p:nvPr>
              <p:custDataLst>
                <p:tags r:id="rId106"/>
              </p:custDataLst>
            </p:nvPr>
          </p:nvCxnSpPr>
          <p:spPr bwMode="auto">
            <a:xfrm flipH="1">
              <a:off x="4356000" y="1872001"/>
              <a:ext cx="0" cy="576000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rgbClr val="0070C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0" name="直接箭头连接符 319">
              <a:extLst>
                <a:ext uri="{FF2B5EF4-FFF2-40B4-BE49-F238E27FC236}">
                  <a16:creationId xmlns:a16="http://schemas.microsoft.com/office/drawing/2014/main" id="{851DF07B-0944-46E0-9C16-0B6A0772436F}"/>
                </a:ext>
              </a:extLst>
            </p:cNvPr>
            <p:cNvCxnSpPr/>
            <p:nvPr>
              <p:custDataLst>
                <p:tags r:id="rId107"/>
              </p:custDataLst>
            </p:nvPr>
          </p:nvCxnSpPr>
          <p:spPr bwMode="auto">
            <a:xfrm flipV="1">
              <a:off x="4608000" y="2304001"/>
              <a:ext cx="144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1" name="直接箭头连接符 320">
              <a:extLst>
                <a:ext uri="{FF2B5EF4-FFF2-40B4-BE49-F238E27FC236}">
                  <a16:creationId xmlns:a16="http://schemas.microsoft.com/office/drawing/2014/main" id="{CE1F7CCE-327E-422E-80B4-E74E2DB38629}"/>
                </a:ext>
              </a:extLst>
            </p:cNvPr>
            <p:cNvCxnSpPr>
              <a:cxnSpLocks/>
            </p:cNvCxnSpPr>
            <p:nvPr>
              <p:custDataLst>
                <p:tags r:id="rId108"/>
              </p:custDataLst>
            </p:nvPr>
          </p:nvCxnSpPr>
          <p:spPr bwMode="auto">
            <a:xfrm flipH="1" flipV="1">
              <a:off x="4104000" y="2304000"/>
              <a:ext cx="72000" cy="144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335" name="AutoShape 338">
            <a:extLst>
              <a:ext uri="{FF2B5EF4-FFF2-40B4-BE49-F238E27FC236}">
                <a16:creationId xmlns:a16="http://schemas.microsoft.com/office/drawing/2014/main" id="{B4806963-7099-4523-B376-F2108E049D3A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264384" y="2852936"/>
            <a:ext cx="936000" cy="252000"/>
          </a:xfrm>
          <a:prstGeom prst="borderCallout2">
            <a:avLst>
              <a:gd name="adj1" fmla="val 51457"/>
              <a:gd name="adj2" fmla="val -412"/>
              <a:gd name="adj3" fmla="val 51424"/>
              <a:gd name="adj4" fmla="val -12624"/>
              <a:gd name="adj5" fmla="val -69853"/>
              <a:gd name="adj6" fmla="val -9370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传播延迟</a:t>
            </a:r>
          </a:p>
        </p:txBody>
      </p:sp>
      <p:sp>
        <p:nvSpPr>
          <p:cNvPr id="336" name="AutoShape 338">
            <a:extLst>
              <a:ext uri="{FF2B5EF4-FFF2-40B4-BE49-F238E27FC236}">
                <a16:creationId xmlns:a16="http://schemas.microsoft.com/office/drawing/2014/main" id="{B28C1BF3-76AC-4034-92BD-1CA42079465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6228184" y="2492896"/>
            <a:ext cx="1728000" cy="252000"/>
          </a:xfrm>
          <a:prstGeom prst="borderCallout2">
            <a:avLst>
              <a:gd name="adj1" fmla="val 51457"/>
              <a:gd name="adj2" fmla="val -412"/>
              <a:gd name="adj3" fmla="val 49568"/>
              <a:gd name="adj4" fmla="val -9416"/>
              <a:gd name="adj5" fmla="val -17517"/>
              <a:gd name="adj6" fmla="val -4755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门延迟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传输延迟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" grpId="0" bldLvl="0" animBg="1"/>
      <p:bldP spid="33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ECBABDC-BB53-43FC-8D7E-957322EE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15</a:t>
            </a:fld>
            <a:endParaRPr lang="en-US" altLang="zh-CN"/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9914CBE7-0CBB-42F4-AB5A-58C739ED9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69" y="332656"/>
            <a:ext cx="7703693" cy="37659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电路延迟分析</a:t>
            </a:r>
            <a:r>
              <a:rPr lang="zh-CN" altLang="zh-CN" sz="2200" b="1" dirty="0">
                <a:solidFill>
                  <a:srgbClr val="C00000"/>
                </a:solidFill>
                <a:latin typeface="+mn-ea"/>
                <a:sym typeface="+mn-ea"/>
              </a:rPr>
              <a:t>：</a:t>
            </a:r>
          </a:p>
          <a:p>
            <a:pPr marL="2250440" indent="-225044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延迟的内涵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2250440" indent="-2250440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250440" indent="-2250440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电路延迟的特征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2250440" indent="-225044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250440" indent="-225044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电路延迟的计量：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2250440" indent="-225044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250440" indent="-225044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电路延迟的分析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328FEDD8-FBB2-4EBC-B2AD-4D84C5FD7D4C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51781" y="764704"/>
            <a:ext cx="7812707" cy="34026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 指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入端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变化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到</a:t>
            </a:r>
            <a:r>
              <a:rPr lang="zh-CN" altLang="zh-CN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出端</a:t>
            </a:r>
            <a:r>
              <a:rPr lang="zh-CN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稳定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的时长，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 常＝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max(</a:t>
            </a:r>
            <a:r>
              <a:rPr lang="en-US" altLang="zh-CN" sz="2200" b="1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pHL</a:t>
            </a:r>
            <a:r>
              <a:rPr lang="en-US" altLang="zh-CN" sz="2200" b="1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,t</a:t>
            </a:r>
            <a:r>
              <a:rPr lang="en-US" altLang="zh-CN" sz="2200" b="1" baseline="-25000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pLH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有传输延迟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最大延迟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、最小延迟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种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800"/>
              </a:spcBef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均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传输延迟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表示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     基于关键路径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最长路径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、最短路径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7BB869A-A5CA-4BB7-AA74-C6CF532B4149}"/>
              </a:ext>
            </a:extLst>
          </p:cNvPr>
          <p:cNvGrpSpPr/>
          <p:nvPr/>
        </p:nvGrpSpPr>
        <p:grpSpPr>
          <a:xfrm>
            <a:off x="6427534" y="836712"/>
            <a:ext cx="2680970" cy="703580"/>
            <a:chOff x="9298" y="3969"/>
            <a:chExt cx="4222" cy="1108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F21E1F60-E7E1-46C3-89ED-A3640C5F4EE3}"/>
                </a:ext>
              </a:extLst>
            </p:cNvPr>
            <p:cNvCxnSpPr/>
            <p:nvPr>
              <p:custDataLst>
                <p:tags r:id="rId155"/>
              </p:custDataLst>
            </p:nvPr>
          </p:nvCxnSpPr>
          <p:spPr bwMode="auto">
            <a:xfrm flipV="1">
              <a:off x="9751" y="4424"/>
              <a:ext cx="22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F2719B24-7443-40D8-90FC-1FB36B546EDC}"/>
                </a:ext>
              </a:extLst>
            </p:cNvPr>
            <p:cNvCxnSpPr/>
            <p:nvPr>
              <p:custDataLst>
                <p:tags r:id="rId156"/>
              </p:custDataLst>
            </p:nvPr>
          </p:nvCxnSpPr>
          <p:spPr bwMode="auto">
            <a:xfrm flipV="1">
              <a:off x="10434" y="3970"/>
              <a:ext cx="124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84707163-B86A-468C-9050-5F4AB2836985}"/>
                </a:ext>
              </a:extLst>
            </p:cNvPr>
            <p:cNvCxnSpPr/>
            <p:nvPr>
              <p:custDataLst>
                <p:tags r:id="rId157"/>
              </p:custDataLst>
            </p:nvPr>
          </p:nvCxnSpPr>
          <p:spPr bwMode="auto">
            <a:xfrm flipH="1">
              <a:off x="9980" y="3970"/>
              <a:ext cx="454" cy="4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88CE99A0-3456-4842-8A6C-F9C6579856C8}"/>
                </a:ext>
              </a:extLst>
            </p:cNvPr>
            <p:cNvCxnSpPr/>
            <p:nvPr>
              <p:custDataLst>
                <p:tags r:id="rId158"/>
              </p:custDataLst>
            </p:nvPr>
          </p:nvCxnSpPr>
          <p:spPr bwMode="auto">
            <a:xfrm flipV="1">
              <a:off x="9751" y="4593"/>
              <a:ext cx="113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7C0DEDBC-D4F5-4DF1-853B-A57929D8237E}"/>
                </a:ext>
              </a:extLst>
            </p:cNvPr>
            <p:cNvCxnSpPr/>
            <p:nvPr>
              <p:custDataLst>
                <p:tags r:id="rId159"/>
              </p:custDataLst>
            </p:nvPr>
          </p:nvCxnSpPr>
          <p:spPr bwMode="auto">
            <a:xfrm flipV="1">
              <a:off x="11340" y="5046"/>
              <a:ext cx="124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002C4693-AE57-451D-B5C3-5716BC07C595}"/>
                </a:ext>
              </a:extLst>
            </p:cNvPr>
            <p:cNvCxnSpPr/>
            <p:nvPr>
              <p:custDataLst>
                <p:tags r:id="rId160"/>
              </p:custDataLst>
            </p:nvPr>
          </p:nvCxnSpPr>
          <p:spPr bwMode="auto">
            <a:xfrm>
              <a:off x="10886" y="4592"/>
              <a:ext cx="454" cy="4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Text Box 191">
              <a:extLst>
                <a:ext uri="{FF2B5EF4-FFF2-40B4-BE49-F238E27FC236}">
                  <a16:creationId xmlns:a16="http://schemas.microsoft.com/office/drawing/2014/main" id="{7098C40A-76E0-46F0-A00B-1E9A90BA5F39}"/>
                </a:ext>
              </a:extLst>
            </p:cNvPr>
            <p:cNvSpPr txBox="1">
              <a:spLocks noChangeArrowheads="1"/>
            </p:cNvSpPr>
            <p:nvPr>
              <p:custDataLst>
                <p:tags r:id="rId161"/>
              </p:custDataLst>
            </p:nvPr>
          </p:nvSpPr>
          <p:spPr bwMode="auto">
            <a:xfrm>
              <a:off x="10375" y="4082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pHL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97295DA-1F8F-4DF5-87EB-DAF2ADB34F2B}"/>
                </a:ext>
              </a:extLst>
            </p:cNvPr>
            <p:cNvCxnSpPr/>
            <p:nvPr>
              <p:custDataLst>
                <p:tags r:id="rId162"/>
              </p:custDataLst>
            </p:nvPr>
          </p:nvCxnSpPr>
          <p:spPr bwMode="auto">
            <a:xfrm flipH="1">
              <a:off x="11113" y="4195"/>
              <a:ext cx="0" cy="8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ABBD773-328D-42FE-A19A-C5AB583E6E20}"/>
                </a:ext>
              </a:extLst>
            </p:cNvPr>
            <p:cNvCxnSpPr/>
            <p:nvPr>
              <p:custDataLst>
                <p:tags r:id="rId163"/>
              </p:custDataLst>
            </p:nvPr>
          </p:nvCxnSpPr>
          <p:spPr bwMode="auto">
            <a:xfrm flipH="1">
              <a:off x="10207" y="4139"/>
              <a:ext cx="0" cy="90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2DA4508-C923-43F5-AB63-F2AE87AC9F4A}"/>
                </a:ext>
              </a:extLst>
            </p:cNvPr>
            <p:cNvCxnSpPr/>
            <p:nvPr>
              <p:custDataLst>
                <p:tags r:id="rId164"/>
              </p:custDataLst>
            </p:nvPr>
          </p:nvCxnSpPr>
          <p:spPr bwMode="auto">
            <a:xfrm flipV="1">
              <a:off x="10094" y="4195"/>
              <a:ext cx="23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Text Box 191">
              <a:extLst>
                <a:ext uri="{FF2B5EF4-FFF2-40B4-BE49-F238E27FC236}">
                  <a16:creationId xmlns:a16="http://schemas.microsoft.com/office/drawing/2014/main" id="{606CA1BE-C768-4327-B807-D835C564ED4D}"/>
                </a:ext>
              </a:extLst>
            </p:cNvPr>
            <p:cNvSpPr txBox="1">
              <a:spLocks noChangeArrowheads="1"/>
            </p:cNvSpPr>
            <p:nvPr>
              <p:custDataLst>
                <p:tags r:id="rId165"/>
              </p:custDataLst>
            </p:nvPr>
          </p:nvSpPr>
          <p:spPr bwMode="auto">
            <a:xfrm>
              <a:off x="9298" y="4026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4B3E287-92E2-4D10-8830-FCB608919422}"/>
                </a:ext>
              </a:extLst>
            </p:cNvPr>
            <p:cNvCxnSpPr/>
            <p:nvPr>
              <p:custDataLst>
                <p:tags r:id="rId166"/>
              </p:custDataLst>
            </p:nvPr>
          </p:nvCxnSpPr>
          <p:spPr bwMode="auto">
            <a:xfrm flipV="1">
              <a:off x="11000" y="4819"/>
              <a:ext cx="23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8000EF9-4B37-422E-A08B-6393352CEB81}"/>
                </a:ext>
              </a:extLst>
            </p:cNvPr>
            <p:cNvCxnSpPr/>
            <p:nvPr>
              <p:custDataLst>
                <p:tags r:id="rId167"/>
              </p:custDataLst>
            </p:nvPr>
          </p:nvCxnSpPr>
          <p:spPr bwMode="auto">
            <a:xfrm flipV="1">
              <a:off x="10207" y="4479"/>
              <a:ext cx="90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19" name="Text Box 191">
              <a:extLst>
                <a:ext uri="{FF2B5EF4-FFF2-40B4-BE49-F238E27FC236}">
                  <a16:creationId xmlns:a16="http://schemas.microsoft.com/office/drawing/2014/main" id="{0ED02EAF-4FEB-40A0-B416-5E9966E03EDA}"/>
                </a:ext>
              </a:extLst>
            </p:cNvPr>
            <p:cNvSpPr txBox="1">
              <a:spLocks noChangeArrowheads="1"/>
            </p:cNvSpPr>
            <p:nvPr>
              <p:custDataLst>
                <p:tags r:id="rId168"/>
              </p:custDataLst>
            </p:nvPr>
          </p:nvSpPr>
          <p:spPr bwMode="auto">
            <a:xfrm>
              <a:off x="12076" y="4030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50%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9625B8EA-A8EC-4393-A92B-ACFEA7AA07A0}"/>
                </a:ext>
              </a:extLst>
            </p:cNvPr>
            <p:cNvCxnSpPr/>
            <p:nvPr>
              <p:custDataLst>
                <p:tags r:id="rId169"/>
              </p:custDataLst>
            </p:nvPr>
          </p:nvCxnSpPr>
          <p:spPr bwMode="auto">
            <a:xfrm flipV="1">
              <a:off x="12132" y="4422"/>
              <a:ext cx="136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3A4060C-9009-4036-A4E2-FE4B60F0DD07}"/>
                </a:ext>
              </a:extLst>
            </p:cNvPr>
            <p:cNvCxnSpPr/>
            <p:nvPr>
              <p:custDataLst>
                <p:tags r:id="rId170"/>
              </p:custDataLst>
            </p:nvPr>
          </p:nvCxnSpPr>
          <p:spPr bwMode="auto">
            <a:xfrm>
              <a:off x="11679" y="3969"/>
              <a:ext cx="454" cy="4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4DE60048-3599-47AF-8CAF-9B056BDCF586}"/>
                </a:ext>
              </a:extLst>
            </p:cNvPr>
            <p:cNvCxnSpPr/>
            <p:nvPr>
              <p:custDataLst>
                <p:tags r:id="rId171"/>
              </p:custDataLst>
            </p:nvPr>
          </p:nvCxnSpPr>
          <p:spPr bwMode="auto">
            <a:xfrm flipH="1">
              <a:off x="12585" y="4592"/>
              <a:ext cx="454" cy="4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2094B4E-4329-4ED6-B804-1C5E29E61FEB}"/>
                </a:ext>
              </a:extLst>
            </p:cNvPr>
            <p:cNvCxnSpPr/>
            <p:nvPr>
              <p:custDataLst>
                <p:tags r:id="rId172"/>
              </p:custDataLst>
            </p:nvPr>
          </p:nvCxnSpPr>
          <p:spPr bwMode="auto">
            <a:xfrm flipV="1">
              <a:off x="13038" y="4592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Text Box 191">
              <a:extLst>
                <a:ext uri="{FF2B5EF4-FFF2-40B4-BE49-F238E27FC236}">
                  <a16:creationId xmlns:a16="http://schemas.microsoft.com/office/drawing/2014/main" id="{04BBCD72-93A3-4353-B40B-CD7A2CEC5837}"/>
                </a:ext>
              </a:extLst>
            </p:cNvPr>
            <p:cNvSpPr txBox="1">
              <a:spLocks noChangeArrowheads="1"/>
            </p:cNvSpPr>
            <p:nvPr>
              <p:custDataLst>
                <p:tags r:id="rId173"/>
              </p:custDataLst>
            </p:nvPr>
          </p:nvSpPr>
          <p:spPr bwMode="auto">
            <a:xfrm>
              <a:off x="12019" y="4535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pLH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21FAEC2-E3EC-4740-95E5-3EF46294FAC2}"/>
                </a:ext>
              </a:extLst>
            </p:cNvPr>
            <p:cNvCxnSpPr/>
            <p:nvPr>
              <p:custDataLst>
                <p:tags r:id="rId174"/>
              </p:custDataLst>
            </p:nvPr>
          </p:nvCxnSpPr>
          <p:spPr bwMode="auto">
            <a:xfrm flipH="1">
              <a:off x="12812" y="4535"/>
              <a:ext cx="0" cy="51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7E097F85-E8BB-427E-8662-5DA0339CA163}"/>
                </a:ext>
              </a:extLst>
            </p:cNvPr>
            <p:cNvCxnSpPr/>
            <p:nvPr>
              <p:custDataLst>
                <p:tags r:id="rId175"/>
              </p:custDataLst>
            </p:nvPr>
          </p:nvCxnSpPr>
          <p:spPr bwMode="auto">
            <a:xfrm flipH="1">
              <a:off x="11906" y="4113"/>
              <a:ext cx="0" cy="96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E3269229-EBC7-47A2-AC19-76008C9AED21}"/>
                </a:ext>
              </a:extLst>
            </p:cNvPr>
            <p:cNvCxnSpPr/>
            <p:nvPr>
              <p:custDataLst>
                <p:tags r:id="rId176"/>
              </p:custDataLst>
            </p:nvPr>
          </p:nvCxnSpPr>
          <p:spPr bwMode="auto">
            <a:xfrm flipV="1">
              <a:off x="11792" y="4195"/>
              <a:ext cx="23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713DBA7-C388-4355-9B0B-54176C06827C}"/>
                </a:ext>
              </a:extLst>
            </p:cNvPr>
            <p:cNvCxnSpPr/>
            <p:nvPr>
              <p:custDataLst>
                <p:tags r:id="rId177"/>
              </p:custDataLst>
            </p:nvPr>
          </p:nvCxnSpPr>
          <p:spPr bwMode="auto">
            <a:xfrm flipV="1">
              <a:off x="12698" y="4819"/>
              <a:ext cx="23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65A69C4-9575-40BD-B6D1-C1F6580313D8}"/>
                </a:ext>
              </a:extLst>
            </p:cNvPr>
            <p:cNvCxnSpPr/>
            <p:nvPr>
              <p:custDataLst>
                <p:tags r:id="rId178"/>
              </p:custDataLst>
            </p:nvPr>
          </p:nvCxnSpPr>
          <p:spPr bwMode="auto">
            <a:xfrm flipV="1">
              <a:off x="11906" y="4594"/>
              <a:ext cx="90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30" name="Text Box 191">
              <a:extLst>
                <a:ext uri="{FF2B5EF4-FFF2-40B4-BE49-F238E27FC236}">
                  <a16:creationId xmlns:a16="http://schemas.microsoft.com/office/drawing/2014/main" id="{DB792213-6B02-4420-932A-84203302984F}"/>
                </a:ext>
              </a:extLst>
            </p:cNvPr>
            <p:cNvSpPr txBox="1">
              <a:spLocks noChangeArrowheads="1"/>
            </p:cNvSpPr>
            <p:nvPr>
              <p:custDataLst>
                <p:tags r:id="rId179"/>
              </p:custDataLst>
            </p:nvPr>
          </p:nvSpPr>
          <p:spPr bwMode="auto">
            <a:xfrm>
              <a:off x="12954" y="4682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50%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" name="Text Box 191">
              <a:extLst>
                <a:ext uri="{FF2B5EF4-FFF2-40B4-BE49-F238E27FC236}">
                  <a16:creationId xmlns:a16="http://schemas.microsoft.com/office/drawing/2014/main" id="{310477C4-6A1E-4753-9999-72525E29CA02}"/>
                </a:ext>
              </a:extLst>
            </p:cNvPr>
            <p:cNvSpPr txBox="1">
              <a:spLocks noChangeArrowheads="1"/>
            </p:cNvSpPr>
            <p:nvPr>
              <p:custDataLst>
                <p:tags r:id="rId180"/>
              </p:custDataLst>
            </p:nvPr>
          </p:nvSpPr>
          <p:spPr bwMode="auto">
            <a:xfrm>
              <a:off x="9298" y="4649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</p:grpSp>
      <p:sp>
        <p:nvSpPr>
          <p:cNvPr id="32" name="Text Box 4">
            <a:extLst>
              <a:ext uri="{FF2B5EF4-FFF2-40B4-BE49-F238E27FC236}">
                <a16:creationId xmlns:a16="http://schemas.microsoft.com/office/drawing/2014/main" id="{77F49050-F97F-4B47-9119-EACABE44D5E0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12240" y="2132856"/>
            <a:ext cx="5220000" cy="54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36195" tIns="10795" rIns="36195" bIns="10795" anchor="t" anchorCtr="0">
            <a:noAutofit/>
          </a:bodyPr>
          <a:lstStyle/>
          <a:p>
            <a:pPr marL="448310" indent="-44831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最大时延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入端开始变化到</a:t>
            </a:r>
            <a:r>
              <a:rPr lang="zh-CN" sz="16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所有出端</a:t>
            </a:r>
            <a:r>
              <a:rPr lang="zh-CN" sz="16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信号稳定</a:t>
            </a:r>
            <a:r>
              <a:rPr 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的最长时间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48310" indent="-44831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最小时延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入端开始变化到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某一出端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信号改变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的最短时间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7" name="Text Box 6">
            <a:extLst>
              <a:ext uri="{FF2B5EF4-FFF2-40B4-BE49-F238E27FC236}">
                <a16:creationId xmlns:a16="http://schemas.microsoft.com/office/drawing/2014/main" id="{4D03E6A2-B0EE-448A-A611-65194C9A762B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61383" y="4005064"/>
            <a:ext cx="8047121" cy="72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490855" indent="-490855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若逻辑</a:t>
            </a:r>
            <a:r>
              <a:rPr lang="zh-CN" altLang="zh-CN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门延迟</a:t>
            </a:r>
            <a:r>
              <a:rPr lang="zh-CN" altLang="en-US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均</a:t>
            </a:r>
            <a:r>
              <a:rPr lang="zh-CN" altLang="zh-CN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en-US" altLang="zh-CN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90ps</a:t>
            </a:r>
            <a:r>
              <a:rPr lang="zh-CN" altLang="zh-CN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，计算</a:t>
            </a:r>
            <a:r>
              <a:rPr lang="zh-CN" altLang="en-US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上</a:t>
            </a:r>
            <a:r>
              <a:rPr lang="zh-CN" altLang="zh-CN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图</a:t>
            </a:r>
            <a:r>
              <a:rPr lang="zh-CN" altLang="en-US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电路</a:t>
            </a:r>
            <a:r>
              <a:rPr lang="zh-CN" altLang="zh-CN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的传输延迟和最小延迟</a:t>
            </a:r>
            <a:r>
              <a:rPr lang="zh-CN" altLang="en-US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zh-CN" sz="18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90855" indent="-490855" eaLnBrk="1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zh-CN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解：关键路径有</a:t>
            </a:r>
            <a:r>
              <a:rPr lang="en-US" altLang="zh-CN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条，最短路径有</a:t>
            </a:r>
            <a:r>
              <a:rPr lang="en-US" altLang="zh-CN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条；传输延迟＝</a:t>
            </a:r>
            <a:r>
              <a:rPr lang="en-US" altLang="zh-CN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90ps*3</a:t>
            </a:r>
            <a:r>
              <a:rPr lang="zh-CN" altLang="en-US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，最小延迟＝</a:t>
            </a:r>
            <a:r>
              <a:rPr lang="en-US" altLang="zh-CN" sz="18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90ps*1</a:t>
            </a:r>
            <a:endParaRPr lang="zh-CN" altLang="en-US" sz="1800" b="1" kern="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3BCAB42F-CE87-44DA-89BE-38DC799AFA6D}"/>
              </a:ext>
            </a:extLst>
          </p:cNvPr>
          <p:cNvGrpSpPr/>
          <p:nvPr/>
        </p:nvGrpSpPr>
        <p:grpSpPr>
          <a:xfrm>
            <a:off x="4644008" y="2852936"/>
            <a:ext cx="2124075" cy="576000"/>
            <a:chOff x="3528000" y="3240000"/>
            <a:chExt cx="2124075" cy="576000"/>
          </a:xfrm>
        </p:grpSpPr>
        <p:sp>
          <p:nvSpPr>
            <p:cNvPr id="110" name="Text Box 36">
              <a:extLst>
                <a:ext uri="{FF2B5EF4-FFF2-40B4-BE49-F238E27FC236}">
                  <a16:creationId xmlns:a16="http://schemas.microsoft.com/office/drawing/2014/main" id="{6915E14B-EB7C-4AC0-9353-1AFE0CC20D56}"/>
                </a:ext>
              </a:extLst>
            </p:cNvPr>
            <p:cNvSpPr txBox="1"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3743900" y="3240000"/>
              <a:ext cx="1583690" cy="57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1" name="Text Box 191">
              <a:extLst>
                <a:ext uri="{FF2B5EF4-FFF2-40B4-BE49-F238E27FC236}">
                  <a16:creationId xmlns:a16="http://schemas.microsoft.com/office/drawing/2014/main" id="{F2ADB85C-B1AC-446B-B038-C1DC5958C19F}"/>
                </a:ext>
              </a:extLst>
            </p:cNvPr>
            <p:cNvSpPr txBox="1">
              <a:spLocks noChangeArrowheads="1"/>
            </p:cNvSpPr>
            <p:nvPr>
              <p:custDataLst>
                <p:tags r:id="rId138"/>
              </p:custDataLst>
            </p:nvPr>
          </p:nvSpPr>
          <p:spPr bwMode="auto">
            <a:xfrm>
              <a:off x="3528000" y="3636000"/>
              <a:ext cx="144145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2" name="Text Box 191">
              <a:extLst>
                <a:ext uri="{FF2B5EF4-FFF2-40B4-BE49-F238E27FC236}">
                  <a16:creationId xmlns:a16="http://schemas.microsoft.com/office/drawing/2014/main" id="{026C371A-A59E-4539-B893-8449F7BD297E}"/>
                </a:ext>
              </a:extLst>
            </p:cNvPr>
            <p:cNvSpPr txBox="1">
              <a:spLocks noChangeArrowheads="1"/>
            </p:cNvSpPr>
            <p:nvPr>
              <p:custDataLst>
                <p:tags r:id="rId139"/>
              </p:custDataLst>
            </p:nvPr>
          </p:nvSpPr>
          <p:spPr bwMode="auto">
            <a:xfrm>
              <a:off x="5399980" y="3564000"/>
              <a:ext cx="252095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F2</a:t>
              </a:r>
            </a:p>
          </p:txBody>
        </p: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F5761600-51D7-425F-8C7E-4D2D72CE2C92}"/>
                </a:ext>
              </a:extLst>
            </p:cNvPr>
            <p:cNvCxnSpPr/>
            <p:nvPr>
              <p:custDataLst>
                <p:tags r:id="rId140"/>
              </p:custDataLst>
            </p:nvPr>
          </p:nvCxnSpPr>
          <p:spPr bwMode="auto">
            <a:xfrm flipV="1">
              <a:off x="3670875" y="3347755"/>
              <a:ext cx="86423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4" name="Text Box 36">
              <a:extLst>
                <a:ext uri="{FF2B5EF4-FFF2-40B4-BE49-F238E27FC236}">
                  <a16:creationId xmlns:a16="http://schemas.microsoft.com/office/drawing/2014/main" id="{3012F5B3-686B-4A63-8488-1F7F4D932DDC}"/>
                </a:ext>
              </a:extLst>
            </p:cNvPr>
            <p:cNvSpPr txBox="1">
              <a:spLocks noChangeArrowheads="1"/>
            </p:cNvSpPr>
            <p:nvPr>
              <p:custDataLst>
                <p:tags r:id="rId141"/>
              </p:custDataLst>
            </p:nvPr>
          </p:nvSpPr>
          <p:spPr bwMode="auto">
            <a:xfrm>
              <a:off x="4534475" y="3276000"/>
              <a:ext cx="288290" cy="36004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9DF0B508-E271-417D-9C49-6F6452CACA6B}"/>
                </a:ext>
              </a:extLst>
            </p:cNvPr>
            <p:cNvCxnSpPr/>
            <p:nvPr>
              <p:custDataLst>
                <p:tags r:id="rId142"/>
              </p:custDataLst>
            </p:nvPr>
          </p:nvCxnSpPr>
          <p:spPr bwMode="auto">
            <a:xfrm flipV="1">
              <a:off x="4822130" y="3455705"/>
              <a:ext cx="5759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954A33E4-2D00-4C2B-A0FE-AA366B225CFC}"/>
                </a:ext>
              </a:extLst>
            </p:cNvPr>
            <p:cNvCxnSpPr/>
            <p:nvPr>
              <p:custDataLst>
                <p:tags r:id="rId143"/>
              </p:custDataLst>
            </p:nvPr>
          </p:nvCxnSpPr>
          <p:spPr bwMode="auto">
            <a:xfrm>
              <a:off x="3815020" y="3347755"/>
              <a:ext cx="0" cy="17970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F027279C-2661-4864-AF06-530C1A48B162}"/>
                </a:ext>
              </a:extLst>
            </p:cNvPr>
            <p:cNvGrpSpPr/>
            <p:nvPr/>
          </p:nvGrpSpPr>
          <p:grpSpPr>
            <a:xfrm>
              <a:off x="3815020" y="3419510"/>
              <a:ext cx="720725" cy="215900"/>
              <a:chOff x="8730" y="4237"/>
              <a:chExt cx="1135" cy="340"/>
            </a:xfrm>
          </p:grpSpPr>
          <p:sp>
            <p:nvSpPr>
              <p:cNvPr id="126" name="Text Box 36">
                <a:extLst>
                  <a:ext uri="{FF2B5EF4-FFF2-40B4-BE49-F238E27FC236}">
                    <a16:creationId xmlns:a16="http://schemas.microsoft.com/office/drawing/2014/main" id="{1AC548E1-C68D-4545-B224-91F2850E535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8957" y="4237"/>
                <a:ext cx="340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127" name="直接箭头连接符 126">
                <a:extLst>
                  <a:ext uri="{FF2B5EF4-FFF2-40B4-BE49-F238E27FC236}">
                    <a16:creationId xmlns:a16="http://schemas.microsoft.com/office/drawing/2014/main" id="{5C600851-14FD-421B-AA6F-DD493C9A5D43}"/>
                  </a:ext>
                </a:extLst>
              </p:cNvPr>
              <p:cNvCxnSpPr/>
              <p:nvPr>
                <p:custDataLst>
                  <p:tags r:id="rId152"/>
                </p:custDataLst>
              </p:nvPr>
            </p:nvCxnSpPr>
            <p:spPr bwMode="auto">
              <a:xfrm flipV="1">
                <a:off x="9411" y="4422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28" name="直接箭头连接符 127">
                <a:extLst>
                  <a:ext uri="{FF2B5EF4-FFF2-40B4-BE49-F238E27FC236}">
                    <a16:creationId xmlns:a16="http://schemas.microsoft.com/office/drawing/2014/main" id="{FBCAA466-0896-40A7-8A83-4A1B5185D598}"/>
                  </a:ext>
                </a:extLst>
              </p:cNvPr>
              <p:cNvCxnSpPr/>
              <p:nvPr>
                <p:custDataLst>
                  <p:tags r:id="rId153"/>
                </p:custDataLst>
              </p:nvPr>
            </p:nvCxnSpPr>
            <p:spPr bwMode="auto">
              <a:xfrm flipV="1">
                <a:off x="8730" y="440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8A9439BD-4F24-4964-828B-79FCA66C67BD}"/>
                  </a:ext>
                </a:extLst>
              </p:cNvPr>
              <p:cNvSpPr/>
              <p:nvPr>
                <p:custDataLst>
                  <p:tags r:id="rId154"/>
                </p:custDataLst>
              </p:nvPr>
            </p:nvSpPr>
            <p:spPr>
              <a:xfrm>
                <a:off x="9298" y="4365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9" name="Text Box 36">
              <a:extLst>
                <a:ext uri="{FF2B5EF4-FFF2-40B4-BE49-F238E27FC236}">
                  <a16:creationId xmlns:a16="http://schemas.microsoft.com/office/drawing/2014/main" id="{23C630D3-162C-448D-91AE-6432DEAAC3B8}"/>
                </a:ext>
              </a:extLst>
            </p:cNvPr>
            <p:cNvSpPr txBox="1">
              <a:spLocks noChangeArrowheads="1"/>
            </p:cNvSpPr>
            <p:nvPr>
              <p:custDataLst>
                <p:tags r:id="rId144"/>
              </p:custDataLst>
            </p:nvPr>
          </p:nvSpPr>
          <p:spPr bwMode="auto">
            <a:xfrm>
              <a:off x="5039935" y="3564000"/>
              <a:ext cx="2159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6924E461-1379-4A0F-9375-CB3F274EFF77}"/>
                </a:ext>
              </a:extLst>
            </p:cNvPr>
            <p:cNvCxnSpPr>
              <a:cxnSpLocks/>
            </p:cNvCxnSpPr>
            <p:nvPr>
              <p:custDataLst>
                <p:tags r:id="rId145"/>
              </p:custDataLst>
            </p:nvPr>
          </p:nvCxnSpPr>
          <p:spPr bwMode="auto">
            <a:xfrm>
              <a:off x="4931985" y="3456000"/>
              <a:ext cx="55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CB74F535-031F-47D2-8E7C-5C50501245C5}"/>
                </a:ext>
              </a:extLst>
            </p:cNvPr>
            <p:cNvCxnSpPr/>
            <p:nvPr>
              <p:custDataLst>
                <p:tags r:id="rId146"/>
              </p:custDataLst>
            </p:nvPr>
          </p:nvCxnSpPr>
          <p:spPr bwMode="auto">
            <a:xfrm flipV="1">
              <a:off x="4931985" y="3600000"/>
              <a:ext cx="1079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A52B055E-EFB6-4303-B3C6-10733794E61F}"/>
                </a:ext>
              </a:extLst>
            </p:cNvPr>
            <p:cNvCxnSpPr/>
            <p:nvPr>
              <p:custDataLst>
                <p:tags r:id="rId147"/>
              </p:custDataLst>
            </p:nvPr>
          </p:nvCxnSpPr>
          <p:spPr bwMode="auto">
            <a:xfrm flipV="1">
              <a:off x="3672145" y="3744000"/>
              <a:ext cx="136779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1E863746-AD08-4A5B-8AD9-A5F5D770FB9D}"/>
                </a:ext>
              </a:extLst>
            </p:cNvPr>
            <p:cNvCxnSpPr/>
            <p:nvPr>
              <p:custDataLst>
                <p:tags r:id="rId148"/>
              </p:custDataLst>
            </p:nvPr>
          </p:nvCxnSpPr>
          <p:spPr bwMode="auto">
            <a:xfrm flipV="1">
              <a:off x="5255835" y="367200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4" name="Text Box 191">
              <a:extLst>
                <a:ext uri="{FF2B5EF4-FFF2-40B4-BE49-F238E27FC236}">
                  <a16:creationId xmlns:a16="http://schemas.microsoft.com/office/drawing/2014/main" id="{77D0C873-991F-476F-A437-07FA45DF25DD}"/>
                </a:ext>
              </a:extLst>
            </p:cNvPr>
            <p:cNvSpPr txBox="1">
              <a:spLocks noChangeArrowheads="1"/>
            </p:cNvSpPr>
            <p:nvPr>
              <p:custDataLst>
                <p:tags r:id="rId149"/>
              </p:custDataLst>
            </p:nvPr>
          </p:nvSpPr>
          <p:spPr bwMode="auto">
            <a:xfrm>
              <a:off x="5399980" y="3348000"/>
              <a:ext cx="25209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F1</a:t>
              </a:r>
            </a:p>
          </p:txBody>
        </p:sp>
        <p:sp>
          <p:nvSpPr>
            <p:cNvPr id="125" name="Text Box 191">
              <a:extLst>
                <a:ext uri="{FF2B5EF4-FFF2-40B4-BE49-F238E27FC236}">
                  <a16:creationId xmlns:a16="http://schemas.microsoft.com/office/drawing/2014/main" id="{BF4396E7-4A58-4472-9F03-04DCF8AD3A70}"/>
                </a:ext>
              </a:extLst>
            </p:cNvPr>
            <p:cNvSpPr txBox="1">
              <a:spLocks noChangeArrowheads="1"/>
            </p:cNvSpPr>
            <p:nvPr>
              <p:custDataLst>
                <p:tags r:id="rId150"/>
              </p:custDataLst>
            </p:nvPr>
          </p:nvSpPr>
          <p:spPr bwMode="auto">
            <a:xfrm>
              <a:off x="3528000" y="3240000"/>
              <a:ext cx="144145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651F4ED2-7623-4A9D-9862-7CBF63264692}"/>
              </a:ext>
            </a:extLst>
          </p:cNvPr>
          <p:cNvGrpSpPr/>
          <p:nvPr/>
        </p:nvGrpSpPr>
        <p:grpSpPr>
          <a:xfrm>
            <a:off x="6984052" y="2204864"/>
            <a:ext cx="1836420" cy="1296001"/>
            <a:chOff x="6732240" y="2987999"/>
            <a:chExt cx="1836420" cy="1296001"/>
          </a:xfrm>
        </p:grpSpPr>
        <p:sp>
          <p:nvSpPr>
            <p:cNvPr id="131" name="Text Box 703">
              <a:extLst>
                <a:ext uri="{FF2B5EF4-FFF2-40B4-BE49-F238E27FC236}">
                  <a16:creationId xmlns:a16="http://schemas.microsoft.com/office/drawing/2014/main" id="{2CF1B60E-A213-4006-B0C2-87D06160EBC4}"/>
                </a:ext>
              </a:extLst>
            </p:cNvPr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7164000" y="2988000"/>
              <a:ext cx="115189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err="1">
                  <a:latin typeface="宋体" panose="02010600030101010101" pitchFamily="2" charset="-122"/>
                </a:rPr>
                <a:t>传输延迟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pd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2" name="Text Box 365">
              <a:extLst>
                <a:ext uri="{FF2B5EF4-FFF2-40B4-BE49-F238E27FC236}">
                  <a16:creationId xmlns:a16="http://schemas.microsoft.com/office/drawing/2014/main" id="{BF182C35-262F-4A70-A463-3508F1394C9C}"/>
                </a:ext>
              </a:extLst>
            </p:cNvPr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6767800" y="320390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X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2DDAAD3E-8587-43DE-B511-0DE84FAE9194}"/>
                </a:ext>
              </a:extLst>
            </p:cNvPr>
            <p:cNvCxnSpPr/>
            <p:nvPr>
              <p:custDataLst>
                <p:tags r:id="rId99"/>
              </p:custDataLst>
            </p:nvPr>
          </p:nvCxnSpPr>
          <p:spPr bwMode="auto">
            <a:xfrm flipV="1">
              <a:off x="6732240" y="3203900"/>
              <a:ext cx="3238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E0A75EAC-84C9-4FD7-A809-C5C408670CEA}"/>
                </a:ext>
              </a:extLst>
            </p:cNvPr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6732240" y="3419800"/>
              <a:ext cx="3238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BA50EC09-195E-4589-961C-5629CBE0DBB8}"/>
                </a:ext>
              </a:extLst>
            </p:cNvPr>
            <p:cNvCxnSpPr/>
            <p:nvPr>
              <p:custDataLst>
                <p:tags r:id="rId101"/>
              </p:custDataLst>
            </p:nvPr>
          </p:nvCxnSpPr>
          <p:spPr bwMode="auto">
            <a:xfrm>
              <a:off x="7056090" y="3205170"/>
              <a:ext cx="215900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84ED8BB2-7C5A-465A-BB49-BB4278054191}"/>
                </a:ext>
              </a:extLst>
            </p:cNvPr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7056090" y="3205170"/>
              <a:ext cx="215900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AAB49F0E-F749-4166-BF74-4B59050F6694}"/>
                </a:ext>
              </a:extLst>
            </p:cNvPr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7272625" y="3203900"/>
              <a:ext cx="129603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CDE5A252-5A88-494D-8947-009B5CCDA552}"/>
                </a:ext>
              </a:extLst>
            </p:cNvPr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7272625" y="3419800"/>
              <a:ext cx="129603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9" name="Text Box 191">
              <a:extLst>
                <a:ext uri="{FF2B5EF4-FFF2-40B4-BE49-F238E27FC236}">
                  <a16:creationId xmlns:a16="http://schemas.microsoft.com/office/drawing/2014/main" id="{A59843F3-A13B-4F7C-962D-76E2B587393E}"/>
                </a:ext>
              </a:extLst>
            </p:cNvPr>
            <p:cNvSpPr txBox="1"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7236188" y="4068000"/>
              <a:ext cx="28829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cd</a:t>
              </a:r>
              <a:endPara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EE10477E-9E45-41CE-8331-FAB263614043}"/>
                </a:ext>
              </a:extLst>
            </p:cNvPr>
            <p:cNvCxnSpPr/>
            <p:nvPr>
              <p:custDataLst>
                <p:tags r:id="rId106"/>
              </p:custDataLst>
            </p:nvPr>
          </p:nvCxnSpPr>
          <p:spPr bwMode="auto">
            <a:xfrm flipH="1">
              <a:off x="7164675" y="2987999"/>
              <a:ext cx="0" cy="129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F6409926-3519-49D7-B3D7-DECEB69549A3}"/>
                </a:ext>
              </a:extLst>
            </p:cNvPr>
            <p:cNvCxnSpPr/>
            <p:nvPr>
              <p:custDataLst>
                <p:tags r:id="rId107"/>
              </p:custDataLst>
            </p:nvPr>
          </p:nvCxnSpPr>
          <p:spPr bwMode="auto">
            <a:xfrm flipH="1">
              <a:off x="7596188" y="3564000"/>
              <a:ext cx="0" cy="72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0DC3A522-BDBD-4696-9DA6-86EE48A53074}"/>
                </a:ext>
              </a:extLst>
            </p:cNvPr>
            <p:cNvCxnSpPr/>
            <p:nvPr>
              <p:custDataLst>
                <p:tags r:id="rId108"/>
              </p:custDataLst>
            </p:nvPr>
          </p:nvCxnSpPr>
          <p:spPr bwMode="auto">
            <a:xfrm flipH="1">
              <a:off x="8316565" y="2987999"/>
              <a:ext cx="0" cy="129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3" name="任意多边形 122">
              <a:extLst>
                <a:ext uri="{FF2B5EF4-FFF2-40B4-BE49-F238E27FC236}">
                  <a16:creationId xmlns:a16="http://schemas.microsoft.com/office/drawing/2014/main" id="{48BA2841-4E89-4B3F-8B13-CE831C3CE3C8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7163405" y="3317565"/>
              <a:ext cx="432000" cy="288000"/>
            </a:xfrm>
            <a:custGeom>
              <a:avLst/>
              <a:gdLst>
                <a:gd name="connisteX0" fmla="*/ 0 w 307340"/>
                <a:gd name="connsiteY0" fmla="*/ 0 h 306705"/>
                <a:gd name="connisteX1" fmla="*/ 85090 w 307340"/>
                <a:gd name="connsiteY1" fmla="*/ 158750 h 306705"/>
                <a:gd name="connisteX2" fmla="*/ 217170 w 307340"/>
                <a:gd name="connsiteY2" fmla="*/ 185420 h 306705"/>
                <a:gd name="connisteX3" fmla="*/ 307340 w 307340"/>
                <a:gd name="connsiteY3" fmla="*/ 306705 h 30670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307340" h="306705">
                  <a:moveTo>
                    <a:pt x="0" y="0"/>
                  </a:moveTo>
                  <a:cubicBezTo>
                    <a:pt x="14605" y="31115"/>
                    <a:pt x="41910" y="121920"/>
                    <a:pt x="85090" y="158750"/>
                  </a:cubicBezTo>
                  <a:cubicBezTo>
                    <a:pt x="128270" y="195580"/>
                    <a:pt x="172720" y="155575"/>
                    <a:pt x="217170" y="185420"/>
                  </a:cubicBezTo>
                  <a:cubicBezTo>
                    <a:pt x="261620" y="215265"/>
                    <a:pt x="292100" y="283210"/>
                    <a:pt x="307340" y="306705"/>
                  </a:cubicBezTo>
                </a:path>
              </a:pathLst>
            </a:cu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" name="任意多边形 124">
              <a:extLst>
                <a:ext uri="{FF2B5EF4-FFF2-40B4-BE49-F238E27FC236}">
                  <a16:creationId xmlns:a16="http://schemas.microsoft.com/office/drawing/2014/main" id="{561C6126-CD5E-4C94-A25E-3F1AC0EE31CD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7163404" y="3312484"/>
              <a:ext cx="1152000" cy="576000"/>
            </a:xfrm>
            <a:custGeom>
              <a:avLst/>
              <a:gdLst>
                <a:gd name="connisteX0" fmla="*/ 0 w 1127125"/>
                <a:gd name="connsiteY0" fmla="*/ 0 h 311785"/>
                <a:gd name="connisteX1" fmla="*/ 407670 w 1127125"/>
                <a:gd name="connsiteY1" fmla="*/ 26035 h 311785"/>
                <a:gd name="connisteX2" fmla="*/ 735965 w 1127125"/>
                <a:gd name="connsiteY2" fmla="*/ 174625 h 311785"/>
                <a:gd name="connisteX3" fmla="*/ 1031875 w 1127125"/>
                <a:gd name="connsiteY3" fmla="*/ 195580 h 311785"/>
                <a:gd name="connisteX4" fmla="*/ 1127125 w 1127125"/>
                <a:gd name="connsiteY4" fmla="*/ 311785 h 3117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127125" h="311785">
                  <a:moveTo>
                    <a:pt x="0" y="0"/>
                  </a:moveTo>
                  <a:cubicBezTo>
                    <a:pt x="74930" y="2540"/>
                    <a:pt x="260350" y="-8890"/>
                    <a:pt x="407670" y="26035"/>
                  </a:cubicBezTo>
                  <a:cubicBezTo>
                    <a:pt x="554990" y="60960"/>
                    <a:pt x="610870" y="140970"/>
                    <a:pt x="735965" y="174625"/>
                  </a:cubicBezTo>
                  <a:cubicBezTo>
                    <a:pt x="861060" y="208280"/>
                    <a:pt x="953770" y="168275"/>
                    <a:pt x="1031875" y="195580"/>
                  </a:cubicBezTo>
                  <a:cubicBezTo>
                    <a:pt x="1109980" y="222885"/>
                    <a:pt x="1113790" y="288925"/>
                    <a:pt x="1127125" y="311785"/>
                  </a:cubicBezTo>
                </a:path>
              </a:pathLst>
            </a:cu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6450EFDE-A3C4-4781-9039-31E91F12B61C}"/>
                </a:ext>
              </a:extLst>
            </p:cNvPr>
            <p:cNvCxnSpPr/>
            <p:nvPr>
              <p:custDataLst>
                <p:tags r:id="rId111"/>
              </p:custDataLst>
            </p:nvPr>
          </p:nvCxnSpPr>
          <p:spPr bwMode="auto">
            <a:xfrm flipV="1">
              <a:off x="7020000" y="309595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AB6AEE30-86F8-4110-8919-4F52A1EA0810}"/>
                </a:ext>
              </a:extLst>
            </p:cNvPr>
            <p:cNvCxnSpPr/>
            <p:nvPr>
              <p:custDataLst>
                <p:tags r:id="rId112"/>
              </p:custDataLst>
            </p:nvPr>
          </p:nvCxnSpPr>
          <p:spPr bwMode="auto">
            <a:xfrm flipV="1">
              <a:off x="7056188" y="4212000"/>
              <a:ext cx="10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60728892-DCAB-4216-990C-96E655E53B4A}"/>
                </a:ext>
              </a:extLst>
            </p:cNvPr>
            <p:cNvCxnSpPr/>
            <p:nvPr>
              <p:custDataLst>
                <p:tags r:id="rId113"/>
              </p:custDataLst>
            </p:nvPr>
          </p:nvCxnSpPr>
          <p:spPr bwMode="auto">
            <a:xfrm flipH="1">
              <a:off x="7596188" y="4212000"/>
              <a:ext cx="10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552D43AE-F5C1-4934-878E-D6BDD089A2D7}"/>
                </a:ext>
              </a:extLst>
            </p:cNvPr>
            <p:cNvCxnSpPr/>
            <p:nvPr>
              <p:custDataLst>
                <p:tags r:id="rId114"/>
              </p:custDataLst>
            </p:nvPr>
          </p:nvCxnSpPr>
          <p:spPr bwMode="auto">
            <a:xfrm flipH="1">
              <a:off x="8316565" y="309595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502E9EE9-AA0A-4DE9-B81A-8BAC1EA61599}"/>
                </a:ext>
              </a:extLst>
            </p:cNvPr>
            <p:cNvCxnSpPr/>
            <p:nvPr>
              <p:custDataLst>
                <p:tags r:id="rId115"/>
              </p:custDataLst>
            </p:nvPr>
          </p:nvCxnSpPr>
          <p:spPr bwMode="auto">
            <a:xfrm flipV="1">
              <a:off x="6732240" y="3563945"/>
              <a:ext cx="10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A1667FD7-8618-4125-95F8-921CBC3CA137}"/>
                </a:ext>
              </a:extLst>
            </p:cNvPr>
            <p:cNvCxnSpPr/>
            <p:nvPr>
              <p:custDataLst>
                <p:tags r:id="rId116"/>
              </p:custDataLst>
            </p:nvPr>
          </p:nvCxnSpPr>
          <p:spPr bwMode="auto">
            <a:xfrm flipV="1">
              <a:off x="6732240" y="3779845"/>
              <a:ext cx="10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E9B3EED9-E707-4BF3-BC0A-3DBAC4262C80}"/>
                </a:ext>
              </a:extLst>
            </p:cNvPr>
            <p:cNvCxnSpPr/>
            <p:nvPr>
              <p:custDataLst>
                <p:tags r:id="rId117"/>
              </p:custDataLst>
            </p:nvPr>
          </p:nvCxnSpPr>
          <p:spPr bwMode="auto">
            <a:xfrm>
              <a:off x="7776188" y="3565215"/>
              <a:ext cx="215900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E4A2769B-95D5-4A24-865B-C5353DC6AA55}"/>
                </a:ext>
              </a:extLst>
            </p:cNvPr>
            <p:cNvCxnSpPr/>
            <p:nvPr>
              <p:custDataLst>
                <p:tags r:id="rId118"/>
              </p:custDataLst>
            </p:nvPr>
          </p:nvCxnSpPr>
          <p:spPr bwMode="auto">
            <a:xfrm flipV="1">
              <a:off x="7776188" y="3565215"/>
              <a:ext cx="215900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2D5A8C79-A46D-454B-BAFB-70BCBE18B5AA}"/>
                </a:ext>
              </a:extLst>
            </p:cNvPr>
            <p:cNvCxnSpPr/>
            <p:nvPr>
              <p:custDataLst>
                <p:tags r:id="rId119"/>
              </p:custDataLst>
            </p:nvPr>
          </p:nvCxnSpPr>
          <p:spPr bwMode="auto">
            <a:xfrm flipV="1">
              <a:off x="7704188" y="3852000"/>
              <a:ext cx="50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67FDC1F5-EF83-45E8-957C-8A48D9BB6387}"/>
                </a:ext>
              </a:extLst>
            </p:cNvPr>
            <p:cNvCxnSpPr/>
            <p:nvPr>
              <p:custDataLst>
                <p:tags r:id="rId120"/>
              </p:custDataLst>
            </p:nvPr>
          </p:nvCxnSpPr>
          <p:spPr bwMode="auto">
            <a:xfrm flipV="1">
              <a:off x="7704188" y="4067900"/>
              <a:ext cx="50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9D4850A9-85C3-4707-92FF-68A6AE3E039D}"/>
                </a:ext>
              </a:extLst>
            </p:cNvPr>
            <p:cNvCxnSpPr/>
            <p:nvPr>
              <p:custDataLst>
                <p:tags r:id="rId121"/>
              </p:custDataLst>
            </p:nvPr>
          </p:nvCxnSpPr>
          <p:spPr bwMode="auto">
            <a:xfrm>
              <a:off x="7740188" y="3852000"/>
              <a:ext cx="215900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6C59B081-34C4-4B74-875B-7BB20948B59D}"/>
                </a:ext>
              </a:extLst>
            </p:cNvPr>
            <p:cNvCxnSpPr/>
            <p:nvPr>
              <p:custDataLst>
                <p:tags r:id="rId122"/>
              </p:custDataLst>
            </p:nvPr>
          </p:nvCxnSpPr>
          <p:spPr bwMode="auto">
            <a:xfrm flipV="1">
              <a:off x="7740188" y="3852000"/>
              <a:ext cx="215900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01D39101-CF05-4F33-B3D1-7F0974AEF70B}"/>
                </a:ext>
              </a:extLst>
            </p:cNvPr>
            <p:cNvCxnSpPr/>
            <p:nvPr>
              <p:custDataLst>
                <p:tags r:id="rId123"/>
              </p:custDataLst>
            </p:nvPr>
          </p:nvCxnSpPr>
          <p:spPr bwMode="auto">
            <a:xfrm>
              <a:off x="7956188" y="3852000"/>
              <a:ext cx="215900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B26022B0-00E8-4C4F-A294-D1A98E3E445D}"/>
                </a:ext>
              </a:extLst>
            </p:cNvPr>
            <p:cNvCxnSpPr/>
            <p:nvPr>
              <p:custDataLst>
                <p:tags r:id="rId124"/>
              </p:custDataLst>
            </p:nvPr>
          </p:nvCxnSpPr>
          <p:spPr bwMode="auto">
            <a:xfrm flipV="1">
              <a:off x="7956188" y="3852000"/>
              <a:ext cx="215900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005CB295-98BE-4E43-A56F-6E1B5248744A}"/>
                </a:ext>
              </a:extLst>
            </p:cNvPr>
            <p:cNvCxnSpPr/>
            <p:nvPr>
              <p:custDataLst>
                <p:tags r:id="rId125"/>
              </p:custDataLst>
            </p:nvPr>
          </p:nvCxnSpPr>
          <p:spPr bwMode="auto">
            <a:xfrm>
              <a:off x="8208615" y="3852000"/>
              <a:ext cx="215900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6813E1AE-2084-4C29-8D86-8AC670ECF33D}"/>
                </a:ext>
              </a:extLst>
            </p:cNvPr>
            <p:cNvCxnSpPr/>
            <p:nvPr>
              <p:custDataLst>
                <p:tags r:id="rId126"/>
              </p:custDataLst>
            </p:nvPr>
          </p:nvCxnSpPr>
          <p:spPr bwMode="auto">
            <a:xfrm flipV="1">
              <a:off x="8208615" y="3852000"/>
              <a:ext cx="215900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56017122-EED6-4F76-9AB5-A035DC5217C8}"/>
                </a:ext>
              </a:extLst>
            </p:cNvPr>
            <p:cNvCxnSpPr/>
            <p:nvPr>
              <p:custDataLst>
                <p:tags r:id="rId127"/>
              </p:custDataLst>
            </p:nvPr>
          </p:nvCxnSpPr>
          <p:spPr bwMode="auto">
            <a:xfrm flipV="1">
              <a:off x="8424515" y="385200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BC1C1127-7932-4513-BBF9-F76F401E5345}"/>
                </a:ext>
              </a:extLst>
            </p:cNvPr>
            <p:cNvCxnSpPr/>
            <p:nvPr>
              <p:custDataLst>
                <p:tags r:id="rId128"/>
              </p:custDataLst>
            </p:nvPr>
          </p:nvCxnSpPr>
          <p:spPr bwMode="auto">
            <a:xfrm flipV="1">
              <a:off x="8424515" y="406790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3" name="Text Box 365">
              <a:extLst>
                <a:ext uri="{FF2B5EF4-FFF2-40B4-BE49-F238E27FC236}">
                  <a16:creationId xmlns:a16="http://schemas.microsoft.com/office/drawing/2014/main" id="{7D30EF97-21FC-4A37-90B9-DFC968EF088C}"/>
                </a:ext>
              </a:extLst>
            </p:cNvPr>
            <p:cNvSpPr txBox="1"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6767800" y="3563945"/>
              <a:ext cx="3240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F1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164" name="直接箭头连接符 163">
              <a:extLst>
                <a:ext uri="{FF2B5EF4-FFF2-40B4-BE49-F238E27FC236}">
                  <a16:creationId xmlns:a16="http://schemas.microsoft.com/office/drawing/2014/main" id="{E241CB6C-C8B6-4B64-9AE3-A8B772846ABC}"/>
                </a:ext>
              </a:extLst>
            </p:cNvPr>
            <p:cNvCxnSpPr/>
            <p:nvPr>
              <p:custDataLst>
                <p:tags r:id="rId130"/>
              </p:custDataLst>
            </p:nvPr>
          </p:nvCxnSpPr>
          <p:spPr bwMode="auto">
            <a:xfrm flipV="1">
              <a:off x="6732240" y="3852000"/>
              <a:ext cx="75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C8F2F809-A464-40A9-A9E3-C65F9C218382}"/>
                </a:ext>
              </a:extLst>
            </p:cNvPr>
            <p:cNvCxnSpPr/>
            <p:nvPr>
              <p:custDataLst>
                <p:tags r:id="rId131"/>
              </p:custDataLst>
            </p:nvPr>
          </p:nvCxnSpPr>
          <p:spPr bwMode="auto">
            <a:xfrm flipV="1">
              <a:off x="6732240" y="4067900"/>
              <a:ext cx="75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59335E7B-10D6-42FA-9FD4-5EF0806BFAA6}"/>
                </a:ext>
              </a:extLst>
            </p:cNvPr>
            <p:cNvCxnSpPr/>
            <p:nvPr>
              <p:custDataLst>
                <p:tags r:id="rId132"/>
              </p:custDataLst>
            </p:nvPr>
          </p:nvCxnSpPr>
          <p:spPr bwMode="auto">
            <a:xfrm>
              <a:off x="7488188" y="3853270"/>
              <a:ext cx="215900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7" name="直接箭头连接符 166">
              <a:extLst>
                <a:ext uri="{FF2B5EF4-FFF2-40B4-BE49-F238E27FC236}">
                  <a16:creationId xmlns:a16="http://schemas.microsoft.com/office/drawing/2014/main" id="{EF3CB1A1-C3B0-4266-ACDE-8FDFA0116D69}"/>
                </a:ext>
              </a:extLst>
            </p:cNvPr>
            <p:cNvCxnSpPr/>
            <p:nvPr>
              <p:custDataLst>
                <p:tags r:id="rId133"/>
              </p:custDataLst>
            </p:nvPr>
          </p:nvCxnSpPr>
          <p:spPr bwMode="auto">
            <a:xfrm flipV="1">
              <a:off x="7488188" y="3853270"/>
              <a:ext cx="215900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35309683-D81B-4979-A910-C1511C1D7F07}"/>
                </a:ext>
              </a:extLst>
            </p:cNvPr>
            <p:cNvCxnSpPr/>
            <p:nvPr>
              <p:custDataLst>
                <p:tags r:id="rId134"/>
              </p:custDataLst>
            </p:nvPr>
          </p:nvCxnSpPr>
          <p:spPr bwMode="auto">
            <a:xfrm flipV="1">
              <a:off x="7992188" y="3564000"/>
              <a:ext cx="57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9" name="直接箭头连接符 168">
              <a:extLst>
                <a:ext uri="{FF2B5EF4-FFF2-40B4-BE49-F238E27FC236}">
                  <a16:creationId xmlns:a16="http://schemas.microsoft.com/office/drawing/2014/main" id="{3641F3FA-EDCC-4823-B439-097973A1082C}"/>
                </a:ext>
              </a:extLst>
            </p:cNvPr>
            <p:cNvCxnSpPr/>
            <p:nvPr>
              <p:custDataLst>
                <p:tags r:id="rId135"/>
              </p:custDataLst>
            </p:nvPr>
          </p:nvCxnSpPr>
          <p:spPr bwMode="auto">
            <a:xfrm flipV="1">
              <a:off x="7992188" y="3780000"/>
              <a:ext cx="57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0" name="Text Box 365">
              <a:extLst>
                <a:ext uri="{FF2B5EF4-FFF2-40B4-BE49-F238E27FC236}">
                  <a16:creationId xmlns:a16="http://schemas.microsoft.com/office/drawing/2014/main" id="{1AD9BB87-C473-4873-BD9A-C74A9A31A4A6}"/>
                </a:ext>
              </a:extLst>
            </p:cNvPr>
            <p:cNvSpPr txBox="1">
              <a:spLocks noChangeArrowheads="1"/>
            </p:cNvSpPr>
            <p:nvPr>
              <p:custDataLst>
                <p:tags r:id="rId136"/>
              </p:custDataLst>
            </p:nvPr>
          </p:nvSpPr>
          <p:spPr bwMode="auto">
            <a:xfrm>
              <a:off x="6767800" y="3852000"/>
              <a:ext cx="3240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F2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171" name="AutoShape 45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E49C00C-5E30-4C87-A077-BF851262C37E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Text Box 4">
            <a:extLst>
              <a:ext uri="{FF2B5EF4-FFF2-40B4-BE49-F238E27FC236}">
                <a16:creationId xmlns:a16="http://schemas.microsoft.com/office/drawing/2014/main" id="{700B5CCE-A23E-483A-A889-5AA2FE0E76C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007920" y="4797152"/>
            <a:ext cx="284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如何缩短电路延迟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61CD523D-0CF3-49B3-A6BF-1BD28861D975}"/>
              </a:ext>
            </a:extLst>
          </p:cNvPr>
          <p:cNvGrpSpPr/>
          <p:nvPr/>
        </p:nvGrpSpPr>
        <p:grpSpPr>
          <a:xfrm>
            <a:off x="1619684" y="5517232"/>
            <a:ext cx="1584164" cy="576000"/>
            <a:chOff x="4067911" y="3240000"/>
            <a:chExt cx="1584164" cy="576000"/>
          </a:xfrm>
        </p:grpSpPr>
        <p:sp>
          <p:nvSpPr>
            <p:cNvPr id="99" name="Text Box 36">
              <a:extLst>
                <a:ext uri="{FF2B5EF4-FFF2-40B4-BE49-F238E27FC236}">
                  <a16:creationId xmlns:a16="http://schemas.microsoft.com/office/drawing/2014/main" id="{A42791EE-D393-4387-B6A6-9DD5D05FFDC2}"/>
                </a:ext>
              </a:extLst>
            </p:cNvPr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4284000" y="3240000"/>
              <a:ext cx="1044000" cy="57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0" name="Text Box 191">
              <a:extLst>
                <a:ext uri="{FF2B5EF4-FFF2-40B4-BE49-F238E27FC236}">
                  <a16:creationId xmlns:a16="http://schemas.microsoft.com/office/drawing/2014/main" id="{C5E4B031-FD95-4B0A-ACC8-9383C423C182}"/>
                </a:ext>
              </a:extLst>
            </p:cNvPr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4067911" y="3636000"/>
              <a:ext cx="144145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1" name="Text Box 191">
              <a:extLst>
                <a:ext uri="{FF2B5EF4-FFF2-40B4-BE49-F238E27FC236}">
                  <a16:creationId xmlns:a16="http://schemas.microsoft.com/office/drawing/2014/main" id="{CEA3C706-CA2E-4EF0-93D0-789BE5830794}"/>
                </a:ext>
              </a:extLst>
            </p:cNvPr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5399980" y="3564000"/>
              <a:ext cx="252095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F2</a:t>
              </a:r>
            </a:p>
          </p:txBody>
        </p: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E2F20F6A-0925-408D-B540-D1D785FACDB3}"/>
                </a:ext>
              </a:extLst>
            </p:cNvPr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4212000" y="3347755"/>
              <a:ext cx="32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3" name="Text Box 36">
              <a:extLst>
                <a:ext uri="{FF2B5EF4-FFF2-40B4-BE49-F238E27FC236}">
                  <a16:creationId xmlns:a16="http://schemas.microsoft.com/office/drawing/2014/main" id="{9C0C6048-54EE-46C4-B99C-EBE3AF01D769}"/>
                </a:ext>
              </a:extLst>
            </p:cNvPr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4534475" y="3276000"/>
              <a:ext cx="288290" cy="36004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351DAE23-09E7-4184-AAF7-92890AF93C20}"/>
                </a:ext>
              </a:extLst>
            </p:cNvPr>
            <p:cNvCxnSpPr/>
            <p:nvPr>
              <p:custDataLst>
                <p:tags r:id="rId86"/>
              </p:custDataLst>
            </p:nvPr>
          </p:nvCxnSpPr>
          <p:spPr bwMode="auto">
            <a:xfrm flipV="1">
              <a:off x="4822130" y="3455705"/>
              <a:ext cx="5759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C642C3C1-FE1F-437E-8513-4D46CE364781}"/>
                </a:ext>
              </a:extLst>
            </p:cNvPr>
            <p:cNvCxnSpPr/>
            <p:nvPr>
              <p:custDataLst>
                <p:tags r:id="rId87"/>
              </p:custDataLst>
            </p:nvPr>
          </p:nvCxnSpPr>
          <p:spPr bwMode="auto">
            <a:xfrm>
              <a:off x="4356435" y="3347755"/>
              <a:ext cx="0" cy="17970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1D612EB7-57A1-41C0-AC4F-E5A9728D6925}"/>
                </a:ext>
              </a:extLst>
            </p:cNvPr>
            <p:cNvGrpSpPr/>
            <p:nvPr/>
          </p:nvGrpSpPr>
          <p:grpSpPr>
            <a:xfrm>
              <a:off x="4356040" y="3491900"/>
              <a:ext cx="180340" cy="70485"/>
              <a:chOff x="9582" y="4351"/>
              <a:chExt cx="284" cy="111"/>
            </a:xfrm>
          </p:grpSpPr>
          <p:cxnSp>
            <p:nvCxnSpPr>
              <p:cNvPr id="180" name="直接箭头连接符 179">
                <a:extLst>
                  <a:ext uri="{FF2B5EF4-FFF2-40B4-BE49-F238E27FC236}">
                    <a16:creationId xmlns:a16="http://schemas.microsoft.com/office/drawing/2014/main" id="{CC5CFD71-EF1C-47A3-8E4C-3710BA987B00}"/>
                  </a:ext>
                </a:extLst>
              </p:cNvPr>
              <p:cNvCxnSpPr/>
              <p:nvPr>
                <p:custDataLst>
                  <p:tags r:id="rId95"/>
                </p:custDataLst>
              </p:nvPr>
            </p:nvCxnSpPr>
            <p:spPr bwMode="auto">
              <a:xfrm flipV="1">
                <a:off x="9582" y="4408"/>
                <a:ext cx="17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09DC9F38-70C9-43BE-A73D-C326B3C69A4A}"/>
                  </a:ext>
                </a:extLst>
              </p:cNvPr>
              <p:cNvSpPr/>
              <p:nvPr>
                <p:custDataLst>
                  <p:tags r:id="rId96"/>
                </p:custDataLst>
              </p:nvPr>
            </p:nvSpPr>
            <p:spPr>
              <a:xfrm>
                <a:off x="9752" y="4351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8" name="Text Box 36">
              <a:extLst>
                <a:ext uri="{FF2B5EF4-FFF2-40B4-BE49-F238E27FC236}">
                  <a16:creationId xmlns:a16="http://schemas.microsoft.com/office/drawing/2014/main" id="{15D2C973-0105-4554-8940-E66C4022A139}"/>
                </a:ext>
              </a:extLst>
            </p:cNvPr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5039935" y="3564000"/>
              <a:ext cx="2159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C70DE0BD-8C2C-4F97-AC4E-2B0D5EB1F26F}"/>
                </a:ext>
              </a:extLst>
            </p:cNvPr>
            <p:cNvCxnSpPr>
              <a:cxnSpLocks/>
            </p:cNvCxnSpPr>
            <p:nvPr>
              <p:custDataLst>
                <p:tags r:id="rId89"/>
              </p:custDataLst>
            </p:nvPr>
          </p:nvCxnSpPr>
          <p:spPr bwMode="auto">
            <a:xfrm>
              <a:off x="4931985" y="3456000"/>
              <a:ext cx="55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E93E5984-7AB6-4842-B3A2-2777428FB82A}"/>
                </a:ext>
              </a:extLst>
            </p:cNvPr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4931985" y="3600000"/>
              <a:ext cx="1079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78F507D2-ADA4-4901-B0CD-6C0DA0F7FAFA}"/>
                </a:ext>
              </a:extLst>
            </p:cNvPr>
            <p:cNvCxnSpPr/>
            <p:nvPr>
              <p:custDataLst>
                <p:tags r:id="rId91"/>
              </p:custDataLst>
            </p:nvPr>
          </p:nvCxnSpPr>
          <p:spPr bwMode="auto">
            <a:xfrm flipV="1">
              <a:off x="4212000" y="3744000"/>
              <a:ext cx="82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E8BBFE88-0F6D-4766-83ED-641AC5C30AF2}"/>
                </a:ext>
              </a:extLst>
            </p:cNvPr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5255835" y="367200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6" name="Text Box 191">
              <a:extLst>
                <a:ext uri="{FF2B5EF4-FFF2-40B4-BE49-F238E27FC236}">
                  <a16:creationId xmlns:a16="http://schemas.microsoft.com/office/drawing/2014/main" id="{1D8D29E1-4CAE-47E7-B426-A2ACAE2A465A}"/>
                </a:ext>
              </a:extLst>
            </p:cNvPr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5399980" y="3348000"/>
              <a:ext cx="25209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F1</a:t>
              </a:r>
            </a:p>
          </p:txBody>
        </p:sp>
        <p:sp>
          <p:nvSpPr>
            <p:cNvPr id="177" name="Text Box 191">
              <a:extLst>
                <a:ext uri="{FF2B5EF4-FFF2-40B4-BE49-F238E27FC236}">
                  <a16:creationId xmlns:a16="http://schemas.microsoft.com/office/drawing/2014/main" id="{72D0585B-8321-4FAB-96D3-765D82AF68C1}"/>
                </a:ext>
              </a:extLst>
            </p:cNvPr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4067911" y="3240000"/>
              <a:ext cx="144145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82" name="Text Box 4">
            <a:extLst>
              <a:ext uri="{FF2B5EF4-FFF2-40B4-BE49-F238E27FC236}">
                <a16:creationId xmlns:a16="http://schemas.microsoft.com/office/drawing/2014/main" id="{7A30DE57-DF5C-4056-9BFE-894F088D7177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332224" y="5157192"/>
            <a:ext cx="2375680" cy="1306768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0795" rIns="36195" bIns="10795">
            <a:sp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使用正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负逻辑或门，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>
              <a:lnSpc>
                <a:spcPct val="90000"/>
              </a:lnSpc>
            </a:pP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>
              <a:lnSpc>
                <a:spcPct val="90000"/>
              </a:lnSpc>
            </a:pP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>
              <a:lnSpc>
                <a:spcPct val="90000"/>
              </a:lnSpc>
            </a:pP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>
              <a:lnSpc>
                <a:spcPct val="90000"/>
              </a:lnSpc>
              <a:spcBef>
                <a:spcPts val="300"/>
              </a:spcBef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F1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延迟≈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90ps*1.25</a:t>
            </a:r>
            <a:endParaRPr lang="zh-CN" altLang="en-US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6E388D2-CB9F-45E7-9612-84A02117995E}"/>
              </a:ext>
            </a:extLst>
          </p:cNvPr>
          <p:cNvGrpSpPr/>
          <p:nvPr/>
        </p:nvGrpSpPr>
        <p:grpSpPr>
          <a:xfrm>
            <a:off x="6228184" y="4869160"/>
            <a:ext cx="2772176" cy="1441640"/>
            <a:chOff x="6228184" y="5076000"/>
            <a:chExt cx="2772176" cy="1441640"/>
          </a:xfrm>
        </p:grpSpPr>
        <p:sp>
          <p:nvSpPr>
            <p:cNvPr id="294" name="Rectangle 355">
              <a:extLst>
                <a:ext uri="{FF2B5EF4-FFF2-40B4-BE49-F238E27FC236}">
                  <a16:creationId xmlns:a16="http://schemas.microsoft.com/office/drawing/2014/main" id="{FBAF8BAD-8C72-4397-8509-B204F83C7D43}"/>
                </a:ext>
              </a:extLst>
            </p:cNvPr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444184" y="5364000"/>
              <a:ext cx="2124000" cy="1008000"/>
            </a:xfrm>
            <a:prstGeom prst="rect">
              <a:avLst/>
            </a:prstGeom>
            <a:solidFill>
              <a:srgbClr val="CCFFFF"/>
            </a:solidFill>
            <a:ln w="12700" cap="rnd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5" name="Text Box 191">
              <a:extLst>
                <a:ext uri="{FF2B5EF4-FFF2-40B4-BE49-F238E27FC236}">
                  <a16:creationId xmlns:a16="http://schemas.microsoft.com/office/drawing/2014/main" id="{4B89A431-67ED-41BF-B5B3-5A4A2A6E9826}"/>
                </a:ext>
              </a:extLst>
            </p:cNvPr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8640360" y="5761640"/>
              <a:ext cx="360000" cy="252000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</a:ln>
          </p:spPr>
          <p:txBody>
            <a:bodyPr lIns="0" tIns="3600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X+Y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8832F194-0D86-4043-8CED-511FA0D3FAFD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H="1" flipV="1">
              <a:off x="8244360" y="5472000"/>
              <a:ext cx="0" cy="7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7" name="Text Box 383">
              <a:extLst>
                <a:ext uri="{FF2B5EF4-FFF2-40B4-BE49-F238E27FC236}">
                  <a16:creationId xmlns:a16="http://schemas.microsoft.com/office/drawing/2014/main" id="{3D8DE13C-260E-4E31-A9A0-86B113C44CB0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7992184" y="5543440"/>
              <a:ext cx="504000" cy="21587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PMOS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ECB133E9-C9AC-4006-86FF-6426B45B812C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>
              <a:off x="7920184" y="5652000"/>
              <a:ext cx="7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99" name="直接连接符 298">
              <a:extLst>
                <a:ext uri="{FF2B5EF4-FFF2-40B4-BE49-F238E27FC236}">
                  <a16:creationId xmlns:a16="http://schemas.microsoft.com/office/drawing/2014/main" id="{51FA0758-09E0-4121-9657-6E3A1F656718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 flipH="1" flipV="1">
              <a:off x="7920184" y="5651377"/>
              <a:ext cx="0" cy="43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00" name="直接连接符 299">
              <a:extLst>
                <a:ext uri="{FF2B5EF4-FFF2-40B4-BE49-F238E27FC236}">
                  <a16:creationId xmlns:a16="http://schemas.microsoft.com/office/drawing/2014/main" id="{447D5FF6-F872-4057-8CE9-5ABC1501FAD9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H="1" flipV="1">
              <a:off x="8244184" y="5760000"/>
              <a:ext cx="0" cy="14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10DA6CEF-164F-4BFC-B133-534456CC3DC8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auto">
            <a:xfrm flipH="1" flipV="1">
              <a:off x="8244360" y="5904000"/>
              <a:ext cx="0" cy="7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2" name="Text Box 383">
              <a:extLst>
                <a:ext uri="{FF2B5EF4-FFF2-40B4-BE49-F238E27FC236}">
                  <a16:creationId xmlns:a16="http://schemas.microsoft.com/office/drawing/2014/main" id="{DD9973D4-B112-4E06-B336-58C1B1D74FB9}"/>
                </a:ext>
              </a:extLst>
            </p:cNvPr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7992360" y="5975440"/>
              <a:ext cx="504000" cy="21587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NMOS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EE15E0FA-747C-428F-A278-9E6A2B7C6F9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>
              <a:off x="7920360" y="6084000"/>
              <a:ext cx="7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04" name="直接连接符 303">
              <a:extLst>
                <a:ext uri="{FF2B5EF4-FFF2-40B4-BE49-F238E27FC236}">
                  <a16:creationId xmlns:a16="http://schemas.microsoft.com/office/drawing/2014/main" id="{78EA793F-A4C2-423E-A3BC-6792C77E1627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 flipH="1" flipV="1">
              <a:off x="8244360" y="6192000"/>
              <a:ext cx="0" cy="25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5" name="Text Box 191">
              <a:extLst>
                <a:ext uri="{FF2B5EF4-FFF2-40B4-BE49-F238E27FC236}">
                  <a16:creationId xmlns:a16="http://schemas.microsoft.com/office/drawing/2014/main" id="{74BE8BAA-6483-48FE-A844-79AD8B6EE065}"/>
                </a:ext>
              </a:extLst>
            </p:cNvPr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6732184" y="5076000"/>
              <a:ext cx="360034" cy="2158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</a:p>
          </p:txBody>
        </p:sp>
        <p:sp>
          <p:nvSpPr>
            <p:cNvPr id="306" name="Text Box 191">
              <a:extLst>
                <a:ext uri="{FF2B5EF4-FFF2-40B4-BE49-F238E27FC236}">
                  <a16:creationId xmlns:a16="http://schemas.microsoft.com/office/drawing/2014/main" id="{4A50E2BB-EC7F-4084-8768-081D3DC60AF4}"/>
                </a:ext>
              </a:extLst>
            </p:cNvPr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6228184" y="5976000"/>
              <a:ext cx="144000" cy="2158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7" name="等腰三角形 306">
              <a:extLst>
                <a:ext uri="{FF2B5EF4-FFF2-40B4-BE49-F238E27FC236}">
                  <a16:creationId xmlns:a16="http://schemas.microsoft.com/office/drawing/2014/main" id="{722CEC8D-6F8C-42E9-8D8C-0D9CBEABC7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8172184" y="6445640"/>
              <a:ext cx="144000" cy="7200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8" name="直接连接符 307">
              <a:extLst>
                <a:ext uri="{FF2B5EF4-FFF2-40B4-BE49-F238E27FC236}">
                  <a16:creationId xmlns:a16="http://schemas.microsoft.com/office/drawing/2014/main" id="{0BF71C70-64DB-4D84-9319-639DA00DE608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6372184" y="6336000"/>
              <a:ext cx="90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309" name="Text Box 191">
              <a:extLst>
                <a:ext uri="{FF2B5EF4-FFF2-40B4-BE49-F238E27FC236}">
                  <a16:creationId xmlns:a16="http://schemas.microsoft.com/office/drawing/2014/main" id="{33745E67-4E6A-4D98-9154-C94EE328CF29}"/>
                </a:ext>
              </a:extLst>
            </p:cNvPr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6228184" y="6228000"/>
              <a:ext cx="144000" cy="2158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247EC7F0-B365-443E-B6B7-9AAB144C1496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>
              <a:off x="6840184" y="5904000"/>
              <a:ext cx="140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11" name="直接连接符 310">
              <a:extLst>
                <a:ext uri="{FF2B5EF4-FFF2-40B4-BE49-F238E27FC236}">
                  <a16:creationId xmlns:a16="http://schemas.microsoft.com/office/drawing/2014/main" id="{7D5F951F-2CC5-44DD-963E-52E8ABADB65F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 flipH="1" flipV="1">
              <a:off x="6839848" y="5292000"/>
              <a:ext cx="0" cy="25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2" name="Text Box 383">
              <a:extLst>
                <a:ext uri="{FF2B5EF4-FFF2-40B4-BE49-F238E27FC236}">
                  <a16:creationId xmlns:a16="http://schemas.microsoft.com/office/drawing/2014/main" id="{1D7403B7-16D6-4745-9FCD-1D5A5CA5DF64}"/>
                </a:ext>
              </a:extLst>
            </p:cNvPr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6587848" y="5543440"/>
              <a:ext cx="504000" cy="21587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PMOS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313" name="直接连接符 312">
              <a:extLst>
                <a:ext uri="{FF2B5EF4-FFF2-40B4-BE49-F238E27FC236}">
                  <a16:creationId xmlns:a16="http://schemas.microsoft.com/office/drawing/2014/main" id="{C974CF4F-8C17-47CA-B442-60AD473F5B3D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>
              <a:off x="6515848" y="5652000"/>
              <a:ext cx="7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14" name="直接连接符 313">
              <a:extLst>
                <a:ext uri="{FF2B5EF4-FFF2-40B4-BE49-F238E27FC236}">
                  <a16:creationId xmlns:a16="http://schemas.microsoft.com/office/drawing/2014/main" id="{0AA62D3D-957A-4236-92C5-961A42359928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 flipH="1" flipV="1">
              <a:off x="6515848" y="5651377"/>
              <a:ext cx="0" cy="43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315" name="直接连接符 314">
              <a:extLst>
                <a:ext uri="{FF2B5EF4-FFF2-40B4-BE49-F238E27FC236}">
                  <a16:creationId xmlns:a16="http://schemas.microsoft.com/office/drawing/2014/main" id="{A55828D5-92AF-4CD8-8D1D-00BBB1362022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 flipH="1" flipV="1">
              <a:off x="6839848" y="5760000"/>
              <a:ext cx="0" cy="7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F32BC629-624B-483E-B5CB-9B53B4626EB4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 flipH="1" flipV="1">
              <a:off x="7596184" y="5400000"/>
              <a:ext cx="0" cy="14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7" name="Text Box 383">
              <a:extLst>
                <a:ext uri="{FF2B5EF4-FFF2-40B4-BE49-F238E27FC236}">
                  <a16:creationId xmlns:a16="http://schemas.microsoft.com/office/drawing/2014/main" id="{B82ACABD-F50F-4546-B782-3F00909BD84C}"/>
                </a:ext>
              </a:extLst>
            </p:cNvPr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7344008" y="5543440"/>
              <a:ext cx="504000" cy="2158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PMOS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C50867C8-2F01-4F84-B9FE-7DF2A2C91C7E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>
              <a:off x="7272008" y="5652000"/>
              <a:ext cx="7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75F497FE-3CE6-435E-98DF-13F4B84B0C34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 flipH="1" flipV="1">
              <a:off x="7272008" y="5651377"/>
              <a:ext cx="0" cy="68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F9164E8B-94D8-4B64-90BD-7BCC52C56070}"/>
                </a:ext>
              </a:extLst>
            </p:cNvPr>
            <p:cNvCxnSpPr>
              <a:cxnSpLocks/>
            </p:cNvCxnSpPr>
            <p:nvPr>
              <p:custDataLst>
                <p:tags r:id="rId64"/>
              </p:custDataLst>
            </p:nvPr>
          </p:nvCxnSpPr>
          <p:spPr bwMode="auto">
            <a:xfrm>
              <a:off x="7596184" y="5832000"/>
              <a:ext cx="32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  <p:cxnSp>
          <p:nvCxnSpPr>
            <p:cNvPr id="321" name="直接连接符 320">
              <a:extLst>
                <a:ext uri="{FF2B5EF4-FFF2-40B4-BE49-F238E27FC236}">
                  <a16:creationId xmlns:a16="http://schemas.microsoft.com/office/drawing/2014/main" id="{0FEFDFD0-3B1B-4AAD-A357-2A4C394B6B3A}"/>
                </a:ext>
              </a:extLst>
            </p:cNvPr>
            <p:cNvCxnSpPr>
              <a:cxnSpLocks/>
            </p:cNvCxnSpPr>
            <p:nvPr>
              <p:custDataLst>
                <p:tags r:id="rId65"/>
              </p:custDataLst>
            </p:nvPr>
          </p:nvCxnSpPr>
          <p:spPr bwMode="auto">
            <a:xfrm flipH="1">
              <a:off x="7164184" y="5472000"/>
              <a:ext cx="10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A812A0B9-979C-459C-9FEC-3DE58301A5D9}"/>
                </a:ext>
              </a:extLst>
            </p:cNvPr>
            <p:cNvCxnSpPr/>
            <p:nvPr>
              <p:custDataLst>
                <p:tags r:id="rId66"/>
              </p:custDataLst>
            </p:nvPr>
          </p:nvCxnSpPr>
          <p:spPr bwMode="auto">
            <a:xfrm flipH="1" flipV="1">
              <a:off x="7164184" y="5472000"/>
              <a:ext cx="0" cy="360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3" name="直接连接符 322">
              <a:extLst>
                <a:ext uri="{FF2B5EF4-FFF2-40B4-BE49-F238E27FC236}">
                  <a16:creationId xmlns:a16="http://schemas.microsoft.com/office/drawing/2014/main" id="{7858A527-7945-4BB9-A0C5-C0CD5D6C1BF5}"/>
                </a:ext>
              </a:extLst>
            </p:cNvPr>
            <p:cNvCxnSpPr>
              <a:cxnSpLocks/>
            </p:cNvCxnSpPr>
            <p:nvPr>
              <p:custDataLst>
                <p:tags r:id="rId67"/>
              </p:custDataLst>
            </p:nvPr>
          </p:nvCxnSpPr>
          <p:spPr bwMode="auto">
            <a:xfrm flipH="1">
              <a:off x="6839848" y="5829724"/>
              <a:ext cx="32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13C0ADA7-1810-4242-89CB-175EE97866B0}"/>
                </a:ext>
              </a:extLst>
            </p:cNvPr>
            <p:cNvCxnSpPr/>
            <p:nvPr>
              <p:custDataLst>
                <p:tags r:id="rId68"/>
              </p:custDataLst>
            </p:nvPr>
          </p:nvCxnSpPr>
          <p:spPr bwMode="auto">
            <a:xfrm flipH="1" flipV="1">
              <a:off x="6840184" y="5904000"/>
              <a:ext cx="0" cy="7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5" name="Text Box 383">
              <a:extLst>
                <a:ext uri="{FF2B5EF4-FFF2-40B4-BE49-F238E27FC236}">
                  <a16:creationId xmlns:a16="http://schemas.microsoft.com/office/drawing/2014/main" id="{41228041-C758-4D53-ACC5-F9FB693537A8}"/>
                </a:ext>
              </a:extLst>
            </p:cNvPr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6588184" y="5975440"/>
              <a:ext cx="504000" cy="21587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NMOS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03144133-02A8-42D3-857D-75D3B39B607A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 bwMode="auto">
            <a:xfrm>
              <a:off x="6372184" y="6084000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27" name="直接连接符 326">
              <a:extLst>
                <a:ext uri="{FF2B5EF4-FFF2-40B4-BE49-F238E27FC236}">
                  <a16:creationId xmlns:a16="http://schemas.microsoft.com/office/drawing/2014/main" id="{F2B18F32-C6FD-470F-B3D4-215E3C462B89}"/>
                </a:ext>
              </a:extLst>
            </p:cNvPr>
            <p:cNvCxnSpPr/>
            <p:nvPr>
              <p:custDataLst>
                <p:tags r:id="rId71"/>
              </p:custDataLst>
            </p:nvPr>
          </p:nvCxnSpPr>
          <p:spPr bwMode="auto">
            <a:xfrm flipH="1" flipV="1">
              <a:off x="6840184" y="6192000"/>
              <a:ext cx="0" cy="7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DE4456CE-65B4-4380-9D94-5E3E8A1C3898}"/>
                </a:ext>
              </a:extLst>
            </p:cNvPr>
            <p:cNvCxnSpPr/>
            <p:nvPr>
              <p:custDataLst>
                <p:tags r:id="rId72"/>
              </p:custDataLst>
            </p:nvPr>
          </p:nvCxnSpPr>
          <p:spPr bwMode="auto">
            <a:xfrm flipH="1" flipV="1">
              <a:off x="7596184" y="5760000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9" name="Text Box 383">
              <a:extLst>
                <a:ext uri="{FF2B5EF4-FFF2-40B4-BE49-F238E27FC236}">
                  <a16:creationId xmlns:a16="http://schemas.microsoft.com/office/drawing/2014/main" id="{C07B3227-0AE1-4114-A6B3-24B09D2324D2}"/>
                </a:ext>
              </a:extLst>
            </p:cNvPr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7344184" y="5975440"/>
              <a:ext cx="504000" cy="2158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NMOS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6299E9FD-B715-48C6-9101-D08488338990}"/>
                </a:ext>
              </a:extLst>
            </p:cNvPr>
            <p:cNvCxnSpPr/>
            <p:nvPr>
              <p:custDataLst>
                <p:tags r:id="rId74"/>
              </p:custDataLst>
            </p:nvPr>
          </p:nvCxnSpPr>
          <p:spPr bwMode="auto">
            <a:xfrm>
              <a:off x="7272184" y="6084000"/>
              <a:ext cx="7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C1A94939-1762-4830-9148-5E64D811B3B9}"/>
                </a:ext>
              </a:extLst>
            </p:cNvPr>
            <p:cNvCxnSpPr/>
            <p:nvPr>
              <p:custDataLst>
                <p:tags r:id="rId75"/>
              </p:custDataLst>
            </p:nvPr>
          </p:nvCxnSpPr>
          <p:spPr bwMode="auto">
            <a:xfrm flipH="1" flipV="1">
              <a:off x="7596184" y="6192000"/>
              <a:ext cx="0" cy="7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E8435032-6A0B-49DF-8422-A37008B5491E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>
              <a:off x="8244296" y="5904000"/>
              <a:ext cx="396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33" name="直接连接符 332">
              <a:extLst>
                <a:ext uri="{FF2B5EF4-FFF2-40B4-BE49-F238E27FC236}">
                  <a16:creationId xmlns:a16="http://schemas.microsoft.com/office/drawing/2014/main" id="{82C5B07E-01CD-4516-A2F0-7D81DE38AE42}"/>
                </a:ext>
              </a:extLst>
            </p:cNvPr>
            <p:cNvCxnSpPr/>
            <p:nvPr>
              <p:custDataLst>
                <p:tags r:id="rId77"/>
              </p:custDataLst>
            </p:nvPr>
          </p:nvCxnSpPr>
          <p:spPr bwMode="auto">
            <a:xfrm>
              <a:off x="8874184" y="5803200"/>
              <a:ext cx="108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F72AF2F0-AB88-48D7-AF0D-230F62A55C76}"/>
                </a:ext>
              </a:extLst>
            </p:cNvPr>
            <p:cNvCxnSpPr>
              <a:cxnSpLocks/>
            </p:cNvCxnSpPr>
            <p:nvPr>
              <p:custDataLst>
                <p:tags r:id="rId78"/>
              </p:custDataLst>
            </p:nvPr>
          </p:nvCxnSpPr>
          <p:spPr bwMode="auto">
            <a:xfrm>
              <a:off x="6839848" y="5400000"/>
              <a:ext cx="756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335" name="直接连接符 334">
              <a:extLst>
                <a:ext uri="{FF2B5EF4-FFF2-40B4-BE49-F238E27FC236}">
                  <a16:creationId xmlns:a16="http://schemas.microsoft.com/office/drawing/2014/main" id="{24D85DDF-70DC-418A-8662-34374CC2C4C9}"/>
                </a:ext>
              </a:extLst>
            </p:cNvPr>
            <p:cNvCxnSpPr/>
            <p:nvPr>
              <p:custDataLst>
                <p:tags r:id="rId79"/>
              </p:custDataLst>
            </p:nvPr>
          </p:nvCxnSpPr>
          <p:spPr bwMode="auto">
            <a:xfrm>
              <a:off x="6840184" y="6264000"/>
              <a:ext cx="140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C17B48D8-ADC9-43AD-A6D9-1FE7492CEBF1}"/>
                </a:ext>
              </a:extLst>
            </p:cNvPr>
            <p:cNvCxnSpPr/>
            <p:nvPr>
              <p:custDataLst>
                <p:tags r:id="rId80"/>
              </p:custDataLst>
            </p:nvPr>
          </p:nvCxnSpPr>
          <p:spPr bwMode="auto">
            <a:xfrm>
              <a:off x="8676000" y="5778000"/>
              <a:ext cx="306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C73A986-5ED6-4052-A566-1B2E91D342BD}"/>
              </a:ext>
            </a:extLst>
          </p:cNvPr>
          <p:cNvGrpSpPr/>
          <p:nvPr/>
        </p:nvGrpSpPr>
        <p:grpSpPr>
          <a:xfrm>
            <a:off x="3995936" y="4869160"/>
            <a:ext cx="2124000" cy="1441640"/>
            <a:chOff x="3995936" y="5076000"/>
            <a:chExt cx="2124000" cy="1441640"/>
          </a:xfrm>
        </p:grpSpPr>
        <p:sp>
          <p:nvSpPr>
            <p:cNvPr id="263" name="Rectangle 355">
              <a:extLst>
                <a:ext uri="{FF2B5EF4-FFF2-40B4-BE49-F238E27FC236}">
                  <a16:creationId xmlns:a16="http://schemas.microsoft.com/office/drawing/2014/main" id="{041E9D6A-1DE9-4DB6-93EB-8C309C9C50EE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211936" y="5364000"/>
              <a:ext cx="1476000" cy="1008000"/>
            </a:xfrm>
            <a:prstGeom prst="rect">
              <a:avLst/>
            </a:prstGeom>
            <a:solidFill>
              <a:srgbClr val="CCFFFF"/>
            </a:solidFill>
            <a:ln w="12700" cap="rnd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" name="Text Box 191">
              <a:extLst>
                <a:ext uri="{FF2B5EF4-FFF2-40B4-BE49-F238E27FC236}">
                  <a16:creationId xmlns:a16="http://schemas.microsoft.com/office/drawing/2014/main" id="{2A479E06-BAAE-4064-A2B2-3320CA14638C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499936" y="5076000"/>
              <a:ext cx="360034" cy="2158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</a:p>
          </p:txBody>
        </p:sp>
        <p:sp>
          <p:nvSpPr>
            <p:cNvPr id="265" name="Text Box 191">
              <a:extLst>
                <a:ext uri="{FF2B5EF4-FFF2-40B4-BE49-F238E27FC236}">
                  <a16:creationId xmlns:a16="http://schemas.microsoft.com/office/drawing/2014/main" id="{60FE15CB-8287-42D0-8661-93EB75078D0D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759936" y="5796000"/>
              <a:ext cx="360000" cy="215877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X+Y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6" name="Text Box 191">
              <a:extLst>
                <a:ext uri="{FF2B5EF4-FFF2-40B4-BE49-F238E27FC236}">
                  <a16:creationId xmlns:a16="http://schemas.microsoft.com/office/drawing/2014/main" id="{523DC13F-1A81-42B8-9436-5E8F936D3C79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95936" y="5976000"/>
              <a:ext cx="144000" cy="2158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7" name="等腰三角形 266">
              <a:extLst>
                <a:ext uri="{FF2B5EF4-FFF2-40B4-BE49-F238E27FC236}">
                  <a16:creationId xmlns:a16="http://schemas.microsoft.com/office/drawing/2014/main" id="{4688F27F-2805-42EB-B0C3-94837F2EC9D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291712" y="6445640"/>
              <a:ext cx="144000" cy="7200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D8743F39-1AD1-4E2D-B90B-0CA9375DB399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4139936" y="6336000"/>
              <a:ext cx="90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269" name="Text Box 191">
              <a:extLst>
                <a:ext uri="{FF2B5EF4-FFF2-40B4-BE49-F238E27FC236}">
                  <a16:creationId xmlns:a16="http://schemas.microsoft.com/office/drawing/2014/main" id="{5D940CD5-6760-454F-915D-A3544EC33106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995936" y="6228000"/>
              <a:ext cx="144000" cy="2158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4C5D9D86-BBB4-4758-870F-9A002CFF601C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4607936" y="5904000"/>
              <a:ext cx="115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84D3D96B-95D4-481A-A725-B2FBE929E328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H="1" flipV="1">
              <a:off x="4607600" y="5292000"/>
              <a:ext cx="0" cy="25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2" name="Text Box 383">
              <a:extLst>
                <a:ext uri="{FF2B5EF4-FFF2-40B4-BE49-F238E27FC236}">
                  <a16:creationId xmlns:a16="http://schemas.microsoft.com/office/drawing/2014/main" id="{10B786DC-DE2F-41B1-AD1F-FB22A4CE9631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355600" y="5543440"/>
              <a:ext cx="504000" cy="21587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PMOS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CA8883ED-91CA-46C0-8940-827634F2DFAF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>
              <a:off x="4283600" y="5652000"/>
              <a:ext cx="7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0A2749ED-6D01-45F7-A474-1D103F6F4330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H="1" flipV="1">
              <a:off x="4283600" y="5651377"/>
              <a:ext cx="0" cy="43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6982EA1E-7786-4F40-9008-A45D8A1A69A8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 flipH="1" flipV="1">
              <a:off x="4607600" y="5760000"/>
              <a:ext cx="0" cy="7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49DF36B7-1AA7-4C29-9C14-BC3817A274D6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H="1" flipV="1">
              <a:off x="5363936" y="5472000"/>
              <a:ext cx="0" cy="7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7" name="Text Box 383">
              <a:extLst>
                <a:ext uri="{FF2B5EF4-FFF2-40B4-BE49-F238E27FC236}">
                  <a16:creationId xmlns:a16="http://schemas.microsoft.com/office/drawing/2014/main" id="{DA891507-B3BF-49B7-995C-45A992AC0184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111760" y="5543440"/>
              <a:ext cx="504000" cy="21587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PMOS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3170AC70-4432-468F-B730-4807372DCFC9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5039760" y="5652000"/>
              <a:ext cx="7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5019F787-C6EB-4EED-B27D-9C7E2AF1DD36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H="1" flipV="1">
              <a:off x="5039760" y="5651377"/>
              <a:ext cx="0" cy="68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9B0295EB-AC84-47A7-AD8F-B52E2EA73314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H="1" flipV="1">
              <a:off x="5363760" y="5760000"/>
              <a:ext cx="0" cy="14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BB4C7C83-9895-486E-A4D6-72BD1B55B940}"/>
                </a:ext>
              </a:extLst>
            </p:cNvPr>
            <p:cNvCxnSpPr>
              <a:cxnSpLocks/>
            </p:cNvCxnSpPr>
            <p:nvPr>
              <p:custDataLst>
                <p:tags r:id="rId25"/>
              </p:custDataLst>
            </p:nvPr>
          </p:nvCxnSpPr>
          <p:spPr bwMode="auto">
            <a:xfrm flipH="1">
              <a:off x="4931936" y="5472000"/>
              <a:ext cx="43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74879BBB-22DD-4C68-A090-04C6BE1FA668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 flipH="1" flipV="1">
              <a:off x="4931936" y="5472000"/>
              <a:ext cx="0" cy="360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6B8D7D5B-3B0D-465A-AFD7-10712D053E03}"/>
                </a:ext>
              </a:extLst>
            </p:cNvPr>
            <p:cNvCxnSpPr>
              <a:cxnSpLocks/>
            </p:cNvCxnSpPr>
            <p:nvPr>
              <p:custDataLst>
                <p:tags r:id="rId27"/>
              </p:custDataLst>
            </p:nvPr>
          </p:nvCxnSpPr>
          <p:spPr bwMode="auto">
            <a:xfrm flipH="1">
              <a:off x="4607600" y="5829724"/>
              <a:ext cx="32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801FA254-E702-4AA7-9505-F6C0657D1E46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 flipH="1" flipV="1">
              <a:off x="4607936" y="5904000"/>
              <a:ext cx="0" cy="7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5" name="Text Box 383">
              <a:extLst>
                <a:ext uri="{FF2B5EF4-FFF2-40B4-BE49-F238E27FC236}">
                  <a16:creationId xmlns:a16="http://schemas.microsoft.com/office/drawing/2014/main" id="{E500EECC-34E9-4F0A-B450-226B1A8045CA}"/>
                </a:ext>
              </a:extLst>
            </p:cNvPr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355936" y="5975440"/>
              <a:ext cx="504000" cy="21587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NMOS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91BF718E-9978-4899-8E7C-3E6961BFAEAC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>
              <a:off x="4139936" y="6084000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6643960C-ADFA-4836-9862-C073FC731EC1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 flipH="1" flipV="1">
              <a:off x="4607936" y="6192000"/>
              <a:ext cx="0" cy="7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929DF8C9-0391-450B-BDFE-95C55D27FE02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 flipH="1" flipV="1">
              <a:off x="5363936" y="5904000"/>
              <a:ext cx="0" cy="7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9" name="Text Box 383">
              <a:extLst>
                <a:ext uri="{FF2B5EF4-FFF2-40B4-BE49-F238E27FC236}">
                  <a16:creationId xmlns:a16="http://schemas.microsoft.com/office/drawing/2014/main" id="{5EA23D87-8E39-48E2-8E38-3E308D3A55E6}"/>
                </a:ext>
              </a:extLst>
            </p:cNvPr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111936" y="5975440"/>
              <a:ext cx="504000" cy="21587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NMOS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04B5C99D-D53B-41F5-B83A-A2024AE0ED5F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>
              <a:off x="5039936" y="6084000"/>
              <a:ext cx="7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35ED286C-4318-4EB5-AB03-02B5C0B0175D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 flipH="1" flipV="1">
              <a:off x="5363936" y="6192000"/>
              <a:ext cx="0" cy="25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2" name="直接连接符 291">
              <a:extLst>
                <a:ext uri="{FF2B5EF4-FFF2-40B4-BE49-F238E27FC236}">
                  <a16:creationId xmlns:a16="http://schemas.microsoft.com/office/drawing/2014/main" id="{A0D83420-1A74-4463-9A87-C79EB9B3FC0E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>
              <a:off x="4607936" y="6264000"/>
              <a:ext cx="756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337" name="直接连接符 336">
              <a:extLst>
                <a:ext uri="{FF2B5EF4-FFF2-40B4-BE49-F238E27FC236}">
                  <a16:creationId xmlns:a16="http://schemas.microsoft.com/office/drawing/2014/main" id="{7284BB43-DA8E-4B18-AEEC-2D33B47226DE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>
              <a:off x="5796136" y="5803200"/>
              <a:ext cx="306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6244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97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16</a:t>
            </a:fld>
            <a:endParaRPr lang="en-US" altLang="zh-CN"/>
          </a:p>
        </p:txBody>
      </p:sp>
      <p:sp>
        <p:nvSpPr>
          <p:cNvPr id="33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69" y="332656"/>
            <a:ext cx="3215006" cy="52716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竞争冒险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竞争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冒险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冒险的消除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低通滤波例：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增加冗余项例：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191260" y="746676"/>
            <a:ext cx="7705090" cy="32218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指</a:t>
            </a:r>
            <a:r>
              <a:rPr 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某入端经过</a:t>
            </a:r>
            <a:r>
              <a:rPr lang="en-US" altLang="zh-CN" sz="2200" b="1" u="sng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≥2</a:t>
            </a:r>
            <a:r>
              <a:rPr lang="zh-CN" altLang="en-US" sz="2200" b="1" u="sng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条路径到达出端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的现象</a:t>
            </a:r>
            <a:endParaRPr lang="en-US" altLang="zh-CN" sz="2200" b="1" dirty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 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←延迟不同，对出端的影响不同</a:t>
            </a:r>
            <a:endParaRPr lang="zh-CN" sz="1600" b="1" dirty="0"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出端因竞争而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产生毛刺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的现象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采用低通滤波，或增加冗余项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增加滤波电容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使充电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放电延迟＞门延迟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   ←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适于低速电路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2771140" y="1237531"/>
            <a:ext cx="1729105" cy="508635"/>
            <a:chOff x="11339" y="3451"/>
            <a:chExt cx="2723" cy="801"/>
          </a:xfrm>
        </p:grpSpPr>
        <p:sp>
          <p:nvSpPr>
            <p:cNvPr id="82" name="Text Box 19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1339" y="3451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8" name="直接箭头连接符 47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11679" y="3621"/>
              <a:ext cx="136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" name="Text Box 191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13722" y="362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sp>
          <p:nvSpPr>
            <p:cNvPr id="45" name="Text Box 36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13039" y="3508"/>
              <a:ext cx="454" cy="56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50" name="直接箭头连接符 49"/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13492" y="379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" name="直接箭头连接符 14"/>
            <p:cNvCxnSpPr/>
            <p:nvPr>
              <p:custDataLst>
                <p:tags r:id="rId91"/>
              </p:custDataLst>
            </p:nvPr>
          </p:nvCxnSpPr>
          <p:spPr bwMode="auto">
            <a:xfrm>
              <a:off x="11906" y="3621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grpSp>
          <p:nvGrpSpPr>
            <p:cNvPr id="23" name="组合 22"/>
            <p:cNvGrpSpPr/>
            <p:nvPr/>
          </p:nvGrpSpPr>
          <p:grpSpPr>
            <a:xfrm>
              <a:off x="11906" y="3734"/>
              <a:ext cx="1135" cy="340"/>
              <a:chOff x="8730" y="4237"/>
              <a:chExt cx="1135" cy="340"/>
            </a:xfrm>
          </p:grpSpPr>
          <p:sp>
            <p:nvSpPr>
              <p:cNvPr id="24" name="Text Box 36"/>
              <p:cNvSpPr txBox="1">
                <a:spLocks noChangeArrowheads="1"/>
              </p:cNvSpPr>
              <p:nvPr>
                <p:custDataLst>
                  <p:tags r:id="rId93"/>
                </p:custDataLst>
              </p:nvPr>
            </p:nvSpPr>
            <p:spPr bwMode="auto">
              <a:xfrm>
                <a:off x="8957" y="4237"/>
                <a:ext cx="340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25" name="直接箭头连接符 24"/>
              <p:cNvCxnSpPr/>
              <p:nvPr>
                <p:custDataLst>
                  <p:tags r:id="rId94"/>
                </p:custDataLst>
              </p:nvPr>
            </p:nvCxnSpPr>
            <p:spPr bwMode="auto">
              <a:xfrm flipV="1">
                <a:off x="9411" y="4422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7" name="直接箭头连接符 26"/>
              <p:cNvCxnSpPr/>
              <p:nvPr>
                <p:custDataLst>
                  <p:tags r:id="rId95"/>
                </p:custDataLst>
              </p:nvPr>
            </p:nvCxnSpPr>
            <p:spPr bwMode="auto">
              <a:xfrm flipV="1">
                <a:off x="8730" y="440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36" name="椭圆 35"/>
              <p:cNvSpPr/>
              <p:nvPr>
                <p:custDataLst>
                  <p:tags r:id="rId96"/>
                </p:custDataLst>
              </p:nvPr>
            </p:nvSpPr>
            <p:spPr>
              <a:xfrm>
                <a:off x="9298" y="4365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4" name="Text Box 191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12586" y="3912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NA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72" name="组合 171"/>
          <p:cNvGrpSpPr/>
          <p:nvPr/>
        </p:nvGrpSpPr>
        <p:grpSpPr>
          <a:xfrm>
            <a:off x="3237865" y="4043596"/>
            <a:ext cx="2124075" cy="508635"/>
            <a:chOff x="4195" y="7710"/>
            <a:chExt cx="3345" cy="801"/>
          </a:xfrm>
        </p:grpSpPr>
        <p:sp>
          <p:nvSpPr>
            <p:cNvPr id="127" name="Text Box 191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4195" y="7710"/>
              <a:ext cx="340" cy="3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28" name="直接箭头连接符 127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4535" y="7880"/>
              <a:ext cx="136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9" name="Text Box 191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7200" y="7880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sp>
          <p:nvSpPr>
            <p:cNvPr id="130" name="Text Box 36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5895" y="7767"/>
              <a:ext cx="454" cy="56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31" name="直接箭头连接符 130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6348" y="8050"/>
              <a:ext cx="79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2" name="直接箭头连接符 131"/>
            <p:cNvCxnSpPr/>
            <p:nvPr>
              <p:custDataLst>
                <p:tags r:id="rId74"/>
              </p:custDataLst>
            </p:nvPr>
          </p:nvCxnSpPr>
          <p:spPr bwMode="auto">
            <a:xfrm>
              <a:off x="4762" y="7880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grpSp>
          <p:nvGrpSpPr>
            <p:cNvPr id="133" name="组合 132"/>
            <p:cNvGrpSpPr/>
            <p:nvPr/>
          </p:nvGrpSpPr>
          <p:grpSpPr>
            <a:xfrm>
              <a:off x="4762" y="7993"/>
              <a:ext cx="1135" cy="340"/>
              <a:chOff x="8730" y="4237"/>
              <a:chExt cx="1135" cy="340"/>
            </a:xfrm>
          </p:grpSpPr>
          <p:sp>
            <p:nvSpPr>
              <p:cNvPr id="134" name="Text Box 36"/>
              <p:cNvSpPr txBox="1">
                <a:spLocks noChangeArrowheads="1"/>
              </p:cNvSpPr>
              <p:nvPr>
                <p:custDataLst>
                  <p:tags r:id="rId82"/>
                </p:custDataLst>
              </p:nvPr>
            </p:nvSpPr>
            <p:spPr bwMode="auto">
              <a:xfrm>
                <a:off x="8957" y="4237"/>
                <a:ext cx="340" cy="34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135" name="直接箭头连接符 134"/>
              <p:cNvCxnSpPr/>
              <p:nvPr>
                <p:custDataLst>
                  <p:tags r:id="rId83"/>
                </p:custDataLst>
              </p:nvPr>
            </p:nvCxnSpPr>
            <p:spPr bwMode="auto">
              <a:xfrm flipV="1">
                <a:off x="9411" y="4422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6" name="直接箭头连接符 135"/>
              <p:cNvCxnSpPr/>
              <p:nvPr>
                <p:custDataLst>
                  <p:tags r:id="rId84"/>
                </p:custDataLst>
              </p:nvPr>
            </p:nvCxnSpPr>
            <p:spPr bwMode="auto">
              <a:xfrm flipV="1">
                <a:off x="8730" y="440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37" name="椭圆 136"/>
              <p:cNvSpPr/>
              <p:nvPr>
                <p:custDataLst>
                  <p:tags r:id="rId85"/>
                </p:custDataLst>
              </p:nvPr>
            </p:nvSpPr>
            <p:spPr>
              <a:xfrm>
                <a:off x="9298" y="4365"/>
                <a:ext cx="114" cy="111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8" name="Text Box 191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5442" y="8171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NA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9" name="直接箭头连接符 138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6520" y="8220"/>
              <a:ext cx="283" cy="0"/>
            </a:xfrm>
            <a:prstGeom prst="straightConnector1">
              <a:avLst/>
            </a:prstGeom>
            <a:noFill/>
            <a:ln w="222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0" name="直接箭头连接符 139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6520" y="8306"/>
              <a:ext cx="283" cy="0"/>
            </a:xfrm>
            <a:prstGeom prst="straightConnector1">
              <a:avLst/>
            </a:prstGeom>
            <a:noFill/>
            <a:ln w="222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1" name="直接箭头连接符 140"/>
            <p:cNvCxnSpPr/>
            <p:nvPr>
              <p:custDataLst>
                <p:tags r:id="rId78"/>
              </p:custDataLst>
            </p:nvPr>
          </p:nvCxnSpPr>
          <p:spPr bwMode="auto">
            <a:xfrm>
              <a:off x="6661" y="8050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42" name="直接箭头连接符 141"/>
            <p:cNvCxnSpPr/>
            <p:nvPr>
              <p:custDataLst>
                <p:tags r:id="rId79"/>
              </p:custDataLst>
            </p:nvPr>
          </p:nvCxnSpPr>
          <p:spPr bwMode="auto">
            <a:xfrm>
              <a:off x="6661" y="8306"/>
              <a:ext cx="0" cy="19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70" name="直接箭头连接符 169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6520" y="8506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1" name="Text Box 191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6803" y="810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C</a:t>
              </a:r>
              <a:endParaRPr lang="en-US" altLang="zh-CN" sz="1600" b="1" baseline="-25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22" name="组合 221"/>
          <p:cNvGrpSpPr/>
          <p:nvPr/>
        </p:nvGrpSpPr>
        <p:grpSpPr>
          <a:xfrm>
            <a:off x="5615305" y="3968666"/>
            <a:ext cx="1152525" cy="1188085"/>
            <a:chOff x="8617" y="6236"/>
            <a:chExt cx="1815" cy="1871"/>
          </a:xfrm>
        </p:grpSpPr>
        <p:cxnSp>
          <p:nvCxnSpPr>
            <p:cNvPr id="223" name="直接连接符 222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9071" y="6575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4" name="直接连接符 223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9410" y="6236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5" name="直接连接符 224"/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9411" y="623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6" name="Text Box 191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8617" y="6236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227" name="直接连接符 226"/>
            <p:cNvCxnSpPr/>
            <p:nvPr>
              <p:custDataLst>
                <p:tags r:id="rId47"/>
              </p:custDataLst>
            </p:nvPr>
          </p:nvCxnSpPr>
          <p:spPr bwMode="auto">
            <a:xfrm flipH="1">
              <a:off x="9411" y="6236"/>
              <a:ext cx="0" cy="187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8" name="直接连接符 227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9071" y="674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9" name="直接连接符 228"/>
            <p:cNvCxnSpPr/>
            <p:nvPr>
              <p:custDataLst>
                <p:tags r:id="rId49"/>
              </p:custDataLst>
            </p:nvPr>
          </p:nvCxnSpPr>
          <p:spPr bwMode="auto">
            <a:xfrm>
              <a:off x="9975" y="623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0" name="Text Box 191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8617" y="6746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NA</a:t>
              </a:r>
            </a:p>
          </p:txBody>
        </p:sp>
        <p:cxnSp>
          <p:nvCxnSpPr>
            <p:cNvPr id="231" name="直接连接符 230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9638" y="708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2" name="直接连接符 231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9978" y="6236"/>
              <a:ext cx="0" cy="187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3" name="Text Box 191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8617" y="7257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</a:p>
          </p:txBody>
        </p:sp>
        <p:cxnSp>
          <p:nvCxnSpPr>
            <p:cNvPr id="234" name="直接连接符 233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9071" y="7597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5" name="直接连接符 234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10205" y="6746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6" name="直接连接符 235"/>
            <p:cNvCxnSpPr/>
            <p:nvPr>
              <p:custDataLst>
                <p:tags r:id="rId56"/>
              </p:custDataLst>
            </p:nvPr>
          </p:nvCxnSpPr>
          <p:spPr bwMode="auto">
            <a:xfrm>
              <a:off x="9977" y="7257"/>
              <a:ext cx="113" cy="142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7" name="直接连接符 236"/>
            <p:cNvCxnSpPr/>
            <p:nvPr>
              <p:custDataLst>
                <p:tags r:id="rId57"/>
              </p:custDataLst>
            </p:nvPr>
          </p:nvCxnSpPr>
          <p:spPr bwMode="auto">
            <a:xfrm>
              <a:off x="9410" y="7257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8" name="直接连接符 237"/>
            <p:cNvCxnSpPr/>
            <p:nvPr>
              <p:custDataLst>
                <p:tags r:id="rId58"/>
              </p:custDataLst>
            </p:nvPr>
          </p:nvCxnSpPr>
          <p:spPr bwMode="auto">
            <a:xfrm flipH="1">
              <a:off x="9978" y="6746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9" name="Text Box 191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8617" y="7767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cxnSp>
          <p:nvCxnSpPr>
            <p:cNvPr id="240" name="直接连接符 239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9071" y="7767"/>
              <a:ext cx="136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1" name="直接连接符 240"/>
            <p:cNvCxnSpPr/>
            <p:nvPr>
              <p:custDataLst>
                <p:tags r:id="rId61"/>
              </p:custDataLst>
            </p:nvPr>
          </p:nvCxnSpPr>
          <p:spPr bwMode="auto">
            <a:xfrm>
              <a:off x="9410" y="6746"/>
              <a:ext cx="227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2" name="直接连接符 241"/>
            <p:cNvCxnSpPr/>
            <p:nvPr>
              <p:custDataLst>
                <p:tags r:id="rId62"/>
              </p:custDataLst>
            </p:nvPr>
          </p:nvCxnSpPr>
          <p:spPr bwMode="auto">
            <a:xfrm>
              <a:off x="9071" y="7440"/>
              <a:ext cx="1361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3" name="直接连接符 242"/>
            <p:cNvCxnSpPr/>
            <p:nvPr>
              <p:custDataLst>
                <p:tags r:id="rId63"/>
              </p:custDataLst>
            </p:nvPr>
          </p:nvCxnSpPr>
          <p:spPr bwMode="auto">
            <a:xfrm flipH="1">
              <a:off x="9411" y="725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4" name="直接连接符 243"/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9978" y="657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5" name="直接连接符 244"/>
            <p:cNvCxnSpPr/>
            <p:nvPr>
              <p:custDataLst>
                <p:tags r:id="rId65"/>
              </p:custDataLst>
            </p:nvPr>
          </p:nvCxnSpPr>
          <p:spPr bwMode="auto">
            <a:xfrm flipH="1">
              <a:off x="10204" y="6576"/>
              <a:ext cx="0" cy="153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6" name="直接连接符 245"/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10091" y="7257"/>
              <a:ext cx="113" cy="142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7" name="直接连接符 246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10205" y="7257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8" name="直接连接符 247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9071" y="8107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6"/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2915815" y="5195486"/>
                <a:ext cx="6049111" cy="73406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 marL="986790" indent="-986790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AB+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C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改为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AB+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C</a:t>
                </a:r>
                <a:r>
                  <a:rPr lang="en-US" altLang="zh-CN" sz="20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+BC        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←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适于高速电路</a:t>
                </a:r>
                <a:endParaRPr lang="en-US" altLang="zh-CN" sz="20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       (</a:t>
                </a: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B=C=1</a:t>
                </a:r>
                <a:r>
                  <a:rPr lang="zh-CN" altLang="en-US" sz="16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时</a:t>
                </a: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</a:t>
                </a:r>
                <a:r>
                  <a:rPr lang="zh-CN" altLang="en-US" sz="16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600" i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+1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，无毛刺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endPara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8"/>
                </p:custDataLst>
              </p:nvPr>
            </p:nvSpPr>
            <p:spPr bwMode="auto">
              <a:xfrm>
                <a:off x="2915815" y="5195486"/>
                <a:ext cx="6049111" cy="734060"/>
              </a:xfrm>
              <a:prstGeom prst="rect">
                <a:avLst/>
              </a:prstGeom>
              <a:blipFill>
                <a:blip r:embed="rId99"/>
                <a:stretch>
                  <a:fillRect l="-1007" t="-826" b="-7438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E29689CB-65C4-42DE-9564-3FB88FAA0922}"/>
              </a:ext>
            </a:extLst>
          </p:cNvPr>
          <p:cNvGrpSpPr/>
          <p:nvPr/>
        </p:nvGrpSpPr>
        <p:grpSpPr>
          <a:xfrm>
            <a:off x="2664000" y="2196000"/>
            <a:ext cx="1944000" cy="900000"/>
            <a:chOff x="2664000" y="2196000"/>
            <a:chExt cx="1944000" cy="900000"/>
          </a:xfrm>
        </p:grpSpPr>
        <p:sp>
          <p:nvSpPr>
            <p:cNvPr id="162" name="Text Box 36">
              <a:extLst>
                <a:ext uri="{FF2B5EF4-FFF2-40B4-BE49-F238E27FC236}">
                  <a16:creationId xmlns:a16="http://schemas.microsoft.com/office/drawing/2014/main" id="{4A9886BD-7849-4C80-85BB-6196CCED57F7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096000" y="2520000"/>
              <a:ext cx="144000" cy="216000"/>
            </a:xfrm>
            <a:prstGeom prst="rect">
              <a:avLst/>
            </a:prstGeom>
            <a:solidFill>
              <a:srgbClr val="CCC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3" name="Text Box 36">
              <a:extLst>
                <a:ext uri="{FF2B5EF4-FFF2-40B4-BE49-F238E27FC236}">
                  <a16:creationId xmlns:a16="http://schemas.microsoft.com/office/drawing/2014/main" id="{6E463228-942B-4CCB-B5DA-1D7EDCF25F20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095425" y="2842765"/>
              <a:ext cx="216000" cy="108000"/>
            </a:xfrm>
            <a:prstGeom prst="rect">
              <a:avLst/>
            </a:prstGeom>
            <a:solidFill>
              <a:srgbClr val="CCE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03F1E7FF-3048-4C11-90C1-8DE7B62FAFAD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2916000" y="2411900"/>
              <a:ext cx="14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33364A6E-3515-4662-8F1F-8654F32AB894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3132000" y="2196000"/>
              <a:ext cx="396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821DF80D-EC0A-450C-8E52-55D38527A7F9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H="1">
              <a:off x="3060000" y="2196000"/>
              <a:ext cx="72000" cy="2159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8" name="Text Box 191">
              <a:extLst>
                <a:ext uri="{FF2B5EF4-FFF2-40B4-BE49-F238E27FC236}">
                  <a16:creationId xmlns:a16="http://schemas.microsoft.com/office/drawing/2014/main" id="{E8B6CC04-7BCC-4B3C-891C-460455307891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664000" y="2196000"/>
              <a:ext cx="252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EB260B84-480B-45C1-8129-2716669B1DFC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3096190" y="2196000"/>
              <a:ext cx="0" cy="864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560BB2F0-B239-4C98-87AB-0238C305D2E7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2916000" y="2519850"/>
              <a:ext cx="1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4" name="Text Box 191">
              <a:extLst>
                <a:ext uri="{FF2B5EF4-FFF2-40B4-BE49-F238E27FC236}">
                  <a16:creationId xmlns:a16="http://schemas.microsoft.com/office/drawing/2014/main" id="{28C0CC18-5F69-430A-B64B-0471E65820C7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664000" y="2519850"/>
              <a:ext cx="252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NA</a:t>
              </a:r>
            </a:p>
          </p:txBody>
        </p: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9E0C49E9-48E6-4260-BCBC-162B2FB1DD85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3276000" y="2735750"/>
              <a:ext cx="25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6" name="Text Box 191">
              <a:extLst>
                <a:ext uri="{FF2B5EF4-FFF2-40B4-BE49-F238E27FC236}">
                  <a16:creationId xmlns:a16="http://schemas.microsoft.com/office/drawing/2014/main" id="{4BD895AE-95AE-4B11-B47B-9E00EDA24D13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664000" y="2844335"/>
              <a:ext cx="252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3624723E-1271-44D0-B1BF-8747B5B326CF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2916000" y="2844335"/>
              <a:ext cx="1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66C2C0A3-FFB3-416C-8BDC-61FD27ED5D14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2916000" y="3060235"/>
              <a:ext cx="108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25CAB301-D9D4-4363-B402-F25E0A9E1F7E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096000" y="2519751"/>
              <a:ext cx="108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B4A45718-FE74-4A5E-85F9-FDC9DABF9F8B}"/>
                </a:ext>
              </a:extLst>
            </p:cNvPr>
            <p:cNvCxnSpPr>
              <a:cxnSpLocks/>
            </p:cNvCxnSpPr>
            <p:nvPr>
              <p:custDataLst>
                <p:tags r:id="rId17"/>
              </p:custDataLst>
            </p:nvPr>
          </p:nvCxnSpPr>
          <p:spPr bwMode="auto">
            <a:xfrm flipH="1" flipV="1">
              <a:off x="3204000" y="2519751"/>
              <a:ext cx="72000" cy="21600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D9B38C46-27F5-4BA5-8F26-0655AE81E956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3240000" y="2519751"/>
              <a:ext cx="0" cy="32385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2" name="Text Box 36">
              <a:extLst>
                <a:ext uri="{FF2B5EF4-FFF2-40B4-BE49-F238E27FC236}">
                  <a16:creationId xmlns:a16="http://schemas.microsoft.com/office/drawing/2014/main" id="{41D7B8AF-B246-4B25-B9D1-ABBD9E37DD2B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104000" y="2520000"/>
              <a:ext cx="144000" cy="216000"/>
            </a:xfrm>
            <a:prstGeom prst="rect">
              <a:avLst/>
            </a:prstGeom>
            <a:solidFill>
              <a:srgbClr val="CCC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3" name="Text Box 36">
              <a:extLst>
                <a:ext uri="{FF2B5EF4-FFF2-40B4-BE49-F238E27FC236}">
                  <a16:creationId xmlns:a16="http://schemas.microsoft.com/office/drawing/2014/main" id="{E98E4432-33E1-41E6-A9BB-3A22062CE59A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248000" y="2952000"/>
              <a:ext cx="216000" cy="108000"/>
            </a:xfrm>
            <a:prstGeom prst="rect">
              <a:avLst/>
            </a:prstGeom>
            <a:solidFill>
              <a:srgbClr val="CCE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4" name="Text Box 36">
              <a:extLst>
                <a:ext uri="{FF2B5EF4-FFF2-40B4-BE49-F238E27FC236}">
                  <a16:creationId xmlns:a16="http://schemas.microsoft.com/office/drawing/2014/main" id="{0E03539F-D7BC-4D7D-9592-EB691DAF06DD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104000" y="2843500"/>
              <a:ext cx="252000" cy="108000"/>
            </a:xfrm>
            <a:prstGeom prst="rect">
              <a:avLst/>
            </a:prstGeom>
            <a:solidFill>
              <a:srgbClr val="CCE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6CBA003E-5E61-432C-8E8B-2AE5687537D1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3924000" y="2196000"/>
              <a:ext cx="14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6107629F-0346-4C98-958E-D000779D7B04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4140000" y="2411900"/>
              <a:ext cx="468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7" name="Text Box 191">
              <a:extLst>
                <a:ext uri="{FF2B5EF4-FFF2-40B4-BE49-F238E27FC236}">
                  <a16:creationId xmlns:a16="http://schemas.microsoft.com/office/drawing/2014/main" id="{EDDF6AB2-AFEE-426F-9195-DF6A56CFAAB7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672000" y="2196000"/>
              <a:ext cx="252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0FF300FA-3617-42B7-81FC-A5D0EF86F20C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4103640" y="2196000"/>
              <a:ext cx="0" cy="864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FCAF8BD0-05A0-42B6-866A-7BBC46AA97E5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3924000" y="2735750"/>
              <a:ext cx="1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40B1A39D-9256-43A3-AE21-B52B070DA967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4068000" y="2196000"/>
              <a:ext cx="72000" cy="2159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1" name="Text Box 191">
              <a:extLst>
                <a:ext uri="{FF2B5EF4-FFF2-40B4-BE49-F238E27FC236}">
                  <a16:creationId xmlns:a16="http://schemas.microsoft.com/office/drawing/2014/main" id="{FCB0D42A-1D45-4B28-9A81-4EF2461C4F04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672000" y="2519850"/>
              <a:ext cx="252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NA</a:t>
              </a:r>
            </a:p>
          </p:txBody>
        </p: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D832B189-8BDD-4D6D-9863-9729B50AC4C5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4284000" y="2519850"/>
              <a:ext cx="32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3" name="Text Box 191">
              <a:extLst>
                <a:ext uri="{FF2B5EF4-FFF2-40B4-BE49-F238E27FC236}">
                  <a16:creationId xmlns:a16="http://schemas.microsoft.com/office/drawing/2014/main" id="{031E5DE0-B56A-412A-AF97-20636CE2E945}"/>
                </a:ext>
              </a:extLst>
            </p:cNvPr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672000" y="2844335"/>
              <a:ext cx="252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8584236A-F796-4120-8BF9-C10F1018EEAF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3924000" y="2844335"/>
              <a:ext cx="1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D82D8651-F820-490B-815B-8CE4B3C67E68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4500000" y="2844335"/>
              <a:ext cx="108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523B49D6-37BE-4F47-B0FB-91156811A16C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4248000" y="2519850"/>
              <a:ext cx="0" cy="32385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2DA95561-ABDA-4DE6-81FB-96759FD5D042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4356000" y="3060000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1F973687-C909-4798-A30F-174EEB7CE14D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 flipH="1">
              <a:off x="4428000" y="2844335"/>
              <a:ext cx="72000" cy="2159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E902B2DB-559B-4011-B4C3-006E9EB58233}"/>
                </a:ext>
              </a:extLst>
            </p:cNvPr>
            <p:cNvSpPr/>
            <p:nvPr/>
          </p:nvSpPr>
          <p:spPr>
            <a:xfrm>
              <a:off x="4320000" y="2808000"/>
              <a:ext cx="144000" cy="288000"/>
            </a:xfrm>
            <a:prstGeom prst="ellipse">
              <a:avLst/>
            </a:prstGeom>
            <a:noFill/>
            <a:ln w="635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0C253436-0884-48A4-9A3D-2727B3264CBB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4212000" y="2520000"/>
              <a:ext cx="72000" cy="21600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C27CD019-BF78-4DED-B29C-7DB5DCA8BD51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4103968" y="2736000"/>
              <a:ext cx="108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37D39388-3811-4184-95FC-07A1AEA2249B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4103968" y="2844000"/>
              <a:ext cx="180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BAFE60E6-8ED5-4240-BA25-1DCF6997CBB9}"/>
                </a:ext>
              </a:extLst>
            </p:cNvPr>
            <p:cNvCxnSpPr>
              <a:cxnSpLocks/>
            </p:cNvCxnSpPr>
            <p:nvPr>
              <p:custDataLst>
                <p:tags r:id="rId39"/>
              </p:custDataLst>
            </p:nvPr>
          </p:nvCxnSpPr>
          <p:spPr bwMode="auto">
            <a:xfrm flipH="1" flipV="1">
              <a:off x="4284000" y="2844000"/>
              <a:ext cx="72000" cy="216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4" name="Text Box 36">
              <a:extLst>
                <a:ext uri="{FF2B5EF4-FFF2-40B4-BE49-F238E27FC236}">
                  <a16:creationId xmlns:a16="http://schemas.microsoft.com/office/drawing/2014/main" id="{CA20DD34-DC57-4769-B991-606B7A33CC68}"/>
                </a:ext>
              </a:extLst>
            </p:cNvPr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247825" y="2952000"/>
              <a:ext cx="216000" cy="108000"/>
            </a:xfrm>
            <a:prstGeom prst="rect">
              <a:avLst/>
            </a:prstGeom>
            <a:solidFill>
              <a:srgbClr val="CCE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F725DFAA-8B1E-4039-9B42-C81A4B0287AE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3095425" y="2844000"/>
              <a:ext cx="360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C7E9E66D-31CF-498E-B467-81B2764FB531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3456000" y="2844000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6D9220-71EF-4986-830A-167B8026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17</a:t>
            </a:fld>
            <a:endParaRPr lang="en-US" altLang="zh-CN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F07C0FB-07BC-4F6C-A889-7C22527619E1}"/>
              </a:ext>
            </a:extLst>
          </p:cNvPr>
          <p:cNvGrpSpPr/>
          <p:nvPr/>
        </p:nvGrpSpPr>
        <p:grpSpPr>
          <a:xfrm>
            <a:off x="2664000" y="2196000"/>
            <a:ext cx="1944000" cy="900000"/>
            <a:chOff x="2664000" y="2196000"/>
            <a:chExt cx="1944000" cy="900000"/>
          </a:xfrm>
        </p:grpSpPr>
        <p:sp>
          <p:nvSpPr>
            <p:cNvPr id="4" name="Text Box 36">
              <a:extLst>
                <a:ext uri="{FF2B5EF4-FFF2-40B4-BE49-F238E27FC236}">
                  <a16:creationId xmlns:a16="http://schemas.microsoft.com/office/drawing/2014/main" id="{105E8EC9-8E8B-47F7-8BF7-B58D82B8333D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096000" y="2520000"/>
              <a:ext cx="144000" cy="216000"/>
            </a:xfrm>
            <a:prstGeom prst="rect">
              <a:avLst/>
            </a:prstGeom>
            <a:solidFill>
              <a:srgbClr val="CCC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" name="Text Box 36">
              <a:extLst>
                <a:ext uri="{FF2B5EF4-FFF2-40B4-BE49-F238E27FC236}">
                  <a16:creationId xmlns:a16="http://schemas.microsoft.com/office/drawing/2014/main" id="{BA60A1A5-A467-4A5C-82DF-94E7620F340D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095425" y="2842765"/>
              <a:ext cx="216000" cy="108000"/>
            </a:xfrm>
            <a:prstGeom prst="rect">
              <a:avLst/>
            </a:prstGeom>
            <a:solidFill>
              <a:srgbClr val="CCE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6BCDC77B-270F-43C3-B2E3-85959328086E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 bwMode="auto">
            <a:xfrm flipV="1">
              <a:off x="2916000" y="2411900"/>
              <a:ext cx="14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3E79971-AC0D-444D-8254-2C11200EE8A5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 flipV="1">
              <a:off x="3132000" y="2196000"/>
              <a:ext cx="396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2D52795A-E795-44ED-93C5-51159145B326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 flipH="1">
              <a:off x="3060000" y="2196000"/>
              <a:ext cx="72000" cy="2159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Text Box 191">
              <a:extLst>
                <a:ext uri="{FF2B5EF4-FFF2-40B4-BE49-F238E27FC236}">
                  <a16:creationId xmlns:a16="http://schemas.microsoft.com/office/drawing/2014/main" id="{FB4E7A0F-39B9-476B-8C2E-E7232CF68A3F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664000" y="2196000"/>
              <a:ext cx="252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E16B2DB-ED9E-4C0D-B0F5-A9581C271B61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H="1">
              <a:off x="3096190" y="2196000"/>
              <a:ext cx="0" cy="864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D47975B-1255-4356-A064-6CCB1920986B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2916000" y="2519850"/>
              <a:ext cx="1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Text Box 191">
              <a:extLst>
                <a:ext uri="{FF2B5EF4-FFF2-40B4-BE49-F238E27FC236}">
                  <a16:creationId xmlns:a16="http://schemas.microsoft.com/office/drawing/2014/main" id="{0A9CC6FD-EE87-4DE4-B101-F4F122918D77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664000" y="2519850"/>
              <a:ext cx="252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NA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6CE181BC-F2E6-4432-9D41-BC86DFF2955E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3276000" y="2735750"/>
              <a:ext cx="25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Text Box 191">
              <a:extLst>
                <a:ext uri="{FF2B5EF4-FFF2-40B4-BE49-F238E27FC236}">
                  <a16:creationId xmlns:a16="http://schemas.microsoft.com/office/drawing/2014/main" id="{9474C913-51DE-47E0-A1A1-19E7BD775208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664000" y="2844335"/>
              <a:ext cx="252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A5F8663-DF42-40AE-BAF2-C839126CB247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2916000" y="2844335"/>
              <a:ext cx="1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54A0195-3AC3-4AAD-A107-97F585784AF1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2916000" y="3060235"/>
              <a:ext cx="108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05ACDC7A-5E6B-4463-8679-330C7C1BB413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3096000" y="2519751"/>
              <a:ext cx="108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13655633-762C-442F-991F-3BD47A663C62}"/>
                </a:ext>
              </a:extLst>
            </p:cNvPr>
            <p:cNvCxnSpPr>
              <a:cxnSpLocks/>
            </p:cNvCxnSpPr>
            <p:nvPr>
              <p:custDataLst>
                <p:tags r:id="rId15"/>
              </p:custDataLst>
            </p:nvPr>
          </p:nvCxnSpPr>
          <p:spPr bwMode="auto">
            <a:xfrm flipH="1" flipV="1">
              <a:off x="3204000" y="2519751"/>
              <a:ext cx="72000" cy="21600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8D1750F2-A474-48F9-84C2-50300373CF1D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3240000" y="2519751"/>
              <a:ext cx="0" cy="32385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" name="Text Box 36">
              <a:extLst>
                <a:ext uri="{FF2B5EF4-FFF2-40B4-BE49-F238E27FC236}">
                  <a16:creationId xmlns:a16="http://schemas.microsoft.com/office/drawing/2014/main" id="{B9F40160-5683-488C-BDFF-D4039C33D964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104000" y="2520000"/>
              <a:ext cx="144000" cy="216000"/>
            </a:xfrm>
            <a:prstGeom prst="rect">
              <a:avLst/>
            </a:prstGeom>
            <a:solidFill>
              <a:srgbClr val="CCC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" name="Text Box 36">
              <a:extLst>
                <a:ext uri="{FF2B5EF4-FFF2-40B4-BE49-F238E27FC236}">
                  <a16:creationId xmlns:a16="http://schemas.microsoft.com/office/drawing/2014/main" id="{03D466F9-103D-4D33-A527-8F13F98EF8F6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248000" y="2952000"/>
              <a:ext cx="216000" cy="108000"/>
            </a:xfrm>
            <a:prstGeom prst="rect">
              <a:avLst/>
            </a:prstGeom>
            <a:solidFill>
              <a:srgbClr val="CCE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" name="Text Box 36">
              <a:extLst>
                <a:ext uri="{FF2B5EF4-FFF2-40B4-BE49-F238E27FC236}">
                  <a16:creationId xmlns:a16="http://schemas.microsoft.com/office/drawing/2014/main" id="{EDA11C12-E711-468D-8211-9108E8819D81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104000" y="2843500"/>
              <a:ext cx="252000" cy="108000"/>
            </a:xfrm>
            <a:prstGeom prst="rect">
              <a:avLst/>
            </a:prstGeom>
            <a:solidFill>
              <a:srgbClr val="CCE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51C2B703-DD16-4844-97A8-C09E308C0BAC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3924000" y="2196000"/>
              <a:ext cx="14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5E4BA01C-B19B-4F79-9A4A-AD18087E5C77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4140000" y="2411900"/>
              <a:ext cx="468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" name="Text Box 191">
              <a:extLst>
                <a:ext uri="{FF2B5EF4-FFF2-40B4-BE49-F238E27FC236}">
                  <a16:creationId xmlns:a16="http://schemas.microsoft.com/office/drawing/2014/main" id="{5F6EF6B6-0097-4170-B9CA-962DE441BC30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672000" y="2196000"/>
              <a:ext cx="252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88960-F632-42F9-BE3D-B201F2C552F7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4103640" y="2196000"/>
              <a:ext cx="0" cy="864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141B0703-5B69-4305-AD5A-B61C9091A32A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3924000" y="2735750"/>
              <a:ext cx="1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BB592F1A-A145-4F36-8562-ACDDD839B787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>
              <a:off x="4068000" y="2196000"/>
              <a:ext cx="72000" cy="2159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Text Box 191">
              <a:extLst>
                <a:ext uri="{FF2B5EF4-FFF2-40B4-BE49-F238E27FC236}">
                  <a16:creationId xmlns:a16="http://schemas.microsoft.com/office/drawing/2014/main" id="{DD108E67-35AE-4DC4-B4E6-F00A156C8266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672000" y="2519850"/>
              <a:ext cx="252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NA</a:t>
              </a: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9BE2F0E4-D2D8-4BDA-A2C8-3C0934AED9BB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4284000" y="2519850"/>
              <a:ext cx="32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 Box 191">
              <a:extLst>
                <a:ext uri="{FF2B5EF4-FFF2-40B4-BE49-F238E27FC236}">
                  <a16:creationId xmlns:a16="http://schemas.microsoft.com/office/drawing/2014/main" id="{FC056CE8-2EFA-4386-8977-6BEE17FC339D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672000" y="2844335"/>
              <a:ext cx="252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719DAF5-8F58-4FE0-A2B0-128A366BE395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3924000" y="2844335"/>
              <a:ext cx="1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2E7B47A0-B622-4EBD-AA82-9B719E736D3C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4500000" y="2844335"/>
              <a:ext cx="108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0CF522CD-35EC-4FBB-AFB4-C65E0C052180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4248000" y="2519850"/>
              <a:ext cx="0" cy="32385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3CE3F6BE-326B-47BE-BF6B-17E96F6BC8B8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4356000" y="3060000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3B409562-F866-4A30-9604-1CBA510B8C88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4428000" y="2844335"/>
              <a:ext cx="72000" cy="2159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302B21AE-4D8F-43EB-83E7-3023EF8F03EF}"/>
                </a:ext>
              </a:extLst>
            </p:cNvPr>
            <p:cNvSpPr/>
            <p:nvPr/>
          </p:nvSpPr>
          <p:spPr>
            <a:xfrm>
              <a:off x="4320000" y="2808000"/>
              <a:ext cx="144000" cy="288000"/>
            </a:xfrm>
            <a:prstGeom prst="ellipse">
              <a:avLst/>
            </a:prstGeom>
            <a:noFill/>
            <a:ln w="635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57942775-A70B-4031-9259-F373A4D87737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4212000" y="2520000"/>
              <a:ext cx="72000" cy="21600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6C02BA43-61D9-44C6-885E-470BD7CE67A9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4103968" y="2736000"/>
              <a:ext cx="108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743EB0E9-52F2-4B3C-9C0B-0B8945D0FA2F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4103968" y="2844000"/>
              <a:ext cx="180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C002DE5F-84D3-4366-A83F-0BA24BD51750}"/>
                </a:ext>
              </a:extLst>
            </p:cNvPr>
            <p:cNvCxnSpPr>
              <a:cxnSpLocks/>
            </p:cNvCxnSpPr>
            <p:nvPr>
              <p:custDataLst>
                <p:tags r:id="rId37"/>
              </p:custDataLst>
            </p:nvPr>
          </p:nvCxnSpPr>
          <p:spPr bwMode="auto">
            <a:xfrm flipH="1" flipV="1">
              <a:off x="4284000" y="2844000"/>
              <a:ext cx="72000" cy="216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3" name="Text Box 36">
              <a:extLst>
                <a:ext uri="{FF2B5EF4-FFF2-40B4-BE49-F238E27FC236}">
                  <a16:creationId xmlns:a16="http://schemas.microsoft.com/office/drawing/2014/main" id="{B7234E5B-7080-43C1-98D2-2EE6F2722B3A}"/>
                </a:ext>
              </a:extLst>
            </p:cNvPr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247825" y="2952000"/>
              <a:ext cx="216000" cy="108000"/>
            </a:xfrm>
            <a:prstGeom prst="rect">
              <a:avLst/>
            </a:prstGeom>
            <a:solidFill>
              <a:srgbClr val="CCECFF"/>
            </a:solidFill>
            <a:ln w="6350" cap="sq">
              <a:solidFill>
                <a:schemeClr val="bg1">
                  <a:lumMod val="85000"/>
                </a:schemeClr>
              </a:solidFill>
              <a:prstDash val="sysDash"/>
              <a:miter lim="800000"/>
            </a:ln>
            <a:effectLst/>
          </p:spPr>
          <p:txBody>
            <a:bodyPr vert="horz" wrap="square" lIns="0" tIns="0" rIns="0" bIns="0" anchor="ctr" anchorCtr="0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0878D7B1-981D-4085-B464-73AC74B6B672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3095425" y="2844000"/>
              <a:ext cx="360000" cy="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2BCB3D94-ACC5-4E81-AD33-80D9E61E42EB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3456000" y="2844000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036916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18</a:t>
            </a:fld>
            <a:endParaRPr lang="en-US" altLang="zh-CN"/>
          </a:p>
        </p:txBody>
      </p:sp>
      <p:sp>
        <p:nvSpPr>
          <p:cNvPr id="33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3933825" cy="5331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※</a:t>
            </a:r>
            <a:r>
              <a:rPr 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本章</a:t>
            </a:r>
            <a:r>
              <a:rPr 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小结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组合逻辑电路组成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组成规则：</a:t>
            </a:r>
          </a:p>
          <a:p>
            <a:pPr marL="986790" indent="-98679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电路组织：</a:t>
            </a:r>
          </a:p>
          <a:p>
            <a:pPr marL="986790" indent="-98679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组合逻辑电路设计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986790" indent="-98679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设计步骤：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05000"/>
              </a:lnSpc>
              <a:spcAft>
                <a:spcPts val="0"/>
              </a:spcAft>
            </a:pPr>
            <a:endParaRPr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基本部件设计：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组合逻辑电路时序分析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延迟：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冒险：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99" name="Text Box 16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3260" y="5949280"/>
            <a:ext cx="8253730" cy="323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1778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C00000"/>
                </a:solidFill>
                <a:highlight>
                  <a:srgbClr val="00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作业：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P71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起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9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901190" y="692696"/>
            <a:ext cx="7106285" cy="50184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若干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元件＋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连线，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输出仅依赖于输入</a:t>
            </a:r>
            <a:endParaRPr 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①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元件为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组合逻辑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电路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逻辑门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组合逻辑部件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②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元件出端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不能互连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不能反馈到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源元件入端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①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按逻辑函数中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运算需求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选择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逻辑门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按逻辑函数中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运算优先级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确定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逻辑门的连接关系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逻辑抽象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逻辑化简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电路设计</a:t>
            </a:r>
            <a:r>
              <a:rPr lang="en-US" altLang="zh-CN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评价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形成真值表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形成最简逻辑表达式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spc="-10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译码器</a:t>
            </a:r>
            <a:r>
              <a:rPr lang="en-US" altLang="zh-CN" sz="2200" b="1" spc="-10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spc="-10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编码器，选择器</a:t>
            </a:r>
            <a:r>
              <a:rPr lang="en-US" altLang="zh-CN" sz="2200" b="1" spc="-10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spc="-10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分配器，半加器</a:t>
            </a:r>
            <a:r>
              <a:rPr lang="en-US" altLang="zh-CN" sz="2200" b="1" spc="-10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spc="-10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全加器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传输延迟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～关键路径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最小延迟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～最小路径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出端因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竞争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产生毛刺，可用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低通滤波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增加冗余项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消除</a:t>
            </a:r>
          </a:p>
        </p:txBody>
      </p:sp>
      <p:cxnSp>
        <p:nvCxnSpPr>
          <p:cNvPr id="39" name="直接箭头连接符 38"/>
          <p:cNvCxnSpPr/>
          <p:nvPr>
            <p:custDataLst>
              <p:tags r:id="rId3"/>
            </p:custDataLst>
          </p:nvPr>
        </p:nvCxnSpPr>
        <p:spPr bwMode="auto">
          <a:xfrm flipH="1">
            <a:off x="6264000" y="1125220"/>
            <a:ext cx="432000" cy="503555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2b5e824-ef97-4852-b711-217f15a3a636"/>
  <p:tag name="COMMONDATA" val="eyJoZGlkIjoiY2ZiYjY4MjU5YzBkYmJmZjUyNGJiOWY1ZTc3NzM1M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b6c9a5a-ca6b-4f0e-b5f6-dde5831212ad}"/>
  <p:tag name="TABLE_ENDDRAG_ORIGIN_RECT" val="72*25"/>
  <p:tag name="TABLE_ENDDRAG_RECT" val="622*315*72*25"/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d7751ec-eb68-4e18-9008-52419f2e3698}"/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b6c9a5a-ca6b-4f0e-b5f6-dde5831212ad}"/>
  <p:tag name="TABLE_ENDDRAG_ORIGIN_RECT" val="72*25"/>
  <p:tag name="TABLE_ENDDRAG_RECT" val="622*315*72*25"/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5d21325-488e-4bc0-bbc5-e93b5b5a81d2}"/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87278bf-e566-478a-822a-759e9eb72c94}"/>
  <p:tag name="TABLE_ENDDRAG_ORIGIN_RECT" val="128*85"/>
  <p:tag name="TABLE_ENDDRAG_RECT" val="-20*199*128*85"/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485bc4c-b2c5-47a0-9c5b-11586b8920a5}"/>
  <p:tag name="TABLE_ENDDRAG_ORIGIN_RECT" val="182*16"/>
  <p:tag name="TABLE_ENDDRAG_RECT" val="137*388*182*16"/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669257e-9123-4e6e-be5e-9cafd679ca4f}"/>
  <p:tag name="TABLE_ENDDRAG_ORIGIN_RECT" val="159*28"/>
  <p:tag name="TABLE_ENDDRAG_RECT" val="439*473*159*28"/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485bc4c-b2c5-47a0-9c5b-11586b8920a5}"/>
  <p:tag name="TABLE_ENDDRAG_ORIGIN_RECT" val="411*131"/>
  <p:tag name="TABLE_ENDDRAG_RECT" val="217*94*411*131"/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10e5b12-9a58-4f0e-8def-89848f2bac16}"/>
  <p:tag name="TABLE_ENDDRAG_ORIGIN_RECT" val="411*131"/>
  <p:tag name="TABLE_ENDDRAG_RECT" val="217*94*411*131"/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8112b58-9b2b-4992-b67e-2ce8789b74f6}"/>
  <p:tag name="TABLE_ENDDRAG_ORIGIN_RECT" val="150*101"/>
  <p:tag name="TABLE_ENDDRAG_RECT" val="132*327*150*101"/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485bc4c-b2c5-47a0-9c5b-11586b8920a5}"/>
  <p:tag name="TABLE_ENDDRAG_ORIGIN_RECT" val="254*58"/>
  <p:tag name="TABLE_ENDDRAG_RECT" val="169*128*254*58"/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7b22754-8c4c-415c-b726-a043888a860b}"/>
  <p:tag name="TABLE_ENDDRAG_ORIGIN_RECT" val="411*131"/>
  <p:tag name="TABLE_ENDDRAG_RECT" val="217*94*411*131"/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485bc4c-b2c5-47a0-9c5b-11586b8920a5}"/>
  <p:tag name="TABLE_ENDDRAG_ORIGIN_RECT" val="182*16"/>
  <p:tag name="TABLE_ENDDRAG_RECT" val="137*388*182*16"/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485bc4c-b2c5-47a0-9c5b-11586b8920a5}"/>
  <p:tag name="TABLE_ENDDRAG_ORIGIN_RECT" val="182*16"/>
  <p:tag name="TABLE_ENDDRAG_RECT" val="137*388*182*16"/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1e7c429-e21b-4c06-8d7b-93e84b8b1af7}"/>
  <p:tag name="TABLE_ENDDRAG_ORIGIN_RECT" val="182*16"/>
  <p:tag name="TABLE_ENDDRAG_RECT" val="137*388*182*16"/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7f05ec3-08d5-4298-95b3-dbb0947b912e}"/>
  <p:tag name="TABLE_ENDDRAG_ORIGIN_RECT" val="503*28"/>
  <p:tag name="TABLE_ENDDRAG_RECT" val="108*387*503*28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485bc4c-b2c5-47a0-9c5b-11586b8920a5}"/>
  <p:tag name="TABLE_ENDDRAG_ORIGIN_RECT" val="182*16"/>
  <p:tag name="TABLE_ENDDRAG_RECT" val="137*388*182*16"/>
  <p:tag name="KSO_WM_BEAUTIFY_FLAG" val="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485bc4c-b2c5-47a0-9c5b-11586b8920a5}"/>
  <p:tag name="TABLE_ENDDRAG_ORIGIN_RECT" val="182*16"/>
  <p:tag name="TABLE_ENDDRAG_RECT" val="137*388*182*16"/>
  <p:tag name="KSO_WM_BEAUTIFY_FLAG" val="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637b6bf-938a-4ba6-83c8-0fb360b20317}"/>
  <p:tag name="TABLE_ENDDRAG_ORIGIN_RECT" val="126*81"/>
  <p:tag name="TABLE_ENDDRAG_RECT" val="119*356*126*81"/>
  <p:tag name="KSO_WM_BEAUTIFY_FLAG" val="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  <a:txDef>
      <a:spPr>
        <a:noFill/>
        <a:ln w="9525">
          <a:noFill/>
          <a:miter lim="800000"/>
        </a:ln>
      </a:spPr>
      <a:bodyPr wrap="square">
        <a:spAutoFit/>
      </a:bodyPr>
      <a:lstStyle>
        <a:defPPr>
          <a:lnSpc>
            <a:spcPct val="125000"/>
          </a:lnSpc>
          <a:spcBef>
            <a:spcPts val="0"/>
          </a:spcBef>
          <a:spcAft>
            <a:spcPts val="0"/>
          </a:spcAft>
          <a:defRPr lang="en-US" altLang="zh-CN" sz="2200" b="1" dirty="0" smtClean="0">
            <a:solidFill>
              <a:srgbClr val="FF3399"/>
            </a:solidFill>
            <a:latin typeface="宋体" panose="02010600030101010101" pitchFamily="2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4005</Words>
  <Application>Microsoft Office PowerPoint</Application>
  <PresentationFormat>全屏显示(4:3)</PresentationFormat>
  <Paragraphs>1704</Paragraphs>
  <Slides>18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MS Gothic</vt:lpstr>
      <vt:lpstr>黑体</vt:lpstr>
      <vt:lpstr>宋体</vt:lpstr>
      <vt:lpstr>Cambria Math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任国林</dc:creator>
  <cp:lastModifiedBy>guolin</cp:lastModifiedBy>
  <cp:revision>1511</cp:revision>
  <dcterms:created xsi:type="dcterms:W3CDTF">2002-02-16T03:40:00Z</dcterms:created>
  <dcterms:modified xsi:type="dcterms:W3CDTF">2024-09-29T07:46:32Z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F87F95962CE54E15A3459F2AF9FEFC6A_12</vt:lpwstr>
  </property>
  <property fmtid="{D5CDD505-2E9C-101B-9397-08002B2CF9AE}" pid="3" name="KSOProductBuildVer">
    <vt:lpwstr>2052-12.1.0.15712</vt:lpwstr>
  </property>
</Properties>
</file>