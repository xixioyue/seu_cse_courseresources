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3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notesSlides/notesSlide4.xml" ContentType="application/vnd.openxmlformats-officedocument.presentationml.notesSlide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notesSlides/notesSlide5.xml" ContentType="application/vnd.openxmlformats-officedocument.presentationml.notesSlide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notesSlides/notesSlide6.xml" ContentType="application/vnd.openxmlformats-officedocument.presentationml.notesSlide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notesSlides/notesSlide7.xml" ContentType="application/vnd.openxmlformats-officedocument.presentationml.notesSlide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notesSlides/notesSlide8.xml" ContentType="application/vnd.openxmlformats-officedocument.presentationml.notesSlide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notesSlides/notesSlide9.xml" ContentType="application/vnd.openxmlformats-officedocument.presentationml.notesSlide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notesSlides/notesSlide10.xml" ContentType="application/vnd.openxmlformats-officedocument.presentationml.notesSlide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notesSlides/notesSlide11.xml" ContentType="application/vnd.openxmlformats-officedocument.presentationml.notesSlide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notesSlides/notesSlide12.xml" ContentType="application/vnd.openxmlformats-officedocument.presentationml.notesSlide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1110.xml" ContentType="application/vnd.openxmlformats-officedocument.presentationml.tags+xml"/>
  <Override PartName="/ppt/tags/tag12710.xml" ContentType="application/vnd.openxmlformats-officedocument.presentationml.tags+xml"/>
  <Override PartName="/ppt/tags/tag14610.xml" ContentType="application/vnd.openxmlformats-officedocument.presentationml.tags+xml"/>
  <Override PartName="/ppt/tags/tag1740.xml" ContentType="application/vnd.openxmlformats-officedocument.presentationml.tags+xml"/>
  <Override PartName="/ppt/tags/tag19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8" r:id="rId2"/>
    <p:sldId id="521" r:id="rId3"/>
    <p:sldId id="570" r:id="rId4"/>
    <p:sldId id="571" r:id="rId5"/>
    <p:sldId id="602" r:id="rId6"/>
    <p:sldId id="523" r:id="rId7"/>
    <p:sldId id="603" r:id="rId8"/>
    <p:sldId id="604" r:id="rId9"/>
    <p:sldId id="606" r:id="rId10"/>
    <p:sldId id="636" r:id="rId11"/>
    <p:sldId id="605" r:id="rId12"/>
    <p:sldId id="665" r:id="rId13"/>
    <p:sldId id="666" r:id="rId14"/>
    <p:sldId id="673" r:id="rId15"/>
    <p:sldId id="675" r:id="rId16"/>
    <p:sldId id="682" r:id="rId17"/>
    <p:sldId id="692" r:id="rId18"/>
    <p:sldId id="721" r:id="rId19"/>
    <p:sldId id="683" r:id="rId20"/>
    <p:sldId id="694" r:id="rId21"/>
    <p:sldId id="695" r:id="rId22"/>
    <p:sldId id="702" r:id="rId23"/>
    <p:sldId id="710" r:id="rId24"/>
    <p:sldId id="703" r:id="rId25"/>
    <p:sldId id="720" r:id="rId26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CCFFFF"/>
    <a:srgbClr val="CCCCFF"/>
    <a:srgbClr val="FFCC99"/>
    <a:srgbClr val="FF3399"/>
    <a:srgbClr val="99CCFF"/>
    <a:srgbClr val="CCECFF"/>
    <a:srgbClr val="FFCCFF"/>
    <a:srgbClr val="CC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5" autoAdjust="0"/>
    <p:restoredTop sz="94020" autoAdjust="0"/>
  </p:normalViewPr>
  <p:slideViewPr>
    <p:cSldViewPr showGuides="1">
      <p:cViewPr varScale="1">
        <p:scale>
          <a:sx n="89" d="100"/>
          <a:sy n="89" d="100"/>
        </p:scale>
        <p:origin x="1256" y="56"/>
      </p:cViewPr>
      <p:guideLst>
        <p:guide orient="horz" pos="182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9C60E3C-46FB-46DC-BD8E-DECE327E31D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64FB4F7-8A2D-4878-9281-C3C2BF0373C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学时（全部），应增加</a:t>
            </a:r>
            <a:r>
              <a:rPr lang="en-US" altLang="zh-CN" dirty="0"/>
              <a:t>1</a:t>
            </a:r>
            <a:r>
              <a:rPr lang="zh-CN" altLang="en-US" dirty="0"/>
              <a:t>学时练习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特色符号</a:t>
            </a:r>
            <a:r>
              <a:rPr lang="en-US" altLang="zh-CN"/>
              <a:t>-</a:t>
            </a:r>
            <a:r>
              <a:rPr lang="zh-CN" altLang="en-US"/>
              <a:t>国外流行，矩形符号</a:t>
            </a:r>
            <a:r>
              <a:rPr lang="en-US" altLang="zh-CN"/>
              <a:t>-</a:t>
            </a:r>
            <a:r>
              <a:rPr lang="zh-CN" altLang="en-US"/>
              <a:t>国标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半导体中参与导电的实体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载流子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(Carrier)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，有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电子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electron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空穴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hole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两种，通过改变载流子的数量，可以改变半导体的导电特性。</a:t>
            </a:r>
            <a:endParaRPr lang="en-US" altLang="zh-CN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硅属于半导体，纯硅没有多余的载流子，导电性能差。</a:t>
            </a:r>
          </a:p>
          <a:p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添加杂质增强导电性：加入三价元素杂质，例如硼或者铟，增加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空穴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的数量，属于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型掺杂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Positive</a:t>
            </a:r>
            <a:endParaRPr lang="en-US" altLang="zh-CN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加入五价元素杂质，例如磷、砷或锑，增加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自由电子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的数量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属于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型掺杂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Negative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VIN</a:t>
            </a:r>
            <a:r>
              <a:rPr lang="zh-CN" altLang="en-US" dirty="0">
                <a:sym typeface="+mn-ea"/>
              </a:rPr>
              <a:t>由两种晶体管的开关阈值电压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如</a:t>
            </a:r>
            <a:r>
              <a:rPr lang="en-US" altLang="zh-CN" dirty="0">
                <a:sym typeface="+mn-ea"/>
              </a:rPr>
              <a:t>0.7V)</a:t>
            </a:r>
            <a:r>
              <a:rPr lang="zh-CN" altLang="en-US" dirty="0">
                <a:sym typeface="+mn-ea"/>
              </a:rPr>
              <a:t>决定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②：或非门、非门级联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思考②：传输门可传输模拟信号、三态门不行；传输门可双向传输，三态门不行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思考③：可以，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端后加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en-US" altLang="zh-CN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CMOS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管（转换为数字信号）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/>
              <a:t>对偶</a:t>
            </a:r>
            <a:r>
              <a:rPr lang="en-US" altLang="zh-CN"/>
              <a:t>--dual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>
                    <a:latin typeface="+mn-ea"/>
                    <a:ea typeface="+mn-ea"/>
                  </a:rPr>
                  <a:t>练习</a:t>
                </a:r>
                <a:r>
                  <a:rPr lang="en-US" altLang="zh-CN" b="0" dirty="0">
                    <a:latin typeface="+mn-ea"/>
                    <a:ea typeface="+mn-ea"/>
                  </a:rPr>
                  <a:t>1—F=</a:t>
                </a:r>
                <a:r>
                  <a:rPr lang="en-US" altLang="zh-CN" sz="1200" b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u="sng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u="sng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200" b="0" u="sng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C+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u="sng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u="sng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1200" b="0" u="sng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C </a:t>
                </a:r>
                <a:r>
                  <a:rPr lang="en-US" altLang="zh-CN" sz="1200" b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200" b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分配律</a:t>
                </a:r>
                <a:r>
                  <a:rPr lang="en-US" altLang="zh-CN" sz="1200" b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) =</a:t>
                </a:r>
                <a:r>
                  <a:rPr lang="en-US" altLang="zh-CN" b="0" dirty="0">
                    <a:latin typeface="+mn-ea"/>
                    <a:ea typeface="+mn-ea"/>
                  </a:rPr>
                  <a:t>AB+(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u="sng" smtClean="0">
                            <a:solidFill>
                              <a:srgbClr val="FF3399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u="sng">
                            <a:solidFill>
                              <a:srgbClr val="FF3399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b="0" u="sng" dirty="0">
                    <a:latin typeface="+mn-ea"/>
                    <a:ea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u="sng" smtClean="0">
                            <a:solidFill>
                              <a:srgbClr val="FF3399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u="sng" smtClean="0">
                            <a:solidFill>
                              <a:srgbClr val="FF3399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b="0" dirty="0">
                    <a:latin typeface="+mn-ea"/>
                    <a:ea typeface="+mn-ea"/>
                  </a:rPr>
                  <a:t>)C (</a:t>
                </a:r>
                <a:r>
                  <a:rPr lang="zh-CN" altLang="en-US" b="0" dirty="0">
                    <a:latin typeface="+mn-ea"/>
                    <a:ea typeface="+mn-ea"/>
                  </a:rPr>
                  <a:t>反演律</a:t>
                </a:r>
                <a:r>
                  <a:rPr lang="en-US" altLang="zh-CN" b="0" dirty="0">
                    <a:latin typeface="+mn-ea"/>
                    <a:ea typeface="+mn-ea"/>
                  </a:rPr>
                  <a:t>)=AB+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u="sng" kern="1200" smtClean="0">
                            <a:solidFill>
                              <a:srgbClr val="FF3399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u="sng" kern="1200">
                            <a:solidFill>
                              <a:srgbClr val="FF3399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kumimoji="1" lang="en-US" altLang="zh-CN" sz="1200" b="0" i="0" u="sng" kern="1200" smtClean="0">
                            <a:solidFill>
                              <a:srgbClr val="FF3399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b="0" u="none" dirty="0">
                    <a:latin typeface="+mn-ea"/>
                    <a:ea typeface="+mn-ea"/>
                  </a:rPr>
                  <a:t>C </a:t>
                </a:r>
                <a:r>
                  <a:rPr lang="en-US" altLang="zh-CN" b="0" dirty="0">
                    <a:latin typeface="+mn-ea"/>
                    <a:ea typeface="+mn-ea"/>
                  </a:rPr>
                  <a:t>(</a:t>
                </a:r>
                <a:r>
                  <a:rPr lang="zh-CN" altLang="en-US" b="0" dirty="0">
                    <a:latin typeface="+mn-ea"/>
                    <a:ea typeface="+mn-ea"/>
                  </a:rPr>
                  <a:t>分配律</a:t>
                </a:r>
                <a:r>
                  <a:rPr lang="en-US" altLang="zh-CN" b="0" dirty="0">
                    <a:latin typeface="+mn-ea"/>
                    <a:ea typeface="+mn-ea"/>
                  </a:rPr>
                  <a:t>)=AB+C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0" dirty="0">
                    <a:latin typeface="+mn-ea"/>
                    <a:ea typeface="+mn-ea"/>
                  </a:rPr>
                  <a:t>            G=</a:t>
                </a:r>
                <a:r>
                  <a:rPr lang="en-US" altLang="zh-CN" sz="1200" b="0" i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ABD+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200" b="0" i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C+AC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1200" b="0" i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1200" b="0" i="0" u="sng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BCE+BC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u="sng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u="sng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E</m:t>
                        </m:r>
                      </m:e>
                    </m:acc>
                  </m:oMath>
                </a14:m>
                <a:r>
                  <a:rPr lang="en-US" altLang="zh-CN" sz="1200" b="0" i="0" dirty="0">
                    <a:latin typeface="+mn-ea"/>
                    <a:ea typeface="+mn-ea"/>
                    <a:cs typeface="宋体" panose="02010600030101010101" pitchFamily="2" charset="-122"/>
                    <a:sym typeface="+mn-ea"/>
                  </a:rPr>
                  <a:t>+C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0" i="0" dirty="0">
                    <a:latin typeface="+mn-ea"/>
                    <a:ea typeface="+mn-ea"/>
                  </a:rPr>
                  <a:t> (</a:t>
                </a:r>
                <a:r>
                  <a:rPr lang="zh-CN" altLang="en-US" b="0" i="0" dirty="0">
                    <a:latin typeface="+mn-ea"/>
                    <a:ea typeface="+mn-ea"/>
                  </a:rPr>
                  <a:t>组合律</a:t>
                </a:r>
                <a:r>
                  <a:rPr lang="en-US" altLang="zh-CN" b="0" i="0" dirty="0">
                    <a:latin typeface="+mn-ea"/>
                    <a:ea typeface="+mn-ea"/>
                  </a:rPr>
                  <a:t>)=ABD+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u="none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u="none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b="0" i="0" dirty="0">
                    <a:latin typeface="+mn-ea"/>
                    <a:ea typeface="+mn-ea"/>
                  </a:rPr>
                  <a:t>C+</a:t>
                </a:r>
                <a:r>
                  <a:rPr lang="en-US" altLang="zh-CN" b="0" i="0" u="sng" dirty="0">
                    <a:latin typeface="+mn-ea"/>
                    <a:ea typeface="+mn-ea"/>
                  </a:rPr>
                  <a:t>AC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u="sng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u="sng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b="0" i="0" dirty="0">
                    <a:latin typeface="+mn-ea"/>
                    <a:ea typeface="+mn-ea"/>
                  </a:rPr>
                  <a:t>+BC+</a:t>
                </a:r>
                <a:r>
                  <a:rPr lang="en-US" altLang="zh-CN" b="0" i="0" u="sng" dirty="0">
                    <a:latin typeface="+mn-ea"/>
                    <a:ea typeface="+mn-ea"/>
                  </a:rPr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u="sng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200" b="0" i="0" u="sng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  <m:r>
                      <a:rPr lang="en-US" altLang="zh-CN" sz="1200" b="0" i="1" u="sng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en-US" altLang="zh-CN" sz="1200" b="0" i="0" u="none" dirty="0">
                    <a:latin typeface="+mn-ea"/>
                    <a:ea typeface="+mn-ea"/>
                  </a:rPr>
                  <a:t>(</a:t>
                </a:r>
                <a:r>
                  <a:rPr lang="zh-CN" altLang="en-US" sz="1200" b="0" i="0" u="none" dirty="0">
                    <a:latin typeface="+mn-ea"/>
                    <a:ea typeface="+mn-ea"/>
                  </a:rPr>
                  <a:t>吸收律</a:t>
                </a:r>
                <a:r>
                  <a:rPr lang="en-US" altLang="zh-CN" sz="1200" b="0" i="0" u="none" dirty="0">
                    <a:latin typeface="+mn-ea"/>
                    <a:ea typeface="+mn-ea"/>
                  </a:rPr>
                  <a:t>)=ABD+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u="none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u="none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200" b="0" i="0" u="none" dirty="0">
                    <a:latin typeface="+mn-ea"/>
                    <a:ea typeface="+mn-ea"/>
                  </a:rPr>
                  <a:t>C+BC+C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u="none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u="none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1200" b="0" i="0" u="none" baseline="0" dirty="0">
                    <a:latin typeface="+mn-ea"/>
                    <a:ea typeface="+mn-ea"/>
                  </a:rPr>
                  <a:t> </a:t>
                </a:r>
                <a:r>
                  <a:rPr lang="en-US" altLang="zh-CN" sz="1200" b="0" i="0" u="none" dirty="0">
                    <a:latin typeface="+mn-ea"/>
                    <a:ea typeface="+mn-ea"/>
                  </a:rPr>
                  <a:t>() =ABD+(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r>
                      <m:rPr>
                        <m:nor/>
                      </m:rPr>
                      <a:rPr kumimoji="1" lang="en-US" altLang="zh-CN" sz="1200" b="0" i="0" kern="1200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CN" sz="1200" b="0" i="1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1200" b="0" i="0" u="none" dirty="0">
                    <a:latin typeface="+mn-ea"/>
                    <a:ea typeface="+mn-ea"/>
                  </a:rPr>
                  <a:t>)C+BC</a:t>
                </a:r>
                <a:r>
                  <a:rPr lang="en-US" altLang="zh-CN" sz="1200" b="0" i="0" u="none" baseline="0" dirty="0">
                    <a:latin typeface="+mn-ea"/>
                    <a:ea typeface="+mn-ea"/>
                  </a:rPr>
                  <a:t> (</a:t>
                </a:r>
                <a:r>
                  <a:rPr kumimoji="1" lang="zh-CN" altLang="en-US" sz="1200" b="0" i="0" kern="1200" dirty="0">
                    <a:solidFill>
                      <a:schemeClr val="tx1"/>
                    </a:solidFill>
                    <a:latin typeface="+mn-ea"/>
                    <a:ea typeface="宋体" panose="02010600030101010101" pitchFamily="2" charset="-122"/>
                    <a:cs typeface="+mn-cs"/>
                  </a:rPr>
                  <a:t>反演律</a:t>
                </a:r>
                <a:r>
                  <a:rPr lang="en-US" altLang="zh-CN" sz="1200" b="0" i="0" u="none" baseline="0" dirty="0">
                    <a:latin typeface="+mn-ea"/>
                    <a:ea typeface="+mn-ea"/>
                  </a:rPr>
                  <a:t>)=ADB+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kumimoji="1" lang="en-US" altLang="zh-CN" sz="1200" b="0" i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1200" b="0" i="0" u="none" baseline="0" dirty="0">
                    <a:latin typeface="+mn-ea"/>
                    <a:ea typeface="+mn-ea"/>
                  </a:rPr>
                  <a:t>C+BC</a:t>
                </a:r>
                <a14:m>
                  <m:oMath xmlns:m="http://schemas.openxmlformats.org/officeDocument/2006/math">
                    <m:r>
                      <a:rPr kumimoji="1" lang="en-US" altLang="zh-CN" sz="1200" b="0" i="0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rPr>
                      <m:t> </m:t>
                    </m:r>
                  </m:oMath>
                </a14:m>
                <a:r>
                  <a:rPr kumimoji="1" lang="en-US" altLang="zh-CN" sz="1200" b="0" i="0" kern="1200" dirty="0">
                    <a:solidFill>
                      <a:schemeClr val="tx1"/>
                    </a:solidFill>
                    <a:latin typeface="+mn-ea"/>
                    <a:ea typeface="宋体" panose="02010600030101010101" pitchFamily="2" charset="-122"/>
                    <a:cs typeface="+mn-cs"/>
                  </a:rPr>
                  <a:t>(</a:t>
                </a:r>
                <a:r>
                  <a:rPr kumimoji="1" lang="zh-CN" altLang="en-US" sz="1200" b="0" i="0" kern="1200" dirty="0">
                    <a:solidFill>
                      <a:schemeClr val="tx1"/>
                    </a:solidFill>
                    <a:latin typeface="+mn-ea"/>
                    <a:ea typeface="宋体" panose="02010600030101010101" pitchFamily="2" charset="-122"/>
                    <a:cs typeface="+mn-cs"/>
                  </a:rPr>
                  <a:t>一致律</a:t>
                </a:r>
                <a:r>
                  <a:rPr kumimoji="1" lang="en-US" altLang="zh-CN" sz="1200" b="0" i="0" kern="1200" dirty="0">
                    <a:solidFill>
                      <a:schemeClr val="tx1"/>
                    </a:solidFill>
                    <a:latin typeface="+mn-ea"/>
                    <a:ea typeface="宋体" panose="02010600030101010101" pitchFamily="2" charset="-122"/>
                    <a:cs typeface="+mn-cs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en-US" altLang="zh-C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  </m:t>
                    </m:r>
                  </m:oMath>
                </a14:m>
                <a:r>
                  <a:rPr kumimoji="1" lang="en-US" altLang="zh-CN" sz="1200" b="0" i="0" kern="1200" dirty="0">
                    <a:solidFill>
                      <a:schemeClr val="tx1"/>
                    </a:solidFill>
                    <a:latin typeface="+mn-ea"/>
                    <a:ea typeface="宋体" panose="02010600030101010101" pitchFamily="2" charset="-122"/>
                    <a:cs typeface="+mn-cs"/>
                  </a:rPr>
                  <a:t>=ADB+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b="0" i="1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200" b="0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kumimoji="1" lang="en-US" altLang="zh-CN" sz="1200" b="0" i="0" kern="12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1200" b="0" i="0" kern="1200" dirty="0">
                    <a:solidFill>
                      <a:schemeClr val="tx1"/>
                    </a:solidFill>
                    <a:latin typeface="+mn-ea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练习</a:t>
                </a:r>
                <a:r>
                  <a:rPr lang="en-US" altLang="zh-CN" b="0" dirty="0"/>
                  <a:t>1—F=</a:t>
                </a:r>
                <a:r>
                  <a:rPr lang="en-US" altLang="zh-CN" sz="1200" b="0" i="0" u="none">
                    <a:latin typeface="Cambria Math" panose="02040503050406030204" pitchFamily="18" charset="0"/>
                    <a:ea typeface="楷体" panose="02010609060101010101" pitchFamily="49" charset="-122"/>
                  </a:rPr>
                  <a:t>ACE+</a:t>
                </a:r>
                <a:r>
                  <a:rPr lang="en-US" altLang="zh-CN" sz="1200" b="0" i="0" u="none">
                    <a:solidFill>
                      <a:srgbClr val="FF3399"/>
                    </a:solidFill>
                    <a:highlight>
                      <a:srgbClr val="FFFF00"/>
                    </a:highlight>
                    <a:latin typeface="Cambria Math" panose="02040503050406030204" pitchFamily="18" charset="0"/>
                    <a:ea typeface="楷体" panose="02010609060101010101" pitchFamily="49" charset="-122"/>
                  </a:rPr>
                  <a:t>𝐴 ̅𝐵𝐸</a:t>
                </a:r>
                <a:r>
                  <a:rPr lang="en-US" altLang="zh-CN" sz="1200" b="0" i="0" u="none">
                    <a:latin typeface="Cambria Math" panose="02040503050406030204" pitchFamily="18" charset="0"/>
                    <a:ea typeface="楷体" panose="02010609060101010101" pitchFamily="49" charset="-122"/>
                  </a:rPr>
                  <a:t>+B ̅C ̅D ̅+BC ̅E+C ̅DE+𝐴 ̅𝐸 (</a:t>
                </a:r>
                <a:r>
                  <a:rPr lang="zh-CN" altLang="en-US" sz="1200" b="0" i="0" u="none">
                    <a:latin typeface="Cambria Math" panose="02040503050406030204" pitchFamily="18" charset="0"/>
                    <a:ea typeface="楷体" panose="02010609060101010101" pitchFamily="49" charset="-122"/>
                  </a:rPr>
                  <a:t>吸收律</a:t>
                </a:r>
                <a:r>
                  <a:rPr lang="en-US" altLang="zh-CN" sz="1200" b="0" i="0" u="none">
                    <a:latin typeface="Cambria Math" panose="02040503050406030204" pitchFamily="18" charset="0"/>
                    <a:ea typeface="楷体" panose="02010609060101010101" pitchFamily="49" charset="-122"/>
                  </a:rPr>
                  <a:t>)=ACE+A ̅E+𝐵 ̅𝐶 ̅𝐷 ̅+𝐵𝐶 ̅𝐸+</a:t>
                </a:r>
                <a:r>
                  <a:rPr lang="en-US" altLang="zh-CN" sz="1200" b="0" i="0" u="none">
                    <a:solidFill>
                      <a:srgbClr val="FF3399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𝐶 ̅𝐷𝐸</a:t>
                </a:r>
                <a:r>
                  <a:rPr lang="en-US" altLang="zh-CN" sz="1200" b="0" i="1" dirty="0">
                    <a:solidFill>
                      <a:srgbClr val="FF3399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en-US" altLang="zh-CN" sz="1200" b="0" i="0" dirty="0">
                    <a:latin typeface="+mn-ea"/>
                    <a:ea typeface="+mn-ea"/>
                  </a:rPr>
                  <a:t>(</a:t>
                </a:r>
                <a:r>
                  <a:rPr lang="zh-CN" altLang="en-US" sz="1200" b="0" i="0" dirty="0">
                    <a:latin typeface="+mn-ea"/>
                    <a:ea typeface="+mn-ea"/>
                  </a:rPr>
                  <a:t>分配律</a:t>
                </a:r>
                <a:r>
                  <a:rPr lang="en-US" altLang="zh-CN" sz="1200" b="0" i="0" dirty="0">
                    <a:latin typeface="+mn-ea"/>
                    <a:ea typeface="+mn-ea"/>
                  </a:rPr>
                  <a:t>)</a:t>
                </a:r>
                <a:r>
                  <a:rPr lang="en-US" altLang="zh-CN" sz="1200" b="0" i="0">
                    <a:latin typeface="+mn-ea"/>
                    <a:ea typeface="+mn-ea"/>
                  </a:rPr>
                  <a:t>  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=E(𝐴𝐶+𝐴 ̅ )+C ̅(B ̅D ̅+BE+DE)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(</a:t>
                </a:r>
                <a:r>
                  <a:rPr lang="zh-CN" altLang="en-US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分配律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</a:t>
                </a:r>
                <a:endParaRPr lang="en-US" altLang="zh-CN" sz="1200" b="0" i="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sz="1200" b="0" dirty="0">
                    <a:ea typeface="楷体" panose="02010609060101010101" pitchFamily="49" charset="-122"/>
                  </a:rPr>
                  <a:t>              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=E(A ̅+C)+C ̅[B ̅D ̅+E(𝐵+𝐷)]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(</a:t>
                </a:r>
                <a:r>
                  <a:rPr lang="zh-CN" altLang="en-US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反演律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=A ̅E+CE+C ̅(B ̅D ̅+(B ̅D ̅ ) ̅E)</a:t>
                </a:r>
                <a:r>
                  <a:rPr lang="zh-CN" altLang="en-US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分配律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 =A ̅E+CE+C ̅(B ̅D ̅+E)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=A ̅E+𝐶𝐸+B ̅C ̅D ̅+𝐶 ̅𝐸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（组合律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=𝐴 ̅𝐸+𝐸+B ̅C ̅D ̅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(</a:t>
                </a:r>
                <a:r>
                  <a:rPr lang="zh-CN" altLang="en-US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吸收律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n-US" altLang="zh-CN" sz="1200" b="0" i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=E+B ̅C ̅D ̅</a:t>
                </a:r>
                <a:r>
                  <a:rPr lang="en-US" altLang="zh-CN" sz="1200" b="0" i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b="0" i="0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398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思考：表达式最简单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:pPr marL="0" indent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dirty="0"/>
                  <a:t>练习：质蕴含项有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D</a:t>
                </a:r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dirty="0"/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dirty="0"/>
                  <a:t>、</a:t>
                </a:r>
                <a:r>
                  <a:rPr lang="en-US" altLang="zh-CN" dirty="0"/>
                  <a:t>AD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ABD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dirty="0"/>
                  <a:t>C</a:t>
                </a:r>
                <a:r>
                  <a:rPr lang="zh-CN" altLang="en-US" dirty="0"/>
                  <a:t>，实质蕴含项有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/>
                  <a:t>D</a:t>
                </a:r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dirty="0"/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+AD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 r="-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1B15-8AAE-400E-8B54-4B0535C663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81408-89F6-4C5E-85F1-A62B162216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8BAFD-D46A-4D98-B56B-A2E4045AF5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8CD47-3CD7-456E-8447-171C2A0CD2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AEF4E-52FA-41DE-B29C-0FAB10F79B5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60C4A-9F48-48BC-AC32-C625B5058F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4956B0B-AB87-4307-BB1D-829EC9002D4F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B0925-ED3B-4093-8760-25E736EA3E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8EA6A-C686-4D06-B2CF-B75658A6F9C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F9708-0814-4B5F-8625-E1D4ECA089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93B77-EF59-460C-BD4F-964341D8BB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3225536-7DD7-4159-B7E6-5CC8C73234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8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tags" Target="../tags/tag44.xml"/><Relationship Id="rId47" Type="http://schemas.openxmlformats.org/officeDocument/2006/relationships/tags" Target="../tags/tag49.xml"/><Relationship Id="rId50" Type="http://schemas.openxmlformats.org/officeDocument/2006/relationships/tags" Target="../tags/tag52.xml"/><Relationship Id="rId55" Type="http://schemas.openxmlformats.org/officeDocument/2006/relationships/tags" Target="../tags/tag57.xml"/><Relationship Id="rId63" Type="http://schemas.openxmlformats.org/officeDocument/2006/relationships/tags" Target="../tags/tag6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53" Type="http://schemas.openxmlformats.org/officeDocument/2006/relationships/tags" Target="../tags/tag55.xml"/><Relationship Id="rId58" Type="http://schemas.openxmlformats.org/officeDocument/2006/relationships/tags" Target="../tags/tag60.xml"/><Relationship Id="rId66" Type="http://schemas.openxmlformats.org/officeDocument/2006/relationships/notesSlide" Target="../notesSlides/notesSlide2.xml"/><Relationship Id="rId5" Type="http://schemas.openxmlformats.org/officeDocument/2006/relationships/tags" Target="../tags/tag7.xml"/><Relationship Id="rId61" Type="http://schemas.openxmlformats.org/officeDocument/2006/relationships/tags" Target="../tags/tag63.xml"/><Relationship Id="rId19" Type="http://schemas.openxmlformats.org/officeDocument/2006/relationships/tags" Target="../tags/tag2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tags" Target="../tags/tag50.xml"/><Relationship Id="rId56" Type="http://schemas.openxmlformats.org/officeDocument/2006/relationships/tags" Target="../tags/tag58.xml"/><Relationship Id="rId64" Type="http://schemas.openxmlformats.org/officeDocument/2006/relationships/tags" Target="../tags/tag66.xml"/><Relationship Id="rId8" Type="http://schemas.openxmlformats.org/officeDocument/2006/relationships/tags" Target="../tags/tag10.xml"/><Relationship Id="rId51" Type="http://schemas.openxmlformats.org/officeDocument/2006/relationships/tags" Target="../tags/tag53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59" Type="http://schemas.openxmlformats.org/officeDocument/2006/relationships/tags" Target="../tags/tag61.xml"/><Relationship Id="rId67" Type="http://schemas.openxmlformats.org/officeDocument/2006/relationships/image" Target="../media/image2.png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54" Type="http://schemas.openxmlformats.org/officeDocument/2006/relationships/tags" Target="../tags/tag56.xml"/><Relationship Id="rId62" Type="http://schemas.openxmlformats.org/officeDocument/2006/relationships/tags" Target="../tags/tag6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tags" Target="../tags/tag51.xml"/><Relationship Id="rId57" Type="http://schemas.openxmlformats.org/officeDocument/2006/relationships/tags" Target="../tags/tag59.xml"/><Relationship Id="rId10" Type="http://schemas.openxmlformats.org/officeDocument/2006/relationships/tags" Target="../tags/tag12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52" Type="http://schemas.openxmlformats.org/officeDocument/2006/relationships/tags" Target="../tags/tag54.xml"/><Relationship Id="rId60" Type="http://schemas.openxmlformats.org/officeDocument/2006/relationships/tags" Target="../tags/tag62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9" Type="http://schemas.openxmlformats.org/officeDocument/2006/relationships/tags" Target="../tags/tag4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83.xml"/><Relationship Id="rId21" Type="http://schemas.openxmlformats.org/officeDocument/2006/relationships/tags" Target="../tags/tag87.xml"/><Relationship Id="rId42" Type="http://schemas.openxmlformats.org/officeDocument/2006/relationships/tags" Target="../tags/tag108.xml"/><Relationship Id="rId63" Type="http://schemas.openxmlformats.org/officeDocument/2006/relationships/tags" Target="../tags/tag129.xml"/><Relationship Id="rId84" Type="http://schemas.openxmlformats.org/officeDocument/2006/relationships/tags" Target="../tags/tag150.xml"/><Relationship Id="rId138" Type="http://schemas.openxmlformats.org/officeDocument/2006/relationships/image" Target="../media/image10.png"/><Relationship Id="rId16" Type="http://schemas.openxmlformats.org/officeDocument/2006/relationships/tags" Target="../tags/tag82.xml"/><Relationship Id="rId107" Type="http://schemas.openxmlformats.org/officeDocument/2006/relationships/tags" Target="../tags/tag173.xml"/><Relationship Id="rId11" Type="http://schemas.openxmlformats.org/officeDocument/2006/relationships/tags" Target="../tags/tag77.xml"/><Relationship Id="rId32" Type="http://schemas.openxmlformats.org/officeDocument/2006/relationships/tags" Target="../tags/tag98.xml"/><Relationship Id="rId37" Type="http://schemas.openxmlformats.org/officeDocument/2006/relationships/tags" Target="../tags/tag103.xml"/><Relationship Id="rId53" Type="http://schemas.openxmlformats.org/officeDocument/2006/relationships/tags" Target="../tags/tag119.xml"/><Relationship Id="rId58" Type="http://schemas.openxmlformats.org/officeDocument/2006/relationships/tags" Target="../tags/tag124.xml"/><Relationship Id="rId74" Type="http://schemas.openxmlformats.org/officeDocument/2006/relationships/tags" Target="../tags/tag140.xml"/><Relationship Id="rId79" Type="http://schemas.openxmlformats.org/officeDocument/2006/relationships/tags" Target="../tags/tag145.xml"/><Relationship Id="rId102" Type="http://schemas.openxmlformats.org/officeDocument/2006/relationships/tags" Target="../tags/tag168.xml"/><Relationship Id="rId123" Type="http://schemas.openxmlformats.org/officeDocument/2006/relationships/tags" Target="../tags/tag11110.xml"/><Relationship Id="rId128" Type="http://schemas.openxmlformats.org/officeDocument/2006/relationships/image" Target="../media/image5.png"/><Relationship Id="rId5" Type="http://schemas.openxmlformats.org/officeDocument/2006/relationships/tags" Target="../tags/tag71.xml"/><Relationship Id="rId90" Type="http://schemas.openxmlformats.org/officeDocument/2006/relationships/tags" Target="../tags/tag156.xml"/><Relationship Id="rId95" Type="http://schemas.openxmlformats.org/officeDocument/2006/relationships/tags" Target="../tags/tag161.xml"/><Relationship Id="rId22" Type="http://schemas.openxmlformats.org/officeDocument/2006/relationships/tags" Target="../tags/tag88.xml"/><Relationship Id="rId27" Type="http://schemas.openxmlformats.org/officeDocument/2006/relationships/tags" Target="../tags/tag93.xml"/><Relationship Id="rId43" Type="http://schemas.openxmlformats.org/officeDocument/2006/relationships/tags" Target="../tags/tag109.xml"/><Relationship Id="rId48" Type="http://schemas.openxmlformats.org/officeDocument/2006/relationships/tags" Target="../tags/tag114.xml"/><Relationship Id="rId64" Type="http://schemas.openxmlformats.org/officeDocument/2006/relationships/tags" Target="../tags/tag130.xml"/><Relationship Id="rId69" Type="http://schemas.openxmlformats.org/officeDocument/2006/relationships/tags" Target="../tags/tag135.xml"/><Relationship Id="rId113" Type="http://schemas.openxmlformats.org/officeDocument/2006/relationships/tags" Target="../tags/tag179.xml"/><Relationship Id="rId118" Type="http://schemas.openxmlformats.org/officeDocument/2006/relationships/tags" Target="../tags/tag184.xml"/><Relationship Id="rId134" Type="http://schemas.openxmlformats.org/officeDocument/2006/relationships/image" Target="../media/image8.png"/><Relationship Id="rId139" Type="http://schemas.openxmlformats.org/officeDocument/2006/relationships/slide" Target="slide14.xml"/><Relationship Id="rId80" Type="http://schemas.openxmlformats.org/officeDocument/2006/relationships/tags" Target="../tags/tag146.xml"/><Relationship Id="rId85" Type="http://schemas.openxmlformats.org/officeDocument/2006/relationships/tags" Target="../tags/tag151.xml"/><Relationship Id="rId12" Type="http://schemas.openxmlformats.org/officeDocument/2006/relationships/tags" Target="../tags/tag78.xml"/><Relationship Id="rId17" Type="http://schemas.openxmlformats.org/officeDocument/2006/relationships/tags" Target="../tags/tag83.xml"/><Relationship Id="rId33" Type="http://schemas.openxmlformats.org/officeDocument/2006/relationships/tags" Target="../tags/tag99.xml"/><Relationship Id="rId38" Type="http://schemas.openxmlformats.org/officeDocument/2006/relationships/tags" Target="../tags/tag104.xml"/><Relationship Id="rId59" Type="http://schemas.openxmlformats.org/officeDocument/2006/relationships/tags" Target="../tags/tag125.xml"/><Relationship Id="rId103" Type="http://schemas.openxmlformats.org/officeDocument/2006/relationships/tags" Target="../tags/tag169.xml"/><Relationship Id="rId108" Type="http://schemas.openxmlformats.org/officeDocument/2006/relationships/tags" Target="../tags/tag174.xml"/><Relationship Id="rId124" Type="http://schemas.openxmlformats.org/officeDocument/2006/relationships/image" Target="../media/image3.png"/><Relationship Id="rId129" Type="http://schemas.openxmlformats.org/officeDocument/2006/relationships/tags" Target="../tags/tag71.xml"/><Relationship Id="rId54" Type="http://schemas.openxmlformats.org/officeDocument/2006/relationships/tags" Target="../tags/tag120.xml"/><Relationship Id="rId70" Type="http://schemas.openxmlformats.org/officeDocument/2006/relationships/tags" Target="../tags/tag136.xml"/><Relationship Id="rId75" Type="http://schemas.openxmlformats.org/officeDocument/2006/relationships/tags" Target="../tags/tag141.xml"/><Relationship Id="rId91" Type="http://schemas.openxmlformats.org/officeDocument/2006/relationships/tags" Target="../tags/tag157.xml"/><Relationship Id="rId96" Type="http://schemas.openxmlformats.org/officeDocument/2006/relationships/tags" Target="../tags/tag16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23" Type="http://schemas.openxmlformats.org/officeDocument/2006/relationships/tags" Target="../tags/tag89.xml"/><Relationship Id="rId28" Type="http://schemas.openxmlformats.org/officeDocument/2006/relationships/tags" Target="../tags/tag94.xml"/><Relationship Id="rId49" Type="http://schemas.openxmlformats.org/officeDocument/2006/relationships/tags" Target="../tags/tag115.xml"/><Relationship Id="rId114" Type="http://schemas.openxmlformats.org/officeDocument/2006/relationships/tags" Target="../tags/tag180.xml"/><Relationship Id="rId119" Type="http://schemas.openxmlformats.org/officeDocument/2006/relationships/tags" Target="../tags/tag185.xml"/><Relationship Id="rId44" Type="http://schemas.openxmlformats.org/officeDocument/2006/relationships/tags" Target="../tags/tag110.xml"/><Relationship Id="rId60" Type="http://schemas.openxmlformats.org/officeDocument/2006/relationships/tags" Target="../tags/tag126.xml"/><Relationship Id="rId65" Type="http://schemas.openxmlformats.org/officeDocument/2006/relationships/tags" Target="../tags/tag131.xml"/><Relationship Id="rId81" Type="http://schemas.openxmlformats.org/officeDocument/2006/relationships/tags" Target="../tags/tag147.xml"/><Relationship Id="rId86" Type="http://schemas.openxmlformats.org/officeDocument/2006/relationships/tags" Target="../tags/tag152.xml"/><Relationship Id="rId130" Type="http://schemas.openxmlformats.org/officeDocument/2006/relationships/image" Target="../media/image6.png"/><Relationship Id="rId135" Type="http://schemas.openxmlformats.org/officeDocument/2006/relationships/tags" Target="../tags/tag1740.xml"/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39" Type="http://schemas.openxmlformats.org/officeDocument/2006/relationships/tags" Target="../tags/tag105.xml"/><Relationship Id="rId109" Type="http://schemas.openxmlformats.org/officeDocument/2006/relationships/tags" Target="../tags/tag175.xml"/><Relationship Id="rId34" Type="http://schemas.openxmlformats.org/officeDocument/2006/relationships/tags" Target="../tags/tag100.xml"/><Relationship Id="rId50" Type="http://schemas.openxmlformats.org/officeDocument/2006/relationships/tags" Target="../tags/tag116.xml"/><Relationship Id="rId55" Type="http://schemas.openxmlformats.org/officeDocument/2006/relationships/tags" Target="../tags/tag121.xml"/><Relationship Id="rId76" Type="http://schemas.openxmlformats.org/officeDocument/2006/relationships/tags" Target="../tags/tag142.xml"/><Relationship Id="rId97" Type="http://schemas.openxmlformats.org/officeDocument/2006/relationships/tags" Target="../tags/tag163.xml"/><Relationship Id="rId104" Type="http://schemas.openxmlformats.org/officeDocument/2006/relationships/tags" Target="../tags/tag170.xml"/><Relationship Id="rId120" Type="http://schemas.openxmlformats.org/officeDocument/2006/relationships/tags" Target="../tags/tag186.xml"/><Relationship Id="rId125" Type="http://schemas.openxmlformats.org/officeDocument/2006/relationships/tags" Target="../tags/tag12710.xml"/><Relationship Id="rId7" Type="http://schemas.openxmlformats.org/officeDocument/2006/relationships/tags" Target="../tags/tag73.xml"/><Relationship Id="rId71" Type="http://schemas.openxmlformats.org/officeDocument/2006/relationships/tags" Target="../tags/tag137.xml"/><Relationship Id="rId92" Type="http://schemas.openxmlformats.org/officeDocument/2006/relationships/tags" Target="../tags/tag158.xml"/><Relationship Id="rId2" Type="http://schemas.openxmlformats.org/officeDocument/2006/relationships/tags" Target="../tags/tag68.xml"/><Relationship Id="rId29" Type="http://schemas.openxmlformats.org/officeDocument/2006/relationships/tags" Target="../tags/tag95.xml"/><Relationship Id="rId24" Type="http://schemas.openxmlformats.org/officeDocument/2006/relationships/tags" Target="../tags/tag90.xml"/><Relationship Id="rId40" Type="http://schemas.openxmlformats.org/officeDocument/2006/relationships/tags" Target="../tags/tag106.xml"/><Relationship Id="rId45" Type="http://schemas.openxmlformats.org/officeDocument/2006/relationships/tags" Target="../tags/tag111.xml"/><Relationship Id="rId66" Type="http://schemas.openxmlformats.org/officeDocument/2006/relationships/tags" Target="../tags/tag132.xml"/><Relationship Id="rId87" Type="http://schemas.openxmlformats.org/officeDocument/2006/relationships/tags" Target="../tags/tag153.xml"/><Relationship Id="rId110" Type="http://schemas.openxmlformats.org/officeDocument/2006/relationships/tags" Target="../tags/tag176.xml"/><Relationship Id="rId115" Type="http://schemas.openxmlformats.org/officeDocument/2006/relationships/tags" Target="../tags/tag181.xml"/><Relationship Id="rId131" Type="http://schemas.openxmlformats.org/officeDocument/2006/relationships/tags" Target="../tags/tag74.xml"/><Relationship Id="rId136" Type="http://schemas.openxmlformats.org/officeDocument/2006/relationships/image" Target="../media/image9.png"/><Relationship Id="rId61" Type="http://schemas.openxmlformats.org/officeDocument/2006/relationships/tags" Target="../tags/tag127.xml"/><Relationship Id="rId82" Type="http://schemas.openxmlformats.org/officeDocument/2006/relationships/tags" Target="../tags/tag148.xml"/><Relationship Id="rId19" Type="http://schemas.openxmlformats.org/officeDocument/2006/relationships/tags" Target="../tags/tag85.xml"/><Relationship Id="rId14" Type="http://schemas.openxmlformats.org/officeDocument/2006/relationships/tags" Target="../tags/tag80.xml"/><Relationship Id="rId30" Type="http://schemas.openxmlformats.org/officeDocument/2006/relationships/tags" Target="../tags/tag96.xml"/><Relationship Id="rId35" Type="http://schemas.openxmlformats.org/officeDocument/2006/relationships/tags" Target="../tags/tag101.xml"/><Relationship Id="rId56" Type="http://schemas.openxmlformats.org/officeDocument/2006/relationships/tags" Target="../tags/tag122.xml"/><Relationship Id="rId77" Type="http://schemas.openxmlformats.org/officeDocument/2006/relationships/tags" Target="../tags/tag143.xml"/><Relationship Id="rId100" Type="http://schemas.openxmlformats.org/officeDocument/2006/relationships/tags" Target="../tags/tag166.xml"/><Relationship Id="rId105" Type="http://schemas.openxmlformats.org/officeDocument/2006/relationships/tags" Target="../tags/tag171.xml"/><Relationship Id="rId126" Type="http://schemas.openxmlformats.org/officeDocument/2006/relationships/image" Target="../media/image4.png"/><Relationship Id="rId8" Type="http://schemas.openxmlformats.org/officeDocument/2006/relationships/tags" Target="../tags/tag74.xml"/><Relationship Id="rId51" Type="http://schemas.openxmlformats.org/officeDocument/2006/relationships/tags" Target="../tags/tag117.xml"/><Relationship Id="rId72" Type="http://schemas.openxmlformats.org/officeDocument/2006/relationships/tags" Target="../tags/tag138.xml"/><Relationship Id="rId93" Type="http://schemas.openxmlformats.org/officeDocument/2006/relationships/tags" Target="../tags/tag159.xml"/><Relationship Id="rId98" Type="http://schemas.openxmlformats.org/officeDocument/2006/relationships/tags" Target="../tags/tag164.xml"/><Relationship Id="rId121" Type="http://schemas.openxmlformats.org/officeDocument/2006/relationships/tags" Target="../tags/tag187.xml"/><Relationship Id="rId3" Type="http://schemas.openxmlformats.org/officeDocument/2006/relationships/tags" Target="../tags/tag69.xml"/><Relationship Id="rId25" Type="http://schemas.openxmlformats.org/officeDocument/2006/relationships/tags" Target="../tags/tag91.xml"/><Relationship Id="rId46" Type="http://schemas.openxmlformats.org/officeDocument/2006/relationships/tags" Target="../tags/tag112.xml"/><Relationship Id="rId67" Type="http://schemas.openxmlformats.org/officeDocument/2006/relationships/tags" Target="../tags/tag133.xml"/><Relationship Id="rId116" Type="http://schemas.openxmlformats.org/officeDocument/2006/relationships/tags" Target="../tags/tag182.xml"/><Relationship Id="rId137" Type="http://schemas.openxmlformats.org/officeDocument/2006/relationships/tags" Target="../tags/tag193.xml"/><Relationship Id="rId20" Type="http://schemas.openxmlformats.org/officeDocument/2006/relationships/tags" Target="../tags/tag86.xml"/><Relationship Id="rId41" Type="http://schemas.openxmlformats.org/officeDocument/2006/relationships/tags" Target="../tags/tag107.xml"/><Relationship Id="rId62" Type="http://schemas.openxmlformats.org/officeDocument/2006/relationships/tags" Target="../tags/tag128.xml"/><Relationship Id="rId83" Type="http://schemas.openxmlformats.org/officeDocument/2006/relationships/tags" Target="../tags/tag149.xml"/><Relationship Id="rId88" Type="http://schemas.openxmlformats.org/officeDocument/2006/relationships/tags" Target="../tags/tag154.xml"/><Relationship Id="rId111" Type="http://schemas.openxmlformats.org/officeDocument/2006/relationships/tags" Target="../tags/tag177.xml"/><Relationship Id="rId132" Type="http://schemas.openxmlformats.org/officeDocument/2006/relationships/image" Target="../media/image7.png"/><Relationship Id="rId15" Type="http://schemas.openxmlformats.org/officeDocument/2006/relationships/tags" Target="../tags/tag81.xml"/><Relationship Id="rId36" Type="http://schemas.openxmlformats.org/officeDocument/2006/relationships/tags" Target="../tags/tag102.xml"/><Relationship Id="rId57" Type="http://schemas.openxmlformats.org/officeDocument/2006/relationships/tags" Target="../tags/tag123.xml"/><Relationship Id="rId106" Type="http://schemas.openxmlformats.org/officeDocument/2006/relationships/tags" Target="../tags/tag172.xml"/><Relationship Id="rId127" Type="http://schemas.openxmlformats.org/officeDocument/2006/relationships/tags" Target="../tags/tag14610.xml"/><Relationship Id="rId10" Type="http://schemas.openxmlformats.org/officeDocument/2006/relationships/tags" Target="../tags/tag76.xml"/><Relationship Id="rId31" Type="http://schemas.openxmlformats.org/officeDocument/2006/relationships/tags" Target="../tags/tag97.xml"/><Relationship Id="rId52" Type="http://schemas.openxmlformats.org/officeDocument/2006/relationships/tags" Target="../tags/tag118.xml"/><Relationship Id="rId73" Type="http://schemas.openxmlformats.org/officeDocument/2006/relationships/tags" Target="../tags/tag139.xml"/><Relationship Id="rId78" Type="http://schemas.openxmlformats.org/officeDocument/2006/relationships/tags" Target="../tags/tag144.xml"/><Relationship Id="rId94" Type="http://schemas.openxmlformats.org/officeDocument/2006/relationships/tags" Target="../tags/tag160.xml"/><Relationship Id="rId99" Type="http://schemas.openxmlformats.org/officeDocument/2006/relationships/tags" Target="../tags/tag165.xml"/><Relationship Id="rId101" Type="http://schemas.openxmlformats.org/officeDocument/2006/relationships/tags" Target="../tags/tag167.xml"/><Relationship Id="rId122" Type="http://schemas.openxmlformats.org/officeDocument/2006/relationships/slideLayout" Target="../slideLayouts/slideLayout7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26" Type="http://schemas.openxmlformats.org/officeDocument/2006/relationships/tags" Target="../tags/tag92.xml"/><Relationship Id="rId47" Type="http://schemas.openxmlformats.org/officeDocument/2006/relationships/tags" Target="../tags/tag113.xml"/><Relationship Id="rId68" Type="http://schemas.openxmlformats.org/officeDocument/2006/relationships/tags" Target="../tags/tag134.xml"/><Relationship Id="rId89" Type="http://schemas.openxmlformats.org/officeDocument/2006/relationships/tags" Target="../tags/tag155.xml"/><Relationship Id="rId112" Type="http://schemas.openxmlformats.org/officeDocument/2006/relationships/tags" Target="../tags/tag178.xml"/><Relationship Id="rId133" Type="http://schemas.openxmlformats.org/officeDocument/2006/relationships/tags" Target="../tags/tag7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tags" Target="../tags/tag20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90.xml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" Type="http://schemas.openxmlformats.org/officeDocument/2006/relationships/tags" Target="../tags/tag189.xml"/><Relationship Id="rId16" Type="http://schemas.openxmlformats.org/officeDocument/2006/relationships/tags" Target="../tags/tag204.xml"/><Relationship Id="rId1" Type="http://schemas.openxmlformats.org/officeDocument/2006/relationships/tags" Target="../tags/tag188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5" Type="http://schemas.openxmlformats.org/officeDocument/2006/relationships/tags" Target="../tags/tag192.xml"/><Relationship Id="rId15" Type="http://schemas.openxmlformats.org/officeDocument/2006/relationships/tags" Target="../tags/tag203.xml"/><Relationship Id="rId10" Type="http://schemas.openxmlformats.org/officeDocument/2006/relationships/tags" Target="../tags/tag198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191.xml"/><Relationship Id="rId9" Type="http://schemas.openxmlformats.org/officeDocument/2006/relationships/tags" Target="../tags/tag197.xml"/><Relationship Id="rId14" Type="http://schemas.openxmlformats.org/officeDocument/2006/relationships/tags" Target="../tags/tag20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218.xml"/><Relationship Id="rId18" Type="http://schemas.openxmlformats.org/officeDocument/2006/relationships/tags" Target="../tags/tag223.xml"/><Relationship Id="rId26" Type="http://schemas.openxmlformats.org/officeDocument/2006/relationships/tags" Target="../tags/tag231.xml"/><Relationship Id="rId39" Type="http://schemas.openxmlformats.org/officeDocument/2006/relationships/tags" Target="../tags/tag244.xml"/><Relationship Id="rId21" Type="http://schemas.openxmlformats.org/officeDocument/2006/relationships/tags" Target="../tags/tag226.xml"/><Relationship Id="rId34" Type="http://schemas.openxmlformats.org/officeDocument/2006/relationships/tags" Target="../tags/tag239.xml"/><Relationship Id="rId42" Type="http://schemas.openxmlformats.org/officeDocument/2006/relationships/tags" Target="../tags/tag247.xml"/><Relationship Id="rId47" Type="http://schemas.openxmlformats.org/officeDocument/2006/relationships/tags" Target="../tags/tag252.xml"/><Relationship Id="rId50" Type="http://schemas.openxmlformats.org/officeDocument/2006/relationships/tags" Target="../tags/tag255.xml"/><Relationship Id="rId55" Type="http://schemas.openxmlformats.org/officeDocument/2006/relationships/tags" Target="../tags/tag260.xml"/><Relationship Id="rId7" Type="http://schemas.openxmlformats.org/officeDocument/2006/relationships/tags" Target="../tags/tag212.xml"/><Relationship Id="rId2" Type="http://schemas.openxmlformats.org/officeDocument/2006/relationships/tags" Target="../tags/tag207.xml"/><Relationship Id="rId16" Type="http://schemas.openxmlformats.org/officeDocument/2006/relationships/tags" Target="../tags/tag221.xml"/><Relationship Id="rId29" Type="http://schemas.openxmlformats.org/officeDocument/2006/relationships/tags" Target="../tags/tag234.xml"/><Relationship Id="rId11" Type="http://schemas.openxmlformats.org/officeDocument/2006/relationships/tags" Target="../tags/tag216.xml"/><Relationship Id="rId24" Type="http://schemas.openxmlformats.org/officeDocument/2006/relationships/tags" Target="../tags/tag229.xml"/><Relationship Id="rId32" Type="http://schemas.openxmlformats.org/officeDocument/2006/relationships/tags" Target="../tags/tag237.xml"/><Relationship Id="rId37" Type="http://schemas.openxmlformats.org/officeDocument/2006/relationships/tags" Target="../tags/tag242.xml"/><Relationship Id="rId40" Type="http://schemas.openxmlformats.org/officeDocument/2006/relationships/tags" Target="../tags/tag245.xml"/><Relationship Id="rId45" Type="http://schemas.openxmlformats.org/officeDocument/2006/relationships/tags" Target="../tags/tag250.xml"/><Relationship Id="rId53" Type="http://schemas.openxmlformats.org/officeDocument/2006/relationships/tags" Target="../tags/tag258.xml"/><Relationship Id="rId58" Type="http://schemas.openxmlformats.org/officeDocument/2006/relationships/tags" Target="../tags/tag263.xml"/><Relationship Id="rId5" Type="http://schemas.openxmlformats.org/officeDocument/2006/relationships/tags" Target="../tags/tag210.xml"/><Relationship Id="rId61" Type="http://schemas.openxmlformats.org/officeDocument/2006/relationships/slideLayout" Target="../slideLayouts/slideLayout7.xml"/><Relationship Id="rId19" Type="http://schemas.openxmlformats.org/officeDocument/2006/relationships/tags" Target="../tags/tag224.xml"/><Relationship Id="rId14" Type="http://schemas.openxmlformats.org/officeDocument/2006/relationships/tags" Target="../tags/tag219.xml"/><Relationship Id="rId22" Type="http://schemas.openxmlformats.org/officeDocument/2006/relationships/tags" Target="../tags/tag227.xml"/><Relationship Id="rId27" Type="http://schemas.openxmlformats.org/officeDocument/2006/relationships/tags" Target="../tags/tag232.xml"/><Relationship Id="rId30" Type="http://schemas.openxmlformats.org/officeDocument/2006/relationships/tags" Target="../tags/tag235.xml"/><Relationship Id="rId35" Type="http://schemas.openxmlformats.org/officeDocument/2006/relationships/tags" Target="../tags/tag240.xml"/><Relationship Id="rId43" Type="http://schemas.openxmlformats.org/officeDocument/2006/relationships/tags" Target="../tags/tag248.xml"/><Relationship Id="rId48" Type="http://schemas.openxmlformats.org/officeDocument/2006/relationships/tags" Target="../tags/tag253.xml"/><Relationship Id="rId56" Type="http://schemas.openxmlformats.org/officeDocument/2006/relationships/tags" Target="../tags/tag261.xml"/><Relationship Id="rId8" Type="http://schemas.openxmlformats.org/officeDocument/2006/relationships/tags" Target="../tags/tag213.xml"/><Relationship Id="rId51" Type="http://schemas.openxmlformats.org/officeDocument/2006/relationships/tags" Target="../tags/tag256.xml"/><Relationship Id="rId3" Type="http://schemas.openxmlformats.org/officeDocument/2006/relationships/tags" Target="../tags/tag208.xml"/><Relationship Id="rId12" Type="http://schemas.openxmlformats.org/officeDocument/2006/relationships/tags" Target="../tags/tag217.xml"/><Relationship Id="rId17" Type="http://schemas.openxmlformats.org/officeDocument/2006/relationships/tags" Target="../tags/tag222.xml"/><Relationship Id="rId25" Type="http://schemas.openxmlformats.org/officeDocument/2006/relationships/tags" Target="../tags/tag230.xml"/><Relationship Id="rId33" Type="http://schemas.openxmlformats.org/officeDocument/2006/relationships/tags" Target="../tags/tag238.xml"/><Relationship Id="rId38" Type="http://schemas.openxmlformats.org/officeDocument/2006/relationships/tags" Target="../tags/tag243.xml"/><Relationship Id="rId46" Type="http://schemas.openxmlformats.org/officeDocument/2006/relationships/tags" Target="../tags/tag251.xml"/><Relationship Id="rId59" Type="http://schemas.openxmlformats.org/officeDocument/2006/relationships/tags" Target="../tags/tag264.xml"/><Relationship Id="rId20" Type="http://schemas.openxmlformats.org/officeDocument/2006/relationships/tags" Target="../tags/tag225.xml"/><Relationship Id="rId41" Type="http://schemas.openxmlformats.org/officeDocument/2006/relationships/tags" Target="../tags/tag246.xml"/><Relationship Id="rId54" Type="http://schemas.openxmlformats.org/officeDocument/2006/relationships/tags" Target="../tags/tag259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5" Type="http://schemas.openxmlformats.org/officeDocument/2006/relationships/tags" Target="../tags/tag220.xml"/><Relationship Id="rId23" Type="http://schemas.openxmlformats.org/officeDocument/2006/relationships/tags" Target="../tags/tag228.xml"/><Relationship Id="rId28" Type="http://schemas.openxmlformats.org/officeDocument/2006/relationships/tags" Target="../tags/tag233.xml"/><Relationship Id="rId36" Type="http://schemas.openxmlformats.org/officeDocument/2006/relationships/tags" Target="../tags/tag241.xml"/><Relationship Id="rId49" Type="http://schemas.openxmlformats.org/officeDocument/2006/relationships/tags" Target="../tags/tag254.xml"/><Relationship Id="rId57" Type="http://schemas.openxmlformats.org/officeDocument/2006/relationships/tags" Target="../tags/tag262.xml"/><Relationship Id="rId10" Type="http://schemas.openxmlformats.org/officeDocument/2006/relationships/tags" Target="../tags/tag215.xml"/><Relationship Id="rId31" Type="http://schemas.openxmlformats.org/officeDocument/2006/relationships/tags" Target="../tags/tag236.xml"/><Relationship Id="rId44" Type="http://schemas.openxmlformats.org/officeDocument/2006/relationships/tags" Target="../tags/tag249.xml"/><Relationship Id="rId52" Type="http://schemas.openxmlformats.org/officeDocument/2006/relationships/tags" Target="../tags/tag257.xml"/><Relationship Id="rId60" Type="http://schemas.openxmlformats.org/officeDocument/2006/relationships/tags" Target="../tags/tag265.xml"/><Relationship Id="rId4" Type="http://schemas.openxmlformats.org/officeDocument/2006/relationships/tags" Target="../tags/tag209.xml"/><Relationship Id="rId9" Type="http://schemas.openxmlformats.org/officeDocument/2006/relationships/tags" Target="../tags/tag214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tags" Target="../tags/tag382.xml"/><Relationship Id="rId21" Type="http://schemas.openxmlformats.org/officeDocument/2006/relationships/tags" Target="../tags/tag286.xml"/><Relationship Id="rId42" Type="http://schemas.openxmlformats.org/officeDocument/2006/relationships/tags" Target="../tags/tag307.xml"/><Relationship Id="rId63" Type="http://schemas.openxmlformats.org/officeDocument/2006/relationships/tags" Target="../tags/tag328.xml"/><Relationship Id="rId84" Type="http://schemas.openxmlformats.org/officeDocument/2006/relationships/tags" Target="../tags/tag349.xml"/><Relationship Id="rId138" Type="http://schemas.openxmlformats.org/officeDocument/2006/relationships/tags" Target="../tags/tag403.xml"/><Relationship Id="rId159" Type="http://schemas.openxmlformats.org/officeDocument/2006/relationships/tags" Target="../tags/tag424.xml"/><Relationship Id="rId107" Type="http://schemas.openxmlformats.org/officeDocument/2006/relationships/tags" Target="../tags/tag372.xml"/><Relationship Id="rId11" Type="http://schemas.openxmlformats.org/officeDocument/2006/relationships/tags" Target="../tags/tag276.xml"/><Relationship Id="rId32" Type="http://schemas.openxmlformats.org/officeDocument/2006/relationships/tags" Target="../tags/tag297.xml"/><Relationship Id="rId53" Type="http://schemas.openxmlformats.org/officeDocument/2006/relationships/tags" Target="../tags/tag318.xml"/><Relationship Id="rId74" Type="http://schemas.openxmlformats.org/officeDocument/2006/relationships/tags" Target="../tags/tag339.xml"/><Relationship Id="rId128" Type="http://schemas.openxmlformats.org/officeDocument/2006/relationships/tags" Target="../tags/tag393.xml"/><Relationship Id="rId149" Type="http://schemas.openxmlformats.org/officeDocument/2006/relationships/tags" Target="../tags/tag414.xml"/><Relationship Id="rId5" Type="http://schemas.openxmlformats.org/officeDocument/2006/relationships/tags" Target="../tags/tag270.xml"/><Relationship Id="rId95" Type="http://schemas.openxmlformats.org/officeDocument/2006/relationships/tags" Target="../tags/tag360.xml"/><Relationship Id="rId160" Type="http://schemas.openxmlformats.org/officeDocument/2006/relationships/tags" Target="../tags/tag425.xml"/><Relationship Id="rId22" Type="http://schemas.openxmlformats.org/officeDocument/2006/relationships/tags" Target="../tags/tag287.xml"/><Relationship Id="rId43" Type="http://schemas.openxmlformats.org/officeDocument/2006/relationships/tags" Target="../tags/tag308.xml"/><Relationship Id="rId64" Type="http://schemas.openxmlformats.org/officeDocument/2006/relationships/tags" Target="../tags/tag329.xml"/><Relationship Id="rId118" Type="http://schemas.openxmlformats.org/officeDocument/2006/relationships/tags" Target="../tags/tag383.xml"/><Relationship Id="rId139" Type="http://schemas.openxmlformats.org/officeDocument/2006/relationships/tags" Target="../tags/tag404.xml"/><Relationship Id="rId85" Type="http://schemas.openxmlformats.org/officeDocument/2006/relationships/tags" Target="../tags/tag350.xml"/><Relationship Id="rId150" Type="http://schemas.openxmlformats.org/officeDocument/2006/relationships/tags" Target="../tags/tag415.xml"/><Relationship Id="rId12" Type="http://schemas.openxmlformats.org/officeDocument/2006/relationships/tags" Target="../tags/tag277.xml"/><Relationship Id="rId17" Type="http://schemas.openxmlformats.org/officeDocument/2006/relationships/tags" Target="../tags/tag282.xml"/><Relationship Id="rId33" Type="http://schemas.openxmlformats.org/officeDocument/2006/relationships/tags" Target="../tags/tag298.xml"/><Relationship Id="rId38" Type="http://schemas.openxmlformats.org/officeDocument/2006/relationships/tags" Target="../tags/tag303.xml"/><Relationship Id="rId59" Type="http://schemas.openxmlformats.org/officeDocument/2006/relationships/tags" Target="../tags/tag324.xml"/><Relationship Id="rId103" Type="http://schemas.openxmlformats.org/officeDocument/2006/relationships/tags" Target="../tags/tag368.xml"/><Relationship Id="rId108" Type="http://schemas.openxmlformats.org/officeDocument/2006/relationships/tags" Target="../tags/tag373.xml"/><Relationship Id="rId124" Type="http://schemas.openxmlformats.org/officeDocument/2006/relationships/tags" Target="../tags/tag389.xml"/><Relationship Id="rId129" Type="http://schemas.openxmlformats.org/officeDocument/2006/relationships/tags" Target="../tags/tag394.xml"/><Relationship Id="rId54" Type="http://schemas.openxmlformats.org/officeDocument/2006/relationships/tags" Target="../tags/tag319.xml"/><Relationship Id="rId70" Type="http://schemas.openxmlformats.org/officeDocument/2006/relationships/tags" Target="../tags/tag335.xml"/><Relationship Id="rId75" Type="http://schemas.openxmlformats.org/officeDocument/2006/relationships/tags" Target="../tags/tag340.xml"/><Relationship Id="rId91" Type="http://schemas.openxmlformats.org/officeDocument/2006/relationships/tags" Target="../tags/tag356.xml"/><Relationship Id="rId96" Type="http://schemas.openxmlformats.org/officeDocument/2006/relationships/tags" Target="../tags/tag361.xml"/><Relationship Id="rId140" Type="http://schemas.openxmlformats.org/officeDocument/2006/relationships/tags" Target="../tags/tag405.xml"/><Relationship Id="rId145" Type="http://schemas.openxmlformats.org/officeDocument/2006/relationships/tags" Target="../tags/tag410.xml"/><Relationship Id="rId161" Type="http://schemas.openxmlformats.org/officeDocument/2006/relationships/tags" Target="../tags/tag426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23" Type="http://schemas.openxmlformats.org/officeDocument/2006/relationships/tags" Target="../tags/tag288.xml"/><Relationship Id="rId28" Type="http://schemas.openxmlformats.org/officeDocument/2006/relationships/tags" Target="../tags/tag293.xml"/><Relationship Id="rId49" Type="http://schemas.openxmlformats.org/officeDocument/2006/relationships/tags" Target="../tags/tag314.xml"/><Relationship Id="rId114" Type="http://schemas.openxmlformats.org/officeDocument/2006/relationships/tags" Target="../tags/tag379.xml"/><Relationship Id="rId119" Type="http://schemas.openxmlformats.org/officeDocument/2006/relationships/tags" Target="../tags/tag384.xml"/><Relationship Id="rId44" Type="http://schemas.openxmlformats.org/officeDocument/2006/relationships/tags" Target="../tags/tag309.xml"/><Relationship Id="rId60" Type="http://schemas.openxmlformats.org/officeDocument/2006/relationships/tags" Target="../tags/tag325.xml"/><Relationship Id="rId65" Type="http://schemas.openxmlformats.org/officeDocument/2006/relationships/tags" Target="../tags/tag330.xml"/><Relationship Id="rId81" Type="http://schemas.openxmlformats.org/officeDocument/2006/relationships/tags" Target="../tags/tag346.xml"/><Relationship Id="rId86" Type="http://schemas.openxmlformats.org/officeDocument/2006/relationships/tags" Target="../tags/tag351.xml"/><Relationship Id="rId130" Type="http://schemas.openxmlformats.org/officeDocument/2006/relationships/tags" Target="../tags/tag395.xml"/><Relationship Id="rId135" Type="http://schemas.openxmlformats.org/officeDocument/2006/relationships/tags" Target="../tags/tag400.xml"/><Relationship Id="rId151" Type="http://schemas.openxmlformats.org/officeDocument/2006/relationships/tags" Target="../tags/tag416.xml"/><Relationship Id="rId156" Type="http://schemas.openxmlformats.org/officeDocument/2006/relationships/tags" Target="../tags/tag421.xml"/><Relationship Id="rId13" Type="http://schemas.openxmlformats.org/officeDocument/2006/relationships/tags" Target="../tags/tag278.xml"/><Relationship Id="rId18" Type="http://schemas.openxmlformats.org/officeDocument/2006/relationships/tags" Target="../tags/tag283.xml"/><Relationship Id="rId39" Type="http://schemas.openxmlformats.org/officeDocument/2006/relationships/tags" Target="../tags/tag304.xml"/><Relationship Id="rId109" Type="http://schemas.openxmlformats.org/officeDocument/2006/relationships/tags" Target="../tags/tag374.xml"/><Relationship Id="rId34" Type="http://schemas.openxmlformats.org/officeDocument/2006/relationships/tags" Target="../tags/tag299.xml"/><Relationship Id="rId50" Type="http://schemas.openxmlformats.org/officeDocument/2006/relationships/tags" Target="../tags/tag315.xml"/><Relationship Id="rId55" Type="http://schemas.openxmlformats.org/officeDocument/2006/relationships/tags" Target="../tags/tag320.xml"/><Relationship Id="rId76" Type="http://schemas.openxmlformats.org/officeDocument/2006/relationships/tags" Target="../tags/tag341.xml"/><Relationship Id="rId97" Type="http://schemas.openxmlformats.org/officeDocument/2006/relationships/tags" Target="../tags/tag362.xml"/><Relationship Id="rId104" Type="http://schemas.openxmlformats.org/officeDocument/2006/relationships/tags" Target="../tags/tag369.xml"/><Relationship Id="rId120" Type="http://schemas.openxmlformats.org/officeDocument/2006/relationships/tags" Target="../tags/tag385.xml"/><Relationship Id="rId125" Type="http://schemas.openxmlformats.org/officeDocument/2006/relationships/tags" Target="../tags/tag390.xml"/><Relationship Id="rId141" Type="http://schemas.openxmlformats.org/officeDocument/2006/relationships/tags" Target="../tags/tag406.xml"/><Relationship Id="rId146" Type="http://schemas.openxmlformats.org/officeDocument/2006/relationships/tags" Target="../tags/tag411.xml"/><Relationship Id="rId7" Type="http://schemas.openxmlformats.org/officeDocument/2006/relationships/tags" Target="../tags/tag272.xml"/><Relationship Id="rId71" Type="http://schemas.openxmlformats.org/officeDocument/2006/relationships/tags" Target="../tags/tag336.xml"/><Relationship Id="rId92" Type="http://schemas.openxmlformats.org/officeDocument/2006/relationships/tags" Target="../tags/tag357.xml"/><Relationship Id="rId162" Type="http://schemas.openxmlformats.org/officeDocument/2006/relationships/tags" Target="../tags/tag427.xml"/><Relationship Id="rId2" Type="http://schemas.openxmlformats.org/officeDocument/2006/relationships/tags" Target="../tags/tag267.xml"/><Relationship Id="rId29" Type="http://schemas.openxmlformats.org/officeDocument/2006/relationships/tags" Target="../tags/tag294.xml"/><Relationship Id="rId24" Type="http://schemas.openxmlformats.org/officeDocument/2006/relationships/tags" Target="../tags/tag289.xml"/><Relationship Id="rId40" Type="http://schemas.openxmlformats.org/officeDocument/2006/relationships/tags" Target="../tags/tag305.xml"/><Relationship Id="rId45" Type="http://schemas.openxmlformats.org/officeDocument/2006/relationships/tags" Target="../tags/tag310.xml"/><Relationship Id="rId66" Type="http://schemas.openxmlformats.org/officeDocument/2006/relationships/tags" Target="../tags/tag331.xml"/><Relationship Id="rId87" Type="http://schemas.openxmlformats.org/officeDocument/2006/relationships/tags" Target="../tags/tag352.xml"/><Relationship Id="rId110" Type="http://schemas.openxmlformats.org/officeDocument/2006/relationships/tags" Target="../tags/tag375.xml"/><Relationship Id="rId115" Type="http://schemas.openxmlformats.org/officeDocument/2006/relationships/tags" Target="../tags/tag380.xml"/><Relationship Id="rId131" Type="http://schemas.openxmlformats.org/officeDocument/2006/relationships/tags" Target="../tags/tag396.xml"/><Relationship Id="rId136" Type="http://schemas.openxmlformats.org/officeDocument/2006/relationships/tags" Target="../tags/tag401.xml"/><Relationship Id="rId157" Type="http://schemas.openxmlformats.org/officeDocument/2006/relationships/tags" Target="../tags/tag422.xml"/><Relationship Id="rId61" Type="http://schemas.openxmlformats.org/officeDocument/2006/relationships/tags" Target="../tags/tag326.xml"/><Relationship Id="rId82" Type="http://schemas.openxmlformats.org/officeDocument/2006/relationships/tags" Target="../tags/tag347.xml"/><Relationship Id="rId152" Type="http://schemas.openxmlformats.org/officeDocument/2006/relationships/tags" Target="../tags/tag417.xml"/><Relationship Id="rId19" Type="http://schemas.openxmlformats.org/officeDocument/2006/relationships/tags" Target="../tags/tag284.xml"/><Relationship Id="rId14" Type="http://schemas.openxmlformats.org/officeDocument/2006/relationships/tags" Target="../tags/tag279.xml"/><Relationship Id="rId30" Type="http://schemas.openxmlformats.org/officeDocument/2006/relationships/tags" Target="../tags/tag295.xml"/><Relationship Id="rId35" Type="http://schemas.openxmlformats.org/officeDocument/2006/relationships/tags" Target="../tags/tag300.xml"/><Relationship Id="rId56" Type="http://schemas.openxmlformats.org/officeDocument/2006/relationships/tags" Target="../tags/tag321.xml"/><Relationship Id="rId77" Type="http://schemas.openxmlformats.org/officeDocument/2006/relationships/tags" Target="../tags/tag342.xml"/><Relationship Id="rId100" Type="http://schemas.openxmlformats.org/officeDocument/2006/relationships/tags" Target="../tags/tag365.xml"/><Relationship Id="rId105" Type="http://schemas.openxmlformats.org/officeDocument/2006/relationships/tags" Target="../tags/tag370.xml"/><Relationship Id="rId126" Type="http://schemas.openxmlformats.org/officeDocument/2006/relationships/tags" Target="../tags/tag391.xml"/><Relationship Id="rId147" Type="http://schemas.openxmlformats.org/officeDocument/2006/relationships/tags" Target="../tags/tag412.xml"/><Relationship Id="rId8" Type="http://schemas.openxmlformats.org/officeDocument/2006/relationships/tags" Target="../tags/tag273.xml"/><Relationship Id="rId51" Type="http://schemas.openxmlformats.org/officeDocument/2006/relationships/tags" Target="../tags/tag316.xml"/><Relationship Id="rId72" Type="http://schemas.openxmlformats.org/officeDocument/2006/relationships/tags" Target="../tags/tag337.xml"/><Relationship Id="rId93" Type="http://schemas.openxmlformats.org/officeDocument/2006/relationships/tags" Target="../tags/tag358.xml"/><Relationship Id="rId98" Type="http://schemas.openxmlformats.org/officeDocument/2006/relationships/tags" Target="../tags/tag363.xml"/><Relationship Id="rId121" Type="http://schemas.openxmlformats.org/officeDocument/2006/relationships/tags" Target="../tags/tag386.xml"/><Relationship Id="rId142" Type="http://schemas.openxmlformats.org/officeDocument/2006/relationships/tags" Target="../tags/tag407.xml"/><Relationship Id="rId163" Type="http://schemas.openxmlformats.org/officeDocument/2006/relationships/tags" Target="../tags/tag428.xml"/><Relationship Id="rId3" Type="http://schemas.openxmlformats.org/officeDocument/2006/relationships/tags" Target="../tags/tag268.xml"/><Relationship Id="rId25" Type="http://schemas.openxmlformats.org/officeDocument/2006/relationships/tags" Target="../tags/tag290.xml"/><Relationship Id="rId46" Type="http://schemas.openxmlformats.org/officeDocument/2006/relationships/tags" Target="../tags/tag311.xml"/><Relationship Id="rId67" Type="http://schemas.openxmlformats.org/officeDocument/2006/relationships/tags" Target="../tags/tag332.xml"/><Relationship Id="rId116" Type="http://schemas.openxmlformats.org/officeDocument/2006/relationships/tags" Target="../tags/tag381.xml"/><Relationship Id="rId137" Type="http://schemas.openxmlformats.org/officeDocument/2006/relationships/tags" Target="../tags/tag402.xml"/><Relationship Id="rId158" Type="http://schemas.openxmlformats.org/officeDocument/2006/relationships/tags" Target="../tags/tag423.xml"/><Relationship Id="rId20" Type="http://schemas.openxmlformats.org/officeDocument/2006/relationships/tags" Target="../tags/tag285.xml"/><Relationship Id="rId41" Type="http://schemas.openxmlformats.org/officeDocument/2006/relationships/tags" Target="../tags/tag306.xml"/><Relationship Id="rId62" Type="http://schemas.openxmlformats.org/officeDocument/2006/relationships/tags" Target="../tags/tag327.xml"/><Relationship Id="rId83" Type="http://schemas.openxmlformats.org/officeDocument/2006/relationships/tags" Target="../tags/tag348.xml"/><Relationship Id="rId88" Type="http://schemas.openxmlformats.org/officeDocument/2006/relationships/tags" Target="../tags/tag353.xml"/><Relationship Id="rId111" Type="http://schemas.openxmlformats.org/officeDocument/2006/relationships/tags" Target="../tags/tag376.xml"/><Relationship Id="rId132" Type="http://schemas.openxmlformats.org/officeDocument/2006/relationships/tags" Target="../tags/tag397.xml"/><Relationship Id="rId153" Type="http://schemas.openxmlformats.org/officeDocument/2006/relationships/tags" Target="../tags/tag418.xml"/><Relationship Id="rId15" Type="http://schemas.openxmlformats.org/officeDocument/2006/relationships/tags" Target="../tags/tag280.xml"/><Relationship Id="rId36" Type="http://schemas.openxmlformats.org/officeDocument/2006/relationships/tags" Target="../tags/tag301.xml"/><Relationship Id="rId57" Type="http://schemas.openxmlformats.org/officeDocument/2006/relationships/tags" Target="../tags/tag322.xml"/><Relationship Id="rId106" Type="http://schemas.openxmlformats.org/officeDocument/2006/relationships/tags" Target="../tags/tag371.xml"/><Relationship Id="rId127" Type="http://schemas.openxmlformats.org/officeDocument/2006/relationships/tags" Target="../tags/tag392.xml"/><Relationship Id="rId10" Type="http://schemas.openxmlformats.org/officeDocument/2006/relationships/tags" Target="../tags/tag275.xml"/><Relationship Id="rId31" Type="http://schemas.openxmlformats.org/officeDocument/2006/relationships/tags" Target="../tags/tag296.xml"/><Relationship Id="rId52" Type="http://schemas.openxmlformats.org/officeDocument/2006/relationships/tags" Target="../tags/tag317.xml"/><Relationship Id="rId73" Type="http://schemas.openxmlformats.org/officeDocument/2006/relationships/tags" Target="../tags/tag338.xml"/><Relationship Id="rId78" Type="http://schemas.openxmlformats.org/officeDocument/2006/relationships/tags" Target="../tags/tag343.xml"/><Relationship Id="rId94" Type="http://schemas.openxmlformats.org/officeDocument/2006/relationships/tags" Target="../tags/tag359.xml"/><Relationship Id="rId99" Type="http://schemas.openxmlformats.org/officeDocument/2006/relationships/tags" Target="../tags/tag364.xml"/><Relationship Id="rId101" Type="http://schemas.openxmlformats.org/officeDocument/2006/relationships/tags" Target="../tags/tag366.xml"/><Relationship Id="rId122" Type="http://schemas.openxmlformats.org/officeDocument/2006/relationships/tags" Target="../tags/tag387.xml"/><Relationship Id="rId143" Type="http://schemas.openxmlformats.org/officeDocument/2006/relationships/tags" Target="../tags/tag408.xml"/><Relationship Id="rId148" Type="http://schemas.openxmlformats.org/officeDocument/2006/relationships/tags" Target="../tags/tag413.xml"/><Relationship Id="rId164" Type="http://schemas.openxmlformats.org/officeDocument/2006/relationships/slideLayout" Target="../slideLayouts/slideLayout7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26" Type="http://schemas.openxmlformats.org/officeDocument/2006/relationships/tags" Target="../tags/tag291.xml"/><Relationship Id="rId47" Type="http://schemas.openxmlformats.org/officeDocument/2006/relationships/tags" Target="../tags/tag312.xml"/><Relationship Id="rId68" Type="http://schemas.openxmlformats.org/officeDocument/2006/relationships/tags" Target="../tags/tag333.xml"/><Relationship Id="rId89" Type="http://schemas.openxmlformats.org/officeDocument/2006/relationships/tags" Target="../tags/tag354.xml"/><Relationship Id="rId112" Type="http://schemas.openxmlformats.org/officeDocument/2006/relationships/tags" Target="../tags/tag377.xml"/><Relationship Id="rId133" Type="http://schemas.openxmlformats.org/officeDocument/2006/relationships/tags" Target="../tags/tag398.xml"/><Relationship Id="rId154" Type="http://schemas.openxmlformats.org/officeDocument/2006/relationships/tags" Target="../tags/tag419.xml"/><Relationship Id="rId16" Type="http://schemas.openxmlformats.org/officeDocument/2006/relationships/tags" Target="../tags/tag281.xml"/><Relationship Id="rId37" Type="http://schemas.openxmlformats.org/officeDocument/2006/relationships/tags" Target="../tags/tag302.xml"/><Relationship Id="rId58" Type="http://schemas.openxmlformats.org/officeDocument/2006/relationships/tags" Target="../tags/tag323.xml"/><Relationship Id="rId79" Type="http://schemas.openxmlformats.org/officeDocument/2006/relationships/tags" Target="../tags/tag344.xml"/><Relationship Id="rId102" Type="http://schemas.openxmlformats.org/officeDocument/2006/relationships/tags" Target="../tags/tag367.xml"/><Relationship Id="rId123" Type="http://schemas.openxmlformats.org/officeDocument/2006/relationships/tags" Target="../tags/tag388.xml"/><Relationship Id="rId144" Type="http://schemas.openxmlformats.org/officeDocument/2006/relationships/tags" Target="../tags/tag409.xml"/><Relationship Id="rId90" Type="http://schemas.openxmlformats.org/officeDocument/2006/relationships/tags" Target="../tags/tag355.xml"/><Relationship Id="rId165" Type="http://schemas.openxmlformats.org/officeDocument/2006/relationships/notesSlide" Target="../notesSlides/notesSlide4.xml"/><Relationship Id="rId27" Type="http://schemas.openxmlformats.org/officeDocument/2006/relationships/tags" Target="../tags/tag292.xml"/><Relationship Id="rId48" Type="http://schemas.openxmlformats.org/officeDocument/2006/relationships/tags" Target="../tags/tag313.xml"/><Relationship Id="rId69" Type="http://schemas.openxmlformats.org/officeDocument/2006/relationships/tags" Target="../tags/tag334.xml"/><Relationship Id="rId113" Type="http://schemas.openxmlformats.org/officeDocument/2006/relationships/tags" Target="../tags/tag378.xml"/><Relationship Id="rId134" Type="http://schemas.openxmlformats.org/officeDocument/2006/relationships/tags" Target="../tags/tag399.xml"/><Relationship Id="rId80" Type="http://schemas.openxmlformats.org/officeDocument/2006/relationships/tags" Target="../tags/tag345.xml"/><Relationship Id="rId155" Type="http://schemas.openxmlformats.org/officeDocument/2006/relationships/tags" Target="../tags/tag42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454.xml"/><Relationship Id="rId21" Type="http://schemas.openxmlformats.org/officeDocument/2006/relationships/tags" Target="../tags/tag449.xml"/><Relationship Id="rId42" Type="http://schemas.openxmlformats.org/officeDocument/2006/relationships/tags" Target="../tags/tag470.xml"/><Relationship Id="rId47" Type="http://schemas.openxmlformats.org/officeDocument/2006/relationships/tags" Target="../tags/tag475.xml"/><Relationship Id="rId63" Type="http://schemas.openxmlformats.org/officeDocument/2006/relationships/tags" Target="../tags/tag491.xml"/><Relationship Id="rId68" Type="http://schemas.openxmlformats.org/officeDocument/2006/relationships/tags" Target="../tags/tag496.xml"/><Relationship Id="rId84" Type="http://schemas.openxmlformats.org/officeDocument/2006/relationships/tags" Target="../tags/tag512.xml"/><Relationship Id="rId89" Type="http://schemas.openxmlformats.org/officeDocument/2006/relationships/tags" Target="../tags/tag517.xml"/><Relationship Id="rId16" Type="http://schemas.openxmlformats.org/officeDocument/2006/relationships/tags" Target="../tags/tag444.xml"/><Relationship Id="rId11" Type="http://schemas.openxmlformats.org/officeDocument/2006/relationships/tags" Target="../tags/tag439.xml"/><Relationship Id="rId32" Type="http://schemas.openxmlformats.org/officeDocument/2006/relationships/tags" Target="../tags/tag460.xml"/><Relationship Id="rId37" Type="http://schemas.openxmlformats.org/officeDocument/2006/relationships/tags" Target="../tags/tag465.xml"/><Relationship Id="rId53" Type="http://schemas.openxmlformats.org/officeDocument/2006/relationships/tags" Target="../tags/tag481.xml"/><Relationship Id="rId58" Type="http://schemas.openxmlformats.org/officeDocument/2006/relationships/tags" Target="../tags/tag486.xml"/><Relationship Id="rId74" Type="http://schemas.openxmlformats.org/officeDocument/2006/relationships/tags" Target="../tags/tag502.xml"/><Relationship Id="rId79" Type="http://schemas.openxmlformats.org/officeDocument/2006/relationships/tags" Target="../tags/tag507.xml"/><Relationship Id="rId102" Type="http://schemas.openxmlformats.org/officeDocument/2006/relationships/tags" Target="../tags/tag530.xml"/><Relationship Id="rId5" Type="http://schemas.openxmlformats.org/officeDocument/2006/relationships/tags" Target="../tags/tag433.xml"/><Relationship Id="rId90" Type="http://schemas.openxmlformats.org/officeDocument/2006/relationships/tags" Target="../tags/tag518.xml"/><Relationship Id="rId95" Type="http://schemas.openxmlformats.org/officeDocument/2006/relationships/tags" Target="../tags/tag523.xml"/><Relationship Id="rId22" Type="http://schemas.openxmlformats.org/officeDocument/2006/relationships/tags" Target="../tags/tag450.xml"/><Relationship Id="rId27" Type="http://schemas.openxmlformats.org/officeDocument/2006/relationships/tags" Target="../tags/tag455.xml"/><Relationship Id="rId43" Type="http://schemas.openxmlformats.org/officeDocument/2006/relationships/tags" Target="../tags/tag471.xml"/><Relationship Id="rId48" Type="http://schemas.openxmlformats.org/officeDocument/2006/relationships/tags" Target="../tags/tag476.xml"/><Relationship Id="rId64" Type="http://schemas.openxmlformats.org/officeDocument/2006/relationships/tags" Target="../tags/tag492.xml"/><Relationship Id="rId69" Type="http://schemas.openxmlformats.org/officeDocument/2006/relationships/tags" Target="../tags/tag497.xml"/><Relationship Id="rId80" Type="http://schemas.openxmlformats.org/officeDocument/2006/relationships/tags" Target="../tags/tag508.xml"/><Relationship Id="rId85" Type="http://schemas.openxmlformats.org/officeDocument/2006/relationships/tags" Target="../tags/tag513.xml"/><Relationship Id="rId12" Type="http://schemas.openxmlformats.org/officeDocument/2006/relationships/tags" Target="../tags/tag440.xml"/><Relationship Id="rId17" Type="http://schemas.openxmlformats.org/officeDocument/2006/relationships/tags" Target="../tags/tag445.xml"/><Relationship Id="rId33" Type="http://schemas.openxmlformats.org/officeDocument/2006/relationships/tags" Target="../tags/tag461.xml"/><Relationship Id="rId38" Type="http://schemas.openxmlformats.org/officeDocument/2006/relationships/tags" Target="../tags/tag466.xml"/><Relationship Id="rId59" Type="http://schemas.openxmlformats.org/officeDocument/2006/relationships/tags" Target="../tags/tag487.xml"/><Relationship Id="rId103" Type="http://schemas.openxmlformats.org/officeDocument/2006/relationships/tags" Target="../tags/tag531.xml"/><Relationship Id="rId20" Type="http://schemas.openxmlformats.org/officeDocument/2006/relationships/tags" Target="../tags/tag448.xml"/><Relationship Id="rId41" Type="http://schemas.openxmlformats.org/officeDocument/2006/relationships/tags" Target="../tags/tag469.xml"/><Relationship Id="rId54" Type="http://schemas.openxmlformats.org/officeDocument/2006/relationships/tags" Target="../tags/tag482.xml"/><Relationship Id="rId62" Type="http://schemas.openxmlformats.org/officeDocument/2006/relationships/tags" Target="../tags/tag490.xml"/><Relationship Id="rId70" Type="http://schemas.openxmlformats.org/officeDocument/2006/relationships/tags" Target="../tags/tag498.xml"/><Relationship Id="rId75" Type="http://schemas.openxmlformats.org/officeDocument/2006/relationships/tags" Target="../tags/tag503.xml"/><Relationship Id="rId83" Type="http://schemas.openxmlformats.org/officeDocument/2006/relationships/tags" Target="../tags/tag511.xml"/><Relationship Id="rId88" Type="http://schemas.openxmlformats.org/officeDocument/2006/relationships/tags" Target="../tags/tag516.xml"/><Relationship Id="rId91" Type="http://schemas.openxmlformats.org/officeDocument/2006/relationships/tags" Target="../tags/tag519.xml"/><Relationship Id="rId96" Type="http://schemas.openxmlformats.org/officeDocument/2006/relationships/tags" Target="../tags/tag524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15" Type="http://schemas.openxmlformats.org/officeDocument/2006/relationships/tags" Target="../tags/tag443.xml"/><Relationship Id="rId23" Type="http://schemas.openxmlformats.org/officeDocument/2006/relationships/tags" Target="../tags/tag451.xml"/><Relationship Id="rId28" Type="http://schemas.openxmlformats.org/officeDocument/2006/relationships/tags" Target="../tags/tag456.xml"/><Relationship Id="rId36" Type="http://schemas.openxmlformats.org/officeDocument/2006/relationships/tags" Target="../tags/tag464.xml"/><Relationship Id="rId49" Type="http://schemas.openxmlformats.org/officeDocument/2006/relationships/tags" Target="../tags/tag477.xml"/><Relationship Id="rId57" Type="http://schemas.openxmlformats.org/officeDocument/2006/relationships/tags" Target="../tags/tag485.xml"/><Relationship Id="rId106" Type="http://schemas.openxmlformats.org/officeDocument/2006/relationships/notesSlide" Target="../notesSlides/notesSlide5.xml"/><Relationship Id="rId10" Type="http://schemas.openxmlformats.org/officeDocument/2006/relationships/tags" Target="../tags/tag438.xml"/><Relationship Id="rId31" Type="http://schemas.openxmlformats.org/officeDocument/2006/relationships/tags" Target="../tags/tag459.xml"/><Relationship Id="rId44" Type="http://schemas.openxmlformats.org/officeDocument/2006/relationships/tags" Target="../tags/tag472.xml"/><Relationship Id="rId52" Type="http://schemas.openxmlformats.org/officeDocument/2006/relationships/tags" Target="../tags/tag480.xml"/><Relationship Id="rId60" Type="http://schemas.openxmlformats.org/officeDocument/2006/relationships/tags" Target="../tags/tag488.xml"/><Relationship Id="rId65" Type="http://schemas.openxmlformats.org/officeDocument/2006/relationships/tags" Target="../tags/tag493.xml"/><Relationship Id="rId73" Type="http://schemas.openxmlformats.org/officeDocument/2006/relationships/tags" Target="../tags/tag501.xml"/><Relationship Id="rId78" Type="http://schemas.openxmlformats.org/officeDocument/2006/relationships/tags" Target="../tags/tag506.xml"/><Relationship Id="rId81" Type="http://schemas.openxmlformats.org/officeDocument/2006/relationships/tags" Target="../tags/tag509.xml"/><Relationship Id="rId86" Type="http://schemas.openxmlformats.org/officeDocument/2006/relationships/tags" Target="../tags/tag514.xml"/><Relationship Id="rId94" Type="http://schemas.openxmlformats.org/officeDocument/2006/relationships/tags" Target="../tags/tag522.xml"/><Relationship Id="rId99" Type="http://schemas.openxmlformats.org/officeDocument/2006/relationships/tags" Target="../tags/tag527.xml"/><Relationship Id="rId101" Type="http://schemas.openxmlformats.org/officeDocument/2006/relationships/tags" Target="../tags/tag529.xml"/><Relationship Id="rId4" Type="http://schemas.openxmlformats.org/officeDocument/2006/relationships/tags" Target="../tags/tag432.xml"/><Relationship Id="rId9" Type="http://schemas.openxmlformats.org/officeDocument/2006/relationships/tags" Target="../tags/tag437.xml"/><Relationship Id="rId13" Type="http://schemas.openxmlformats.org/officeDocument/2006/relationships/tags" Target="../tags/tag441.xml"/><Relationship Id="rId18" Type="http://schemas.openxmlformats.org/officeDocument/2006/relationships/tags" Target="../tags/tag446.xml"/><Relationship Id="rId39" Type="http://schemas.openxmlformats.org/officeDocument/2006/relationships/tags" Target="../tags/tag467.xml"/><Relationship Id="rId34" Type="http://schemas.openxmlformats.org/officeDocument/2006/relationships/tags" Target="../tags/tag462.xml"/><Relationship Id="rId50" Type="http://schemas.openxmlformats.org/officeDocument/2006/relationships/tags" Target="../tags/tag478.xml"/><Relationship Id="rId55" Type="http://schemas.openxmlformats.org/officeDocument/2006/relationships/tags" Target="../tags/tag483.xml"/><Relationship Id="rId76" Type="http://schemas.openxmlformats.org/officeDocument/2006/relationships/tags" Target="../tags/tag504.xml"/><Relationship Id="rId97" Type="http://schemas.openxmlformats.org/officeDocument/2006/relationships/tags" Target="../tags/tag525.xml"/><Relationship Id="rId104" Type="http://schemas.openxmlformats.org/officeDocument/2006/relationships/tags" Target="../tags/tag532.xml"/><Relationship Id="rId7" Type="http://schemas.openxmlformats.org/officeDocument/2006/relationships/tags" Target="../tags/tag435.xml"/><Relationship Id="rId71" Type="http://schemas.openxmlformats.org/officeDocument/2006/relationships/tags" Target="../tags/tag499.xml"/><Relationship Id="rId92" Type="http://schemas.openxmlformats.org/officeDocument/2006/relationships/tags" Target="../tags/tag520.xml"/><Relationship Id="rId2" Type="http://schemas.openxmlformats.org/officeDocument/2006/relationships/tags" Target="../tags/tag430.xml"/><Relationship Id="rId29" Type="http://schemas.openxmlformats.org/officeDocument/2006/relationships/tags" Target="../tags/tag457.xml"/><Relationship Id="rId24" Type="http://schemas.openxmlformats.org/officeDocument/2006/relationships/tags" Target="../tags/tag452.xml"/><Relationship Id="rId40" Type="http://schemas.openxmlformats.org/officeDocument/2006/relationships/tags" Target="../tags/tag468.xml"/><Relationship Id="rId45" Type="http://schemas.openxmlformats.org/officeDocument/2006/relationships/tags" Target="../tags/tag473.xml"/><Relationship Id="rId66" Type="http://schemas.openxmlformats.org/officeDocument/2006/relationships/tags" Target="../tags/tag494.xml"/><Relationship Id="rId87" Type="http://schemas.openxmlformats.org/officeDocument/2006/relationships/tags" Target="../tags/tag515.xml"/><Relationship Id="rId61" Type="http://schemas.openxmlformats.org/officeDocument/2006/relationships/tags" Target="../tags/tag489.xml"/><Relationship Id="rId82" Type="http://schemas.openxmlformats.org/officeDocument/2006/relationships/tags" Target="../tags/tag510.xml"/><Relationship Id="rId19" Type="http://schemas.openxmlformats.org/officeDocument/2006/relationships/tags" Target="../tags/tag447.xml"/><Relationship Id="rId14" Type="http://schemas.openxmlformats.org/officeDocument/2006/relationships/tags" Target="../tags/tag442.xml"/><Relationship Id="rId30" Type="http://schemas.openxmlformats.org/officeDocument/2006/relationships/tags" Target="../tags/tag458.xml"/><Relationship Id="rId35" Type="http://schemas.openxmlformats.org/officeDocument/2006/relationships/tags" Target="../tags/tag463.xml"/><Relationship Id="rId56" Type="http://schemas.openxmlformats.org/officeDocument/2006/relationships/tags" Target="../tags/tag484.xml"/><Relationship Id="rId77" Type="http://schemas.openxmlformats.org/officeDocument/2006/relationships/tags" Target="../tags/tag505.xml"/><Relationship Id="rId100" Type="http://schemas.openxmlformats.org/officeDocument/2006/relationships/tags" Target="../tags/tag528.xml"/><Relationship Id="rId105" Type="http://schemas.openxmlformats.org/officeDocument/2006/relationships/slideLayout" Target="../slideLayouts/slideLayout7.xml"/><Relationship Id="rId8" Type="http://schemas.openxmlformats.org/officeDocument/2006/relationships/tags" Target="../tags/tag436.xml"/><Relationship Id="rId51" Type="http://schemas.openxmlformats.org/officeDocument/2006/relationships/tags" Target="../tags/tag479.xml"/><Relationship Id="rId72" Type="http://schemas.openxmlformats.org/officeDocument/2006/relationships/tags" Target="../tags/tag500.xml"/><Relationship Id="rId93" Type="http://schemas.openxmlformats.org/officeDocument/2006/relationships/tags" Target="../tags/tag521.xml"/><Relationship Id="rId98" Type="http://schemas.openxmlformats.org/officeDocument/2006/relationships/tags" Target="../tags/tag526.xml"/><Relationship Id="rId3" Type="http://schemas.openxmlformats.org/officeDocument/2006/relationships/tags" Target="../tags/tag431.xml"/><Relationship Id="rId25" Type="http://schemas.openxmlformats.org/officeDocument/2006/relationships/tags" Target="../tags/tag453.xml"/><Relationship Id="rId46" Type="http://schemas.openxmlformats.org/officeDocument/2006/relationships/tags" Target="../tags/tag474.xml"/><Relationship Id="rId67" Type="http://schemas.openxmlformats.org/officeDocument/2006/relationships/tags" Target="../tags/tag495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tags" Target="../tags/tag649.xml"/><Relationship Id="rId21" Type="http://schemas.openxmlformats.org/officeDocument/2006/relationships/tags" Target="../tags/tag553.xml"/><Relationship Id="rId42" Type="http://schemas.openxmlformats.org/officeDocument/2006/relationships/tags" Target="../tags/tag574.xml"/><Relationship Id="rId63" Type="http://schemas.openxmlformats.org/officeDocument/2006/relationships/tags" Target="../tags/tag595.xml"/><Relationship Id="rId84" Type="http://schemas.openxmlformats.org/officeDocument/2006/relationships/tags" Target="../tags/tag616.xml"/><Relationship Id="rId138" Type="http://schemas.openxmlformats.org/officeDocument/2006/relationships/tags" Target="../tags/tag670.xml"/><Relationship Id="rId107" Type="http://schemas.openxmlformats.org/officeDocument/2006/relationships/tags" Target="../tags/tag639.xml"/><Relationship Id="rId11" Type="http://schemas.openxmlformats.org/officeDocument/2006/relationships/tags" Target="../tags/tag543.xml"/><Relationship Id="rId32" Type="http://schemas.openxmlformats.org/officeDocument/2006/relationships/tags" Target="../tags/tag564.xml"/><Relationship Id="rId53" Type="http://schemas.openxmlformats.org/officeDocument/2006/relationships/tags" Target="../tags/tag585.xml"/><Relationship Id="rId74" Type="http://schemas.openxmlformats.org/officeDocument/2006/relationships/tags" Target="../tags/tag606.xml"/><Relationship Id="rId128" Type="http://schemas.openxmlformats.org/officeDocument/2006/relationships/tags" Target="../tags/tag660.xml"/><Relationship Id="rId149" Type="http://schemas.openxmlformats.org/officeDocument/2006/relationships/tags" Target="../tags/tag681.xml"/><Relationship Id="rId5" Type="http://schemas.openxmlformats.org/officeDocument/2006/relationships/tags" Target="../tags/tag537.xml"/><Relationship Id="rId95" Type="http://schemas.openxmlformats.org/officeDocument/2006/relationships/tags" Target="../tags/tag627.xml"/><Relationship Id="rId22" Type="http://schemas.openxmlformats.org/officeDocument/2006/relationships/tags" Target="../tags/tag554.xml"/><Relationship Id="rId27" Type="http://schemas.openxmlformats.org/officeDocument/2006/relationships/tags" Target="../tags/tag559.xml"/><Relationship Id="rId43" Type="http://schemas.openxmlformats.org/officeDocument/2006/relationships/tags" Target="../tags/tag575.xml"/><Relationship Id="rId48" Type="http://schemas.openxmlformats.org/officeDocument/2006/relationships/tags" Target="../tags/tag580.xml"/><Relationship Id="rId64" Type="http://schemas.openxmlformats.org/officeDocument/2006/relationships/tags" Target="../tags/tag596.xml"/><Relationship Id="rId69" Type="http://schemas.openxmlformats.org/officeDocument/2006/relationships/tags" Target="../tags/tag601.xml"/><Relationship Id="rId113" Type="http://schemas.openxmlformats.org/officeDocument/2006/relationships/tags" Target="../tags/tag645.xml"/><Relationship Id="rId118" Type="http://schemas.openxmlformats.org/officeDocument/2006/relationships/tags" Target="../tags/tag650.xml"/><Relationship Id="rId134" Type="http://schemas.openxmlformats.org/officeDocument/2006/relationships/tags" Target="../tags/tag666.xml"/><Relationship Id="rId139" Type="http://schemas.openxmlformats.org/officeDocument/2006/relationships/tags" Target="../tags/tag671.xml"/><Relationship Id="rId80" Type="http://schemas.openxmlformats.org/officeDocument/2006/relationships/tags" Target="../tags/tag612.xml"/><Relationship Id="rId85" Type="http://schemas.openxmlformats.org/officeDocument/2006/relationships/tags" Target="../tags/tag617.xml"/><Relationship Id="rId150" Type="http://schemas.openxmlformats.org/officeDocument/2006/relationships/tags" Target="../tags/tag682.xml"/><Relationship Id="rId12" Type="http://schemas.openxmlformats.org/officeDocument/2006/relationships/tags" Target="../tags/tag544.xml"/><Relationship Id="rId17" Type="http://schemas.openxmlformats.org/officeDocument/2006/relationships/tags" Target="../tags/tag549.xml"/><Relationship Id="rId33" Type="http://schemas.openxmlformats.org/officeDocument/2006/relationships/tags" Target="../tags/tag565.xml"/><Relationship Id="rId38" Type="http://schemas.openxmlformats.org/officeDocument/2006/relationships/tags" Target="../tags/tag570.xml"/><Relationship Id="rId59" Type="http://schemas.openxmlformats.org/officeDocument/2006/relationships/tags" Target="../tags/tag591.xml"/><Relationship Id="rId103" Type="http://schemas.openxmlformats.org/officeDocument/2006/relationships/tags" Target="../tags/tag635.xml"/><Relationship Id="rId108" Type="http://schemas.openxmlformats.org/officeDocument/2006/relationships/tags" Target="../tags/tag640.xml"/><Relationship Id="rId124" Type="http://schemas.openxmlformats.org/officeDocument/2006/relationships/tags" Target="../tags/tag656.xml"/><Relationship Id="rId129" Type="http://schemas.openxmlformats.org/officeDocument/2006/relationships/tags" Target="../tags/tag661.xml"/><Relationship Id="rId54" Type="http://schemas.openxmlformats.org/officeDocument/2006/relationships/tags" Target="../tags/tag586.xml"/><Relationship Id="rId70" Type="http://schemas.openxmlformats.org/officeDocument/2006/relationships/tags" Target="../tags/tag602.xml"/><Relationship Id="rId75" Type="http://schemas.openxmlformats.org/officeDocument/2006/relationships/tags" Target="../tags/tag607.xml"/><Relationship Id="rId91" Type="http://schemas.openxmlformats.org/officeDocument/2006/relationships/tags" Target="../tags/tag623.xml"/><Relationship Id="rId96" Type="http://schemas.openxmlformats.org/officeDocument/2006/relationships/tags" Target="../tags/tag628.xml"/><Relationship Id="rId140" Type="http://schemas.openxmlformats.org/officeDocument/2006/relationships/tags" Target="../tags/tag672.xml"/><Relationship Id="rId145" Type="http://schemas.openxmlformats.org/officeDocument/2006/relationships/tags" Target="../tags/tag677.xml"/><Relationship Id="rId1" Type="http://schemas.openxmlformats.org/officeDocument/2006/relationships/tags" Target="../tags/tag533.xml"/><Relationship Id="rId6" Type="http://schemas.openxmlformats.org/officeDocument/2006/relationships/tags" Target="../tags/tag538.xml"/><Relationship Id="rId23" Type="http://schemas.openxmlformats.org/officeDocument/2006/relationships/tags" Target="../tags/tag555.xml"/><Relationship Id="rId28" Type="http://schemas.openxmlformats.org/officeDocument/2006/relationships/tags" Target="../tags/tag560.xml"/><Relationship Id="rId49" Type="http://schemas.openxmlformats.org/officeDocument/2006/relationships/tags" Target="../tags/tag581.xml"/><Relationship Id="rId114" Type="http://schemas.openxmlformats.org/officeDocument/2006/relationships/tags" Target="../tags/tag646.xml"/><Relationship Id="rId119" Type="http://schemas.openxmlformats.org/officeDocument/2006/relationships/tags" Target="../tags/tag651.xml"/><Relationship Id="rId44" Type="http://schemas.openxmlformats.org/officeDocument/2006/relationships/tags" Target="../tags/tag576.xml"/><Relationship Id="rId60" Type="http://schemas.openxmlformats.org/officeDocument/2006/relationships/tags" Target="../tags/tag592.xml"/><Relationship Id="rId65" Type="http://schemas.openxmlformats.org/officeDocument/2006/relationships/tags" Target="../tags/tag597.xml"/><Relationship Id="rId81" Type="http://schemas.openxmlformats.org/officeDocument/2006/relationships/tags" Target="../tags/tag613.xml"/><Relationship Id="rId86" Type="http://schemas.openxmlformats.org/officeDocument/2006/relationships/tags" Target="../tags/tag618.xml"/><Relationship Id="rId130" Type="http://schemas.openxmlformats.org/officeDocument/2006/relationships/tags" Target="../tags/tag662.xml"/><Relationship Id="rId135" Type="http://schemas.openxmlformats.org/officeDocument/2006/relationships/tags" Target="../tags/tag667.xml"/><Relationship Id="rId151" Type="http://schemas.openxmlformats.org/officeDocument/2006/relationships/tags" Target="../tags/tag683.xml"/><Relationship Id="rId13" Type="http://schemas.openxmlformats.org/officeDocument/2006/relationships/tags" Target="../tags/tag545.xml"/><Relationship Id="rId18" Type="http://schemas.openxmlformats.org/officeDocument/2006/relationships/tags" Target="../tags/tag550.xml"/><Relationship Id="rId39" Type="http://schemas.openxmlformats.org/officeDocument/2006/relationships/tags" Target="../tags/tag571.xml"/><Relationship Id="rId109" Type="http://schemas.openxmlformats.org/officeDocument/2006/relationships/tags" Target="../tags/tag641.xml"/><Relationship Id="rId34" Type="http://schemas.openxmlformats.org/officeDocument/2006/relationships/tags" Target="../tags/tag566.xml"/><Relationship Id="rId50" Type="http://schemas.openxmlformats.org/officeDocument/2006/relationships/tags" Target="../tags/tag582.xml"/><Relationship Id="rId55" Type="http://schemas.openxmlformats.org/officeDocument/2006/relationships/tags" Target="../tags/tag587.xml"/><Relationship Id="rId76" Type="http://schemas.openxmlformats.org/officeDocument/2006/relationships/tags" Target="../tags/tag608.xml"/><Relationship Id="rId97" Type="http://schemas.openxmlformats.org/officeDocument/2006/relationships/tags" Target="../tags/tag629.xml"/><Relationship Id="rId104" Type="http://schemas.openxmlformats.org/officeDocument/2006/relationships/tags" Target="../tags/tag636.xml"/><Relationship Id="rId120" Type="http://schemas.openxmlformats.org/officeDocument/2006/relationships/tags" Target="../tags/tag652.xml"/><Relationship Id="rId125" Type="http://schemas.openxmlformats.org/officeDocument/2006/relationships/tags" Target="../tags/tag657.xml"/><Relationship Id="rId141" Type="http://schemas.openxmlformats.org/officeDocument/2006/relationships/tags" Target="../tags/tag673.xml"/><Relationship Id="rId146" Type="http://schemas.openxmlformats.org/officeDocument/2006/relationships/tags" Target="../tags/tag678.xml"/><Relationship Id="rId7" Type="http://schemas.openxmlformats.org/officeDocument/2006/relationships/tags" Target="../tags/tag539.xml"/><Relationship Id="rId71" Type="http://schemas.openxmlformats.org/officeDocument/2006/relationships/tags" Target="../tags/tag603.xml"/><Relationship Id="rId92" Type="http://schemas.openxmlformats.org/officeDocument/2006/relationships/tags" Target="../tags/tag624.xml"/><Relationship Id="rId2" Type="http://schemas.openxmlformats.org/officeDocument/2006/relationships/tags" Target="../tags/tag534.xml"/><Relationship Id="rId29" Type="http://schemas.openxmlformats.org/officeDocument/2006/relationships/tags" Target="../tags/tag561.xml"/><Relationship Id="rId24" Type="http://schemas.openxmlformats.org/officeDocument/2006/relationships/tags" Target="../tags/tag556.xml"/><Relationship Id="rId40" Type="http://schemas.openxmlformats.org/officeDocument/2006/relationships/tags" Target="../tags/tag572.xml"/><Relationship Id="rId45" Type="http://schemas.openxmlformats.org/officeDocument/2006/relationships/tags" Target="../tags/tag577.xml"/><Relationship Id="rId66" Type="http://schemas.openxmlformats.org/officeDocument/2006/relationships/tags" Target="../tags/tag598.xml"/><Relationship Id="rId87" Type="http://schemas.openxmlformats.org/officeDocument/2006/relationships/tags" Target="../tags/tag619.xml"/><Relationship Id="rId110" Type="http://schemas.openxmlformats.org/officeDocument/2006/relationships/tags" Target="../tags/tag642.xml"/><Relationship Id="rId115" Type="http://schemas.openxmlformats.org/officeDocument/2006/relationships/tags" Target="../tags/tag647.xml"/><Relationship Id="rId131" Type="http://schemas.openxmlformats.org/officeDocument/2006/relationships/tags" Target="../tags/tag663.xml"/><Relationship Id="rId136" Type="http://schemas.openxmlformats.org/officeDocument/2006/relationships/tags" Target="../tags/tag668.xml"/><Relationship Id="rId61" Type="http://schemas.openxmlformats.org/officeDocument/2006/relationships/tags" Target="../tags/tag593.xml"/><Relationship Id="rId82" Type="http://schemas.openxmlformats.org/officeDocument/2006/relationships/tags" Target="../tags/tag614.xml"/><Relationship Id="rId152" Type="http://schemas.openxmlformats.org/officeDocument/2006/relationships/tags" Target="../tags/tag684.xml"/><Relationship Id="rId19" Type="http://schemas.openxmlformats.org/officeDocument/2006/relationships/tags" Target="../tags/tag551.xml"/><Relationship Id="rId14" Type="http://schemas.openxmlformats.org/officeDocument/2006/relationships/tags" Target="../tags/tag546.xml"/><Relationship Id="rId30" Type="http://schemas.openxmlformats.org/officeDocument/2006/relationships/tags" Target="../tags/tag562.xml"/><Relationship Id="rId35" Type="http://schemas.openxmlformats.org/officeDocument/2006/relationships/tags" Target="../tags/tag567.xml"/><Relationship Id="rId56" Type="http://schemas.openxmlformats.org/officeDocument/2006/relationships/tags" Target="../tags/tag588.xml"/><Relationship Id="rId77" Type="http://schemas.openxmlformats.org/officeDocument/2006/relationships/tags" Target="../tags/tag609.xml"/><Relationship Id="rId100" Type="http://schemas.openxmlformats.org/officeDocument/2006/relationships/tags" Target="../tags/tag632.xml"/><Relationship Id="rId105" Type="http://schemas.openxmlformats.org/officeDocument/2006/relationships/tags" Target="../tags/tag637.xml"/><Relationship Id="rId126" Type="http://schemas.openxmlformats.org/officeDocument/2006/relationships/tags" Target="../tags/tag658.xml"/><Relationship Id="rId147" Type="http://schemas.openxmlformats.org/officeDocument/2006/relationships/tags" Target="../tags/tag679.xml"/><Relationship Id="rId8" Type="http://schemas.openxmlformats.org/officeDocument/2006/relationships/tags" Target="../tags/tag540.xml"/><Relationship Id="rId51" Type="http://schemas.openxmlformats.org/officeDocument/2006/relationships/tags" Target="../tags/tag583.xml"/><Relationship Id="rId72" Type="http://schemas.openxmlformats.org/officeDocument/2006/relationships/tags" Target="../tags/tag604.xml"/><Relationship Id="rId93" Type="http://schemas.openxmlformats.org/officeDocument/2006/relationships/tags" Target="../tags/tag625.xml"/><Relationship Id="rId98" Type="http://schemas.openxmlformats.org/officeDocument/2006/relationships/tags" Target="../tags/tag630.xml"/><Relationship Id="rId121" Type="http://schemas.openxmlformats.org/officeDocument/2006/relationships/tags" Target="../tags/tag653.xml"/><Relationship Id="rId142" Type="http://schemas.openxmlformats.org/officeDocument/2006/relationships/tags" Target="../tags/tag674.xml"/><Relationship Id="rId3" Type="http://schemas.openxmlformats.org/officeDocument/2006/relationships/tags" Target="../tags/tag535.xml"/><Relationship Id="rId25" Type="http://schemas.openxmlformats.org/officeDocument/2006/relationships/tags" Target="../tags/tag557.xml"/><Relationship Id="rId46" Type="http://schemas.openxmlformats.org/officeDocument/2006/relationships/tags" Target="../tags/tag578.xml"/><Relationship Id="rId67" Type="http://schemas.openxmlformats.org/officeDocument/2006/relationships/tags" Target="../tags/tag599.xml"/><Relationship Id="rId116" Type="http://schemas.openxmlformats.org/officeDocument/2006/relationships/tags" Target="../tags/tag648.xml"/><Relationship Id="rId137" Type="http://schemas.openxmlformats.org/officeDocument/2006/relationships/tags" Target="../tags/tag669.xml"/><Relationship Id="rId20" Type="http://schemas.openxmlformats.org/officeDocument/2006/relationships/tags" Target="../tags/tag552.xml"/><Relationship Id="rId41" Type="http://schemas.openxmlformats.org/officeDocument/2006/relationships/tags" Target="../tags/tag573.xml"/><Relationship Id="rId62" Type="http://schemas.openxmlformats.org/officeDocument/2006/relationships/tags" Target="../tags/tag594.xml"/><Relationship Id="rId83" Type="http://schemas.openxmlformats.org/officeDocument/2006/relationships/tags" Target="../tags/tag615.xml"/><Relationship Id="rId88" Type="http://schemas.openxmlformats.org/officeDocument/2006/relationships/tags" Target="../tags/tag620.xml"/><Relationship Id="rId111" Type="http://schemas.openxmlformats.org/officeDocument/2006/relationships/tags" Target="../tags/tag643.xml"/><Relationship Id="rId132" Type="http://schemas.openxmlformats.org/officeDocument/2006/relationships/tags" Target="../tags/tag664.xml"/><Relationship Id="rId153" Type="http://schemas.openxmlformats.org/officeDocument/2006/relationships/slideLayout" Target="../slideLayouts/slideLayout7.xml"/><Relationship Id="rId15" Type="http://schemas.openxmlformats.org/officeDocument/2006/relationships/tags" Target="../tags/tag547.xml"/><Relationship Id="rId36" Type="http://schemas.openxmlformats.org/officeDocument/2006/relationships/tags" Target="../tags/tag568.xml"/><Relationship Id="rId57" Type="http://schemas.openxmlformats.org/officeDocument/2006/relationships/tags" Target="../tags/tag589.xml"/><Relationship Id="rId106" Type="http://schemas.openxmlformats.org/officeDocument/2006/relationships/tags" Target="../tags/tag638.xml"/><Relationship Id="rId127" Type="http://schemas.openxmlformats.org/officeDocument/2006/relationships/tags" Target="../tags/tag659.xml"/><Relationship Id="rId10" Type="http://schemas.openxmlformats.org/officeDocument/2006/relationships/tags" Target="../tags/tag542.xml"/><Relationship Id="rId31" Type="http://schemas.openxmlformats.org/officeDocument/2006/relationships/tags" Target="../tags/tag563.xml"/><Relationship Id="rId52" Type="http://schemas.openxmlformats.org/officeDocument/2006/relationships/tags" Target="../tags/tag584.xml"/><Relationship Id="rId73" Type="http://schemas.openxmlformats.org/officeDocument/2006/relationships/tags" Target="../tags/tag605.xml"/><Relationship Id="rId78" Type="http://schemas.openxmlformats.org/officeDocument/2006/relationships/tags" Target="../tags/tag610.xml"/><Relationship Id="rId94" Type="http://schemas.openxmlformats.org/officeDocument/2006/relationships/tags" Target="../tags/tag626.xml"/><Relationship Id="rId99" Type="http://schemas.openxmlformats.org/officeDocument/2006/relationships/tags" Target="../tags/tag631.xml"/><Relationship Id="rId101" Type="http://schemas.openxmlformats.org/officeDocument/2006/relationships/tags" Target="../tags/tag633.xml"/><Relationship Id="rId122" Type="http://schemas.openxmlformats.org/officeDocument/2006/relationships/tags" Target="../tags/tag654.xml"/><Relationship Id="rId143" Type="http://schemas.openxmlformats.org/officeDocument/2006/relationships/tags" Target="../tags/tag675.xml"/><Relationship Id="rId148" Type="http://schemas.openxmlformats.org/officeDocument/2006/relationships/tags" Target="../tags/tag680.xml"/><Relationship Id="rId4" Type="http://schemas.openxmlformats.org/officeDocument/2006/relationships/tags" Target="../tags/tag536.xml"/><Relationship Id="rId9" Type="http://schemas.openxmlformats.org/officeDocument/2006/relationships/tags" Target="../tags/tag541.xml"/><Relationship Id="rId26" Type="http://schemas.openxmlformats.org/officeDocument/2006/relationships/tags" Target="../tags/tag558.xml"/><Relationship Id="rId47" Type="http://schemas.openxmlformats.org/officeDocument/2006/relationships/tags" Target="../tags/tag579.xml"/><Relationship Id="rId68" Type="http://schemas.openxmlformats.org/officeDocument/2006/relationships/tags" Target="../tags/tag600.xml"/><Relationship Id="rId89" Type="http://schemas.openxmlformats.org/officeDocument/2006/relationships/tags" Target="../tags/tag621.xml"/><Relationship Id="rId112" Type="http://schemas.openxmlformats.org/officeDocument/2006/relationships/tags" Target="../tags/tag644.xml"/><Relationship Id="rId133" Type="http://schemas.openxmlformats.org/officeDocument/2006/relationships/tags" Target="../tags/tag665.xml"/><Relationship Id="rId16" Type="http://schemas.openxmlformats.org/officeDocument/2006/relationships/tags" Target="../tags/tag548.xml"/><Relationship Id="rId37" Type="http://schemas.openxmlformats.org/officeDocument/2006/relationships/tags" Target="../tags/tag569.xml"/><Relationship Id="rId58" Type="http://schemas.openxmlformats.org/officeDocument/2006/relationships/tags" Target="../tags/tag590.xml"/><Relationship Id="rId79" Type="http://schemas.openxmlformats.org/officeDocument/2006/relationships/tags" Target="../tags/tag611.xml"/><Relationship Id="rId102" Type="http://schemas.openxmlformats.org/officeDocument/2006/relationships/tags" Target="../tags/tag634.xml"/><Relationship Id="rId123" Type="http://schemas.openxmlformats.org/officeDocument/2006/relationships/tags" Target="../tags/tag655.xml"/><Relationship Id="rId144" Type="http://schemas.openxmlformats.org/officeDocument/2006/relationships/tags" Target="../tags/tag676.xml"/><Relationship Id="rId90" Type="http://schemas.openxmlformats.org/officeDocument/2006/relationships/tags" Target="../tags/tag62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tags" Target="../tags/tag801.xml"/><Relationship Id="rId21" Type="http://schemas.openxmlformats.org/officeDocument/2006/relationships/tags" Target="../tags/tag705.xml"/><Relationship Id="rId42" Type="http://schemas.openxmlformats.org/officeDocument/2006/relationships/tags" Target="../tags/tag726.xml"/><Relationship Id="rId63" Type="http://schemas.openxmlformats.org/officeDocument/2006/relationships/tags" Target="../tags/tag747.xml"/><Relationship Id="rId84" Type="http://schemas.openxmlformats.org/officeDocument/2006/relationships/tags" Target="../tags/tag768.xml"/><Relationship Id="rId138" Type="http://schemas.openxmlformats.org/officeDocument/2006/relationships/tags" Target="../tags/tag822.xml"/><Relationship Id="rId159" Type="http://schemas.openxmlformats.org/officeDocument/2006/relationships/tags" Target="../tags/tag843.xml"/><Relationship Id="rId170" Type="http://schemas.openxmlformats.org/officeDocument/2006/relationships/tags" Target="../tags/tag854.xml"/><Relationship Id="rId191" Type="http://schemas.openxmlformats.org/officeDocument/2006/relationships/tags" Target="../tags/tag875.xml"/><Relationship Id="rId205" Type="http://schemas.openxmlformats.org/officeDocument/2006/relationships/tags" Target="../tags/tag889.xml"/><Relationship Id="rId107" Type="http://schemas.openxmlformats.org/officeDocument/2006/relationships/tags" Target="../tags/tag791.xml"/><Relationship Id="rId11" Type="http://schemas.openxmlformats.org/officeDocument/2006/relationships/tags" Target="../tags/tag695.xml"/><Relationship Id="rId32" Type="http://schemas.openxmlformats.org/officeDocument/2006/relationships/tags" Target="../tags/tag716.xml"/><Relationship Id="rId53" Type="http://schemas.openxmlformats.org/officeDocument/2006/relationships/tags" Target="../tags/tag737.xml"/><Relationship Id="rId74" Type="http://schemas.openxmlformats.org/officeDocument/2006/relationships/tags" Target="../tags/tag758.xml"/><Relationship Id="rId128" Type="http://schemas.openxmlformats.org/officeDocument/2006/relationships/tags" Target="../tags/tag812.xml"/><Relationship Id="rId149" Type="http://schemas.openxmlformats.org/officeDocument/2006/relationships/tags" Target="../tags/tag833.xml"/><Relationship Id="rId5" Type="http://schemas.openxmlformats.org/officeDocument/2006/relationships/tags" Target="../tags/tag689.xml"/><Relationship Id="rId95" Type="http://schemas.openxmlformats.org/officeDocument/2006/relationships/tags" Target="../tags/tag779.xml"/><Relationship Id="rId160" Type="http://schemas.openxmlformats.org/officeDocument/2006/relationships/tags" Target="../tags/tag844.xml"/><Relationship Id="rId181" Type="http://schemas.openxmlformats.org/officeDocument/2006/relationships/tags" Target="../tags/tag865.xml"/><Relationship Id="rId216" Type="http://schemas.openxmlformats.org/officeDocument/2006/relationships/tags" Target="../tags/tag900.xml"/><Relationship Id="rId22" Type="http://schemas.openxmlformats.org/officeDocument/2006/relationships/tags" Target="../tags/tag706.xml"/><Relationship Id="rId43" Type="http://schemas.openxmlformats.org/officeDocument/2006/relationships/tags" Target="../tags/tag727.xml"/><Relationship Id="rId64" Type="http://schemas.openxmlformats.org/officeDocument/2006/relationships/tags" Target="../tags/tag748.xml"/><Relationship Id="rId118" Type="http://schemas.openxmlformats.org/officeDocument/2006/relationships/tags" Target="../tags/tag802.xml"/><Relationship Id="rId139" Type="http://schemas.openxmlformats.org/officeDocument/2006/relationships/tags" Target="../tags/tag823.xml"/><Relationship Id="rId85" Type="http://schemas.openxmlformats.org/officeDocument/2006/relationships/tags" Target="../tags/tag769.xml"/><Relationship Id="rId150" Type="http://schemas.openxmlformats.org/officeDocument/2006/relationships/tags" Target="../tags/tag834.xml"/><Relationship Id="rId171" Type="http://schemas.openxmlformats.org/officeDocument/2006/relationships/tags" Target="../tags/tag855.xml"/><Relationship Id="rId192" Type="http://schemas.openxmlformats.org/officeDocument/2006/relationships/tags" Target="../tags/tag876.xml"/><Relationship Id="rId206" Type="http://schemas.openxmlformats.org/officeDocument/2006/relationships/tags" Target="../tags/tag890.xml"/><Relationship Id="rId12" Type="http://schemas.openxmlformats.org/officeDocument/2006/relationships/tags" Target="../tags/tag696.xml"/><Relationship Id="rId33" Type="http://schemas.openxmlformats.org/officeDocument/2006/relationships/tags" Target="../tags/tag717.xml"/><Relationship Id="rId108" Type="http://schemas.openxmlformats.org/officeDocument/2006/relationships/tags" Target="../tags/tag792.xml"/><Relationship Id="rId129" Type="http://schemas.openxmlformats.org/officeDocument/2006/relationships/tags" Target="../tags/tag813.xml"/><Relationship Id="rId54" Type="http://schemas.openxmlformats.org/officeDocument/2006/relationships/tags" Target="../tags/tag738.xml"/><Relationship Id="rId75" Type="http://schemas.openxmlformats.org/officeDocument/2006/relationships/tags" Target="../tags/tag759.xml"/><Relationship Id="rId96" Type="http://schemas.openxmlformats.org/officeDocument/2006/relationships/tags" Target="../tags/tag780.xml"/><Relationship Id="rId140" Type="http://schemas.openxmlformats.org/officeDocument/2006/relationships/tags" Target="../tags/tag824.xml"/><Relationship Id="rId161" Type="http://schemas.openxmlformats.org/officeDocument/2006/relationships/tags" Target="../tags/tag845.xml"/><Relationship Id="rId182" Type="http://schemas.openxmlformats.org/officeDocument/2006/relationships/tags" Target="../tags/tag866.xml"/><Relationship Id="rId217" Type="http://schemas.openxmlformats.org/officeDocument/2006/relationships/tags" Target="../tags/tag901.xml"/><Relationship Id="rId6" Type="http://schemas.openxmlformats.org/officeDocument/2006/relationships/tags" Target="../tags/tag690.xml"/><Relationship Id="rId23" Type="http://schemas.openxmlformats.org/officeDocument/2006/relationships/tags" Target="../tags/tag707.xml"/><Relationship Id="rId119" Type="http://schemas.openxmlformats.org/officeDocument/2006/relationships/tags" Target="../tags/tag803.xml"/><Relationship Id="rId44" Type="http://schemas.openxmlformats.org/officeDocument/2006/relationships/tags" Target="../tags/tag728.xml"/><Relationship Id="rId65" Type="http://schemas.openxmlformats.org/officeDocument/2006/relationships/tags" Target="../tags/tag749.xml"/><Relationship Id="rId86" Type="http://schemas.openxmlformats.org/officeDocument/2006/relationships/tags" Target="../tags/tag770.xml"/><Relationship Id="rId130" Type="http://schemas.openxmlformats.org/officeDocument/2006/relationships/tags" Target="../tags/tag814.xml"/><Relationship Id="rId151" Type="http://schemas.openxmlformats.org/officeDocument/2006/relationships/tags" Target="../tags/tag835.xml"/><Relationship Id="rId172" Type="http://schemas.openxmlformats.org/officeDocument/2006/relationships/tags" Target="../tags/tag856.xml"/><Relationship Id="rId193" Type="http://schemas.openxmlformats.org/officeDocument/2006/relationships/tags" Target="../tags/tag877.xml"/><Relationship Id="rId207" Type="http://schemas.openxmlformats.org/officeDocument/2006/relationships/tags" Target="../tags/tag891.xml"/><Relationship Id="rId13" Type="http://schemas.openxmlformats.org/officeDocument/2006/relationships/tags" Target="../tags/tag697.xml"/><Relationship Id="rId109" Type="http://schemas.openxmlformats.org/officeDocument/2006/relationships/tags" Target="../tags/tag793.xml"/><Relationship Id="rId34" Type="http://schemas.openxmlformats.org/officeDocument/2006/relationships/tags" Target="../tags/tag718.xml"/><Relationship Id="rId55" Type="http://schemas.openxmlformats.org/officeDocument/2006/relationships/tags" Target="../tags/tag739.xml"/><Relationship Id="rId76" Type="http://schemas.openxmlformats.org/officeDocument/2006/relationships/tags" Target="../tags/tag760.xml"/><Relationship Id="rId97" Type="http://schemas.openxmlformats.org/officeDocument/2006/relationships/tags" Target="../tags/tag781.xml"/><Relationship Id="rId120" Type="http://schemas.openxmlformats.org/officeDocument/2006/relationships/tags" Target="../tags/tag804.xml"/><Relationship Id="rId141" Type="http://schemas.openxmlformats.org/officeDocument/2006/relationships/tags" Target="../tags/tag825.xml"/><Relationship Id="rId7" Type="http://schemas.openxmlformats.org/officeDocument/2006/relationships/tags" Target="../tags/tag691.xml"/><Relationship Id="rId162" Type="http://schemas.openxmlformats.org/officeDocument/2006/relationships/tags" Target="../tags/tag846.xml"/><Relationship Id="rId183" Type="http://schemas.openxmlformats.org/officeDocument/2006/relationships/tags" Target="../tags/tag867.xml"/><Relationship Id="rId218" Type="http://schemas.openxmlformats.org/officeDocument/2006/relationships/tags" Target="../tags/tag902.xml"/><Relationship Id="rId24" Type="http://schemas.openxmlformats.org/officeDocument/2006/relationships/tags" Target="../tags/tag708.xml"/><Relationship Id="rId45" Type="http://schemas.openxmlformats.org/officeDocument/2006/relationships/tags" Target="../tags/tag729.xml"/><Relationship Id="rId66" Type="http://schemas.openxmlformats.org/officeDocument/2006/relationships/tags" Target="../tags/tag750.xml"/><Relationship Id="rId87" Type="http://schemas.openxmlformats.org/officeDocument/2006/relationships/tags" Target="../tags/tag771.xml"/><Relationship Id="rId110" Type="http://schemas.openxmlformats.org/officeDocument/2006/relationships/tags" Target="../tags/tag794.xml"/><Relationship Id="rId131" Type="http://schemas.openxmlformats.org/officeDocument/2006/relationships/tags" Target="../tags/tag815.xml"/><Relationship Id="rId152" Type="http://schemas.openxmlformats.org/officeDocument/2006/relationships/tags" Target="../tags/tag836.xml"/><Relationship Id="rId173" Type="http://schemas.openxmlformats.org/officeDocument/2006/relationships/tags" Target="../tags/tag857.xml"/><Relationship Id="rId194" Type="http://schemas.openxmlformats.org/officeDocument/2006/relationships/tags" Target="../tags/tag878.xml"/><Relationship Id="rId208" Type="http://schemas.openxmlformats.org/officeDocument/2006/relationships/tags" Target="../tags/tag892.xml"/><Relationship Id="rId14" Type="http://schemas.openxmlformats.org/officeDocument/2006/relationships/tags" Target="../tags/tag698.xml"/><Relationship Id="rId35" Type="http://schemas.openxmlformats.org/officeDocument/2006/relationships/tags" Target="../tags/tag719.xml"/><Relationship Id="rId56" Type="http://schemas.openxmlformats.org/officeDocument/2006/relationships/tags" Target="../tags/tag740.xml"/><Relationship Id="rId77" Type="http://schemas.openxmlformats.org/officeDocument/2006/relationships/tags" Target="../tags/tag761.xml"/><Relationship Id="rId100" Type="http://schemas.openxmlformats.org/officeDocument/2006/relationships/tags" Target="../tags/tag784.xml"/><Relationship Id="rId8" Type="http://schemas.openxmlformats.org/officeDocument/2006/relationships/tags" Target="../tags/tag692.xml"/><Relationship Id="rId98" Type="http://schemas.openxmlformats.org/officeDocument/2006/relationships/tags" Target="../tags/tag782.xml"/><Relationship Id="rId121" Type="http://schemas.openxmlformats.org/officeDocument/2006/relationships/tags" Target="../tags/tag805.xml"/><Relationship Id="rId142" Type="http://schemas.openxmlformats.org/officeDocument/2006/relationships/tags" Target="../tags/tag826.xml"/><Relationship Id="rId163" Type="http://schemas.openxmlformats.org/officeDocument/2006/relationships/tags" Target="../tags/tag847.xml"/><Relationship Id="rId184" Type="http://schemas.openxmlformats.org/officeDocument/2006/relationships/tags" Target="../tags/tag868.xml"/><Relationship Id="rId219" Type="http://schemas.openxmlformats.org/officeDocument/2006/relationships/tags" Target="../tags/tag903.xml"/><Relationship Id="rId3" Type="http://schemas.openxmlformats.org/officeDocument/2006/relationships/tags" Target="../tags/tag687.xml"/><Relationship Id="rId214" Type="http://schemas.openxmlformats.org/officeDocument/2006/relationships/tags" Target="../tags/tag898.xml"/><Relationship Id="rId25" Type="http://schemas.openxmlformats.org/officeDocument/2006/relationships/tags" Target="../tags/tag709.xml"/><Relationship Id="rId46" Type="http://schemas.openxmlformats.org/officeDocument/2006/relationships/tags" Target="../tags/tag730.xml"/><Relationship Id="rId67" Type="http://schemas.openxmlformats.org/officeDocument/2006/relationships/tags" Target="../tags/tag751.xml"/><Relationship Id="rId116" Type="http://schemas.openxmlformats.org/officeDocument/2006/relationships/tags" Target="../tags/tag800.xml"/><Relationship Id="rId137" Type="http://schemas.openxmlformats.org/officeDocument/2006/relationships/tags" Target="../tags/tag821.xml"/><Relationship Id="rId158" Type="http://schemas.openxmlformats.org/officeDocument/2006/relationships/tags" Target="../tags/tag842.xml"/><Relationship Id="rId20" Type="http://schemas.openxmlformats.org/officeDocument/2006/relationships/tags" Target="../tags/tag704.xml"/><Relationship Id="rId41" Type="http://schemas.openxmlformats.org/officeDocument/2006/relationships/tags" Target="../tags/tag725.xml"/><Relationship Id="rId62" Type="http://schemas.openxmlformats.org/officeDocument/2006/relationships/tags" Target="../tags/tag746.xml"/><Relationship Id="rId83" Type="http://schemas.openxmlformats.org/officeDocument/2006/relationships/tags" Target="../tags/tag767.xml"/><Relationship Id="rId88" Type="http://schemas.openxmlformats.org/officeDocument/2006/relationships/tags" Target="../tags/tag772.xml"/><Relationship Id="rId111" Type="http://schemas.openxmlformats.org/officeDocument/2006/relationships/tags" Target="../tags/tag795.xml"/><Relationship Id="rId132" Type="http://schemas.openxmlformats.org/officeDocument/2006/relationships/tags" Target="../tags/tag816.xml"/><Relationship Id="rId153" Type="http://schemas.openxmlformats.org/officeDocument/2006/relationships/tags" Target="../tags/tag837.xml"/><Relationship Id="rId174" Type="http://schemas.openxmlformats.org/officeDocument/2006/relationships/tags" Target="../tags/tag858.xml"/><Relationship Id="rId179" Type="http://schemas.openxmlformats.org/officeDocument/2006/relationships/tags" Target="../tags/tag863.xml"/><Relationship Id="rId195" Type="http://schemas.openxmlformats.org/officeDocument/2006/relationships/tags" Target="../tags/tag879.xml"/><Relationship Id="rId209" Type="http://schemas.openxmlformats.org/officeDocument/2006/relationships/tags" Target="../tags/tag893.xml"/><Relationship Id="rId190" Type="http://schemas.openxmlformats.org/officeDocument/2006/relationships/tags" Target="../tags/tag874.xml"/><Relationship Id="rId204" Type="http://schemas.openxmlformats.org/officeDocument/2006/relationships/tags" Target="../tags/tag888.xml"/><Relationship Id="rId220" Type="http://schemas.openxmlformats.org/officeDocument/2006/relationships/tags" Target="../tags/tag904.xml"/><Relationship Id="rId225" Type="http://schemas.openxmlformats.org/officeDocument/2006/relationships/slide" Target="slide24.xml"/><Relationship Id="rId15" Type="http://schemas.openxmlformats.org/officeDocument/2006/relationships/tags" Target="../tags/tag699.xml"/><Relationship Id="rId36" Type="http://schemas.openxmlformats.org/officeDocument/2006/relationships/tags" Target="../tags/tag720.xml"/><Relationship Id="rId57" Type="http://schemas.openxmlformats.org/officeDocument/2006/relationships/tags" Target="../tags/tag741.xml"/><Relationship Id="rId106" Type="http://schemas.openxmlformats.org/officeDocument/2006/relationships/tags" Target="../tags/tag790.xml"/><Relationship Id="rId127" Type="http://schemas.openxmlformats.org/officeDocument/2006/relationships/tags" Target="../tags/tag811.xml"/><Relationship Id="rId10" Type="http://schemas.openxmlformats.org/officeDocument/2006/relationships/tags" Target="../tags/tag694.xml"/><Relationship Id="rId31" Type="http://schemas.openxmlformats.org/officeDocument/2006/relationships/tags" Target="../tags/tag715.xml"/><Relationship Id="rId52" Type="http://schemas.openxmlformats.org/officeDocument/2006/relationships/tags" Target="../tags/tag736.xml"/><Relationship Id="rId73" Type="http://schemas.openxmlformats.org/officeDocument/2006/relationships/tags" Target="../tags/tag757.xml"/><Relationship Id="rId78" Type="http://schemas.openxmlformats.org/officeDocument/2006/relationships/tags" Target="../tags/tag762.xml"/><Relationship Id="rId94" Type="http://schemas.openxmlformats.org/officeDocument/2006/relationships/tags" Target="../tags/tag778.xml"/><Relationship Id="rId99" Type="http://schemas.openxmlformats.org/officeDocument/2006/relationships/tags" Target="../tags/tag783.xml"/><Relationship Id="rId101" Type="http://schemas.openxmlformats.org/officeDocument/2006/relationships/tags" Target="../tags/tag785.xml"/><Relationship Id="rId122" Type="http://schemas.openxmlformats.org/officeDocument/2006/relationships/tags" Target="../tags/tag806.xml"/><Relationship Id="rId143" Type="http://schemas.openxmlformats.org/officeDocument/2006/relationships/tags" Target="../tags/tag827.xml"/><Relationship Id="rId148" Type="http://schemas.openxmlformats.org/officeDocument/2006/relationships/tags" Target="../tags/tag832.xml"/><Relationship Id="rId164" Type="http://schemas.openxmlformats.org/officeDocument/2006/relationships/tags" Target="../tags/tag848.xml"/><Relationship Id="rId169" Type="http://schemas.openxmlformats.org/officeDocument/2006/relationships/tags" Target="../tags/tag853.xml"/><Relationship Id="rId185" Type="http://schemas.openxmlformats.org/officeDocument/2006/relationships/tags" Target="../tags/tag869.xml"/><Relationship Id="rId4" Type="http://schemas.openxmlformats.org/officeDocument/2006/relationships/tags" Target="../tags/tag688.xml"/><Relationship Id="rId9" Type="http://schemas.openxmlformats.org/officeDocument/2006/relationships/tags" Target="../tags/tag693.xml"/><Relationship Id="rId180" Type="http://schemas.openxmlformats.org/officeDocument/2006/relationships/tags" Target="../tags/tag864.xml"/><Relationship Id="rId210" Type="http://schemas.openxmlformats.org/officeDocument/2006/relationships/tags" Target="../tags/tag894.xml"/><Relationship Id="rId215" Type="http://schemas.openxmlformats.org/officeDocument/2006/relationships/tags" Target="../tags/tag899.xml"/><Relationship Id="rId26" Type="http://schemas.openxmlformats.org/officeDocument/2006/relationships/tags" Target="../tags/tag710.xml"/><Relationship Id="rId47" Type="http://schemas.openxmlformats.org/officeDocument/2006/relationships/tags" Target="../tags/tag731.xml"/><Relationship Id="rId68" Type="http://schemas.openxmlformats.org/officeDocument/2006/relationships/tags" Target="../tags/tag752.xml"/><Relationship Id="rId89" Type="http://schemas.openxmlformats.org/officeDocument/2006/relationships/tags" Target="../tags/tag773.xml"/><Relationship Id="rId112" Type="http://schemas.openxmlformats.org/officeDocument/2006/relationships/tags" Target="../tags/tag796.xml"/><Relationship Id="rId133" Type="http://schemas.openxmlformats.org/officeDocument/2006/relationships/tags" Target="../tags/tag817.xml"/><Relationship Id="rId154" Type="http://schemas.openxmlformats.org/officeDocument/2006/relationships/tags" Target="../tags/tag838.xml"/><Relationship Id="rId175" Type="http://schemas.openxmlformats.org/officeDocument/2006/relationships/tags" Target="../tags/tag859.xml"/><Relationship Id="rId196" Type="http://schemas.openxmlformats.org/officeDocument/2006/relationships/tags" Target="../tags/tag880.xml"/><Relationship Id="rId200" Type="http://schemas.openxmlformats.org/officeDocument/2006/relationships/tags" Target="../tags/tag884.xml"/><Relationship Id="rId16" Type="http://schemas.openxmlformats.org/officeDocument/2006/relationships/tags" Target="../tags/tag700.xml"/><Relationship Id="rId221" Type="http://schemas.openxmlformats.org/officeDocument/2006/relationships/tags" Target="../tags/tag905.xml"/><Relationship Id="rId37" Type="http://schemas.openxmlformats.org/officeDocument/2006/relationships/tags" Target="../tags/tag721.xml"/><Relationship Id="rId58" Type="http://schemas.openxmlformats.org/officeDocument/2006/relationships/tags" Target="../tags/tag742.xml"/><Relationship Id="rId79" Type="http://schemas.openxmlformats.org/officeDocument/2006/relationships/tags" Target="../tags/tag763.xml"/><Relationship Id="rId102" Type="http://schemas.openxmlformats.org/officeDocument/2006/relationships/tags" Target="../tags/tag786.xml"/><Relationship Id="rId123" Type="http://schemas.openxmlformats.org/officeDocument/2006/relationships/tags" Target="../tags/tag807.xml"/><Relationship Id="rId144" Type="http://schemas.openxmlformats.org/officeDocument/2006/relationships/tags" Target="../tags/tag828.xml"/><Relationship Id="rId90" Type="http://schemas.openxmlformats.org/officeDocument/2006/relationships/tags" Target="../tags/tag774.xml"/><Relationship Id="rId165" Type="http://schemas.openxmlformats.org/officeDocument/2006/relationships/tags" Target="../tags/tag849.xml"/><Relationship Id="rId186" Type="http://schemas.openxmlformats.org/officeDocument/2006/relationships/tags" Target="../tags/tag870.xml"/><Relationship Id="rId211" Type="http://schemas.openxmlformats.org/officeDocument/2006/relationships/tags" Target="../tags/tag895.xml"/><Relationship Id="rId27" Type="http://schemas.openxmlformats.org/officeDocument/2006/relationships/tags" Target="../tags/tag711.xml"/><Relationship Id="rId48" Type="http://schemas.openxmlformats.org/officeDocument/2006/relationships/tags" Target="../tags/tag732.xml"/><Relationship Id="rId69" Type="http://schemas.openxmlformats.org/officeDocument/2006/relationships/tags" Target="../tags/tag753.xml"/><Relationship Id="rId113" Type="http://schemas.openxmlformats.org/officeDocument/2006/relationships/tags" Target="../tags/tag797.xml"/><Relationship Id="rId134" Type="http://schemas.openxmlformats.org/officeDocument/2006/relationships/tags" Target="../tags/tag818.xml"/><Relationship Id="rId80" Type="http://schemas.openxmlformats.org/officeDocument/2006/relationships/tags" Target="../tags/tag764.xml"/><Relationship Id="rId155" Type="http://schemas.openxmlformats.org/officeDocument/2006/relationships/tags" Target="../tags/tag839.xml"/><Relationship Id="rId176" Type="http://schemas.openxmlformats.org/officeDocument/2006/relationships/tags" Target="../tags/tag860.xml"/><Relationship Id="rId197" Type="http://schemas.openxmlformats.org/officeDocument/2006/relationships/tags" Target="../tags/tag881.xml"/><Relationship Id="rId201" Type="http://schemas.openxmlformats.org/officeDocument/2006/relationships/tags" Target="../tags/tag885.xml"/><Relationship Id="rId222" Type="http://schemas.openxmlformats.org/officeDocument/2006/relationships/tags" Target="../tags/tag906.xml"/><Relationship Id="rId17" Type="http://schemas.openxmlformats.org/officeDocument/2006/relationships/tags" Target="../tags/tag701.xml"/><Relationship Id="rId38" Type="http://schemas.openxmlformats.org/officeDocument/2006/relationships/tags" Target="../tags/tag722.xml"/><Relationship Id="rId59" Type="http://schemas.openxmlformats.org/officeDocument/2006/relationships/tags" Target="../tags/tag743.xml"/><Relationship Id="rId103" Type="http://schemas.openxmlformats.org/officeDocument/2006/relationships/tags" Target="../tags/tag787.xml"/><Relationship Id="rId124" Type="http://schemas.openxmlformats.org/officeDocument/2006/relationships/tags" Target="../tags/tag808.xml"/><Relationship Id="rId70" Type="http://schemas.openxmlformats.org/officeDocument/2006/relationships/tags" Target="../tags/tag754.xml"/><Relationship Id="rId91" Type="http://schemas.openxmlformats.org/officeDocument/2006/relationships/tags" Target="../tags/tag775.xml"/><Relationship Id="rId145" Type="http://schemas.openxmlformats.org/officeDocument/2006/relationships/tags" Target="../tags/tag829.xml"/><Relationship Id="rId166" Type="http://schemas.openxmlformats.org/officeDocument/2006/relationships/tags" Target="../tags/tag850.xml"/><Relationship Id="rId187" Type="http://schemas.openxmlformats.org/officeDocument/2006/relationships/tags" Target="../tags/tag871.xml"/><Relationship Id="rId1" Type="http://schemas.openxmlformats.org/officeDocument/2006/relationships/tags" Target="../tags/tag685.xml"/><Relationship Id="rId212" Type="http://schemas.openxmlformats.org/officeDocument/2006/relationships/tags" Target="../tags/tag896.xml"/><Relationship Id="rId28" Type="http://schemas.openxmlformats.org/officeDocument/2006/relationships/tags" Target="../tags/tag712.xml"/><Relationship Id="rId49" Type="http://schemas.openxmlformats.org/officeDocument/2006/relationships/tags" Target="../tags/tag733.xml"/><Relationship Id="rId114" Type="http://schemas.openxmlformats.org/officeDocument/2006/relationships/tags" Target="../tags/tag798.xml"/><Relationship Id="rId60" Type="http://schemas.openxmlformats.org/officeDocument/2006/relationships/tags" Target="../tags/tag744.xml"/><Relationship Id="rId81" Type="http://schemas.openxmlformats.org/officeDocument/2006/relationships/tags" Target="../tags/tag765.xml"/><Relationship Id="rId135" Type="http://schemas.openxmlformats.org/officeDocument/2006/relationships/tags" Target="../tags/tag819.xml"/><Relationship Id="rId156" Type="http://schemas.openxmlformats.org/officeDocument/2006/relationships/tags" Target="../tags/tag840.xml"/><Relationship Id="rId177" Type="http://schemas.openxmlformats.org/officeDocument/2006/relationships/tags" Target="../tags/tag861.xml"/><Relationship Id="rId198" Type="http://schemas.openxmlformats.org/officeDocument/2006/relationships/tags" Target="../tags/tag882.xml"/><Relationship Id="rId202" Type="http://schemas.openxmlformats.org/officeDocument/2006/relationships/tags" Target="../tags/tag886.xml"/><Relationship Id="rId223" Type="http://schemas.openxmlformats.org/officeDocument/2006/relationships/slideLayout" Target="../slideLayouts/slideLayout7.xml"/><Relationship Id="rId18" Type="http://schemas.openxmlformats.org/officeDocument/2006/relationships/tags" Target="../tags/tag702.xml"/><Relationship Id="rId39" Type="http://schemas.openxmlformats.org/officeDocument/2006/relationships/tags" Target="../tags/tag723.xml"/><Relationship Id="rId50" Type="http://schemas.openxmlformats.org/officeDocument/2006/relationships/tags" Target="../tags/tag734.xml"/><Relationship Id="rId104" Type="http://schemas.openxmlformats.org/officeDocument/2006/relationships/tags" Target="../tags/tag788.xml"/><Relationship Id="rId125" Type="http://schemas.openxmlformats.org/officeDocument/2006/relationships/tags" Target="../tags/tag809.xml"/><Relationship Id="rId146" Type="http://schemas.openxmlformats.org/officeDocument/2006/relationships/tags" Target="../tags/tag830.xml"/><Relationship Id="rId167" Type="http://schemas.openxmlformats.org/officeDocument/2006/relationships/tags" Target="../tags/tag851.xml"/><Relationship Id="rId188" Type="http://schemas.openxmlformats.org/officeDocument/2006/relationships/tags" Target="../tags/tag872.xml"/><Relationship Id="rId71" Type="http://schemas.openxmlformats.org/officeDocument/2006/relationships/tags" Target="../tags/tag755.xml"/><Relationship Id="rId92" Type="http://schemas.openxmlformats.org/officeDocument/2006/relationships/tags" Target="../tags/tag776.xml"/><Relationship Id="rId213" Type="http://schemas.openxmlformats.org/officeDocument/2006/relationships/tags" Target="../tags/tag897.xml"/><Relationship Id="rId2" Type="http://schemas.openxmlformats.org/officeDocument/2006/relationships/tags" Target="../tags/tag686.xml"/><Relationship Id="rId29" Type="http://schemas.openxmlformats.org/officeDocument/2006/relationships/tags" Target="../tags/tag713.xml"/><Relationship Id="rId40" Type="http://schemas.openxmlformats.org/officeDocument/2006/relationships/tags" Target="../tags/tag724.xml"/><Relationship Id="rId115" Type="http://schemas.openxmlformats.org/officeDocument/2006/relationships/tags" Target="../tags/tag799.xml"/><Relationship Id="rId136" Type="http://schemas.openxmlformats.org/officeDocument/2006/relationships/tags" Target="../tags/tag820.xml"/><Relationship Id="rId157" Type="http://schemas.openxmlformats.org/officeDocument/2006/relationships/tags" Target="../tags/tag841.xml"/><Relationship Id="rId178" Type="http://schemas.openxmlformats.org/officeDocument/2006/relationships/tags" Target="../tags/tag862.xml"/><Relationship Id="rId61" Type="http://schemas.openxmlformats.org/officeDocument/2006/relationships/tags" Target="../tags/tag745.xml"/><Relationship Id="rId82" Type="http://schemas.openxmlformats.org/officeDocument/2006/relationships/tags" Target="../tags/tag766.xml"/><Relationship Id="rId199" Type="http://schemas.openxmlformats.org/officeDocument/2006/relationships/tags" Target="../tags/tag883.xml"/><Relationship Id="rId203" Type="http://schemas.openxmlformats.org/officeDocument/2006/relationships/tags" Target="../tags/tag887.xml"/><Relationship Id="rId19" Type="http://schemas.openxmlformats.org/officeDocument/2006/relationships/tags" Target="../tags/tag703.xml"/><Relationship Id="rId224" Type="http://schemas.openxmlformats.org/officeDocument/2006/relationships/notesSlide" Target="../notesSlides/notesSlide6.xml"/><Relationship Id="rId30" Type="http://schemas.openxmlformats.org/officeDocument/2006/relationships/tags" Target="../tags/tag714.xml"/><Relationship Id="rId105" Type="http://schemas.openxmlformats.org/officeDocument/2006/relationships/tags" Target="../tags/tag789.xml"/><Relationship Id="rId126" Type="http://schemas.openxmlformats.org/officeDocument/2006/relationships/tags" Target="../tags/tag810.xml"/><Relationship Id="rId147" Type="http://schemas.openxmlformats.org/officeDocument/2006/relationships/tags" Target="../tags/tag831.xml"/><Relationship Id="rId168" Type="http://schemas.openxmlformats.org/officeDocument/2006/relationships/tags" Target="../tags/tag852.xml"/><Relationship Id="rId51" Type="http://schemas.openxmlformats.org/officeDocument/2006/relationships/tags" Target="../tags/tag735.xml"/><Relationship Id="rId72" Type="http://schemas.openxmlformats.org/officeDocument/2006/relationships/tags" Target="../tags/tag756.xml"/><Relationship Id="rId93" Type="http://schemas.openxmlformats.org/officeDocument/2006/relationships/tags" Target="../tags/tag777.xml"/><Relationship Id="rId189" Type="http://schemas.openxmlformats.org/officeDocument/2006/relationships/tags" Target="../tags/tag873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932.xml"/><Relationship Id="rId117" Type="http://schemas.openxmlformats.org/officeDocument/2006/relationships/tags" Target="../tags/tag1023.xml"/><Relationship Id="rId21" Type="http://schemas.openxmlformats.org/officeDocument/2006/relationships/tags" Target="../tags/tag927.xml"/><Relationship Id="rId42" Type="http://schemas.openxmlformats.org/officeDocument/2006/relationships/tags" Target="../tags/tag948.xml"/><Relationship Id="rId47" Type="http://schemas.openxmlformats.org/officeDocument/2006/relationships/tags" Target="../tags/tag953.xml"/><Relationship Id="rId63" Type="http://schemas.openxmlformats.org/officeDocument/2006/relationships/tags" Target="../tags/tag969.xml"/><Relationship Id="rId68" Type="http://schemas.openxmlformats.org/officeDocument/2006/relationships/tags" Target="../tags/tag974.xml"/><Relationship Id="rId84" Type="http://schemas.openxmlformats.org/officeDocument/2006/relationships/tags" Target="../tags/tag990.xml"/><Relationship Id="rId89" Type="http://schemas.openxmlformats.org/officeDocument/2006/relationships/tags" Target="../tags/tag995.xml"/><Relationship Id="rId112" Type="http://schemas.openxmlformats.org/officeDocument/2006/relationships/tags" Target="../tags/tag1018.xml"/><Relationship Id="rId16" Type="http://schemas.openxmlformats.org/officeDocument/2006/relationships/tags" Target="../tags/tag922.xml"/><Relationship Id="rId107" Type="http://schemas.openxmlformats.org/officeDocument/2006/relationships/tags" Target="../tags/tag1013.xml"/><Relationship Id="rId11" Type="http://schemas.openxmlformats.org/officeDocument/2006/relationships/tags" Target="../tags/tag917.xml"/><Relationship Id="rId32" Type="http://schemas.openxmlformats.org/officeDocument/2006/relationships/tags" Target="../tags/tag938.xml"/><Relationship Id="rId37" Type="http://schemas.openxmlformats.org/officeDocument/2006/relationships/tags" Target="../tags/tag943.xml"/><Relationship Id="rId53" Type="http://schemas.openxmlformats.org/officeDocument/2006/relationships/tags" Target="../tags/tag959.xml"/><Relationship Id="rId58" Type="http://schemas.openxmlformats.org/officeDocument/2006/relationships/tags" Target="../tags/tag964.xml"/><Relationship Id="rId74" Type="http://schemas.openxmlformats.org/officeDocument/2006/relationships/tags" Target="../tags/tag980.xml"/><Relationship Id="rId79" Type="http://schemas.openxmlformats.org/officeDocument/2006/relationships/tags" Target="../tags/tag985.xml"/><Relationship Id="rId102" Type="http://schemas.openxmlformats.org/officeDocument/2006/relationships/tags" Target="../tags/tag1008.xml"/><Relationship Id="rId5" Type="http://schemas.openxmlformats.org/officeDocument/2006/relationships/tags" Target="../tags/tag911.xml"/><Relationship Id="rId90" Type="http://schemas.openxmlformats.org/officeDocument/2006/relationships/tags" Target="../tags/tag996.xml"/><Relationship Id="rId95" Type="http://schemas.openxmlformats.org/officeDocument/2006/relationships/tags" Target="../tags/tag1001.xml"/><Relationship Id="rId22" Type="http://schemas.openxmlformats.org/officeDocument/2006/relationships/tags" Target="../tags/tag928.xml"/><Relationship Id="rId27" Type="http://schemas.openxmlformats.org/officeDocument/2006/relationships/tags" Target="../tags/tag933.xml"/><Relationship Id="rId43" Type="http://schemas.openxmlformats.org/officeDocument/2006/relationships/tags" Target="../tags/tag949.xml"/><Relationship Id="rId48" Type="http://schemas.openxmlformats.org/officeDocument/2006/relationships/tags" Target="../tags/tag954.xml"/><Relationship Id="rId64" Type="http://schemas.openxmlformats.org/officeDocument/2006/relationships/tags" Target="../tags/tag970.xml"/><Relationship Id="rId69" Type="http://schemas.openxmlformats.org/officeDocument/2006/relationships/tags" Target="../tags/tag975.xml"/><Relationship Id="rId113" Type="http://schemas.openxmlformats.org/officeDocument/2006/relationships/tags" Target="../tags/tag1019.xml"/><Relationship Id="rId118" Type="http://schemas.openxmlformats.org/officeDocument/2006/relationships/tags" Target="../tags/tag1024.xml"/><Relationship Id="rId80" Type="http://schemas.openxmlformats.org/officeDocument/2006/relationships/tags" Target="../tags/tag986.xml"/><Relationship Id="rId85" Type="http://schemas.openxmlformats.org/officeDocument/2006/relationships/tags" Target="../tags/tag991.xml"/><Relationship Id="rId12" Type="http://schemas.openxmlformats.org/officeDocument/2006/relationships/tags" Target="../tags/tag918.xml"/><Relationship Id="rId17" Type="http://schemas.openxmlformats.org/officeDocument/2006/relationships/tags" Target="../tags/tag923.xml"/><Relationship Id="rId33" Type="http://schemas.openxmlformats.org/officeDocument/2006/relationships/tags" Target="../tags/tag939.xml"/><Relationship Id="rId38" Type="http://schemas.openxmlformats.org/officeDocument/2006/relationships/tags" Target="../tags/tag944.xml"/><Relationship Id="rId59" Type="http://schemas.openxmlformats.org/officeDocument/2006/relationships/tags" Target="../tags/tag965.xml"/><Relationship Id="rId103" Type="http://schemas.openxmlformats.org/officeDocument/2006/relationships/tags" Target="../tags/tag1009.xml"/><Relationship Id="rId108" Type="http://schemas.openxmlformats.org/officeDocument/2006/relationships/tags" Target="../tags/tag1014.xml"/><Relationship Id="rId54" Type="http://schemas.openxmlformats.org/officeDocument/2006/relationships/tags" Target="../tags/tag960.xml"/><Relationship Id="rId70" Type="http://schemas.openxmlformats.org/officeDocument/2006/relationships/tags" Target="../tags/tag976.xml"/><Relationship Id="rId75" Type="http://schemas.openxmlformats.org/officeDocument/2006/relationships/tags" Target="../tags/tag981.xml"/><Relationship Id="rId91" Type="http://schemas.openxmlformats.org/officeDocument/2006/relationships/tags" Target="../tags/tag997.xml"/><Relationship Id="rId96" Type="http://schemas.openxmlformats.org/officeDocument/2006/relationships/tags" Target="../tags/tag1002.xml"/><Relationship Id="rId1" Type="http://schemas.openxmlformats.org/officeDocument/2006/relationships/tags" Target="../tags/tag907.xml"/><Relationship Id="rId6" Type="http://schemas.openxmlformats.org/officeDocument/2006/relationships/tags" Target="../tags/tag912.xml"/><Relationship Id="rId23" Type="http://schemas.openxmlformats.org/officeDocument/2006/relationships/tags" Target="../tags/tag929.xml"/><Relationship Id="rId28" Type="http://schemas.openxmlformats.org/officeDocument/2006/relationships/tags" Target="../tags/tag934.xml"/><Relationship Id="rId49" Type="http://schemas.openxmlformats.org/officeDocument/2006/relationships/tags" Target="../tags/tag955.xml"/><Relationship Id="rId114" Type="http://schemas.openxmlformats.org/officeDocument/2006/relationships/tags" Target="../tags/tag1020.xml"/><Relationship Id="rId119" Type="http://schemas.openxmlformats.org/officeDocument/2006/relationships/tags" Target="../tags/tag1025.xml"/><Relationship Id="rId44" Type="http://schemas.openxmlformats.org/officeDocument/2006/relationships/tags" Target="../tags/tag950.xml"/><Relationship Id="rId60" Type="http://schemas.openxmlformats.org/officeDocument/2006/relationships/tags" Target="../tags/tag966.xml"/><Relationship Id="rId65" Type="http://schemas.openxmlformats.org/officeDocument/2006/relationships/tags" Target="../tags/tag971.xml"/><Relationship Id="rId81" Type="http://schemas.openxmlformats.org/officeDocument/2006/relationships/tags" Target="../tags/tag987.xml"/><Relationship Id="rId86" Type="http://schemas.openxmlformats.org/officeDocument/2006/relationships/tags" Target="../tags/tag992.xml"/><Relationship Id="rId4" Type="http://schemas.openxmlformats.org/officeDocument/2006/relationships/tags" Target="../tags/tag910.xml"/><Relationship Id="rId9" Type="http://schemas.openxmlformats.org/officeDocument/2006/relationships/tags" Target="../tags/tag915.xml"/><Relationship Id="rId13" Type="http://schemas.openxmlformats.org/officeDocument/2006/relationships/tags" Target="../tags/tag919.xml"/><Relationship Id="rId18" Type="http://schemas.openxmlformats.org/officeDocument/2006/relationships/tags" Target="../tags/tag924.xml"/><Relationship Id="rId39" Type="http://schemas.openxmlformats.org/officeDocument/2006/relationships/tags" Target="../tags/tag945.xml"/><Relationship Id="rId109" Type="http://schemas.openxmlformats.org/officeDocument/2006/relationships/tags" Target="../tags/tag1015.xml"/><Relationship Id="rId34" Type="http://schemas.openxmlformats.org/officeDocument/2006/relationships/tags" Target="../tags/tag940.xml"/><Relationship Id="rId50" Type="http://schemas.openxmlformats.org/officeDocument/2006/relationships/tags" Target="../tags/tag956.xml"/><Relationship Id="rId55" Type="http://schemas.openxmlformats.org/officeDocument/2006/relationships/tags" Target="../tags/tag961.xml"/><Relationship Id="rId76" Type="http://schemas.openxmlformats.org/officeDocument/2006/relationships/tags" Target="../tags/tag982.xml"/><Relationship Id="rId97" Type="http://schemas.openxmlformats.org/officeDocument/2006/relationships/tags" Target="../tags/tag1003.xml"/><Relationship Id="rId104" Type="http://schemas.openxmlformats.org/officeDocument/2006/relationships/tags" Target="../tags/tag1010.xml"/><Relationship Id="rId120" Type="http://schemas.openxmlformats.org/officeDocument/2006/relationships/tags" Target="../tags/tag1026.xml"/><Relationship Id="rId7" Type="http://schemas.openxmlformats.org/officeDocument/2006/relationships/tags" Target="../tags/tag913.xml"/><Relationship Id="rId71" Type="http://schemas.openxmlformats.org/officeDocument/2006/relationships/tags" Target="../tags/tag977.xml"/><Relationship Id="rId92" Type="http://schemas.openxmlformats.org/officeDocument/2006/relationships/tags" Target="../tags/tag998.xml"/><Relationship Id="rId2" Type="http://schemas.openxmlformats.org/officeDocument/2006/relationships/tags" Target="../tags/tag908.xml"/><Relationship Id="rId29" Type="http://schemas.openxmlformats.org/officeDocument/2006/relationships/tags" Target="../tags/tag935.xml"/><Relationship Id="rId24" Type="http://schemas.openxmlformats.org/officeDocument/2006/relationships/tags" Target="../tags/tag930.xml"/><Relationship Id="rId40" Type="http://schemas.openxmlformats.org/officeDocument/2006/relationships/tags" Target="../tags/tag946.xml"/><Relationship Id="rId45" Type="http://schemas.openxmlformats.org/officeDocument/2006/relationships/tags" Target="../tags/tag951.xml"/><Relationship Id="rId66" Type="http://schemas.openxmlformats.org/officeDocument/2006/relationships/tags" Target="../tags/tag972.xml"/><Relationship Id="rId87" Type="http://schemas.openxmlformats.org/officeDocument/2006/relationships/tags" Target="../tags/tag993.xml"/><Relationship Id="rId110" Type="http://schemas.openxmlformats.org/officeDocument/2006/relationships/tags" Target="../tags/tag1016.xml"/><Relationship Id="rId115" Type="http://schemas.openxmlformats.org/officeDocument/2006/relationships/tags" Target="../tags/tag1021.xml"/><Relationship Id="rId61" Type="http://schemas.openxmlformats.org/officeDocument/2006/relationships/tags" Target="../tags/tag967.xml"/><Relationship Id="rId82" Type="http://schemas.openxmlformats.org/officeDocument/2006/relationships/tags" Target="../tags/tag988.xml"/><Relationship Id="rId19" Type="http://schemas.openxmlformats.org/officeDocument/2006/relationships/tags" Target="../tags/tag925.xml"/><Relationship Id="rId14" Type="http://schemas.openxmlformats.org/officeDocument/2006/relationships/tags" Target="../tags/tag920.xml"/><Relationship Id="rId30" Type="http://schemas.openxmlformats.org/officeDocument/2006/relationships/tags" Target="../tags/tag936.xml"/><Relationship Id="rId35" Type="http://schemas.openxmlformats.org/officeDocument/2006/relationships/tags" Target="../tags/tag941.xml"/><Relationship Id="rId56" Type="http://schemas.openxmlformats.org/officeDocument/2006/relationships/tags" Target="../tags/tag962.xml"/><Relationship Id="rId77" Type="http://schemas.openxmlformats.org/officeDocument/2006/relationships/tags" Target="../tags/tag983.xml"/><Relationship Id="rId100" Type="http://schemas.openxmlformats.org/officeDocument/2006/relationships/tags" Target="../tags/tag1006.xml"/><Relationship Id="rId105" Type="http://schemas.openxmlformats.org/officeDocument/2006/relationships/tags" Target="../tags/tag1011.xml"/><Relationship Id="rId8" Type="http://schemas.openxmlformats.org/officeDocument/2006/relationships/tags" Target="../tags/tag914.xml"/><Relationship Id="rId51" Type="http://schemas.openxmlformats.org/officeDocument/2006/relationships/tags" Target="../tags/tag957.xml"/><Relationship Id="rId72" Type="http://schemas.openxmlformats.org/officeDocument/2006/relationships/tags" Target="../tags/tag978.xml"/><Relationship Id="rId93" Type="http://schemas.openxmlformats.org/officeDocument/2006/relationships/tags" Target="../tags/tag999.xml"/><Relationship Id="rId98" Type="http://schemas.openxmlformats.org/officeDocument/2006/relationships/tags" Target="../tags/tag1004.xml"/><Relationship Id="rId121" Type="http://schemas.openxmlformats.org/officeDocument/2006/relationships/tags" Target="../tags/tag1027.xml"/><Relationship Id="rId3" Type="http://schemas.openxmlformats.org/officeDocument/2006/relationships/tags" Target="../tags/tag909.xml"/><Relationship Id="rId25" Type="http://schemas.openxmlformats.org/officeDocument/2006/relationships/tags" Target="../tags/tag931.xml"/><Relationship Id="rId46" Type="http://schemas.openxmlformats.org/officeDocument/2006/relationships/tags" Target="../tags/tag952.xml"/><Relationship Id="rId67" Type="http://schemas.openxmlformats.org/officeDocument/2006/relationships/tags" Target="../tags/tag973.xml"/><Relationship Id="rId116" Type="http://schemas.openxmlformats.org/officeDocument/2006/relationships/tags" Target="../tags/tag1022.xml"/><Relationship Id="rId20" Type="http://schemas.openxmlformats.org/officeDocument/2006/relationships/tags" Target="../tags/tag926.xml"/><Relationship Id="rId41" Type="http://schemas.openxmlformats.org/officeDocument/2006/relationships/tags" Target="../tags/tag947.xml"/><Relationship Id="rId62" Type="http://schemas.openxmlformats.org/officeDocument/2006/relationships/tags" Target="../tags/tag968.xml"/><Relationship Id="rId83" Type="http://schemas.openxmlformats.org/officeDocument/2006/relationships/tags" Target="../tags/tag989.xml"/><Relationship Id="rId88" Type="http://schemas.openxmlformats.org/officeDocument/2006/relationships/tags" Target="../tags/tag994.xml"/><Relationship Id="rId111" Type="http://schemas.openxmlformats.org/officeDocument/2006/relationships/tags" Target="../tags/tag1017.xml"/><Relationship Id="rId15" Type="http://schemas.openxmlformats.org/officeDocument/2006/relationships/tags" Target="../tags/tag921.xml"/><Relationship Id="rId36" Type="http://schemas.openxmlformats.org/officeDocument/2006/relationships/tags" Target="../tags/tag942.xml"/><Relationship Id="rId57" Type="http://schemas.openxmlformats.org/officeDocument/2006/relationships/tags" Target="../tags/tag963.xml"/><Relationship Id="rId106" Type="http://schemas.openxmlformats.org/officeDocument/2006/relationships/tags" Target="../tags/tag1012.xml"/><Relationship Id="rId10" Type="http://schemas.openxmlformats.org/officeDocument/2006/relationships/tags" Target="../tags/tag916.xml"/><Relationship Id="rId31" Type="http://schemas.openxmlformats.org/officeDocument/2006/relationships/tags" Target="../tags/tag937.xml"/><Relationship Id="rId52" Type="http://schemas.openxmlformats.org/officeDocument/2006/relationships/tags" Target="../tags/tag958.xml"/><Relationship Id="rId73" Type="http://schemas.openxmlformats.org/officeDocument/2006/relationships/tags" Target="../tags/tag979.xml"/><Relationship Id="rId78" Type="http://schemas.openxmlformats.org/officeDocument/2006/relationships/tags" Target="../tags/tag984.xml"/><Relationship Id="rId94" Type="http://schemas.openxmlformats.org/officeDocument/2006/relationships/tags" Target="../tags/tag1000.xml"/><Relationship Id="rId99" Type="http://schemas.openxmlformats.org/officeDocument/2006/relationships/tags" Target="../tags/tag1005.xml"/><Relationship Id="rId101" Type="http://schemas.openxmlformats.org/officeDocument/2006/relationships/tags" Target="../tags/tag1007.xml"/><Relationship Id="rId122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tags" Target="../tags/tag1144.xml"/><Relationship Id="rId21" Type="http://schemas.openxmlformats.org/officeDocument/2006/relationships/tags" Target="../tags/tag1048.xml"/><Relationship Id="rId42" Type="http://schemas.openxmlformats.org/officeDocument/2006/relationships/tags" Target="../tags/tag1069.xml"/><Relationship Id="rId63" Type="http://schemas.openxmlformats.org/officeDocument/2006/relationships/tags" Target="../tags/tag1090.xml"/><Relationship Id="rId84" Type="http://schemas.openxmlformats.org/officeDocument/2006/relationships/tags" Target="../tags/tag1111.xml"/><Relationship Id="rId138" Type="http://schemas.openxmlformats.org/officeDocument/2006/relationships/tags" Target="../tags/tag1165.xml"/><Relationship Id="rId159" Type="http://schemas.openxmlformats.org/officeDocument/2006/relationships/tags" Target="../tags/tag1186.xml"/><Relationship Id="rId170" Type="http://schemas.openxmlformats.org/officeDocument/2006/relationships/tags" Target="../tags/tag1197.xml"/><Relationship Id="rId107" Type="http://schemas.openxmlformats.org/officeDocument/2006/relationships/tags" Target="../tags/tag1134.xml"/><Relationship Id="rId11" Type="http://schemas.openxmlformats.org/officeDocument/2006/relationships/tags" Target="../tags/tag1038.xml"/><Relationship Id="rId32" Type="http://schemas.openxmlformats.org/officeDocument/2006/relationships/tags" Target="../tags/tag1059.xml"/><Relationship Id="rId53" Type="http://schemas.openxmlformats.org/officeDocument/2006/relationships/tags" Target="../tags/tag1080.xml"/><Relationship Id="rId74" Type="http://schemas.openxmlformats.org/officeDocument/2006/relationships/tags" Target="../tags/tag1101.xml"/><Relationship Id="rId128" Type="http://schemas.openxmlformats.org/officeDocument/2006/relationships/tags" Target="../tags/tag1155.xml"/><Relationship Id="rId149" Type="http://schemas.openxmlformats.org/officeDocument/2006/relationships/tags" Target="../tags/tag1176.xml"/><Relationship Id="rId5" Type="http://schemas.openxmlformats.org/officeDocument/2006/relationships/tags" Target="../tags/tag1032.xml"/><Relationship Id="rId95" Type="http://schemas.openxmlformats.org/officeDocument/2006/relationships/tags" Target="../tags/tag1122.xml"/><Relationship Id="rId160" Type="http://schemas.openxmlformats.org/officeDocument/2006/relationships/tags" Target="../tags/tag1187.xml"/><Relationship Id="rId22" Type="http://schemas.openxmlformats.org/officeDocument/2006/relationships/tags" Target="../tags/tag1049.xml"/><Relationship Id="rId43" Type="http://schemas.openxmlformats.org/officeDocument/2006/relationships/tags" Target="../tags/tag1070.xml"/><Relationship Id="rId64" Type="http://schemas.openxmlformats.org/officeDocument/2006/relationships/tags" Target="../tags/tag1091.xml"/><Relationship Id="rId118" Type="http://schemas.openxmlformats.org/officeDocument/2006/relationships/tags" Target="../tags/tag1145.xml"/><Relationship Id="rId139" Type="http://schemas.openxmlformats.org/officeDocument/2006/relationships/tags" Target="../tags/tag1166.xml"/><Relationship Id="rId85" Type="http://schemas.openxmlformats.org/officeDocument/2006/relationships/tags" Target="../tags/tag1112.xml"/><Relationship Id="rId150" Type="http://schemas.openxmlformats.org/officeDocument/2006/relationships/tags" Target="../tags/tag1177.xml"/><Relationship Id="rId171" Type="http://schemas.openxmlformats.org/officeDocument/2006/relationships/tags" Target="../tags/tag1198.xml"/><Relationship Id="rId12" Type="http://schemas.openxmlformats.org/officeDocument/2006/relationships/tags" Target="../tags/tag1039.xml"/><Relationship Id="rId33" Type="http://schemas.openxmlformats.org/officeDocument/2006/relationships/tags" Target="../tags/tag1060.xml"/><Relationship Id="rId108" Type="http://schemas.openxmlformats.org/officeDocument/2006/relationships/tags" Target="../tags/tag1135.xml"/><Relationship Id="rId129" Type="http://schemas.openxmlformats.org/officeDocument/2006/relationships/tags" Target="../tags/tag1156.xml"/><Relationship Id="rId54" Type="http://schemas.openxmlformats.org/officeDocument/2006/relationships/tags" Target="../tags/tag1081.xml"/><Relationship Id="rId75" Type="http://schemas.openxmlformats.org/officeDocument/2006/relationships/tags" Target="../tags/tag1102.xml"/><Relationship Id="rId96" Type="http://schemas.openxmlformats.org/officeDocument/2006/relationships/tags" Target="../tags/tag1123.xml"/><Relationship Id="rId140" Type="http://schemas.openxmlformats.org/officeDocument/2006/relationships/tags" Target="../tags/tag1167.xml"/><Relationship Id="rId161" Type="http://schemas.openxmlformats.org/officeDocument/2006/relationships/tags" Target="../tags/tag1188.xml"/><Relationship Id="rId1" Type="http://schemas.openxmlformats.org/officeDocument/2006/relationships/tags" Target="../tags/tag1028.xml"/><Relationship Id="rId6" Type="http://schemas.openxmlformats.org/officeDocument/2006/relationships/tags" Target="../tags/tag1033.xml"/><Relationship Id="rId23" Type="http://schemas.openxmlformats.org/officeDocument/2006/relationships/tags" Target="../tags/tag1050.xml"/><Relationship Id="rId28" Type="http://schemas.openxmlformats.org/officeDocument/2006/relationships/tags" Target="../tags/tag1055.xml"/><Relationship Id="rId49" Type="http://schemas.openxmlformats.org/officeDocument/2006/relationships/tags" Target="../tags/tag1076.xml"/><Relationship Id="rId114" Type="http://schemas.openxmlformats.org/officeDocument/2006/relationships/tags" Target="../tags/tag1141.xml"/><Relationship Id="rId119" Type="http://schemas.openxmlformats.org/officeDocument/2006/relationships/tags" Target="../tags/tag1146.xml"/><Relationship Id="rId44" Type="http://schemas.openxmlformats.org/officeDocument/2006/relationships/tags" Target="../tags/tag1071.xml"/><Relationship Id="rId60" Type="http://schemas.openxmlformats.org/officeDocument/2006/relationships/tags" Target="../tags/tag1087.xml"/><Relationship Id="rId65" Type="http://schemas.openxmlformats.org/officeDocument/2006/relationships/tags" Target="../tags/tag1092.xml"/><Relationship Id="rId81" Type="http://schemas.openxmlformats.org/officeDocument/2006/relationships/tags" Target="../tags/tag1108.xml"/><Relationship Id="rId86" Type="http://schemas.openxmlformats.org/officeDocument/2006/relationships/tags" Target="../tags/tag1113.xml"/><Relationship Id="rId130" Type="http://schemas.openxmlformats.org/officeDocument/2006/relationships/tags" Target="../tags/tag1157.xml"/><Relationship Id="rId135" Type="http://schemas.openxmlformats.org/officeDocument/2006/relationships/tags" Target="../tags/tag1162.xml"/><Relationship Id="rId151" Type="http://schemas.openxmlformats.org/officeDocument/2006/relationships/tags" Target="../tags/tag1178.xml"/><Relationship Id="rId156" Type="http://schemas.openxmlformats.org/officeDocument/2006/relationships/tags" Target="../tags/tag1183.xml"/><Relationship Id="rId172" Type="http://schemas.openxmlformats.org/officeDocument/2006/relationships/tags" Target="../tags/tag1199.xml"/><Relationship Id="rId13" Type="http://schemas.openxmlformats.org/officeDocument/2006/relationships/tags" Target="../tags/tag1040.xml"/><Relationship Id="rId18" Type="http://schemas.openxmlformats.org/officeDocument/2006/relationships/tags" Target="../tags/tag1045.xml"/><Relationship Id="rId39" Type="http://schemas.openxmlformats.org/officeDocument/2006/relationships/tags" Target="../tags/tag1066.xml"/><Relationship Id="rId109" Type="http://schemas.openxmlformats.org/officeDocument/2006/relationships/tags" Target="../tags/tag1136.xml"/><Relationship Id="rId34" Type="http://schemas.openxmlformats.org/officeDocument/2006/relationships/tags" Target="../tags/tag1061.xml"/><Relationship Id="rId50" Type="http://schemas.openxmlformats.org/officeDocument/2006/relationships/tags" Target="../tags/tag1077.xml"/><Relationship Id="rId55" Type="http://schemas.openxmlformats.org/officeDocument/2006/relationships/tags" Target="../tags/tag1082.xml"/><Relationship Id="rId76" Type="http://schemas.openxmlformats.org/officeDocument/2006/relationships/tags" Target="../tags/tag1103.xml"/><Relationship Id="rId97" Type="http://schemas.openxmlformats.org/officeDocument/2006/relationships/tags" Target="../tags/tag1124.xml"/><Relationship Id="rId104" Type="http://schemas.openxmlformats.org/officeDocument/2006/relationships/tags" Target="../tags/tag1131.xml"/><Relationship Id="rId120" Type="http://schemas.openxmlformats.org/officeDocument/2006/relationships/tags" Target="../tags/tag1147.xml"/><Relationship Id="rId125" Type="http://schemas.openxmlformats.org/officeDocument/2006/relationships/tags" Target="../tags/tag1152.xml"/><Relationship Id="rId141" Type="http://schemas.openxmlformats.org/officeDocument/2006/relationships/tags" Target="../tags/tag1168.xml"/><Relationship Id="rId146" Type="http://schemas.openxmlformats.org/officeDocument/2006/relationships/tags" Target="../tags/tag1173.xml"/><Relationship Id="rId167" Type="http://schemas.openxmlformats.org/officeDocument/2006/relationships/tags" Target="../tags/tag1194.xml"/><Relationship Id="rId7" Type="http://schemas.openxmlformats.org/officeDocument/2006/relationships/tags" Target="../tags/tag1034.xml"/><Relationship Id="rId71" Type="http://schemas.openxmlformats.org/officeDocument/2006/relationships/tags" Target="../tags/tag1098.xml"/><Relationship Id="rId92" Type="http://schemas.openxmlformats.org/officeDocument/2006/relationships/tags" Target="../tags/tag1119.xml"/><Relationship Id="rId162" Type="http://schemas.openxmlformats.org/officeDocument/2006/relationships/tags" Target="../tags/tag1189.xml"/><Relationship Id="rId2" Type="http://schemas.openxmlformats.org/officeDocument/2006/relationships/tags" Target="../tags/tag1029.xml"/><Relationship Id="rId29" Type="http://schemas.openxmlformats.org/officeDocument/2006/relationships/tags" Target="../tags/tag1056.xml"/><Relationship Id="rId24" Type="http://schemas.openxmlformats.org/officeDocument/2006/relationships/tags" Target="../tags/tag1051.xml"/><Relationship Id="rId40" Type="http://schemas.openxmlformats.org/officeDocument/2006/relationships/tags" Target="../tags/tag1067.xml"/><Relationship Id="rId45" Type="http://schemas.openxmlformats.org/officeDocument/2006/relationships/tags" Target="../tags/tag1072.xml"/><Relationship Id="rId66" Type="http://schemas.openxmlformats.org/officeDocument/2006/relationships/tags" Target="../tags/tag1093.xml"/><Relationship Id="rId87" Type="http://schemas.openxmlformats.org/officeDocument/2006/relationships/tags" Target="../tags/tag1114.xml"/><Relationship Id="rId110" Type="http://schemas.openxmlformats.org/officeDocument/2006/relationships/tags" Target="../tags/tag1137.xml"/><Relationship Id="rId115" Type="http://schemas.openxmlformats.org/officeDocument/2006/relationships/tags" Target="../tags/tag1142.xml"/><Relationship Id="rId131" Type="http://schemas.openxmlformats.org/officeDocument/2006/relationships/tags" Target="../tags/tag1158.xml"/><Relationship Id="rId136" Type="http://schemas.openxmlformats.org/officeDocument/2006/relationships/tags" Target="../tags/tag1163.xml"/><Relationship Id="rId157" Type="http://schemas.openxmlformats.org/officeDocument/2006/relationships/tags" Target="../tags/tag1184.xml"/><Relationship Id="rId61" Type="http://schemas.openxmlformats.org/officeDocument/2006/relationships/tags" Target="../tags/tag1088.xml"/><Relationship Id="rId82" Type="http://schemas.openxmlformats.org/officeDocument/2006/relationships/tags" Target="../tags/tag1109.xml"/><Relationship Id="rId152" Type="http://schemas.openxmlformats.org/officeDocument/2006/relationships/tags" Target="../tags/tag1179.xml"/><Relationship Id="rId173" Type="http://schemas.openxmlformats.org/officeDocument/2006/relationships/tags" Target="../tags/tag1200.xml"/><Relationship Id="rId19" Type="http://schemas.openxmlformats.org/officeDocument/2006/relationships/tags" Target="../tags/tag1046.xml"/><Relationship Id="rId14" Type="http://schemas.openxmlformats.org/officeDocument/2006/relationships/tags" Target="../tags/tag1041.xml"/><Relationship Id="rId30" Type="http://schemas.openxmlformats.org/officeDocument/2006/relationships/tags" Target="../tags/tag1057.xml"/><Relationship Id="rId35" Type="http://schemas.openxmlformats.org/officeDocument/2006/relationships/tags" Target="../tags/tag1062.xml"/><Relationship Id="rId56" Type="http://schemas.openxmlformats.org/officeDocument/2006/relationships/tags" Target="../tags/tag1083.xml"/><Relationship Id="rId77" Type="http://schemas.openxmlformats.org/officeDocument/2006/relationships/tags" Target="../tags/tag1104.xml"/><Relationship Id="rId100" Type="http://schemas.openxmlformats.org/officeDocument/2006/relationships/tags" Target="../tags/tag1127.xml"/><Relationship Id="rId105" Type="http://schemas.openxmlformats.org/officeDocument/2006/relationships/tags" Target="../tags/tag1132.xml"/><Relationship Id="rId126" Type="http://schemas.openxmlformats.org/officeDocument/2006/relationships/tags" Target="../tags/tag1153.xml"/><Relationship Id="rId147" Type="http://schemas.openxmlformats.org/officeDocument/2006/relationships/tags" Target="../tags/tag1174.xml"/><Relationship Id="rId168" Type="http://schemas.openxmlformats.org/officeDocument/2006/relationships/tags" Target="../tags/tag1195.xml"/><Relationship Id="rId8" Type="http://schemas.openxmlformats.org/officeDocument/2006/relationships/tags" Target="../tags/tag1035.xml"/><Relationship Id="rId51" Type="http://schemas.openxmlformats.org/officeDocument/2006/relationships/tags" Target="../tags/tag1078.xml"/><Relationship Id="rId72" Type="http://schemas.openxmlformats.org/officeDocument/2006/relationships/tags" Target="../tags/tag1099.xml"/><Relationship Id="rId93" Type="http://schemas.openxmlformats.org/officeDocument/2006/relationships/tags" Target="../tags/tag1120.xml"/><Relationship Id="rId98" Type="http://schemas.openxmlformats.org/officeDocument/2006/relationships/tags" Target="../tags/tag1125.xml"/><Relationship Id="rId121" Type="http://schemas.openxmlformats.org/officeDocument/2006/relationships/tags" Target="../tags/tag1148.xml"/><Relationship Id="rId142" Type="http://schemas.openxmlformats.org/officeDocument/2006/relationships/tags" Target="../tags/tag1169.xml"/><Relationship Id="rId163" Type="http://schemas.openxmlformats.org/officeDocument/2006/relationships/tags" Target="../tags/tag1190.xml"/><Relationship Id="rId3" Type="http://schemas.openxmlformats.org/officeDocument/2006/relationships/tags" Target="../tags/tag1030.xml"/><Relationship Id="rId25" Type="http://schemas.openxmlformats.org/officeDocument/2006/relationships/tags" Target="../tags/tag1052.xml"/><Relationship Id="rId46" Type="http://schemas.openxmlformats.org/officeDocument/2006/relationships/tags" Target="../tags/tag1073.xml"/><Relationship Id="rId67" Type="http://schemas.openxmlformats.org/officeDocument/2006/relationships/tags" Target="../tags/tag1094.xml"/><Relationship Id="rId116" Type="http://schemas.openxmlformats.org/officeDocument/2006/relationships/tags" Target="../tags/tag1143.xml"/><Relationship Id="rId137" Type="http://schemas.openxmlformats.org/officeDocument/2006/relationships/tags" Target="../tags/tag1164.xml"/><Relationship Id="rId158" Type="http://schemas.openxmlformats.org/officeDocument/2006/relationships/tags" Target="../tags/tag1185.xml"/><Relationship Id="rId20" Type="http://schemas.openxmlformats.org/officeDocument/2006/relationships/tags" Target="../tags/tag1047.xml"/><Relationship Id="rId41" Type="http://schemas.openxmlformats.org/officeDocument/2006/relationships/tags" Target="../tags/tag1068.xml"/><Relationship Id="rId62" Type="http://schemas.openxmlformats.org/officeDocument/2006/relationships/tags" Target="../tags/tag1089.xml"/><Relationship Id="rId83" Type="http://schemas.openxmlformats.org/officeDocument/2006/relationships/tags" Target="../tags/tag1110.xml"/><Relationship Id="rId88" Type="http://schemas.openxmlformats.org/officeDocument/2006/relationships/tags" Target="../tags/tag1115.xml"/><Relationship Id="rId111" Type="http://schemas.openxmlformats.org/officeDocument/2006/relationships/tags" Target="../tags/tag1138.xml"/><Relationship Id="rId132" Type="http://schemas.openxmlformats.org/officeDocument/2006/relationships/tags" Target="../tags/tag1159.xml"/><Relationship Id="rId153" Type="http://schemas.openxmlformats.org/officeDocument/2006/relationships/tags" Target="../tags/tag1180.xml"/><Relationship Id="rId174" Type="http://schemas.openxmlformats.org/officeDocument/2006/relationships/slideLayout" Target="../slideLayouts/slideLayout7.xml"/><Relationship Id="rId15" Type="http://schemas.openxmlformats.org/officeDocument/2006/relationships/tags" Target="../tags/tag1042.xml"/><Relationship Id="rId36" Type="http://schemas.openxmlformats.org/officeDocument/2006/relationships/tags" Target="../tags/tag1063.xml"/><Relationship Id="rId57" Type="http://schemas.openxmlformats.org/officeDocument/2006/relationships/tags" Target="../tags/tag1084.xml"/><Relationship Id="rId106" Type="http://schemas.openxmlformats.org/officeDocument/2006/relationships/tags" Target="../tags/tag1133.xml"/><Relationship Id="rId127" Type="http://schemas.openxmlformats.org/officeDocument/2006/relationships/tags" Target="../tags/tag1154.xml"/><Relationship Id="rId10" Type="http://schemas.openxmlformats.org/officeDocument/2006/relationships/tags" Target="../tags/tag1037.xml"/><Relationship Id="rId31" Type="http://schemas.openxmlformats.org/officeDocument/2006/relationships/tags" Target="../tags/tag1058.xml"/><Relationship Id="rId52" Type="http://schemas.openxmlformats.org/officeDocument/2006/relationships/tags" Target="../tags/tag1079.xml"/><Relationship Id="rId73" Type="http://schemas.openxmlformats.org/officeDocument/2006/relationships/tags" Target="../tags/tag1100.xml"/><Relationship Id="rId78" Type="http://schemas.openxmlformats.org/officeDocument/2006/relationships/tags" Target="../tags/tag1105.xml"/><Relationship Id="rId94" Type="http://schemas.openxmlformats.org/officeDocument/2006/relationships/tags" Target="../tags/tag1121.xml"/><Relationship Id="rId99" Type="http://schemas.openxmlformats.org/officeDocument/2006/relationships/tags" Target="../tags/tag1126.xml"/><Relationship Id="rId101" Type="http://schemas.openxmlformats.org/officeDocument/2006/relationships/tags" Target="../tags/tag1128.xml"/><Relationship Id="rId122" Type="http://schemas.openxmlformats.org/officeDocument/2006/relationships/tags" Target="../tags/tag1149.xml"/><Relationship Id="rId143" Type="http://schemas.openxmlformats.org/officeDocument/2006/relationships/tags" Target="../tags/tag1170.xml"/><Relationship Id="rId148" Type="http://schemas.openxmlformats.org/officeDocument/2006/relationships/tags" Target="../tags/tag1175.xml"/><Relationship Id="rId164" Type="http://schemas.openxmlformats.org/officeDocument/2006/relationships/tags" Target="../tags/tag1191.xml"/><Relationship Id="rId169" Type="http://schemas.openxmlformats.org/officeDocument/2006/relationships/tags" Target="../tags/tag1196.xml"/><Relationship Id="rId4" Type="http://schemas.openxmlformats.org/officeDocument/2006/relationships/tags" Target="../tags/tag1031.xml"/><Relationship Id="rId9" Type="http://schemas.openxmlformats.org/officeDocument/2006/relationships/tags" Target="../tags/tag1036.xml"/><Relationship Id="rId26" Type="http://schemas.openxmlformats.org/officeDocument/2006/relationships/tags" Target="../tags/tag1053.xml"/><Relationship Id="rId47" Type="http://schemas.openxmlformats.org/officeDocument/2006/relationships/tags" Target="../tags/tag1074.xml"/><Relationship Id="rId68" Type="http://schemas.openxmlformats.org/officeDocument/2006/relationships/tags" Target="../tags/tag1095.xml"/><Relationship Id="rId89" Type="http://schemas.openxmlformats.org/officeDocument/2006/relationships/tags" Target="../tags/tag1116.xml"/><Relationship Id="rId112" Type="http://schemas.openxmlformats.org/officeDocument/2006/relationships/tags" Target="../tags/tag1139.xml"/><Relationship Id="rId133" Type="http://schemas.openxmlformats.org/officeDocument/2006/relationships/tags" Target="../tags/tag1160.xml"/><Relationship Id="rId154" Type="http://schemas.openxmlformats.org/officeDocument/2006/relationships/tags" Target="../tags/tag1181.xml"/><Relationship Id="rId175" Type="http://schemas.openxmlformats.org/officeDocument/2006/relationships/notesSlide" Target="../notesSlides/notesSlide7.xml"/><Relationship Id="rId16" Type="http://schemas.openxmlformats.org/officeDocument/2006/relationships/tags" Target="../tags/tag1043.xml"/><Relationship Id="rId37" Type="http://schemas.openxmlformats.org/officeDocument/2006/relationships/tags" Target="../tags/tag1064.xml"/><Relationship Id="rId58" Type="http://schemas.openxmlformats.org/officeDocument/2006/relationships/tags" Target="../tags/tag1085.xml"/><Relationship Id="rId79" Type="http://schemas.openxmlformats.org/officeDocument/2006/relationships/tags" Target="../tags/tag1106.xml"/><Relationship Id="rId102" Type="http://schemas.openxmlformats.org/officeDocument/2006/relationships/tags" Target="../tags/tag1129.xml"/><Relationship Id="rId123" Type="http://schemas.openxmlformats.org/officeDocument/2006/relationships/tags" Target="../tags/tag1150.xml"/><Relationship Id="rId144" Type="http://schemas.openxmlformats.org/officeDocument/2006/relationships/tags" Target="../tags/tag1171.xml"/><Relationship Id="rId90" Type="http://schemas.openxmlformats.org/officeDocument/2006/relationships/tags" Target="../tags/tag1117.xml"/><Relationship Id="rId165" Type="http://schemas.openxmlformats.org/officeDocument/2006/relationships/tags" Target="../tags/tag1192.xml"/><Relationship Id="rId27" Type="http://schemas.openxmlformats.org/officeDocument/2006/relationships/tags" Target="../tags/tag1054.xml"/><Relationship Id="rId48" Type="http://schemas.openxmlformats.org/officeDocument/2006/relationships/tags" Target="../tags/tag1075.xml"/><Relationship Id="rId69" Type="http://schemas.openxmlformats.org/officeDocument/2006/relationships/tags" Target="../tags/tag1096.xml"/><Relationship Id="rId113" Type="http://schemas.openxmlformats.org/officeDocument/2006/relationships/tags" Target="../tags/tag1140.xml"/><Relationship Id="rId134" Type="http://schemas.openxmlformats.org/officeDocument/2006/relationships/tags" Target="../tags/tag1161.xml"/><Relationship Id="rId80" Type="http://schemas.openxmlformats.org/officeDocument/2006/relationships/tags" Target="../tags/tag1107.xml"/><Relationship Id="rId155" Type="http://schemas.openxmlformats.org/officeDocument/2006/relationships/tags" Target="../tags/tag1182.xml"/><Relationship Id="rId17" Type="http://schemas.openxmlformats.org/officeDocument/2006/relationships/tags" Target="../tags/tag1044.xml"/><Relationship Id="rId38" Type="http://schemas.openxmlformats.org/officeDocument/2006/relationships/tags" Target="../tags/tag1065.xml"/><Relationship Id="rId59" Type="http://schemas.openxmlformats.org/officeDocument/2006/relationships/tags" Target="../tags/tag1086.xml"/><Relationship Id="rId103" Type="http://schemas.openxmlformats.org/officeDocument/2006/relationships/tags" Target="../tags/tag1130.xml"/><Relationship Id="rId124" Type="http://schemas.openxmlformats.org/officeDocument/2006/relationships/tags" Target="../tags/tag1151.xml"/><Relationship Id="rId70" Type="http://schemas.openxmlformats.org/officeDocument/2006/relationships/tags" Target="../tags/tag1097.xml"/><Relationship Id="rId91" Type="http://schemas.openxmlformats.org/officeDocument/2006/relationships/tags" Target="../tags/tag1118.xml"/><Relationship Id="rId145" Type="http://schemas.openxmlformats.org/officeDocument/2006/relationships/tags" Target="../tags/tag1172.xml"/><Relationship Id="rId166" Type="http://schemas.openxmlformats.org/officeDocument/2006/relationships/tags" Target="../tags/tag1193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1226.xml"/><Relationship Id="rId21" Type="http://schemas.openxmlformats.org/officeDocument/2006/relationships/tags" Target="../tags/tag1221.xml"/><Relationship Id="rId42" Type="http://schemas.openxmlformats.org/officeDocument/2006/relationships/tags" Target="../tags/tag1242.xml"/><Relationship Id="rId47" Type="http://schemas.openxmlformats.org/officeDocument/2006/relationships/tags" Target="../tags/tag1247.xml"/><Relationship Id="rId63" Type="http://schemas.openxmlformats.org/officeDocument/2006/relationships/tags" Target="../tags/tag1263.xml"/><Relationship Id="rId68" Type="http://schemas.openxmlformats.org/officeDocument/2006/relationships/tags" Target="../tags/tag1268.xml"/><Relationship Id="rId84" Type="http://schemas.openxmlformats.org/officeDocument/2006/relationships/tags" Target="../tags/tag1284.xml"/><Relationship Id="rId89" Type="http://schemas.openxmlformats.org/officeDocument/2006/relationships/tags" Target="../tags/tag1289.xml"/><Relationship Id="rId16" Type="http://schemas.openxmlformats.org/officeDocument/2006/relationships/tags" Target="../tags/tag1216.xml"/><Relationship Id="rId11" Type="http://schemas.openxmlformats.org/officeDocument/2006/relationships/tags" Target="../tags/tag1211.xml"/><Relationship Id="rId32" Type="http://schemas.openxmlformats.org/officeDocument/2006/relationships/tags" Target="../tags/tag1232.xml"/><Relationship Id="rId37" Type="http://schemas.openxmlformats.org/officeDocument/2006/relationships/tags" Target="../tags/tag1237.xml"/><Relationship Id="rId53" Type="http://schemas.openxmlformats.org/officeDocument/2006/relationships/tags" Target="../tags/tag1253.xml"/><Relationship Id="rId58" Type="http://schemas.openxmlformats.org/officeDocument/2006/relationships/tags" Target="../tags/tag1258.xml"/><Relationship Id="rId74" Type="http://schemas.openxmlformats.org/officeDocument/2006/relationships/tags" Target="../tags/tag1274.xml"/><Relationship Id="rId79" Type="http://schemas.openxmlformats.org/officeDocument/2006/relationships/tags" Target="../tags/tag1279.xml"/><Relationship Id="rId5" Type="http://schemas.openxmlformats.org/officeDocument/2006/relationships/tags" Target="../tags/tag1205.xml"/><Relationship Id="rId90" Type="http://schemas.openxmlformats.org/officeDocument/2006/relationships/tags" Target="../tags/tag1290.xml"/><Relationship Id="rId95" Type="http://schemas.openxmlformats.org/officeDocument/2006/relationships/tags" Target="../tags/tag1295.xml"/><Relationship Id="rId22" Type="http://schemas.openxmlformats.org/officeDocument/2006/relationships/tags" Target="../tags/tag1222.xml"/><Relationship Id="rId27" Type="http://schemas.openxmlformats.org/officeDocument/2006/relationships/tags" Target="../tags/tag1227.xml"/><Relationship Id="rId43" Type="http://schemas.openxmlformats.org/officeDocument/2006/relationships/tags" Target="../tags/tag1243.xml"/><Relationship Id="rId48" Type="http://schemas.openxmlformats.org/officeDocument/2006/relationships/tags" Target="../tags/tag1248.xml"/><Relationship Id="rId64" Type="http://schemas.openxmlformats.org/officeDocument/2006/relationships/tags" Target="../tags/tag1264.xml"/><Relationship Id="rId69" Type="http://schemas.openxmlformats.org/officeDocument/2006/relationships/tags" Target="../tags/tag1269.xml"/><Relationship Id="rId80" Type="http://schemas.openxmlformats.org/officeDocument/2006/relationships/tags" Target="../tags/tag1280.xml"/><Relationship Id="rId85" Type="http://schemas.openxmlformats.org/officeDocument/2006/relationships/tags" Target="../tags/tag1285.xml"/><Relationship Id="rId3" Type="http://schemas.openxmlformats.org/officeDocument/2006/relationships/tags" Target="../tags/tag1203.xml"/><Relationship Id="rId12" Type="http://schemas.openxmlformats.org/officeDocument/2006/relationships/tags" Target="../tags/tag1212.xml"/><Relationship Id="rId17" Type="http://schemas.openxmlformats.org/officeDocument/2006/relationships/tags" Target="../tags/tag1217.xml"/><Relationship Id="rId25" Type="http://schemas.openxmlformats.org/officeDocument/2006/relationships/tags" Target="../tags/tag1225.xml"/><Relationship Id="rId33" Type="http://schemas.openxmlformats.org/officeDocument/2006/relationships/tags" Target="../tags/tag1233.xml"/><Relationship Id="rId38" Type="http://schemas.openxmlformats.org/officeDocument/2006/relationships/tags" Target="../tags/tag1238.xml"/><Relationship Id="rId46" Type="http://schemas.openxmlformats.org/officeDocument/2006/relationships/tags" Target="../tags/tag1246.xml"/><Relationship Id="rId59" Type="http://schemas.openxmlformats.org/officeDocument/2006/relationships/tags" Target="../tags/tag1259.xml"/><Relationship Id="rId67" Type="http://schemas.openxmlformats.org/officeDocument/2006/relationships/tags" Target="../tags/tag1267.xml"/><Relationship Id="rId20" Type="http://schemas.openxmlformats.org/officeDocument/2006/relationships/tags" Target="../tags/tag1220.xml"/><Relationship Id="rId41" Type="http://schemas.openxmlformats.org/officeDocument/2006/relationships/tags" Target="../tags/tag1241.xml"/><Relationship Id="rId54" Type="http://schemas.openxmlformats.org/officeDocument/2006/relationships/tags" Target="../tags/tag1254.xml"/><Relationship Id="rId62" Type="http://schemas.openxmlformats.org/officeDocument/2006/relationships/tags" Target="../tags/tag1262.xml"/><Relationship Id="rId70" Type="http://schemas.openxmlformats.org/officeDocument/2006/relationships/tags" Target="../tags/tag1270.xml"/><Relationship Id="rId75" Type="http://schemas.openxmlformats.org/officeDocument/2006/relationships/tags" Target="../tags/tag1275.xml"/><Relationship Id="rId83" Type="http://schemas.openxmlformats.org/officeDocument/2006/relationships/tags" Target="../tags/tag1283.xml"/><Relationship Id="rId88" Type="http://schemas.openxmlformats.org/officeDocument/2006/relationships/tags" Target="../tags/tag1288.xml"/><Relationship Id="rId91" Type="http://schemas.openxmlformats.org/officeDocument/2006/relationships/tags" Target="../tags/tag1291.xml"/><Relationship Id="rId96" Type="http://schemas.openxmlformats.org/officeDocument/2006/relationships/tags" Target="../tags/tag1296.xml"/><Relationship Id="rId1" Type="http://schemas.openxmlformats.org/officeDocument/2006/relationships/tags" Target="../tags/tag1201.xml"/><Relationship Id="rId6" Type="http://schemas.openxmlformats.org/officeDocument/2006/relationships/tags" Target="../tags/tag1206.xml"/><Relationship Id="rId15" Type="http://schemas.openxmlformats.org/officeDocument/2006/relationships/tags" Target="../tags/tag1215.xml"/><Relationship Id="rId23" Type="http://schemas.openxmlformats.org/officeDocument/2006/relationships/tags" Target="../tags/tag1223.xml"/><Relationship Id="rId28" Type="http://schemas.openxmlformats.org/officeDocument/2006/relationships/tags" Target="../tags/tag1228.xml"/><Relationship Id="rId36" Type="http://schemas.openxmlformats.org/officeDocument/2006/relationships/tags" Target="../tags/tag1236.xml"/><Relationship Id="rId49" Type="http://schemas.openxmlformats.org/officeDocument/2006/relationships/tags" Target="../tags/tag1249.xml"/><Relationship Id="rId57" Type="http://schemas.openxmlformats.org/officeDocument/2006/relationships/tags" Target="../tags/tag1257.xml"/><Relationship Id="rId10" Type="http://schemas.openxmlformats.org/officeDocument/2006/relationships/tags" Target="../tags/tag1210.xml"/><Relationship Id="rId31" Type="http://schemas.openxmlformats.org/officeDocument/2006/relationships/tags" Target="../tags/tag1231.xml"/><Relationship Id="rId44" Type="http://schemas.openxmlformats.org/officeDocument/2006/relationships/tags" Target="../tags/tag1244.xml"/><Relationship Id="rId52" Type="http://schemas.openxmlformats.org/officeDocument/2006/relationships/tags" Target="../tags/tag1252.xml"/><Relationship Id="rId60" Type="http://schemas.openxmlformats.org/officeDocument/2006/relationships/tags" Target="../tags/tag1260.xml"/><Relationship Id="rId65" Type="http://schemas.openxmlformats.org/officeDocument/2006/relationships/tags" Target="../tags/tag1265.xml"/><Relationship Id="rId73" Type="http://schemas.openxmlformats.org/officeDocument/2006/relationships/tags" Target="../tags/tag1273.xml"/><Relationship Id="rId78" Type="http://schemas.openxmlformats.org/officeDocument/2006/relationships/tags" Target="../tags/tag1278.xml"/><Relationship Id="rId81" Type="http://schemas.openxmlformats.org/officeDocument/2006/relationships/tags" Target="../tags/tag1281.xml"/><Relationship Id="rId86" Type="http://schemas.openxmlformats.org/officeDocument/2006/relationships/tags" Target="../tags/tag1286.xml"/><Relationship Id="rId94" Type="http://schemas.openxmlformats.org/officeDocument/2006/relationships/tags" Target="../tags/tag1294.xml"/><Relationship Id="rId99" Type="http://schemas.openxmlformats.org/officeDocument/2006/relationships/slideLayout" Target="../slideLayouts/slideLayout7.xml"/><Relationship Id="rId4" Type="http://schemas.openxmlformats.org/officeDocument/2006/relationships/tags" Target="../tags/tag1204.xml"/><Relationship Id="rId9" Type="http://schemas.openxmlformats.org/officeDocument/2006/relationships/tags" Target="../tags/tag1209.xml"/><Relationship Id="rId13" Type="http://schemas.openxmlformats.org/officeDocument/2006/relationships/tags" Target="../tags/tag1213.xml"/><Relationship Id="rId18" Type="http://schemas.openxmlformats.org/officeDocument/2006/relationships/tags" Target="../tags/tag1218.xml"/><Relationship Id="rId39" Type="http://schemas.openxmlformats.org/officeDocument/2006/relationships/tags" Target="../tags/tag1239.xml"/><Relationship Id="rId34" Type="http://schemas.openxmlformats.org/officeDocument/2006/relationships/tags" Target="../tags/tag1234.xml"/><Relationship Id="rId50" Type="http://schemas.openxmlformats.org/officeDocument/2006/relationships/tags" Target="../tags/tag1250.xml"/><Relationship Id="rId55" Type="http://schemas.openxmlformats.org/officeDocument/2006/relationships/tags" Target="../tags/tag1255.xml"/><Relationship Id="rId76" Type="http://schemas.openxmlformats.org/officeDocument/2006/relationships/tags" Target="../tags/tag1276.xml"/><Relationship Id="rId97" Type="http://schemas.openxmlformats.org/officeDocument/2006/relationships/tags" Target="../tags/tag1297.xml"/><Relationship Id="rId7" Type="http://schemas.openxmlformats.org/officeDocument/2006/relationships/tags" Target="../tags/tag1207.xml"/><Relationship Id="rId71" Type="http://schemas.openxmlformats.org/officeDocument/2006/relationships/tags" Target="../tags/tag1271.xml"/><Relationship Id="rId92" Type="http://schemas.openxmlformats.org/officeDocument/2006/relationships/tags" Target="../tags/tag1292.xml"/><Relationship Id="rId2" Type="http://schemas.openxmlformats.org/officeDocument/2006/relationships/tags" Target="../tags/tag1202.xml"/><Relationship Id="rId29" Type="http://schemas.openxmlformats.org/officeDocument/2006/relationships/tags" Target="../tags/tag1229.xml"/><Relationship Id="rId24" Type="http://schemas.openxmlformats.org/officeDocument/2006/relationships/tags" Target="../tags/tag1224.xml"/><Relationship Id="rId40" Type="http://schemas.openxmlformats.org/officeDocument/2006/relationships/tags" Target="../tags/tag1240.xml"/><Relationship Id="rId45" Type="http://schemas.openxmlformats.org/officeDocument/2006/relationships/tags" Target="../tags/tag1245.xml"/><Relationship Id="rId66" Type="http://schemas.openxmlformats.org/officeDocument/2006/relationships/tags" Target="../tags/tag1266.xml"/><Relationship Id="rId87" Type="http://schemas.openxmlformats.org/officeDocument/2006/relationships/tags" Target="../tags/tag1287.xml"/><Relationship Id="rId61" Type="http://schemas.openxmlformats.org/officeDocument/2006/relationships/tags" Target="../tags/tag1261.xml"/><Relationship Id="rId82" Type="http://schemas.openxmlformats.org/officeDocument/2006/relationships/tags" Target="../tags/tag1282.xml"/><Relationship Id="rId19" Type="http://schemas.openxmlformats.org/officeDocument/2006/relationships/tags" Target="../tags/tag1219.xml"/><Relationship Id="rId14" Type="http://schemas.openxmlformats.org/officeDocument/2006/relationships/tags" Target="../tags/tag1214.xml"/><Relationship Id="rId30" Type="http://schemas.openxmlformats.org/officeDocument/2006/relationships/tags" Target="../tags/tag1230.xml"/><Relationship Id="rId35" Type="http://schemas.openxmlformats.org/officeDocument/2006/relationships/tags" Target="../tags/tag1235.xml"/><Relationship Id="rId56" Type="http://schemas.openxmlformats.org/officeDocument/2006/relationships/tags" Target="../tags/tag1256.xml"/><Relationship Id="rId77" Type="http://schemas.openxmlformats.org/officeDocument/2006/relationships/tags" Target="../tags/tag1277.xml"/><Relationship Id="rId8" Type="http://schemas.openxmlformats.org/officeDocument/2006/relationships/tags" Target="../tags/tag1208.xml"/><Relationship Id="rId51" Type="http://schemas.openxmlformats.org/officeDocument/2006/relationships/tags" Target="../tags/tag1251.xml"/><Relationship Id="rId72" Type="http://schemas.openxmlformats.org/officeDocument/2006/relationships/tags" Target="../tags/tag1272.xml"/><Relationship Id="rId93" Type="http://schemas.openxmlformats.org/officeDocument/2006/relationships/tags" Target="../tags/tag1293.xml"/><Relationship Id="rId98" Type="http://schemas.openxmlformats.org/officeDocument/2006/relationships/tags" Target="../tags/tag129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00.xml"/><Relationship Id="rId1" Type="http://schemas.openxmlformats.org/officeDocument/2006/relationships/tags" Target="../tags/tag1299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1326.xml"/><Relationship Id="rId21" Type="http://schemas.openxmlformats.org/officeDocument/2006/relationships/tags" Target="../tags/tag1321.xml"/><Relationship Id="rId42" Type="http://schemas.openxmlformats.org/officeDocument/2006/relationships/tags" Target="../tags/tag1342.xml"/><Relationship Id="rId47" Type="http://schemas.openxmlformats.org/officeDocument/2006/relationships/tags" Target="../tags/tag1347.xml"/><Relationship Id="rId63" Type="http://schemas.openxmlformats.org/officeDocument/2006/relationships/tags" Target="../tags/tag1363.xml"/><Relationship Id="rId68" Type="http://schemas.openxmlformats.org/officeDocument/2006/relationships/tags" Target="../tags/tag1368.xml"/><Relationship Id="rId16" Type="http://schemas.openxmlformats.org/officeDocument/2006/relationships/tags" Target="../tags/tag1316.xml"/><Relationship Id="rId11" Type="http://schemas.openxmlformats.org/officeDocument/2006/relationships/tags" Target="../tags/tag1311.xml"/><Relationship Id="rId24" Type="http://schemas.openxmlformats.org/officeDocument/2006/relationships/tags" Target="../tags/tag1324.xml"/><Relationship Id="rId32" Type="http://schemas.openxmlformats.org/officeDocument/2006/relationships/tags" Target="../tags/tag1332.xml"/><Relationship Id="rId37" Type="http://schemas.openxmlformats.org/officeDocument/2006/relationships/tags" Target="../tags/tag1337.xml"/><Relationship Id="rId40" Type="http://schemas.openxmlformats.org/officeDocument/2006/relationships/tags" Target="../tags/tag1340.xml"/><Relationship Id="rId45" Type="http://schemas.openxmlformats.org/officeDocument/2006/relationships/tags" Target="../tags/tag1345.xml"/><Relationship Id="rId53" Type="http://schemas.openxmlformats.org/officeDocument/2006/relationships/tags" Target="../tags/tag1353.xml"/><Relationship Id="rId58" Type="http://schemas.openxmlformats.org/officeDocument/2006/relationships/tags" Target="../tags/tag1358.xml"/><Relationship Id="rId66" Type="http://schemas.openxmlformats.org/officeDocument/2006/relationships/tags" Target="../tags/tag1366.xml"/><Relationship Id="rId74" Type="http://schemas.openxmlformats.org/officeDocument/2006/relationships/tags" Target="../tags/tag1374.xml"/><Relationship Id="rId79" Type="http://schemas.openxmlformats.org/officeDocument/2006/relationships/slide" Target="slide3.xml"/><Relationship Id="rId5" Type="http://schemas.openxmlformats.org/officeDocument/2006/relationships/tags" Target="../tags/tag1305.xml"/><Relationship Id="rId61" Type="http://schemas.openxmlformats.org/officeDocument/2006/relationships/tags" Target="../tags/tag1361.xml"/><Relationship Id="rId19" Type="http://schemas.openxmlformats.org/officeDocument/2006/relationships/tags" Target="../tags/tag1319.xml"/><Relationship Id="rId14" Type="http://schemas.openxmlformats.org/officeDocument/2006/relationships/tags" Target="../tags/tag1314.xml"/><Relationship Id="rId22" Type="http://schemas.openxmlformats.org/officeDocument/2006/relationships/tags" Target="../tags/tag1322.xml"/><Relationship Id="rId27" Type="http://schemas.openxmlformats.org/officeDocument/2006/relationships/tags" Target="../tags/tag1327.xml"/><Relationship Id="rId30" Type="http://schemas.openxmlformats.org/officeDocument/2006/relationships/tags" Target="../tags/tag1330.xml"/><Relationship Id="rId35" Type="http://schemas.openxmlformats.org/officeDocument/2006/relationships/tags" Target="../tags/tag1335.xml"/><Relationship Id="rId43" Type="http://schemas.openxmlformats.org/officeDocument/2006/relationships/tags" Target="../tags/tag1343.xml"/><Relationship Id="rId48" Type="http://schemas.openxmlformats.org/officeDocument/2006/relationships/tags" Target="../tags/tag1348.xml"/><Relationship Id="rId56" Type="http://schemas.openxmlformats.org/officeDocument/2006/relationships/tags" Target="../tags/tag1356.xml"/><Relationship Id="rId64" Type="http://schemas.openxmlformats.org/officeDocument/2006/relationships/tags" Target="../tags/tag1364.xml"/><Relationship Id="rId69" Type="http://schemas.openxmlformats.org/officeDocument/2006/relationships/tags" Target="../tags/tag1369.xml"/><Relationship Id="rId77" Type="http://schemas.openxmlformats.org/officeDocument/2006/relationships/tags" Target="../tags/tag1377.xml"/><Relationship Id="rId8" Type="http://schemas.openxmlformats.org/officeDocument/2006/relationships/tags" Target="../tags/tag1308.xml"/><Relationship Id="rId51" Type="http://schemas.openxmlformats.org/officeDocument/2006/relationships/tags" Target="../tags/tag1351.xml"/><Relationship Id="rId72" Type="http://schemas.openxmlformats.org/officeDocument/2006/relationships/tags" Target="../tags/tag1372.xml"/><Relationship Id="rId3" Type="http://schemas.openxmlformats.org/officeDocument/2006/relationships/tags" Target="../tags/tag1303.xml"/><Relationship Id="rId12" Type="http://schemas.openxmlformats.org/officeDocument/2006/relationships/tags" Target="../tags/tag1312.xml"/><Relationship Id="rId17" Type="http://schemas.openxmlformats.org/officeDocument/2006/relationships/tags" Target="../tags/tag1317.xml"/><Relationship Id="rId25" Type="http://schemas.openxmlformats.org/officeDocument/2006/relationships/tags" Target="../tags/tag1325.xml"/><Relationship Id="rId33" Type="http://schemas.openxmlformats.org/officeDocument/2006/relationships/tags" Target="../tags/tag1333.xml"/><Relationship Id="rId38" Type="http://schemas.openxmlformats.org/officeDocument/2006/relationships/tags" Target="../tags/tag1338.xml"/><Relationship Id="rId46" Type="http://schemas.openxmlformats.org/officeDocument/2006/relationships/tags" Target="../tags/tag1346.xml"/><Relationship Id="rId59" Type="http://schemas.openxmlformats.org/officeDocument/2006/relationships/tags" Target="../tags/tag1359.xml"/><Relationship Id="rId67" Type="http://schemas.openxmlformats.org/officeDocument/2006/relationships/tags" Target="../tags/tag1367.xml"/><Relationship Id="rId20" Type="http://schemas.openxmlformats.org/officeDocument/2006/relationships/tags" Target="../tags/tag1320.xml"/><Relationship Id="rId41" Type="http://schemas.openxmlformats.org/officeDocument/2006/relationships/tags" Target="../tags/tag1341.xml"/><Relationship Id="rId54" Type="http://schemas.openxmlformats.org/officeDocument/2006/relationships/tags" Target="../tags/tag1354.xml"/><Relationship Id="rId62" Type="http://schemas.openxmlformats.org/officeDocument/2006/relationships/tags" Target="../tags/tag1362.xml"/><Relationship Id="rId70" Type="http://schemas.openxmlformats.org/officeDocument/2006/relationships/tags" Target="../tags/tag1370.xml"/><Relationship Id="rId75" Type="http://schemas.openxmlformats.org/officeDocument/2006/relationships/tags" Target="../tags/tag1375.xml"/><Relationship Id="rId1" Type="http://schemas.openxmlformats.org/officeDocument/2006/relationships/tags" Target="../tags/tag1301.xml"/><Relationship Id="rId6" Type="http://schemas.openxmlformats.org/officeDocument/2006/relationships/tags" Target="../tags/tag1306.xml"/><Relationship Id="rId15" Type="http://schemas.openxmlformats.org/officeDocument/2006/relationships/tags" Target="../tags/tag1315.xml"/><Relationship Id="rId23" Type="http://schemas.openxmlformats.org/officeDocument/2006/relationships/tags" Target="../tags/tag1323.xml"/><Relationship Id="rId28" Type="http://schemas.openxmlformats.org/officeDocument/2006/relationships/tags" Target="../tags/tag1328.xml"/><Relationship Id="rId36" Type="http://schemas.openxmlformats.org/officeDocument/2006/relationships/tags" Target="../tags/tag1336.xml"/><Relationship Id="rId49" Type="http://schemas.openxmlformats.org/officeDocument/2006/relationships/tags" Target="../tags/tag1349.xml"/><Relationship Id="rId57" Type="http://schemas.openxmlformats.org/officeDocument/2006/relationships/tags" Target="../tags/tag1357.xml"/><Relationship Id="rId10" Type="http://schemas.openxmlformats.org/officeDocument/2006/relationships/tags" Target="../tags/tag1310.xml"/><Relationship Id="rId31" Type="http://schemas.openxmlformats.org/officeDocument/2006/relationships/tags" Target="../tags/tag1331.xml"/><Relationship Id="rId44" Type="http://schemas.openxmlformats.org/officeDocument/2006/relationships/tags" Target="../tags/tag1344.xml"/><Relationship Id="rId52" Type="http://schemas.openxmlformats.org/officeDocument/2006/relationships/tags" Target="../tags/tag1352.xml"/><Relationship Id="rId60" Type="http://schemas.openxmlformats.org/officeDocument/2006/relationships/tags" Target="../tags/tag1360.xml"/><Relationship Id="rId65" Type="http://schemas.openxmlformats.org/officeDocument/2006/relationships/tags" Target="../tags/tag1365.xml"/><Relationship Id="rId73" Type="http://schemas.openxmlformats.org/officeDocument/2006/relationships/tags" Target="../tags/tag1373.xml"/><Relationship Id="rId78" Type="http://schemas.openxmlformats.org/officeDocument/2006/relationships/slideLayout" Target="../slideLayouts/slideLayout7.xml"/><Relationship Id="rId4" Type="http://schemas.openxmlformats.org/officeDocument/2006/relationships/tags" Target="../tags/tag1304.xml"/><Relationship Id="rId9" Type="http://schemas.openxmlformats.org/officeDocument/2006/relationships/tags" Target="../tags/tag1309.xml"/><Relationship Id="rId13" Type="http://schemas.openxmlformats.org/officeDocument/2006/relationships/tags" Target="../tags/tag1313.xml"/><Relationship Id="rId18" Type="http://schemas.openxmlformats.org/officeDocument/2006/relationships/tags" Target="../tags/tag1318.xml"/><Relationship Id="rId39" Type="http://schemas.openxmlformats.org/officeDocument/2006/relationships/tags" Target="../tags/tag1339.xml"/><Relationship Id="rId34" Type="http://schemas.openxmlformats.org/officeDocument/2006/relationships/tags" Target="../tags/tag1334.xml"/><Relationship Id="rId50" Type="http://schemas.openxmlformats.org/officeDocument/2006/relationships/tags" Target="../tags/tag1350.xml"/><Relationship Id="rId55" Type="http://schemas.openxmlformats.org/officeDocument/2006/relationships/tags" Target="../tags/tag1355.xml"/><Relationship Id="rId76" Type="http://schemas.openxmlformats.org/officeDocument/2006/relationships/tags" Target="../tags/tag1376.xml"/><Relationship Id="rId7" Type="http://schemas.openxmlformats.org/officeDocument/2006/relationships/tags" Target="../tags/tag1307.xml"/><Relationship Id="rId71" Type="http://schemas.openxmlformats.org/officeDocument/2006/relationships/tags" Target="../tags/tag1371.xml"/><Relationship Id="rId2" Type="http://schemas.openxmlformats.org/officeDocument/2006/relationships/tags" Target="../tags/tag1302.xml"/><Relationship Id="rId29" Type="http://schemas.openxmlformats.org/officeDocument/2006/relationships/tags" Target="../tags/tag13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380.xml"/><Relationship Id="rId7" Type="http://schemas.openxmlformats.org/officeDocument/2006/relationships/image" Target="../media/image11.png"/><Relationship Id="rId2" Type="http://schemas.openxmlformats.org/officeDocument/2006/relationships/tags" Target="../tags/tag1379.xml"/><Relationship Id="rId1" Type="http://schemas.openxmlformats.org/officeDocument/2006/relationships/tags" Target="../tags/tag137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38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389.xml"/><Relationship Id="rId13" Type="http://schemas.openxmlformats.org/officeDocument/2006/relationships/image" Target="../media/image12.png"/><Relationship Id="rId18" Type="http://schemas.openxmlformats.org/officeDocument/2006/relationships/slide" Target="slide18.xml"/><Relationship Id="rId3" Type="http://schemas.openxmlformats.org/officeDocument/2006/relationships/tags" Target="../tags/tag1384.xml"/><Relationship Id="rId7" Type="http://schemas.openxmlformats.org/officeDocument/2006/relationships/tags" Target="../tags/tag1388.xml"/><Relationship Id="rId12" Type="http://schemas.openxmlformats.org/officeDocument/2006/relationships/notesSlide" Target="../notesSlides/notesSlide9.xml"/><Relationship Id="rId17" Type="http://schemas.openxmlformats.org/officeDocument/2006/relationships/image" Target="../media/image14.png"/><Relationship Id="rId2" Type="http://schemas.openxmlformats.org/officeDocument/2006/relationships/tags" Target="../tags/tag1383.xml"/><Relationship Id="rId16" Type="http://schemas.openxmlformats.org/officeDocument/2006/relationships/tags" Target="../tags/tag1388.xml"/><Relationship Id="rId1" Type="http://schemas.openxmlformats.org/officeDocument/2006/relationships/tags" Target="../tags/tag1382.xml"/><Relationship Id="rId6" Type="http://schemas.openxmlformats.org/officeDocument/2006/relationships/tags" Target="../tags/tag138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386.xml"/><Relationship Id="rId15" Type="http://schemas.openxmlformats.org/officeDocument/2006/relationships/image" Target="../media/image13.png"/><Relationship Id="rId10" Type="http://schemas.openxmlformats.org/officeDocument/2006/relationships/tags" Target="../tags/tag1391.xml"/><Relationship Id="rId4" Type="http://schemas.openxmlformats.org/officeDocument/2006/relationships/tags" Target="../tags/tag1385.xml"/><Relationship Id="rId9" Type="http://schemas.openxmlformats.org/officeDocument/2006/relationships/tags" Target="../tags/tag1390.xml"/><Relationship Id="rId14" Type="http://schemas.openxmlformats.org/officeDocument/2006/relationships/tags" Target="../tags/tag138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394.xml"/><Relationship Id="rId7" Type="http://schemas.openxmlformats.org/officeDocument/2006/relationships/tags" Target="../tags/tag1394.xml"/><Relationship Id="rId2" Type="http://schemas.openxmlformats.org/officeDocument/2006/relationships/tags" Target="../tags/tag1393.xml"/><Relationship Id="rId1" Type="http://schemas.openxmlformats.org/officeDocument/2006/relationships/tags" Target="../tags/tag139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396.xml"/><Relationship Id="rId10" Type="http://schemas.openxmlformats.org/officeDocument/2006/relationships/image" Target="../media/image16.png"/><Relationship Id="rId4" Type="http://schemas.openxmlformats.org/officeDocument/2006/relationships/tags" Target="../tags/tag1395.xml"/><Relationship Id="rId9" Type="http://schemas.openxmlformats.org/officeDocument/2006/relationships/tags" Target="../tags/tag139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399.xml"/><Relationship Id="rId7" Type="http://schemas.openxmlformats.org/officeDocument/2006/relationships/tags" Target="../tags/tag1398.xml"/><Relationship Id="rId2" Type="http://schemas.openxmlformats.org/officeDocument/2006/relationships/tags" Target="../tags/tag1398.xml"/><Relationship Id="rId1" Type="http://schemas.openxmlformats.org/officeDocument/2006/relationships/tags" Target="../tags/tag1397.xml"/><Relationship Id="rId6" Type="http://schemas.openxmlformats.org/officeDocument/2006/relationships/slideLayout" Target="../slideLayouts/slideLayout7.xml"/><Relationship Id="rId11" Type="http://schemas.openxmlformats.org/officeDocument/2006/relationships/slide" Target="slide16.xml"/><Relationship Id="rId5" Type="http://schemas.openxmlformats.org/officeDocument/2006/relationships/tags" Target="../tags/tag1401.xml"/><Relationship Id="rId10" Type="http://schemas.openxmlformats.org/officeDocument/2006/relationships/image" Target="../media/image18.png"/><Relationship Id="rId4" Type="http://schemas.openxmlformats.org/officeDocument/2006/relationships/tags" Target="../tags/tag1400.xml"/><Relationship Id="rId9" Type="http://schemas.openxmlformats.org/officeDocument/2006/relationships/tags" Target="../tags/tag1399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1427.xml"/><Relationship Id="rId21" Type="http://schemas.openxmlformats.org/officeDocument/2006/relationships/tags" Target="../tags/tag1422.xml"/><Relationship Id="rId42" Type="http://schemas.openxmlformats.org/officeDocument/2006/relationships/tags" Target="../tags/tag1443.xml"/><Relationship Id="rId47" Type="http://schemas.openxmlformats.org/officeDocument/2006/relationships/tags" Target="../tags/tag1448.xml"/><Relationship Id="rId63" Type="http://schemas.openxmlformats.org/officeDocument/2006/relationships/tags" Target="../tags/tag1464.xml"/><Relationship Id="rId68" Type="http://schemas.openxmlformats.org/officeDocument/2006/relationships/tags" Target="../tags/tag1469.xml"/><Relationship Id="rId84" Type="http://schemas.openxmlformats.org/officeDocument/2006/relationships/tags" Target="../tags/tag1485.xml"/><Relationship Id="rId89" Type="http://schemas.openxmlformats.org/officeDocument/2006/relationships/tags" Target="../tags/tag1490.xml"/><Relationship Id="rId16" Type="http://schemas.openxmlformats.org/officeDocument/2006/relationships/tags" Target="../tags/tag1417.xml"/><Relationship Id="rId11" Type="http://schemas.openxmlformats.org/officeDocument/2006/relationships/tags" Target="../tags/tag1412.xml"/><Relationship Id="rId32" Type="http://schemas.openxmlformats.org/officeDocument/2006/relationships/tags" Target="../tags/tag1433.xml"/><Relationship Id="rId37" Type="http://schemas.openxmlformats.org/officeDocument/2006/relationships/tags" Target="../tags/tag1438.xml"/><Relationship Id="rId53" Type="http://schemas.openxmlformats.org/officeDocument/2006/relationships/tags" Target="../tags/tag1454.xml"/><Relationship Id="rId58" Type="http://schemas.openxmlformats.org/officeDocument/2006/relationships/tags" Target="../tags/tag1459.xml"/><Relationship Id="rId74" Type="http://schemas.openxmlformats.org/officeDocument/2006/relationships/tags" Target="../tags/tag1475.xml"/><Relationship Id="rId79" Type="http://schemas.openxmlformats.org/officeDocument/2006/relationships/tags" Target="../tags/tag1480.xml"/><Relationship Id="rId5" Type="http://schemas.openxmlformats.org/officeDocument/2006/relationships/tags" Target="../tags/tag1406.xml"/><Relationship Id="rId90" Type="http://schemas.openxmlformats.org/officeDocument/2006/relationships/tags" Target="../tags/tag1491.xml"/><Relationship Id="rId95" Type="http://schemas.openxmlformats.org/officeDocument/2006/relationships/tags" Target="../tags/tag1496.xml"/><Relationship Id="rId22" Type="http://schemas.openxmlformats.org/officeDocument/2006/relationships/tags" Target="../tags/tag1423.xml"/><Relationship Id="rId27" Type="http://schemas.openxmlformats.org/officeDocument/2006/relationships/tags" Target="../tags/tag1428.xml"/><Relationship Id="rId43" Type="http://schemas.openxmlformats.org/officeDocument/2006/relationships/tags" Target="../tags/tag1444.xml"/><Relationship Id="rId48" Type="http://schemas.openxmlformats.org/officeDocument/2006/relationships/tags" Target="../tags/tag1449.xml"/><Relationship Id="rId64" Type="http://schemas.openxmlformats.org/officeDocument/2006/relationships/tags" Target="../tags/tag1465.xml"/><Relationship Id="rId69" Type="http://schemas.openxmlformats.org/officeDocument/2006/relationships/tags" Target="../tags/tag1470.xml"/><Relationship Id="rId80" Type="http://schemas.openxmlformats.org/officeDocument/2006/relationships/tags" Target="../tags/tag1481.xml"/><Relationship Id="rId85" Type="http://schemas.openxmlformats.org/officeDocument/2006/relationships/tags" Target="../tags/tag1486.xml"/><Relationship Id="rId12" Type="http://schemas.openxmlformats.org/officeDocument/2006/relationships/tags" Target="../tags/tag1413.xml"/><Relationship Id="rId17" Type="http://schemas.openxmlformats.org/officeDocument/2006/relationships/tags" Target="../tags/tag1418.xml"/><Relationship Id="rId25" Type="http://schemas.openxmlformats.org/officeDocument/2006/relationships/tags" Target="../tags/tag1426.xml"/><Relationship Id="rId33" Type="http://schemas.openxmlformats.org/officeDocument/2006/relationships/tags" Target="../tags/tag1434.xml"/><Relationship Id="rId38" Type="http://schemas.openxmlformats.org/officeDocument/2006/relationships/tags" Target="../tags/tag1439.xml"/><Relationship Id="rId46" Type="http://schemas.openxmlformats.org/officeDocument/2006/relationships/tags" Target="../tags/tag1447.xml"/><Relationship Id="rId59" Type="http://schemas.openxmlformats.org/officeDocument/2006/relationships/tags" Target="../tags/tag1460.xml"/><Relationship Id="rId67" Type="http://schemas.openxmlformats.org/officeDocument/2006/relationships/tags" Target="../tags/tag1468.xml"/><Relationship Id="rId20" Type="http://schemas.openxmlformats.org/officeDocument/2006/relationships/tags" Target="../tags/tag1421.xml"/><Relationship Id="rId41" Type="http://schemas.openxmlformats.org/officeDocument/2006/relationships/tags" Target="../tags/tag1442.xml"/><Relationship Id="rId54" Type="http://schemas.openxmlformats.org/officeDocument/2006/relationships/tags" Target="../tags/tag1455.xml"/><Relationship Id="rId62" Type="http://schemas.openxmlformats.org/officeDocument/2006/relationships/tags" Target="../tags/tag1463.xml"/><Relationship Id="rId70" Type="http://schemas.openxmlformats.org/officeDocument/2006/relationships/tags" Target="../tags/tag1471.xml"/><Relationship Id="rId75" Type="http://schemas.openxmlformats.org/officeDocument/2006/relationships/tags" Target="../tags/tag1476.xml"/><Relationship Id="rId83" Type="http://schemas.openxmlformats.org/officeDocument/2006/relationships/tags" Target="../tags/tag1484.xml"/><Relationship Id="rId88" Type="http://schemas.openxmlformats.org/officeDocument/2006/relationships/tags" Target="../tags/tag1489.xml"/><Relationship Id="rId91" Type="http://schemas.openxmlformats.org/officeDocument/2006/relationships/tags" Target="../tags/tag1492.xml"/><Relationship Id="rId96" Type="http://schemas.openxmlformats.org/officeDocument/2006/relationships/tags" Target="../tags/tag1497.xml"/><Relationship Id="rId1" Type="http://schemas.openxmlformats.org/officeDocument/2006/relationships/tags" Target="../tags/tag1402.xml"/><Relationship Id="rId6" Type="http://schemas.openxmlformats.org/officeDocument/2006/relationships/tags" Target="../tags/tag1407.xml"/><Relationship Id="rId15" Type="http://schemas.openxmlformats.org/officeDocument/2006/relationships/tags" Target="../tags/tag1416.xml"/><Relationship Id="rId23" Type="http://schemas.openxmlformats.org/officeDocument/2006/relationships/tags" Target="../tags/tag1424.xml"/><Relationship Id="rId28" Type="http://schemas.openxmlformats.org/officeDocument/2006/relationships/tags" Target="../tags/tag1429.xml"/><Relationship Id="rId36" Type="http://schemas.openxmlformats.org/officeDocument/2006/relationships/tags" Target="../tags/tag1437.xml"/><Relationship Id="rId49" Type="http://schemas.openxmlformats.org/officeDocument/2006/relationships/tags" Target="../tags/tag1450.xml"/><Relationship Id="rId57" Type="http://schemas.openxmlformats.org/officeDocument/2006/relationships/tags" Target="../tags/tag1458.xml"/><Relationship Id="rId10" Type="http://schemas.openxmlformats.org/officeDocument/2006/relationships/tags" Target="../tags/tag1411.xml"/><Relationship Id="rId31" Type="http://schemas.openxmlformats.org/officeDocument/2006/relationships/tags" Target="../tags/tag1432.xml"/><Relationship Id="rId44" Type="http://schemas.openxmlformats.org/officeDocument/2006/relationships/tags" Target="../tags/tag1445.xml"/><Relationship Id="rId52" Type="http://schemas.openxmlformats.org/officeDocument/2006/relationships/tags" Target="../tags/tag1453.xml"/><Relationship Id="rId60" Type="http://schemas.openxmlformats.org/officeDocument/2006/relationships/tags" Target="../tags/tag1461.xml"/><Relationship Id="rId65" Type="http://schemas.openxmlformats.org/officeDocument/2006/relationships/tags" Target="../tags/tag1466.xml"/><Relationship Id="rId73" Type="http://schemas.openxmlformats.org/officeDocument/2006/relationships/tags" Target="../tags/tag1474.xml"/><Relationship Id="rId78" Type="http://schemas.openxmlformats.org/officeDocument/2006/relationships/tags" Target="../tags/tag1479.xml"/><Relationship Id="rId81" Type="http://schemas.openxmlformats.org/officeDocument/2006/relationships/tags" Target="../tags/tag1482.xml"/><Relationship Id="rId86" Type="http://schemas.openxmlformats.org/officeDocument/2006/relationships/tags" Target="../tags/tag1487.xml"/><Relationship Id="rId94" Type="http://schemas.openxmlformats.org/officeDocument/2006/relationships/tags" Target="../tags/tag1495.xml"/><Relationship Id="rId99" Type="http://schemas.openxmlformats.org/officeDocument/2006/relationships/tags" Target="../tags/tag1500.xml"/><Relationship Id="rId101" Type="http://schemas.openxmlformats.org/officeDocument/2006/relationships/slide" Target="slide22.xml"/><Relationship Id="rId4" Type="http://schemas.openxmlformats.org/officeDocument/2006/relationships/tags" Target="../tags/tag1405.xml"/><Relationship Id="rId9" Type="http://schemas.openxmlformats.org/officeDocument/2006/relationships/tags" Target="../tags/tag1410.xml"/><Relationship Id="rId13" Type="http://schemas.openxmlformats.org/officeDocument/2006/relationships/tags" Target="../tags/tag1414.xml"/><Relationship Id="rId18" Type="http://schemas.openxmlformats.org/officeDocument/2006/relationships/tags" Target="../tags/tag1419.xml"/><Relationship Id="rId39" Type="http://schemas.openxmlformats.org/officeDocument/2006/relationships/tags" Target="../tags/tag1440.xml"/><Relationship Id="rId34" Type="http://schemas.openxmlformats.org/officeDocument/2006/relationships/tags" Target="../tags/tag1435.xml"/><Relationship Id="rId50" Type="http://schemas.openxmlformats.org/officeDocument/2006/relationships/tags" Target="../tags/tag1451.xml"/><Relationship Id="rId55" Type="http://schemas.openxmlformats.org/officeDocument/2006/relationships/tags" Target="../tags/tag1456.xml"/><Relationship Id="rId76" Type="http://schemas.openxmlformats.org/officeDocument/2006/relationships/tags" Target="../tags/tag1477.xml"/><Relationship Id="rId97" Type="http://schemas.openxmlformats.org/officeDocument/2006/relationships/tags" Target="../tags/tag1498.xml"/><Relationship Id="rId7" Type="http://schemas.openxmlformats.org/officeDocument/2006/relationships/tags" Target="../tags/tag1408.xml"/><Relationship Id="rId71" Type="http://schemas.openxmlformats.org/officeDocument/2006/relationships/tags" Target="../tags/tag1472.xml"/><Relationship Id="rId92" Type="http://schemas.openxmlformats.org/officeDocument/2006/relationships/tags" Target="../tags/tag1493.xml"/><Relationship Id="rId2" Type="http://schemas.openxmlformats.org/officeDocument/2006/relationships/tags" Target="../tags/tag1403.xml"/><Relationship Id="rId29" Type="http://schemas.openxmlformats.org/officeDocument/2006/relationships/tags" Target="../tags/tag1430.xml"/><Relationship Id="rId24" Type="http://schemas.openxmlformats.org/officeDocument/2006/relationships/tags" Target="../tags/tag1425.xml"/><Relationship Id="rId40" Type="http://schemas.openxmlformats.org/officeDocument/2006/relationships/tags" Target="../tags/tag1441.xml"/><Relationship Id="rId45" Type="http://schemas.openxmlformats.org/officeDocument/2006/relationships/tags" Target="../tags/tag1446.xml"/><Relationship Id="rId66" Type="http://schemas.openxmlformats.org/officeDocument/2006/relationships/tags" Target="../tags/tag1467.xml"/><Relationship Id="rId87" Type="http://schemas.openxmlformats.org/officeDocument/2006/relationships/tags" Target="../tags/tag1488.xml"/><Relationship Id="rId61" Type="http://schemas.openxmlformats.org/officeDocument/2006/relationships/tags" Target="../tags/tag1462.xml"/><Relationship Id="rId82" Type="http://schemas.openxmlformats.org/officeDocument/2006/relationships/tags" Target="../tags/tag1483.xml"/><Relationship Id="rId19" Type="http://schemas.openxmlformats.org/officeDocument/2006/relationships/tags" Target="../tags/tag1420.xml"/><Relationship Id="rId14" Type="http://schemas.openxmlformats.org/officeDocument/2006/relationships/tags" Target="../tags/tag1415.xml"/><Relationship Id="rId30" Type="http://schemas.openxmlformats.org/officeDocument/2006/relationships/tags" Target="../tags/tag1431.xml"/><Relationship Id="rId35" Type="http://schemas.openxmlformats.org/officeDocument/2006/relationships/tags" Target="../tags/tag1436.xml"/><Relationship Id="rId56" Type="http://schemas.openxmlformats.org/officeDocument/2006/relationships/tags" Target="../tags/tag1457.xml"/><Relationship Id="rId77" Type="http://schemas.openxmlformats.org/officeDocument/2006/relationships/tags" Target="../tags/tag1478.xml"/><Relationship Id="rId100" Type="http://schemas.openxmlformats.org/officeDocument/2006/relationships/slideLayout" Target="../slideLayouts/slideLayout7.xml"/><Relationship Id="rId8" Type="http://schemas.openxmlformats.org/officeDocument/2006/relationships/tags" Target="../tags/tag1409.xml"/><Relationship Id="rId51" Type="http://schemas.openxmlformats.org/officeDocument/2006/relationships/tags" Target="../tags/tag1452.xml"/><Relationship Id="rId72" Type="http://schemas.openxmlformats.org/officeDocument/2006/relationships/tags" Target="../tags/tag1473.xml"/><Relationship Id="rId93" Type="http://schemas.openxmlformats.org/officeDocument/2006/relationships/tags" Target="../tags/tag1494.xml"/><Relationship Id="rId98" Type="http://schemas.openxmlformats.org/officeDocument/2006/relationships/tags" Target="../tags/tag1499.xml"/><Relationship Id="rId3" Type="http://schemas.openxmlformats.org/officeDocument/2006/relationships/tags" Target="../tags/tag140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508.xml"/><Relationship Id="rId13" Type="http://schemas.openxmlformats.org/officeDocument/2006/relationships/tags" Target="../tags/tag1513.xml"/><Relationship Id="rId18" Type="http://schemas.openxmlformats.org/officeDocument/2006/relationships/tags" Target="../tags/tag1518.xml"/><Relationship Id="rId26" Type="http://schemas.openxmlformats.org/officeDocument/2006/relationships/tags" Target="../tags/tag1526.xml"/><Relationship Id="rId3" Type="http://schemas.openxmlformats.org/officeDocument/2006/relationships/tags" Target="../tags/tag1503.xml"/><Relationship Id="rId21" Type="http://schemas.openxmlformats.org/officeDocument/2006/relationships/tags" Target="../tags/tag1521.xml"/><Relationship Id="rId7" Type="http://schemas.openxmlformats.org/officeDocument/2006/relationships/tags" Target="../tags/tag1507.xml"/><Relationship Id="rId12" Type="http://schemas.openxmlformats.org/officeDocument/2006/relationships/tags" Target="../tags/tag1512.xml"/><Relationship Id="rId17" Type="http://schemas.openxmlformats.org/officeDocument/2006/relationships/tags" Target="../tags/tag1517.xml"/><Relationship Id="rId25" Type="http://schemas.openxmlformats.org/officeDocument/2006/relationships/tags" Target="../tags/tag1525.xml"/><Relationship Id="rId2" Type="http://schemas.openxmlformats.org/officeDocument/2006/relationships/tags" Target="../tags/tag1502.xml"/><Relationship Id="rId16" Type="http://schemas.openxmlformats.org/officeDocument/2006/relationships/tags" Target="../tags/tag1516.xml"/><Relationship Id="rId20" Type="http://schemas.openxmlformats.org/officeDocument/2006/relationships/tags" Target="../tags/tag1520.xml"/><Relationship Id="rId29" Type="http://schemas.openxmlformats.org/officeDocument/2006/relationships/image" Target="../media/image180.png"/><Relationship Id="rId1" Type="http://schemas.openxmlformats.org/officeDocument/2006/relationships/tags" Target="../tags/tag1501.xml"/><Relationship Id="rId6" Type="http://schemas.openxmlformats.org/officeDocument/2006/relationships/tags" Target="../tags/tag1506.xml"/><Relationship Id="rId11" Type="http://schemas.openxmlformats.org/officeDocument/2006/relationships/tags" Target="../tags/tag1511.xml"/><Relationship Id="rId24" Type="http://schemas.openxmlformats.org/officeDocument/2006/relationships/tags" Target="../tags/tag1524.xml"/><Relationship Id="rId5" Type="http://schemas.openxmlformats.org/officeDocument/2006/relationships/tags" Target="../tags/tag1505.xml"/><Relationship Id="rId15" Type="http://schemas.openxmlformats.org/officeDocument/2006/relationships/tags" Target="../tags/tag1515.xml"/><Relationship Id="rId23" Type="http://schemas.openxmlformats.org/officeDocument/2006/relationships/tags" Target="../tags/tag1523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1510.xml"/><Relationship Id="rId19" Type="http://schemas.openxmlformats.org/officeDocument/2006/relationships/tags" Target="../tags/tag1519.xml"/><Relationship Id="rId31" Type="http://schemas.openxmlformats.org/officeDocument/2006/relationships/image" Target="../media/image19.png"/><Relationship Id="rId4" Type="http://schemas.openxmlformats.org/officeDocument/2006/relationships/tags" Target="../tags/tag1504.xml"/><Relationship Id="rId9" Type="http://schemas.openxmlformats.org/officeDocument/2006/relationships/tags" Target="../tags/tag1509.xml"/><Relationship Id="rId14" Type="http://schemas.openxmlformats.org/officeDocument/2006/relationships/tags" Target="../tags/tag1514.xml"/><Relationship Id="rId22" Type="http://schemas.openxmlformats.org/officeDocument/2006/relationships/tags" Target="../tags/tag1522.xml"/><Relationship Id="rId27" Type="http://schemas.openxmlformats.org/officeDocument/2006/relationships/tags" Target="../tags/tag1527.xml"/><Relationship Id="rId30" Type="http://schemas.openxmlformats.org/officeDocument/2006/relationships/tags" Target="../tags/tag150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535.xml"/><Relationship Id="rId13" Type="http://schemas.openxmlformats.org/officeDocument/2006/relationships/tags" Target="../tags/tag1530.xml"/><Relationship Id="rId18" Type="http://schemas.openxmlformats.org/officeDocument/2006/relationships/image" Target="../media/image23.png"/><Relationship Id="rId3" Type="http://schemas.openxmlformats.org/officeDocument/2006/relationships/tags" Target="../tags/tag1530.xml"/><Relationship Id="rId7" Type="http://schemas.openxmlformats.org/officeDocument/2006/relationships/tags" Target="../tags/tag1534.xml"/><Relationship Id="rId12" Type="http://schemas.openxmlformats.org/officeDocument/2006/relationships/image" Target="../media/image20.png"/><Relationship Id="rId17" Type="http://schemas.openxmlformats.org/officeDocument/2006/relationships/tags" Target="../tags/tag1532.xml"/><Relationship Id="rId2" Type="http://schemas.openxmlformats.org/officeDocument/2006/relationships/tags" Target="../tags/tag1529.xml"/><Relationship Id="rId16" Type="http://schemas.openxmlformats.org/officeDocument/2006/relationships/image" Target="../media/image22.png"/><Relationship Id="rId1" Type="http://schemas.openxmlformats.org/officeDocument/2006/relationships/tags" Target="../tags/tag1528.xml"/><Relationship Id="rId6" Type="http://schemas.openxmlformats.org/officeDocument/2006/relationships/tags" Target="../tags/tag1533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1532.xml"/><Relationship Id="rId15" Type="http://schemas.openxmlformats.org/officeDocument/2006/relationships/tags" Target="../tags/tag153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531.xml"/><Relationship Id="rId9" Type="http://schemas.openxmlformats.org/officeDocument/2006/relationships/tags" Target="../tags/tag1536.xml"/><Relationship Id="rId1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544.xml"/><Relationship Id="rId13" Type="http://schemas.openxmlformats.org/officeDocument/2006/relationships/tags" Target="../tags/tag1549.xml"/><Relationship Id="rId18" Type="http://schemas.openxmlformats.org/officeDocument/2006/relationships/image" Target="../media/image24.png"/><Relationship Id="rId3" Type="http://schemas.openxmlformats.org/officeDocument/2006/relationships/tags" Target="../tags/tag1539.xml"/><Relationship Id="rId7" Type="http://schemas.openxmlformats.org/officeDocument/2006/relationships/tags" Target="../tags/tag1543.xml"/><Relationship Id="rId12" Type="http://schemas.openxmlformats.org/officeDocument/2006/relationships/tags" Target="../tags/tag1548.xml"/><Relationship Id="rId17" Type="http://schemas.openxmlformats.org/officeDocument/2006/relationships/notesSlide" Target="../notesSlides/notesSlide11.xml"/><Relationship Id="rId2" Type="http://schemas.openxmlformats.org/officeDocument/2006/relationships/tags" Target="../tags/tag1538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537.xml"/><Relationship Id="rId6" Type="http://schemas.openxmlformats.org/officeDocument/2006/relationships/tags" Target="../tags/tag1542.xml"/><Relationship Id="rId11" Type="http://schemas.openxmlformats.org/officeDocument/2006/relationships/tags" Target="../tags/tag1547.xml"/><Relationship Id="rId5" Type="http://schemas.openxmlformats.org/officeDocument/2006/relationships/tags" Target="../tags/tag1541.xml"/><Relationship Id="rId15" Type="http://schemas.openxmlformats.org/officeDocument/2006/relationships/tags" Target="../tags/tag1551.xml"/><Relationship Id="rId10" Type="http://schemas.openxmlformats.org/officeDocument/2006/relationships/tags" Target="../tags/tag1546.xml"/><Relationship Id="rId19" Type="http://schemas.openxmlformats.org/officeDocument/2006/relationships/slide" Target="slide19.xml"/><Relationship Id="rId4" Type="http://schemas.openxmlformats.org/officeDocument/2006/relationships/tags" Target="../tags/tag1540.xml"/><Relationship Id="rId9" Type="http://schemas.openxmlformats.org/officeDocument/2006/relationships/tags" Target="../tags/tag1545.xml"/><Relationship Id="rId14" Type="http://schemas.openxmlformats.org/officeDocument/2006/relationships/tags" Target="../tags/tag155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559.xml"/><Relationship Id="rId13" Type="http://schemas.openxmlformats.org/officeDocument/2006/relationships/tags" Target="../tags/tag1564.xml"/><Relationship Id="rId3" Type="http://schemas.openxmlformats.org/officeDocument/2006/relationships/tags" Target="../tags/tag1554.xml"/><Relationship Id="rId7" Type="http://schemas.openxmlformats.org/officeDocument/2006/relationships/tags" Target="../tags/tag1558.xml"/><Relationship Id="rId12" Type="http://schemas.openxmlformats.org/officeDocument/2006/relationships/tags" Target="../tags/tag1563.xml"/><Relationship Id="rId17" Type="http://schemas.openxmlformats.org/officeDocument/2006/relationships/image" Target="../media/image25.png"/><Relationship Id="rId2" Type="http://schemas.openxmlformats.org/officeDocument/2006/relationships/tags" Target="../tags/tag1553.xml"/><Relationship Id="rId16" Type="http://schemas.openxmlformats.org/officeDocument/2006/relationships/tags" Target="../tags/tag1557.xml"/><Relationship Id="rId1" Type="http://schemas.openxmlformats.org/officeDocument/2006/relationships/tags" Target="../tags/tag1552.xml"/><Relationship Id="rId6" Type="http://schemas.openxmlformats.org/officeDocument/2006/relationships/tags" Target="../tags/tag1557.xml"/><Relationship Id="rId11" Type="http://schemas.openxmlformats.org/officeDocument/2006/relationships/tags" Target="../tags/tag1562.xml"/><Relationship Id="rId5" Type="http://schemas.openxmlformats.org/officeDocument/2006/relationships/tags" Target="../tags/tag1556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1561.xml"/><Relationship Id="rId4" Type="http://schemas.openxmlformats.org/officeDocument/2006/relationships/tags" Target="../tags/tag1555.xml"/><Relationship Id="rId9" Type="http://schemas.openxmlformats.org/officeDocument/2006/relationships/tags" Target="../tags/tag1560.xml"/><Relationship Id="rId14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tags" Target="../tags/tag1681.xml"/><Relationship Id="rId21" Type="http://schemas.openxmlformats.org/officeDocument/2006/relationships/tags" Target="../tags/tag1585.xml"/><Relationship Id="rId42" Type="http://schemas.openxmlformats.org/officeDocument/2006/relationships/tags" Target="../tags/tag1606.xml"/><Relationship Id="rId63" Type="http://schemas.openxmlformats.org/officeDocument/2006/relationships/tags" Target="../tags/tag1627.xml"/><Relationship Id="rId84" Type="http://schemas.openxmlformats.org/officeDocument/2006/relationships/tags" Target="../tags/tag1648.xml"/><Relationship Id="rId16" Type="http://schemas.openxmlformats.org/officeDocument/2006/relationships/tags" Target="../tags/tag1580.xml"/><Relationship Id="rId107" Type="http://schemas.openxmlformats.org/officeDocument/2006/relationships/tags" Target="../tags/tag1671.xml"/><Relationship Id="rId11" Type="http://schemas.openxmlformats.org/officeDocument/2006/relationships/tags" Target="../tags/tag1575.xml"/><Relationship Id="rId32" Type="http://schemas.openxmlformats.org/officeDocument/2006/relationships/tags" Target="../tags/tag1596.xml"/><Relationship Id="rId37" Type="http://schemas.openxmlformats.org/officeDocument/2006/relationships/tags" Target="../tags/tag1601.xml"/><Relationship Id="rId53" Type="http://schemas.openxmlformats.org/officeDocument/2006/relationships/tags" Target="../tags/tag1617.xml"/><Relationship Id="rId58" Type="http://schemas.openxmlformats.org/officeDocument/2006/relationships/tags" Target="../tags/tag1622.xml"/><Relationship Id="rId74" Type="http://schemas.openxmlformats.org/officeDocument/2006/relationships/tags" Target="../tags/tag1638.xml"/><Relationship Id="rId79" Type="http://schemas.openxmlformats.org/officeDocument/2006/relationships/tags" Target="../tags/tag1643.xml"/><Relationship Id="rId102" Type="http://schemas.openxmlformats.org/officeDocument/2006/relationships/tags" Target="../tags/tag1666.xml"/><Relationship Id="rId123" Type="http://schemas.openxmlformats.org/officeDocument/2006/relationships/tags" Target="../tags/tag1687.xml"/><Relationship Id="rId128" Type="http://schemas.openxmlformats.org/officeDocument/2006/relationships/tags" Target="../tags/tag1692.xml"/><Relationship Id="rId5" Type="http://schemas.openxmlformats.org/officeDocument/2006/relationships/tags" Target="../tags/tag1569.xml"/><Relationship Id="rId90" Type="http://schemas.openxmlformats.org/officeDocument/2006/relationships/tags" Target="../tags/tag1654.xml"/><Relationship Id="rId95" Type="http://schemas.openxmlformats.org/officeDocument/2006/relationships/tags" Target="../tags/tag1659.xml"/><Relationship Id="rId22" Type="http://schemas.openxmlformats.org/officeDocument/2006/relationships/tags" Target="../tags/tag1586.xml"/><Relationship Id="rId27" Type="http://schemas.openxmlformats.org/officeDocument/2006/relationships/tags" Target="../tags/tag1591.xml"/><Relationship Id="rId43" Type="http://schemas.openxmlformats.org/officeDocument/2006/relationships/tags" Target="../tags/tag1607.xml"/><Relationship Id="rId48" Type="http://schemas.openxmlformats.org/officeDocument/2006/relationships/tags" Target="../tags/tag1612.xml"/><Relationship Id="rId64" Type="http://schemas.openxmlformats.org/officeDocument/2006/relationships/tags" Target="../tags/tag1628.xml"/><Relationship Id="rId69" Type="http://schemas.openxmlformats.org/officeDocument/2006/relationships/tags" Target="../tags/tag1633.xml"/><Relationship Id="rId113" Type="http://schemas.openxmlformats.org/officeDocument/2006/relationships/tags" Target="../tags/tag1677.xml"/><Relationship Id="rId118" Type="http://schemas.openxmlformats.org/officeDocument/2006/relationships/tags" Target="../tags/tag1682.xml"/><Relationship Id="rId80" Type="http://schemas.openxmlformats.org/officeDocument/2006/relationships/tags" Target="../tags/tag1644.xml"/><Relationship Id="rId85" Type="http://schemas.openxmlformats.org/officeDocument/2006/relationships/tags" Target="../tags/tag1649.xml"/><Relationship Id="rId12" Type="http://schemas.openxmlformats.org/officeDocument/2006/relationships/tags" Target="../tags/tag1576.xml"/><Relationship Id="rId17" Type="http://schemas.openxmlformats.org/officeDocument/2006/relationships/tags" Target="../tags/tag1581.xml"/><Relationship Id="rId33" Type="http://schemas.openxmlformats.org/officeDocument/2006/relationships/tags" Target="../tags/tag1597.xml"/><Relationship Id="rId38" Type="http://schemas.openxmlformats.org/officeDocument/2006/relationships/tags" Target="../tags/tag1602.xml"/><Relationship Id="rId59" Type="http://schemas.openxmlformats.org/officeDocument/2006/relationships/tags" Target="../tags/tag1623.xml"/><Relationship Id="rId103" Type="http://schemas.openxmlformats.org/officeDocument/2006/relationships/tags" Target="../tags/tag1667.xml"/><Relationship Id="rId108" Type="http://schemas.openxmlformats.org/officeDocument/2006/relationships/tags" Target="../tags/tag1672.xml"/><Relationship Id="rId124" Type="http://schemas.openxmlformats.org/officeDocument/2006/relationships/tags" Target="../tags/tag1688.xml"/><Relationship Id="rId129" Type="http://schemas.openxmlformats.org/officeDocument/2006/relationships/slideLayout" Target="../slideLayouts/slideLayout7.xml"/><Relationship Id="rId54" Type="http://schemas.openxmlformats.org/officeDocument/2006/relationships/tags" Target="../tags/tag1618.xml"/><Relationship Id="rId70" Type="http://schemas.openxmlformats.org/officeDocument/2006/relationships/tags" Target="../tags/tag1634.xml"/><Relationship Id="rId75" Type="http://schemas.openxmlformats.org/officeDocument/2006/relationships/tags" Target="../tags/tag1639.xml"/><Relationship Id="rId91" Type="http://schemas.openxmlformats.org/officeDocument/2006/relationships/tags" Target="../tags/tag1655.xml"/><Relationship Id="rId96" Type="http://schemas.openxmlformats.org/officeDocument/2006/relationships/tags" Target="../tags/tag1660.xml"/><Relationship Id="rId1" Type="http://schemas.openxmlformats.org/officeDocument/2006/relationships/tags" Target="../tags/tag1565.xml"/><Relationship Id="rId6" Type="http://schemas.openxmlformats.org/officeDocument/2006/relationships/tags" Target="../tags/tag1570.xml"/><Relationship Id="rId23" Type="http://schemas.openxmlformats.org/officeDocument/2006/relationships/tags" Target="../tags/tag1587.xml"/><Relationship Id="rId28" Type="http://schemas.openxmlformats.org/officeDocument/2006/relationships/tags" Target="../tags/tag1592.xml"/><Relationship Id="rId49" Type="http://schemas.openxmlformats.org/officeDocument/2006/relationships/tags" Target="../tags/tag1613.xml"/><Relationship Id="rId114" Type="http://schemas.openxmlformats.org/officeDocument/2006/relationships/tags" Target="../tags/tag1678.xml"/><Relationship Id="rId119" Type="http://schemas.openxmlformats.org/officeDocument/2006/relationships/tags" Target="../tags/tag1683.xml"/><Relationship Id="rId44" Type="http://schemas.openxmlformats.org/officeDocument/2006/relationships/tags" Target="../tags/tag1608.xml"/><Relationship Id="rId60" Type="http://schemas.openxmlformats.org/officeDocument/2006/relationships/tags" Target="../tags/tag1624.xml"/><Relationship Id="rId65" Type="http://schemas.openxmlformats.org/officeDocument/2006/relationships/tags" Target="../tags/tag1629.xml"/><Relationship Id="rId81" Type="http://schemas.openxmlformats.org/officeDocument/2006/relationships/tags" Target="../tags/tag1645.xml"/><Relationship Id="rId86" Type="http://schemas.openxmlformats.org/officeDocument/2006/relationships/tags" Target="../tags/tag1650.xml"/><Relationship Id="rId130" Type="http://schemas.openxmlformats.org/officeDocument/2006/relationships/image" Target="../media/image26.png"/><Relationship Id="rId13" Type="http://schemas.openxmlformats.org/officeDocument/2006/relationships/tags" Target="../tags/tag1577.xml"/><Relationship Id="rId18" Type="http://schemas.openxmlformats.org/officeDocument/2006/relationships/tags" Target="../tags/tag1582.xml"/><Relationship Id="rId39" Type="http://schemas.openxmlformats.org/officeDocument/2006/relationships/tags" Target="../tags/tag1603.xml"/><Relationship Id="rId109" Type="http://schemas.openxmlformats.org/officeDocument/2006/relationships/tags" Target="../tags/tag1673.xml"/><Relationship Id="rId34" Type="http://schemas.openxmlformats.org/officeDocument/2006/relationships/tags" Target="../tags/tag1598.xml"/><Relationship Id="rId50" Type="http://schemas.openxmlformats.org/officeDocument/2006/relationships/tags" Target="../tags/tag1614.xml"/><Relationship Id="rId55" Type="http://schemas.openxmlformats.org/officeDocument/2006/relationships/tags" Target="../tags/tag1619.xml"/><Relationship Id="rId76" Type="http://schemas.openxmlformats.org/officeDocument/2006/relationships/tags" Target="../tags/tag1640.xml"/><Relationship Id="rId97" Type="http://schemas.openxmlformats.org/officeDocument/2006/relationships/tags" Target="../tags/tag1661.xml"/><Relationship Id="rId104" Type="http://schemas.openxmlformats.org/officeDocument/2006/relationships/tags" Target="../tags/tag1668.xml"/><Relationship Id="rId120" Type="http://schemas.openxmlformats.org/officeDocument/2006/relationships/tags" Target="../tags/tag1684.xml"/><Relationship Id="rId125" Type="http://schemas.openxmlformats.org/officeDocument/2006/relationships/tags" Target="../tags/tag1689.xml"/><Relationship Id="rId7" Type="http://schemas.openxmlformats.org/officeDocument/2006/relationships/tags" Target="../tags/tag1571.xml"/><Relationship Id="rId71" Type="http://schemas.openxmlformats.org/officeDocument/2006/relationships/tags" Target="../tags/tag1635.xml"/><Relationship Id="rId92" Type="http://schemas.openxmlformats.org/officeDocument/2006/relationships/tags" Target="../tags/tag1656.xml"/><Relationship Id="rId2" Type="http://schemas.openxmlformats.org/officeDocument/2006/relationships/tags" Target="../tags/tag1566.xml"/><Relationship Id="rId29" Type="http://schemas.openxmlformats.org/officeDocument/2006/relationships/tags" Target="../tags/tag1593.xml"/><Relationship Id="rId24" Type="http://schemas.openxmlformats.org/officeDocument/2006/relationships/tags" Target="../tags/tag1588.xml"/><Relationship Id="rId40" Type="http://schemas.openxmlformats.org/officeDocument/2006/relationships/tags" Target="../tags/tag1604.xml"/><Relationship Id="rId45" Type="http://schemas.openxmlformats.org/officeDocument/2006/relationships/tags" Target="../tags/tag1609.xml"/><Relationship Id="rId66" Type="http://schemas.openxmlformats.org/officeDocument/2006/relationships/tags" Target="../tags/tag1630.xml"/><Relationship Id="rId87" Type="http://schemas.openxmlformats.org/officeDocument/2006/relationships/tags" Target="../tags/tag1651.xml"/><Relationship Id="rId110" Type="http://schemas.openxmlformats.org/officeDocument/2006/relationships/tags" Target="../tags/tag1674.xml"/><Relationship Id="rId115" Type="http://schemas.openxmlformats.org/officeDocument/2006/relationships/tags" Target="../tags/tag1679.xml"/><Relationship Id="rId131" Type="http://schemas.openxmlformats.org/officeDocument/2006/relationships/slide" Target="slide9.xml"/><Relationship Id="rId61" Type="http://schemas.openxmlformats.org/officeDocument/2006/relationships/tags" Target="../tags/tag1625.xml"/><Relationship Id="rId82" Type="http://schemas.openxmlformats.org/officeDocument/2006/relationships/tags" Target="../tags/tag1646.xml"/><Relationship Id="rId19" Type="http://schemas.openxmlformats.org/officeDocument/2006/relationships/tags" Target="../tags/tag1583.xml"/><Relationship Id="rId14" Type="http://schemas.openxmlformats.org/officeDocument/2006/relationships/tags" Target="../tags/tag1578.xml"/><Relationship Id="rId30" Type="http://schemas.openxmlformats.org/officeDocument/2006/relationships/tags" Target="../tags/tag1594.xml"/><Relationship Id="rId35" Type="http://schemas.openxmlformats.org/officeDocument/2006/relationships/tags" Target="../tags/tag1599.xml"/><Relationship Id="rId56" Type="http://schemas.openxmlformats.org/officeDocument/2006/relationships/tags" Target="../tags/tag1620.xml"/><Relationship Id="rId77" Type="http://schemas.openxmlformats.org/officeDocument/2006/relationships/tags" Target="../tags/tag1641.xml"/><Relationship Id="rId100" Type="http://schemas.openxmlformats.org/officeDocument/2006/relationships/tags" Target="../tags/tag1664.xml"/><Relationship Id="rId105" Type="http://schemas.openxmlformats.org/officeDocument/2006/relationships/tags" Target="../tags/tag1669.xml"/><Relationship Id="rId126" Type="http://schemas.openxmlformats.org/officeDocument/2006/relationships/tags" Target="../tags/tag1690.xml"/><Relationship Id="rId8" Type="http://schemas.openxmlformats.org/officeDocument/2006/relationships/tags" Target="../tags/tag1572.xml"/><Relationship Id="rId51" Type="http://schemas.openxmlformats.org/officeDocument/2006/relationships/tags" Target="../tags/tag1615.xml"/><Relationship Id="rId72" Type="http://schemas.openxmlformats.org/officeDocument/2006/relationships/tags" Target="../tags/tag1636.xml"/><Relationship Id="rId93" Type="http://schemas.openxmlformats.org/officeDocument/2006/relationships/tags" Target="../tags/tag1657.xml"/><Relationship Id="rId98" Type="http://schemas.openxmlformats.org/officeDocument/2006/relationships/tags" Target="../tags/tag1662.xml"/><Relationship Id="rId121" Type="http://schemas.openxmlformats.org/officeDocument/2006/relationships/tags" Target="../tags/tag1685.xml"/><Relationship Id="rId3" Type="http://schemas.openxmlformats.org/officeDocument/2006/relationships/tags" Target="../tags/tag1567.xml"/><Relationship Id="rId25" Type="http://schemas.openxmlformats.org/officeDocument/2006/relationships/tags" Target="../tags/tag1589.xml"/><Relationship Id="rId46" Type="http://schemas.openxmlformats.org/officeDocument/2006/relationships/tags" Target="../tags/tag1610.xml"/><Relationship Id="rId67" Type="http://schemas.openxmlformats.org/officeDocument/2006/relationships/tags" Target="../tags/tag1631.xml"/><Relationship Id="rId116" Type="http://schemas.openxmlformats.org/officeDocument/2006/relationships/tags" Target="../tags/tag1680.xml"/><Relationship Id="rId20" Type="http://schemas.openxmlformats.org/officeDocument/2006/relationships/tags" Target="../tags/tag1584.xml"/><Relationship Id="rId41" Type="http://schemas.openxmlformats.org/officeDocument/2006/relationships/tags" Target="../tags/tag1605.xml"/><Relationship Id="rId62" Type="http://schemas.openxmlformats.org/officeDocument/2006/relationships/tags" Target="../tags/tag1626.xml"/><Relationship Id="rId83" Type="http://schemas.openxmlformats.org/officeDocument/2006/relationships/tags" Target="../tags/tag1647.xml"/><Relationship Id="rId88" Type="http://schemas.openxmlformats.org/officeDocument/2006/relationships/tags" Target="../tags/tag1652.xml"/><Relationship Id="rId111" Type="http://schemas.openxmlformats.org/officeDocument/2006/relationships/tags" Target="../tags/tag1675.xml"/><Relationship Id="rId132" Type="http://schemas.openxmlformats.org/officeDocument/2006/relationships/tags" Target="../tags/tag1566.xml"/><Relationship Id="rId15" Type="http://schemas.openxmlformats.org/officeDocument/2006/relationships/tags" Target="../tags/tag1579.xml"/><Relationship Id="rId36" Type="http://schemas.openxmlformats.org/officeDocument/2006/relationships/tags" Target="../tags/tag1600.xml"/><Relationship Id="rId57" Type="http://schemas.openxmlformats.org/officeDocument/2006/relationships/tags" Target="../tags/tag1621.xml"/><Relationship Id="rId106" Type="http://schemas.openxmlformats.org/officeDocument/2006/relationships/tags" Target="../tags/tag1670.xml"/><Relationship Id="rId127" Type="http://schemas.openxmlformats.org/officeDocument/2006/relationships/tags" Target="../tags/tag1691.xml"/><Relationship Id="rId10" Type="http://schemas.openxmlformats.org/officeDocument/2006/relationships/tags" Target="../tags/tag1574.xml"/><Relationship Id="rId31" Type="http://schemas.openxmlformats.org/officeDocument/2006/relationships/tags" Target="../tags/tag1595.xml"/><Relationship Id="rId52" Type="http://schemas.openxmlformats.org/officeDocument/2006/relationships/tags" Target="../tags/tag1616.xml"/><Relationship Id="rId73" Type="http://schemas.openxmlformats.org/officeDocument/2006/relationships/tags" Target="../tags/tag1637.xml"/><Relationship Id="rId78" Type="http://schemas.openxmlformats.org/officeDocument/2006/relationships/tags" Target="../tags/tag1642.xml"/><Relationship Id="rId94" Type="http://schemas.openxmlformats.org/officeDocument/2006/relationships/tags" Target="../tags/tag1658.xml"/><Relationship Id="rId99" Type="http://schemas.openxmlformats.org/officeDocument/2006/relationships/tags" Target="../tags/tag1663.xml"/><Relationship Id="rId101" Type="http://schemas.openxmlformats.org/officeDocument/2006/relationships/tags" Target="../tags/tag1665.xml"/><Relationship Id="rId122" Type="http://schemas.openxmlformats.org/officeDocument/2006/relationships/tags" Target="../tags/tag1686.xml"/><Relationship Id="rId4" Type="http://schemas.openxmlformats.org/officeDocument/2006/relationships/tags" Target="../tags/tag1568.xml"/><Relationship Id="rId9" Type="http://schemas.openxmlformats.org/officeDocument/2006/relationships/tags" Target="../tags/tag1573.xml"/><Relationship Id="rId26" Type="http://schemas.openxmlformats.org/officeDocument/2006/relationships/tags" Target="../tags/tag1590.xml"/><Relationship Id="rId47" Type="http://schemas.openxmlformats.org/officeDocument/2006/relationships/tags" Target="../tags/tag1611.xml"/><Relationship Id="rId68" Type="http://schemas.openxmlformats.org/officeDocument/2006/relationships/tags" Target="../tags/tag1632.xml"/><Relationship Id="rId89" Type="http://schemas.openxmlformats.org/officeDocument/2006/relationships/tags" Target="../tags/tag1653.xml"/><Relationship Id="rId112" Type="http://schemas.openxmlformats.org/officeDocument/2006/relationships/tags" Target="../tags/tag1676.xml"/><Relationship Id="rId133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700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1695.xml"/><Relationship Id="rId7" Type="http://schemas.openxmlformats.org/officeDocument/2006/relationships/tags" Target="../tags/tag1699.xml"/><Relationship Id="rId12" Type="http://schemas.openxmlformats.org/officeDocument/2006/relationships/tags" Target="../tags/tag1704.xml"/><Relationship Id="rId2" Type="http://schemas.openxmlformats.org/officeDocument/2006/relationships/tags" Target="../tags/tag1694.xml"/><Relationship Id="rId1" Type="http://schemas.openxmlformats.org/officeDocument/2006/relationships/tags" Target="../tags/tag1693.xml"/><Relationship Id="rId6" Type="http://schemas.openxmlformats.org/officeDocument/2006/relationships/tags" Target="../tags/tag1698.xml"/><Relationship Id="rId11" Type="http://schemas.openxmlformats.org/officeDocument/2006/relationships/tags" Target="../tags/tag1703.xml"/><Relationship Id="rId5" Type="http://schemas.openxmlformats.org/officeDocument/2006/relationships/tags" Target="../tags/tag1697.xml"/><Relationship Id="rId10" Type="http://schemas.openxmlformats.org/officeDocument/2006/relationships/tags" Target="../tags/tag1702.xml"/><Relationship Id="rId4" Type="http://schemas.openxmlformats.org/officeDocument/2006/relationships/tags" Target="../tags/tag1696.xml"/><Relationship Id="rId9" Type="http://schemas.openxmlformats.org/officeDocument/2006/relationships/tags" Target="../tags/tag17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D137-C19B-469C-BA78-A0BD1EA0AC38}" type="slidenum">
              <a:rPr lang="en-US" altLang="zh-CN"/>
              <a:t>1</a:t>
            </a:fld>
            <a:endParaRPr lang="en-US" altLang="zh-CN"/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762000" y="1297623"/>
            <a:ext cx="7467600" cy="860425"/>
          </a:xfrm>
          <a:prstGeom prst="rect">
            <a:avLst/>
          </a:prstGeom>
          <a:solidFill>
            <a:srgbClr val="CC99FF">
              <a:alpha val="80000"/>
            </a:srgb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章 数字逻辑基础</a:t>
            </a:r>
            <a:endParaRPr lang="en-US" altLang="zh-CN" sz="40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Text Box 1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9895" y="2341880"/>
            <a:ext cx="8403590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⑴逻辑门与数字抽象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逻辑门，数字抽象，</a:t>
            </a:r>
            <a:r>
              <a:rPr lang="en-US" altLang="zh-CN" sz="1800" b="1" dirty="0">
                <a:latin typeface="宋体" panose="02010600030101010101" pitchFamily="2" charset="-122"/>
              </a:rPr>
              <a:t>CMOS</a:t>
            </a:r>
            <a:r>
              <a:rPr lang="zh-CN" altLang="en-US" sz="1800" b="1" dirty="0">
                <a:latin typeface="宋体" panose="02010600030101010101" pitchFamily="2" charset="-122"/>
              </a:rPr>
              <a:t>晶体管及门电路实现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⑵布尔代数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公理系统，基本定理，基本运算规则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⑶逻辑关系描述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表示方法，逻辑函数的标准表示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⑷逻辑函数化简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代数法、卡诺图法，逻辑函数变换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总体要求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71780" indent="-2717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理解</a:t>
            </a:r>
            <a:r>
              <a:rPr lang="zh-CN" altLang="en-US" sz="2200" b="1" dirty="0">
                <a:latin typeface="+mn-ea"/>
              </a:rPr>
              <a:t>数字逻辑的物理基础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门电路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和理论基础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布尔代数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，</a:t>
            </a:r>
          </a:p>
          <a:p>
            <a:pPr marL="271780" indent="-2717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掌握</a:t>
            </a:r>
            <a:r>
              <a:rPr lang="zh-CN" altLang="en-US" sz="2200" b="1" dirty="0">
                <a:latin typeface="+mn-ea"/>
              </a:rPr>
              <a:t>逻辑关系的表示方法和逻辑函数的化简方法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179070" y="2421108"/>
            <a:ext cx="4264660" cy="2414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信号：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符号表示：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功能表示：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最基本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的逻辑运算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§2.1 </a:t>
            </a:r>
            <a:r>
              <a:rPr lang="zh-CN" altLang="en-US" sz="2800" b="1" dirty="0">
                <a:latin typeface="宋体" panose="02010600030101010101" pitchFamily="2" charset="-122"/>
              </a:rPr>
              <a:t>逻辑门和数字抽象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逻辑门，数字抽象，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CMOS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晶体管，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COMS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电路特性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243718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263" y="1340768"/>
            <a:ext cx="8785225" cy="1160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22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逻辑门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是最基础的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数字电路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具有</a:t>
            </a:r>
            <a:r>
              <a:rPr 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逻辑信号</a:t>
            </a:r>
            <a:r>
              <a:rPr lang="zh-CN" altLang="en-US" sz="2200" b="1" baseline="-18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运算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传输控制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值域＝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{0,1}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  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1769745" y="2420888"/>
            <a:ext cx="7171690" cy="2414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输入</a:t>
            </a:r>
            <a:r>
              <a:rPr lang="en-US" altLang="zh-CN" sz="2200" b="1" dirty="0">
                <a:latin typeface="宋体" panose="02010600030101010101" pitchFamily="2" charset="-122"/>
              </a:rPr>
              <a:t>≥1</a:t>
            </a:r>
            <a:r>
              <a:rPr lang="zh-CN" altLang="en-US" sz="2200" b="1" dirty="0">
                <a:latin typeface="宋体" panose="02010600030101010101" pitchFamily="2" charset="-122"/>
              </a:rPr>
              <a:t>个，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输出</a:t>
            </a:r>
            <a:r>
              <a:rPr lang="en-US" altLang="zh-CN" sz="2200" b="1" dirty="0">
                <a:latin typeface="宋体" panose="02010600030101010101" pitchFamily="2" charset="-122"/>
              </a:rPr>
              <a:t>≥1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←输出表示与</a:t>
            </a:r>
            <a:r>
              <a:rPr lang="zh-CN" altLang="en-US" sz="1600" b="1" dirty="0">
                <a:latin typeface="宋体" panose="02010600030101010101" pitchFamily="2" charset="-122"/>
              </a:rPr>
              <a:t>输入的</a:t>
            </a:r>
            <a:r>
              <a:rPr lang="zh-CN" altLang="en-US" sz="16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逻辑关系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特色符号</a:t>
            </a:r>
            <a:r>
              <a:rPr lang="zh-CN" altLang="en-US" sz="2200" b="1" dirty="0">
                <a:latin typeface="宋体" panose="02010600030101010101" pitchFamily="2" charset="-122"/>
              </a:rPr>
              <a:t>或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矩形符号</a:t>
            </a:r>
            <a:r>
              <a:rPr lang="zh-CN" altLang="en-US" sz="2200" b="1" dirty="0">
                <a:latin typeface="宋体" panose="02010600030101010101" pitchFamily="2" charset="-122"/>
              </a:rPr>
              <a:t>两种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通常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输入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在</a:t>
            </a:r>
            <a:r>
              <a:rPr lang="zh-CN" altLang="en-US" sz="1800" b="1" dirty="0">
                <a:latin typeface="宋体" panose="02010600030101010101" pitchFamily="2" charset="-122"/>
              </a:rPr>
              <a:t>左、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输出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在</a:t>
            </a:r>
            <a:r>
              <a:rPr lang="zh-CN" altLang="en-US" sz="1800" b="1" dirty="0">
                <a:latin typeface="宋体" panose="02010600030101010101" pitchFamily="2" charset="-122"/>
              </a:rPr>
              <a:t>右，</a:t>
            </a:r>
            <a:r>
              <a:rPr lang="zh-CN" altLang="en-US" sz="1800" b="1" u="sng" dirty="0">
                <a:latin typeface="宋体" panose="02010600030101010101" pitchFamily="2" charset="-122"/>
              </a:rPr>
              <a:t>信号名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用标识符表示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真值表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二维表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或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逻辑表达式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逻辑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变量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逻辑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运算符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   </a:t>
            </a:r>
            <a:r>
              <a:rPr lang="en-US" altLang="zh-CN" sz="1600" spc="-100" dirty="0">
                <a:uFillTx/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</a:rPr>
              <a:t>表头</a:t>
            </a:r>
            <a:r>
              <a:rPr lang="zh-CN" altLang="en-US" sz="1600" b="1" dirty="0">
                <a:latin typeface="宋体" panose="02010600030101010101" pitchFamily="2" charset="-122"/>
              </a:rPr>
              <a:t>为</a:t>
            </a:r>
            <a:r>
              <a:rPr lang="en-US" altLang="zh-CN" sz="1600" b="1" dirty="0"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</a:rPr>
              <a:t>信号、</a:t>
            </a:r>
            <a:r>
              <a:rPr lang="zh-CN" altLang="en-US" sz="1600" b="1" u="sng" dirty="0">
                <a:latin typeface="宋体" panose="02010600030101010101" pitchFamily="2" charset="-122"/>
              </a:rPr>
              <a:t>表体</a:t>
            </a:r>
            <a:r>
              <a:rPr lang="zh-CN" altLang="en-US" sz="1600" b="1" dirty="0">
                <a:latin typeface="宋体" panose="02010600030101010101" pitchFamily="2" charset="-122"/>
              </a:rPr>
              <a:t>为</a:t>
            </a:r>
            <a:r>
              <a:rPr lang="en-US" altLang="zh-CN" sz="1600" b="1" dirty="0"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</a:rPr>
              <a:t>信号的</a:t>
            </a:r>
            <a:r>
              <a:rPr lang="zh-CN" altLang="en-US" sz="16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所有</a:t>
            </a:r>
            <a:r>
              <a:rPr lang="zh-CN" altLang="en-US" sz="16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组合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与、或、非</a:t>
            </a:r>
            <a:r>
              <a:rPr lang="en-US" altLang="zh-CN" sz="2200" b="1" dirty="0">
                <a:latin typeface="宋体" panose="02010600030101010101" pitchFamily="2" charset="-122"/>
              </a:rPr>
              <a:t>  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←任意逻辑关系可用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其组合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表示</a:t>
            </a: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5749955" y="2925108"/>
            <a:ext cx="2808040" cy="432290"/>
            <a:chOff x="4422" y="7654"/>
            <a:chExt cx="4422" cy="681"/>
          </a:xfrm>
        </p:grpSpPr>
        <p:cxnSp>
          <p:nvCxnSpPr>
            <p:cNvPr id="34" name="直接箭头连接符 33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4762" y="782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5" name="流程图: 延期 34"/>
            <p:cNvSpPr/>
            <p:nvPr>
              <p:custDataLst>
                <p:tags r:id="rId54"/>
              </p:custDataLst>
            </p:nvPr>
          </p:nvSpPr>
          <p:spPr>
            <a:xfrm>
              <a:off x="5102" y="7710"/>
              <a:ext cx="680" cy="567"/>
            </a:xfrm>
            <a:prstGeom prst="flowChartDelay">
              <a:avLst/>
            </a:prstGeom>
            <a:solidFill>
              <a:srgbClr val="FFCC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6" name="直接箭头连接符 35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4762" y="816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5783" y="799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" name="Text Box 19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422" y="7654"/>
              <a:ext cx="340" cy="6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39" name="Text Box 19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123" y="782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40" name="Text Box 36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7597" y="7710"/>
              <a:ext cx="567" cy="56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41" name="直接箭头连接符 40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7257" y="782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7257" y="816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8164" y="7994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" name="Text Box 19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6917" y="7654"/>
              <a:ext cx="340" cy="6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45" name="Text Box 19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504" y="782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</p:grpSp>
      <p:graphicFrame>
        <p:nvGraphicFramePr>
          <p:cNvPr id="46" name="表格 45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113134630"/>
              </p:ext>
            </p:extLst>
          </p:nvPr>
        </p:nvGraphicFramePr>
        <p:xfrm>
          <a:off x="2768600" y="4946918"/>
          <a:ext cx="917575" cy="11322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2" name="Text Box 101"/>
          <p:cNvSpPr txBox="1">
            <a:spLocks noChangeArrowheads="1"/>
          </p:cNvSpPr>
          <p:nvPr/>
        </p:nvSpPr>
        <p:spPr bwMode="auto">
          <a:xfrm>
            <a:off x="2770505" y="6114048"/>
            <a:ext cx="864235" cy="23558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X•Y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564005" y="5007243"/>
            <a:ext cx="1151890" cy="899795"/>
            <a:chOff x="9356" y="4876"/>
            <a:chExt cx="1814" cy="1417"/>
          </a:xfrm>
        </p:grpSpPr>
        <p:grpSp>
          <p:nvGrpSpPr>
            <p:cNvPr id="49" name="组合 48"/>
            <p:cNvGrpSpPr/>
            <p:nvPr/>
          </p:nvGrpSpPr>
          <p:grpSpPr>
            <a:xfrm>
              <a:off x="9356" y="4876"/>
              <a:ext cx="1814" cy="680"/>
              <a:chOff x="9396" y="4829"/>
              <a:chExt cx="1814" cy="680"/>
            </a:xfrm>
          </p:grpSpPr>
          <p:cxnSp>
            <p:nvCxnSpPr>
              <p:cNvPr id="50" name="直接箭头连接符 49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9736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2" name="流程图: 延期 51"/>
              <p:cNvSpPr/>
              <p:nvPr>
                <p:custDataLst>
                  <p:tags r:id="rId48"/>
                </p:custDataLst>
              </p:nvPr>
            </p:nvSpPr>
            <p:spPr>
              <a:xfrm>
                <a:off x="9961" y="4885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3" name="直接箭头连接符 52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9736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4" name="直接箭头连接符 53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10642" y="516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5" name="Text Box 191"/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9396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56" name="Text Box 191"/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10870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9356" y="5613"/>
              <a:ext cx="1814" cy="680"/>
              <a:chOff x="11891" y="4829"/>
              <a:chExt cx="1814" cy="680"/>
            </a:xfrm>
          </p:grpSpPr>
          <p:sp>
            <p:nvSpPr>
              <p:cNvPr id="58" name="Text Box 36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2456" y="4885"/>
                <a:ext cx="567" cy="56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59" name="直接箭头连接符 58"/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12231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1" name="直接箭头连接符 60"/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12231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2" name="直接箭头连接符 61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13023" y="5168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7" name="Text Box 191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11891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02" name="Text Box 191"/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13365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</p:grpSp>
      <p:graphicFrame>
        <p:nvGraphicFramePr>
          <p:cNvPr id="120" name="表格 119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110832714"/>
              </p:ext>
            </p:extLst>
          </p:nvPr>
        </p:nvGraphicFramePr>
        <p:xfrm>
          <a:off x="5263515" y="4930408"/>
          <a:ext cx="917575" cy="11322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" name="Text Box 101"/>
          <p:cNvSpPr txBox="1">
            <a:spLocks noChangeArrowheads="1"/>
          </p:cNvSpPr>
          <p:nvPr/>
        </p:nvSpPr>
        <p:spPr bwMode="auto">
          <a:xfrm>
            <a:off x="5265200" y="6097538"/>
            <a:ext cx="864000" cy="25209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X+Y</a:t>
            </a:r>
          </a:p>
        </p:txBody>
      </p:sp>
      <p:graphicFrame>
        <p:nvGraphicFramePr>
          <p:cNvPr id="147" name="表格 146"/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440128936"/>
              </p:ext>
            </p:extLst>
          </p:nvPr>
        </p:nvGraphicFramePr>
        <p:xfrm>
          <a:off x="7918450" y="4930408"/>
          <a:ext cx="618490" cy="6793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36195" marR="36195" marT="69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8" name="组合 147"/>
          <p:cNvGrpSpPr/>
          <p:nvPr/>
        </p:nvGrpSpPr>
        <p:grpSpPr>
          <a:xfrm>
            <a:off x="6569075" y="4977598"/>
            <a:ext cx="1079500" cy="683895"/>
            <a:chOff x="1644" y="7824"/>
            <a:chExt cx="1700" cy="1077"/>
          </a:xfrm>
        </p:grpSpPr>
        <p:grpSp>
          <p:nvGrpSpPr>
            <p:cNvPr id="149" name="组合 148"/>
            <p:cNvGrpSpPr/>
            <p:nvPr/>
          </p:nvGrpSpPr>
          <p:grpSpPr>
            <a:xfrm>
              <a:off x="1644" y="7824"/>
              <a:ext cx="1701" cy="454"/>
              <a:chOff x="1644" y="8050"/>
              <a:chExt cx="1701" cy="454"/>
            </a:xfrm>
          </p:grpSpPr>
          <p:sp>
            <p:nvSpPr>
              <p:cNvPr id="150" name="等腰三角形 149"/>
              <p:cNvSpPr/>
              <p:nvPr>
                <p:custDataLst>
                  <p:tags r:id="rId35"/>
                </p:custDataLst>
              </p:nvPr>
            </p:nvSpPr>
            <p:spPr>
              <a:xfrm>
                <a:off x="2211" y="8050"/>
                <a:ext cx="454" cy="454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51" name="直接箭头连接符 150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1984" y="827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2" name="直接箭头连接符 151"/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2778" y="827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53" name="Text Box 191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1644" y="810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154" name="Text Box 191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3005" y="810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155" name="椭圆 154"/>
              <p:cNvSpPr/>
              <p:nvPr>
                <p:custDataLst>
                  <p:tags r:id="rId40"/>
                </p:custDataLst>
              </p:nvPr>
            </p:nvSpPr>
            <p:spPr>
              <a:xfrm>
                <a:off x="2665" y="822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6" name="组合 155"/>
            <p:cNvGrpSpPr/>
            <p:nvPr/>
          </p:nvGrpSpPr>
          <p:grpSpPr>
            <a:xfrm>
              <a:off x="1644" y="8447"/>
              <a:ext cx="1701" cy="454"/>
              <a:chOff x="1644" y="8730"/>
              <a:chExt cx="1701" cy="454"/>
            </a:xfrm>
          </p:grpSpPr>
          <p:sp>
            <p:nvSpPr>
              <p:cNvPr id="157" name="Text Box 36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2209" y="8730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58" name="直接箭头连接符 157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1984" y="895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9" name="直接箭头连接符 158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2776" y="895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60" name="Text Box 191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644" y="87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161" name="Text Box 191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3005" y="87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162" name="椭圆 161"/>
              <p:cNvSpPr/>
              <p:nvPr>
                <p:custDataLst>
                  <p:tags r:id="rId34"/>
                </p:custDataLst>
              </p:nvPr>
            </p:nvSpPr>
            <p:spPr>
              <a:xfrm>
                <a:off x="2665" y="8901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 Box 101"/>
              <p:cNvSpPr txBox="1">
                <a:spLocks noChangeArrowheads="1"/>
              </p:cNvSpPr>
              <p:nvPr/>
            </p:nvSpPr>
            <p:spPr bwMode="auto">
              <a:xfrm>
                <a:off x="7918450" y="5661598"/>
                <a:ext cx="612000" cy="25209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/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F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n-US" altLang="zh-CN" sz="1800" dirty="0">
                  <a:solidFill>
                    <a:schemeClr val="tx1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r>
                  <a:rPr lang="en-US" altLang="zh-CN" sz="18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rPr>
                  <a:t>  </a:t>
                </a:r>
              </a:p>
              <a:p>
                <a:pPr algn="ctr"/>
                <a:endPara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4" name="Text 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8450" y="5661598"/>
                <a:ext cx="612000" cy="252095"/>
              </a:xfrm>
              <a:prstGeom prst="rect">
                <a:avLst/>
              </a:prstGeom>
              <a:blipFill>
                <a:blip r:embed="rId67"/>
                <a:stretch>
                  <a:fillRect l="-13000" t="-31707" r="-62000" b="-65854"/>
                </a:stretch>
              </a:blipFill>
              <a:ln w="19050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4066540" y="5013593"/>
            <a:ext cx="1151890" cy="899795"/>
            <a:chOff x="5613" y="7937"/>
            <a:chExt cx="1814" cy="1417"/>
          </a:xfrm>
        </p:grpSpPr>
        <p:grpSp>
          <p:nvGrpSpPr>
            <p:cNvPr id="130" name="组合 129"/>
            <p:cNvGrpSpPr/>
            <p:nvPr/>
          </p:nvGrpSpPr>
          <p:grpSpPr>
            <a:xfrm>
              <a:off x="5613" y="8674"/>
              <a:ext cx="1814" cy="680"/>
              <a:chOff x="11891" y="4829"/>
              <a:chExt cx="1814" cy="680"/>
            </a:xfrm>
          </p:grpSpPr>
          <p:sp>
            <p:nvSpPr>
              <p:cNvPr id="131" name="Text Box 36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2456" y="4885"/>
                <a:ext cx="567" cy="56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12231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4" name="直接箭头连接符 133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12231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5" name="直接箭头连接符 134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13023" y="5168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6" name="Text Box 191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1891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37" name="Text Box 191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3365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5613" y="7937"/>
              <a:ext cx="1814" cy="680"/>
              <a:chOff x="5613" y="7937"/>
              <a:chExt cx="1814" cy="680"/>
            </a:xfrm>
          </p:grpSpPr>
          <p:grpSp>
            <p:nvGrpSpPr>
              <p:cNvPr id="123" name="组合 122"/>
              <p:cNvGrpSpPr/>
              <p:nvPr/>
            </p:nvGrpSpPr>
            <p:grpSpPr>
              <a:xfrm>
                <a:off x="5613" y="7937"/>
                <a:ext cx="1814" cy="680"/>
                <a:chOff x="9396" y="4829"/>
                <a:chExt cx="1814" cy="680"/>
              </a:xfrm>
            </p:grpSpPr>
            <p:cxnSp>
              <p:nvCxnSpPr>
                <p:cNvPr id="127" name="直接箭头连接符 126"/>
                <p:cNvCxnSpPr/>
                <p:nvPr>
                  <p:custDataLst>
                    <p:tags r:id="rId20"/>
                  </p:custDataLst>
                </p:nvPr>
              </p:nvCxnSpPr>
              <p:spPr bwMode="auto">
                <a:xfrm flipV="1">
                  <a:off x="10642" y="5168"/>
                  <a:ext cx="227" cy="0"/>
                </a:xfrm>
                <a:prstGeom prst="straightConnector1">
                  <a:avLst/>
                </a:prstGeom>
                <a:noFill/>
                <a:ln w="158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28" name="Text Box 191"/>
                <p:cNvSpPr txBox="1">
                  <a:spLocks noChangeArrowheads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9396" y="4829"/>
                  <a:ext cx="340" cy="6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X</a:t>
                  </a:r>
                </a:p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129" name="Text Box 191"/>
                <p:cNvSpPr txBox="1">
                  <a:spLocks noChangeArrowheads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10870" y="4998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F</a:t>
                  </a:r>
                </a:p>
              </p:txBody>
            </p:sp>
          </p:grpSp>
          <p:cxnSp>
            <p:nvCxnSpPr>
              <p:cNvPr id="141" name="直接箭头连接符 140"/>
              <p:cNvCxnSpPr>
                <a:endCxn id="140" idx="4"/>
              </p:cNvCxnSpPr>
              <p:nvPr>
                <p:custDataLst>
                  <p:tags r:id="rId14"/>
                </p:custDataLst>
              </p:nvPr>
            </p:nvCxnSpPr>
            <p:spPr bwMode="auto">
              <a:xfrm>
                <a:off x="6183" y="8049"/>
                <a:ext cx="0" cy="51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none"/>
              </a:ln>
              <a:effectLst/>
            </p:spPr>
          </p:cxnSp>
          <p:grpSp>
            <p:nvGrpSpPr>
              <p:cNvPr id="4" name="组合 3"/>
              <p:cNvGrpSpPr/>
              <p:nvPr/>
            </p:nvGrpSpPr>
            <p:grpSpPr>
              <a:xfrm>
                <a:off x="6180" y="7994"/>
                <a:ext cx="680" cy="566"/>
                <a:chOff x="6180" y="7994"/>
                <a:chExt cx="680" cy="566"/>
              </a:xfrm>
            </p:grpSpPr>
            <p:sp>
              <p:nvSpPr>
                <p:cNvPr id="139" name="流程图: 延期 138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180" y="7994"/>
                  <a:ext cx="680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3" name="直接箭头连接符 2"/>
                <p:cNvCxnSpPr/>
                <p:nvPr>
                  <p:custDataLst>
                    <p:tags r:id="rId18"/>
                  </p:custDataLst>
                </p:nvPr>
              </p:nvCxnSpPr>
              <p:spPr bwMode="auto">
                <a:xfrm>
                  <a:off x="6180" y="7999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40" name="任意多边形 139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180" y="7996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44" name="直接箭头连接符 143"/>
              <p:cNvCxnSpPr/>
              <p:nvPr>
                <p:custDataLst>
                  <p:tags r:id="rId15"/>
                </p:custDataLst>
              </p:nvPr>
            </p:nvCxnSpPr>
            <p:spPr bwMode="auto">
              <a:xfrm flipV="1">
                <a:off x="5953" y="810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5" name="直接箭头连接符 144"/>
              <p:cNvCxnSpPr/>
              <p:nvPr>
                <p:custDataLst>
                  <p:tags r:id="rId16"/>
                </p:custDataLst>
              </p:nvPr>
            </p:nvCxnSpPr>
            <p:spPr bwMode="auto">
              <a:xfrm flipV="1">
                <a:off x="5953" y="844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cxnSp>
        <p:nvCxnSpPr>
          <p:cNvPr id="8" name="直接箭头连接符 7"/>
          <p:cNvCxnSpPr/>
          <p:nvPr/>
        </p:nvCxnSpPr>
        <p:spPr bwMode="auto">
          <a:xfrm>
            <a:off x="5580112" y="3681108"/>
            <a:ext cx="324000" cy="144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9" name="Text Box 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732090" y="1484444"/>
            <a:ext cx="1872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990600" indent="-990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Input/Output</a:t>
            </a: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F53458D8-D277-4083-B4B4-A95B7F947ADF}"/>
              </a:ext>
            </a:extLst>
          </p:cNvPr>
          <p:cNvGrpSpPr/>
          <p:nvPr/>
        </p:nvGrpSpPr>
        <p:grpSpPr>
          <a:xfrm>
            <a:off x="8100224" y="1916832"/>
            <a:ext cx="792256" cy="504000"/>
            <a:chOff x="6696000" y="2916000"/>
            <a:chExt cx="792256" cy="504000"/>
          </a:xfrm>
        </p:grpSpPr>
        <p:sp>
          <p:nvSpPr>
            <p:cNvPr id="88" name="Text Box 36">
              <a:extLst>
                <a:ext uri="{FF2B5EF4-FFF2-40B4-BE49-F238E27FC236}">
                  <a16:creationId xmlns:a16="http://schemas.microsoft.com/office/drawing/2014/main" id="{8467919B-8401-44D5-A36E-322CA883A988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768000" y="2916000"/>
              <a:ext cx="612000" cy="504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401FAE66-802C-4B6E-AEFF-D84ABCF2BD1D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6696000" y="3060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709A30F0-DDA6-4822-BF72-7A389F813D41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308256" y="3168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1" name="Text Box 36">
              <a:extLst>
                <a:ext uri="{FF2B5EF4-FFF2-40B4-BE49-F238E27FC236}">
                  <a16:creationId xmlns:a16="http://schemas.microsoft.com/office/drawing/2014/main" id="{62B24CE7-6933-4371-9988-5186396A1150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876256" y="2952000"/>
              <a:ext cx="432000" cy="432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处理逻辑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4D49CFAF-0019-4DDE-B202-E7F39377FC2B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6696000" y="3276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8" grpId="0" bldLvl="0" animBg="1"/>
      <p:bldP spid="132" grpId="0"/>
      <p:bldP spid="121" grpId="0" bldLvl="0" animBg="1"/>
      <p:bldP spid="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95" name="Text Box 1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875" y="332740"/>
            <a:ext cx="882205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基本逻辑门：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个</a:t>
            </a:r>
            <a:endParaRPr lang="zh-CN" altLang="en-US" sz="2200" b="1" u="sng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84000" y="875665"/>
          <a:ext cx="8187055" cy="3920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3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36195" marR="36195" marT="46990" marB="4699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特色符号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矩形符号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逻辑表达式</a:t>
                      </a:r>
                    </a:p>
                  </a:txBody>
                  <a:tcPr marL="36195" marR="36195" marT="469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36195" marR="36195" marT="469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89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与门</a:t>
                      </a:r>
                      <a:r>
                        <a:rPr lang="en-US" altLang="zh-CN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(AND)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en-US" altLang="zh-CN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或门</a:t>
                      </a:r>
                      <a:r>
                        <a:rPr lang="en-US" altLang="zh-CN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(OR)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非门</a:t>
                      </a:r>
                      <a:r>
                        <a:rPr lang="en-US" altLang="zh-CN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(NOT)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与非门</a:t>
                      </a:r>
                      <a:r>
                        <a:rPr lang="en-US" altLang="zh-CN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(NAND)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或非门</a:t>
                      </a:r>
                      <a:r>
                        <a:rPr lang="en-US" altLang="zh-CN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(NOR)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异或门</a:t>
                      </a:r>
                      <a:r>
                        <a:rPr lang="en-US" altLang="zh-CN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(XOR)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同或门</a:t>
                      </a:r>
                      <a:r>
                        <a:rPr lang="en-US" altLang="zh-CN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(NXOR)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02" name="组合 201"/>
          <p:cNvGrpSpPr/>
          <p:nvPr/>
        </p:nvGrpSpPr>
        <p:grpSpPr>
          <a:xfrm>
            <a:off x="2268000" y="1259840"/>
            <a:ext cx="3780155" cy="431800"/>
            <a:chOff x="2721" y="1984"/>
            <a:chExt cx="5953" cy="680"/>
          </a:xfrm>
        </p:grpSpPr>
        <p:grpSp>
          <p:nvGrpSpPr>
            <p:cNvPr id="49" name="组合 48"/>
            <p:cNvGrpSpPr/>
            <p:nvPr/>
          </p:nvGrpSpPr>
          <p:grpSpPr>
            <a:xfrm>
              <a:off x="2721" y="1984"/>
              <a:ext cx="1927" cy="680"/>
              <a:chOff x="9396" y="4829"/>
              <a:chExt cx="1927" cy="680"/>
            </a:xfrm>
          </p:grpSpPr>
          <p:cxnSp>
            <p:nvCxnSpPr>
              <p:cNvPr id="50" name="直接箭头连接符 49"/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9736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2" name="流程图: 延期 51"/>
              <p:cNvSpPr/>
              <p:nvPr>
                <p:custDataLst>
                  <p:tags r:id="rId117"/>
                </p:custDataLst>
              </p:nvPr>
            </p:nvSpPr>
            <p:spPr>
              <a:xfrm>
                <a:off x="9961" y="4885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3" name="直接箭头连接符 52"/>
              <p:cNvCxnSpPr/>
              <p:nvPr>
                <p:custDataLst>
                  <p:tags r:id="rId118"/>
                </p:custDataLst>
              </p:nvPr>
            </p:nvCxnSpPr>
            <p:spPr bwMode="auto">
              <a:xfrm flipV="1">
                <a:off x="9736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4" name="直接箭头连接符 53"/>
              <p:cNvCxnSpPr/>
              <p:nvPr>
                <p:custDataLst>
                  <p:tags r:id="rId119"/>
                </p:custDataLst>
              </p:nvPr>
            </p:nvCxnSpPr>
            <p:spPr bwMode="auto">
              <a:xfrm flipV="1">
                <a:off x="10642" y="5168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5" name="Text Box 191"/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9396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56" name="Text Box 191"/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10983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4981" y="1984"/>
              <a:ext cx="1814" cy="680"/>
              <a:chOff x="11891" y="4829"/>
              <a:chExt cx="1814" cy="680"/>
            </a:xfrm>
          </p:grpSpPr>
          <p:sp>
            <p:nvSpPr>
              <p:cNvPr id="58" name="Text Box 36"/>
              <p:cNvSpPr txBox="1"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12456" y="4885"/>
                <a:ext cx="567" cy="56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59" name="直接箭头连接符 58"/>
              <p:cNvCxnSpPr/>
              <p:nvPr>
                <p:custDataLst>
                  <p:tags r:id="rId111"/>
                </p:custDataLst>
              </p:nvPr>
            </p:nvCxnSpPr>
            <p:spPr bwMode="auto">
              <a:xfrm flipV="1">
                <a:off x="12231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1" name="直接箭头连接符 60"/>
              <p:cNvCxnSpPr/>
              <p:nvPr>
                <p:custDataLst>
                  <p:tags r:id="rId112"/>
                </p:custDataLst>
              </p:nvPr>
            </p:nvCxnSpPr>
            <p:spPr bwMode="auto">
              <a:xfrm flipV="1">
                <a:off x="12231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2" name="直接箭头连接符 61"/>
              <p:cNvCxnSpPr/>
              <p:nvPr>
                <p:custDataLst>
                  <p:tags r:id="rId113"/>
                </p:custDataLst>
              </p:nvPr>
            </p:nvCxnSpPr>
            <p:spPr bwMode="auto">
              <a:xfrm flipV="1">
                <a:off x="13023" y="5168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7" name="Text Box 191"/>
              <p:cNvSpPr txBox="1"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11891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02" name="Text Box 191"/>
              <p:cNvSpPr txBox="1">
                <a:spLocks noChangeArrowheads="1"/>
              </p:cNvSpPr>
              <p:nvPr>
                <p:custDataLst>
                  <p:tags r:id="rId115"/>
                </p:custDataLst>
              </p:nvPr>
            </p:nvSpPr>
            <p:spPr bwMode="auto">
              <a:xfrm>
                <a:off x="13365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sp>
          <p:nvSpPr>
            <p:cNvPr id="185" name="Text Box 101"/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7313" y="2153"/>
              <a:ext cx="1361" cy="37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F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X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•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Y</a:t>
              </a: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2268000" y="1764030"/>
            <a:ext cx="3779920" cy="431800"/>
            <a:chOff x="2721" y="2778"/>
            <a:chExt cx="5953" cy="680"/>
          </a:xfrm>
        </p:grpSpPr>
        <p:grpSp>
          <p:nvGrpSpPr>
            <p:cNvPr id="130" name="组合 129"/>
            <p:cNvGrpSpPr/>
            <p:nvPr/>
          </p:nvGrpSpPr>
          <p:grpSpPr>
            <a:xfrm>
              <a:off x="4989" y="2778"/>
              <a:ext cx="1814" cy="680"/>
              <a:chOff x="11891" y="4829"/>
              <a:chExt cx="1814" cy="680"/>
            </a:xfrm>
          </p:grpSpPr>
          <p:sp>
            <p:nvSpPr>
              <p:cNvPr id="131" name="Text Box 36"/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12456" y="4885"/>
                <a:ext cx="567" cy="56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12231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4" name="直接箭头连接符 133"/>
              <p:cNvCxnSpPr/>
              <p:nvPr>
                <p:custDataLst>
                  <p:tags r:id="rId105"/>
                </p:custDataLst>
              </p:nvPr>
            </p:nvCxnSpPr>
            <p:spPr bwMode="auto">
              <a:xfrm flipV="1">
                <a:off x="12231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5" name="直接箭头连接符 134"/>
              <p:cNvCxnSpPr/>
              <p:nvPr>
                <p:custDataLst>
                  <p:tags r:id="rId106"/>
                </p:custDataLst>
              </p:nvPr>
            </p:nvCxnSpPr>
            <p:spPr bwMode="auto">
              <a:xfrm flipV="1">
                <a:off x="13023" y="5168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6" name="Text Box 191"/>
              <p:cNvSpPr txBox="1"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11891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37" name="Text Box 191"/>
              <p:cNvSpPr txBox="1"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13365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721" y="2778"/>
              <a:ext cx="1927" cy="680"/>
              <a:chOff x="5613" y="7937"/>
              <a:chExt cx="1927" cy="680"/>
            </a:xfrm>
          </p:grpSpPr>
          <p:grpSp>
            <p:nvGrpSpPr>
              <p:cNvPr id="123" name="组合 122"/>
              <p:cNvGrpSpPr/>
              <p:nvPr/>
            </p:nvGrpSpPr>
            <p:grpSpPr>
              <a:xfrm>
                <a:off x="5613" y="7937"/>
                <a:ext cx="1927" cy="680"/>
                <a:chOff x="9396" y="4829"/>
                <a:chExt cx="1927" cy="680"/>
              </a:xfrm>
            </p:grpSpPr>
            <p:cxnSp>
              <p:nvCxnSpPr>
                <p:cNvPr id="127" name="直接箭头连接符 126"/>
                <p:cNvCxnSpPr/>
                <p:nvPr>
                  <p:custDataLst>
                    <p:tags r:id="rId100"/>
                  </p:custDataLst>
                </p:nvPr>
              </p:nvCxnSpPr>
              <p:spPr bwMode="auto">
                <a:xfrm flipV="1">
                  <a:off x="10642" y="5168"/>
                  <a:ext cx="340" cy="0"/>
                </a:xfrm>
                <a:prstGeom prst="straightConnector1">
                  <a:avLst/>
                </a:prstGeom>
                <a:noFill/>
                <a:ln w="158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28" name="Text Box 191"/>
                <p:cNvSpPr txBox="1">
                  <a:spLocks noChangeArrowheads="1"/>
                </p:cNvSpPr>
                <p:nvPr>
                  <p:custDataLst>
                    <p:tags r:id="rId101"/>
                  </p:custDataLst>
                </p:nvPr>
              </p:nvSpPr>
              <p:spPr bwMode="auto">
                <a:xfrm>
                  <a:off x="9396" y="4829"/>
                  <a:ext cx="340" cy="6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X</a:t>
                  </a:r>
                </a:p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129" name="Text Box 191"/>
                <p:cNvSpPr txBox="1">
                  <a:spLocks noChangeArrowheads="1"/>
                </p:cNvSpPr>
                <p:nvPr>
                  <p:custDataLst>
                    <p:tags r:id="rId102"/>
                  </p:custDataLst>
                </p:nvPr>
              </p:nvSpPr>
              <p:spPr bwMode="auto">
                <a:xfrm>
                  <a:off x="10983" y="4998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F</a:t>
                  </a:r>
                </a:p>
              </p:txBody>
            </p:sp>
          </p:grpSp>
          <p:cxnSp>
            <p:nvCxnSpPr>
              <p:cNvPr id="141" name="直接箭头连接符 140"/>
              <p:cNvCxnSpPr>
                <a:endCxn id="140" idx="4"/>
              </p:cNvCxnSpPr>
              <p:nvPr>
                <p:custDataLst>
                  <p:tags r:id="rId94"/>
                </p:custDataLst>
              </p:nvPr>
            </p:nvCxnSpPr>
            <p:spPr bwMode="auto">
              <a:xfrm>
                <a:off x="6183" y="8049"/>
                <a:ext cx="0" cy="51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none"/>
              </a:ln>
              <a:effectLst/>
            </p:spPr>
          </p:cxnSp>
          <p:grpSp>
            <p:nvGrpSpPr>
              <p:cNvPr id="21" name="组合 20"/>
              <p:cNvGrpSpPr/>
              <p:nvPr/>
            </p:nvGrpSpPr>
            <p:grpSpPr>
              <a:xfrm>
                <a:off x="6180" y="7994"/>
                <a:ext cx="680" cy="566"/>
                <a:chOff x="6180" y="7994"/>
                <a:chExt cx="680" cy="566"/>
              </a:xfrm>
            </p:grpSpPr>
            <p:sp>
              <p:nvSpPr>
                <p:cNvPr id="139" name="流程图: 延期 138"/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6180" y="7994"/>
                  <a:ext cx="680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2" name="直接箭头连接符 21"/>
                <p:cNvCxnSpPr/>
                <p:nvPr>
                  <p:custDataLst>
                    <p:tags r:id="rId98"/>
                  </p:custDataLst>
                </p:nvPr>
              </p:nvCxnSpPr>
              <p:spPr bwMode="auto">
                <a:xfrm>
                  <a:off x="6180" y="7999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40" name="任意多边形 139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6180" y="7996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44" name="直接箭头连接符 143"/>
              <p:cNvCxnSpPr/>
              <p:nvPr>
                <p:custDataLst>
                  <p:tags r:id="rId95"/>
                </p:custDataLst>
              </p:nvPr>
            </p:nvCxnSpPr>
            <p:spPr bwMode="auto">
              <a:xfrm flipV="1">
                <a:off x="5953" y="810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5" name="直接箭头连接符 144"/>
              <p:cNvCxnSpPr/>
              <p:nvPr>
                <p:custDataLst>
                  <p:tags r:id="rId96"/>
                </p:custDataLst>
              </p:nvPr>
            </p:nvCxnSpPr>
            <p:spPr bwMode="auto">
              <a:xfrm flipV="1">
                <a:off x="5953" y="8446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sp>
          <p:nvSpPr>
            <p:cNvPr id="186" name="Text Box 10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7313" y="2864"/>
              <a:ext cx="1361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F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X+Y</a:t>
              </a: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2268000" y="2303780"/>
            <a:ext cx="3491700" cy="288290"/>
            <a:chOff x="2721" y="3628"/>
            <a:chExt cx="5499" cy="454"/>
          </a:xfrm>
        </p:grpSpPr>
        <p:grpSp>
          <p:nvGrpSpPr>
            <p:cNvPr id="149" name="组合 148"/>
            <p:cNvGrpSpPr/>
            <p:nvPr/>
          </p:nvGrpSpPr>
          <p:grpSpPr>
            <a:xfrm>
              <a:off x="2721" y="3628"/>
              <a:ext cx="1927" cy="454"/>
              <a:chOff x="1644" y="8050"/>
              <a:chExt cx="1927" cy="454"/>
            </a:xfrm>
          </p:grpSpPr>
          <p:sp>
            <p:nvSpPr>
              <p:cNvPr id="150" name="等腰三角形 149"/>
              <p:cNvSpPr/>
              <p:nvPr>
                <p:custDataLst>
                  <p:tags r:id="rId87"/>
                </p:custDataLst>
              </p:nvPr>
            </p:nvSpPr>
            <p:spPr>
              <a:xfrm>
                <a:off x="2211" y="8050"/>
                <a:ext cx="454" cy="454"/>
              </a:xfrm>
              <a:prstGeom prst="triangl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51" name="直接箭头连接符 150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1984" y="827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2" name="直接箭头连接符 151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2778" y="827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53" name="Text Box 191"/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1644" y="810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154" name="Text Box 191"/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3231" y="810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155" name="椭圆 154"/>
              <p:cNvSpPr/>
              <p:nvPr>
                <p:custDataLst>
                  <p:tags r:id="rId92"/>
                </p:custDataLst>
              </p:nvPr>
            </p:nvSpPr>
            <p:spPr>
              <a:xfrm>
                <a:off x="2665" y="822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6" name="组合 155"/>
            <p:cNvGrpSpPr/>
            <p:nvPr/>
          </p:nvGrpSpPr>
          <p:grpSpPr>
            <a:xfrm>
              <a:off x="4989" y="3628"/>
              <a:ext cx="1814" cy="454"/>
              <a:chOff x="1644" y="8730"/>
              <a:chExt cx="1814" cy="454"/>
            </a:xfrm>
          </p:grpSpPr>
          <p:sp>
            <p:nvSpPr>
              <p:cNvPr id="157" name="Text Box 36"/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2209" y="8730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58" name="直接箭头连接符 157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1984" y="895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59" name="直接箭头连接符 158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2776" y="8957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60" name="Text Box 191"/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1644" y="87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161" name="Text Box 191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3118" y="87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162" name="椭圆 161"/>
              <p:cNvSpPr/>
              <p:nvPr>
                <p:custDataLst>
                  <p:tags r:id="rId86"/>
                </p:custDataLst>
              </p:nvPr>
            </p:nvSpPr>
            <p:spPr>
              <a:xfrm>
                <a:off x="2665" y="8901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 Box 101"/>
                <p:cNvSpPr txBox="1">
                  <a:spLocks noChangeArrowheads="1"/>
                </p:cNvSpPr>
                <p:nvPr>
                  <p:custDataLst>
                    <p:tags r:id="rId80"/>
                  </p:custDataLst>
                </p:nvPr>
              </p:nvSpPr>
              <p:spPr bwMode="auto">
                <a:xfrm>
                  <a:off x="7313" y="3647"/>
                  <a:ext cx="907" cy="397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pPr algn="l"/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F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＝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a14:m>
                  <a:endPara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88" name="Text 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3"/>
                  </p:custDataLst>
                </p:nvPr>
              </p:nvSpPr>
              <p:spPr bwMode="auto">
                <a:xfrm>
                  <a:off x="7313" y="3647"/>
                  <a:ext cx="907" cy="397"/>
                </a:xfrm>
                <a:prstGeom prst="rect">
                  <a:avLst/>
                </a:prstGeom>
                <a:blipFill rotWithShape="1">
                  <a:blip r:embed="rId124"/>
                </a:blipFill>
                <a:ln w="19050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" name="组合 204"/>
          <p:cNvGrpSpPr/>
          <p:nvPr/>
        </p:nvGrpSpPr>
        <p:grpSpPr>
          <a:xfrm>
            <a:off x="2268000" y="2700020"/>
            <a:ext cx="3780155" cy="431800"/>
            <a:chOff x="2721" y="4252"/>
            <a:chExt cx="5953" cy="680"/>
          </a:xfrm>
        </p:grpSpPr>
        <p:grpSp>
          <p:nvGrpSpPr>
            <p:cNvPr id="42" name="组合 41"/>
            <p:cNvGrpSpPr/>
            <p:nvPr/>
          </p:nvGrpSpPr>
          <p:grpSpPr>
            <a:xfrm>
              <a:off x="2721" y="4252"/>
              <a:ext cx="1927" cy="680"/>
              <a:chOff x="2948" y="8504"/>
              <a:chExt cx="1927" cy="680"/>
            </a:xfrm>
          </p:grpSpPr>
          <p:cxnSp>
            <p:nvCxnSpPr>
              <p:cNvPr id="43" name="直接箭头连接符 42"/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3288" y="867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4" name="流程图: 延期 43"/>
              <p:cNvSpPr/>
              <p:nvPr>
                <p:custDataLst>
                  <p:tags r:id="rId74"/>
                </p:custDataLst>
              </p:nvPr>
            </p:nvSpPr>
            <p:spPr>
              <a:xfrm>
                <a:off x="3513" y="8560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5" name="直接箭头连接符 44"/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3288" y="901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6" name="直接箭头连接符 45"/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4309" y="884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7" name="Text Box 191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2948" y="8504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51" name="Text Box 191"/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4535" y="867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60" name="椭圆 59"/>
              <p:cNvSpPr/>
              <p:nvPr>
                <p:custDataLst>
                  <p:tags r:id="rId79"/>
                </p:custDataLst>
              </p:nvPr>
            </p:nvSpPr>
            <p:spPr>
              <a:xfrm>
                <a:off x="4195" y="878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4989" y="4252"/>
              <a:ext cx="1814" cy="680"/>
              <a:chOff x="4989" y="4297"/>
              <a:chExt cx="1814" cy="680"/>
            </a:xfrm>
          </p:grpSpPr>
          <p:cxnSp>
            <p:nvCxnSpPr>
              <p:cNvPr id="65" name="直接箭头连接符 64"/>
              <p:cNvCxnSpPr/>
              <p:nvPr>
                <p:custDataLst>
                  <p:tags r:id="rId66"/>
                </p:custDataLst>
              </p:nvPr>
            </p:nvCxnSpPr>
            <p:spPr bwMode="auto">
              <a:xfrm flipV="1">
                <a:off x="5329" y="446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6" name="直接箭头连接符 65"/>
              <p:cNvCxnSpPr/>
              <p:nvPr>
                <p:custDataLst>
                  <p:tags r:id="rId67"/>
                </p:custDataLst>
              </p:nvPr>
            </p:nvCxnSpPr>
            <p:spPr bwMode="auto">
              <a:xfrm flipV="1">
                <a:off x="5329" y="480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7" name="直接箭头连接符 66"/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6236" y="463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68" name="Text Box 191"/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4989" y="4297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69" name="Text Box 191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6463" y="446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grpSp>
            <p:nvGrpSpPr>
              <p:cNvPr id="177" name="组合 176"/>
              <p:cNvGrpSpPr/>
              <p:nvPr/>
            </p:nvGrpSpPr>
            <p:grpSpPr>
              <a:xfrm>
                <a:off x="5554" y="4353"/>
                <a:ext cx="681" cy="566"/>
                <a:chOff x="5554" y="4353"/>
                <a:chExt cx="681" cy="566"/>
              </a:xfrm>
            </p:grpSpPr>
            <p:sp>
              <p:nvSpPr>
                <p:cNvPr id="64" name="Text Box 36"/>
                <p:cNvSpPr txBox="1">
                  <a:spLocks noChangeArrowheads="1"/>
                </p:cNvSpPr>
                <p:nvPr>
                  <p:custDataLst>
                    <p:tags r:id="rId71"/>
                  </p:custDataLst>
                </p:nvPr>
              </p:nvSpPr>
              <p:spPr bwMode="auto">
                <a:xfrm>
                  <a:off x="5554" y="4353"/>
                  <a:ext cx="567" cy="56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800" b="1" u="none" dirty="0">
                      <a:latin typeface="宋体" panose="02010600030101010101" pitchFamily="2" charset="-122"/>
                    </a:rPr>
                    <a:t>&amp;</a:t>
                  </a:r>
                </a:p>
              </p:txBody>
            </p:sp>
            <p:sp>
              <p:nvSpPr>
                <p:cNvPr id="70" name="椭圆 69"/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6123" y="4580"/>
                  <a:ext cx="113" cy="113"/>
                </a:xfrm>
                <a:prstGeom prst="ellipse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 Box 101"/>
                <p:cNvSpPr txBox="1">
                  <a:spLocks noChangeArrowheads="1"/>
                </p:cNvSpPr>
                <p:nvPr>
                  <p:custDataLst>
                    <p:tags r:id="rId65"/>
                  </p:custDataLst>
                </p:nvPr>
              </p:nvSpPr>
              <p:spPr bwMode="auto">
                <a:xfrm>
                  <a:off x="7313" y="4387"/>
                  <a:ext cx="1361" cy="372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pPr algn="l"/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F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＝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X</m:t>
                          </m:r>
                          <m:r>
                            <a:rPr lang="en-US" altLang="zh-CN" sz="1800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  <a:sym typeface="+mn-ea"/>
                            </a:rPr>
                            <m:t>•</m:t>
                          </m:r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Y</m:t>
                          </m:r>
                        </m:e>
                      </m:acc>
                    </m:oMath>
                  </a14:m>
                  <a:endParaRPr lang="en-US" altLang="zh-CN" sz="1800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91" name="Text 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5"/>
                  </p:custDataLst>
                </p:nvPr>
              </p:nvSpPr>
              <p:spPr bwMode="auto">
                <a:xfrm>
                  <a:off x="7313" y="4387"/>
                  <a:ext cx="1361" cy="372"/>
                </a:xfrm>
                <a:prstGeom prst="rect">
                  <a:avLst/>
                </a:prstGeom>
                <a:blipFill rotWithShape="1">
                  <a:blip r:embed="rId126"/>
                </a:blipFill>
                <a:ln w="19050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6" name="组合 205"/>
          <p:cNvGrpSpPr/>
          <p:nvPr/>
        </p:nvGrpSpPr>
        <p:grpSpPr>
          <a:xfrm>
            <a:off x="2268000" y="3204210"/>
            <a:ext cx="3851671" cy="431800"/>
            <a:chOff x="2721" y="5046"/>
            <a:chExt cx="6066" cy="680"/>
          </a:xfrm>
        </p:grpSpPr>
        <p:grpSp>
          <p:nvGrpSpPr>
            <p:cNvPr id="92" name="组合 91"/>
            <p:cNvGrpSpPr/>
            <p:nvPr/>
          </p:nvGrpSpPr>
          <p:grpSpPr>
            <a:xfrm>
              <a:off x="2721" y="5046"/>
              <a:ext cx="1926" cy="680"/>
              <a:chOff x="2835" y="7143"/>
              <a:chExt cx="1926" cy="680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2835" y="7143"/>
                <a:ext cx="1927" cy="680"/>
                <a:chOff x="9396" y="4829"/>
                <a:chExt cx="1927" cy="680"/>
              </a:xfrm>
            </p:grpSpPr>
            <p:cxnSp>
              <p:nvCxnSpPr>
                <p:cNvPr id="80" name="直接箭头连接符 79"/>
                <p:cNvCxnSpPr/>
                <p:nvPr>
                  <p:custDataLst>
                    <p:tags r:id="rId62"/>
                  </p:custDataLst>
                </p:nvPr>
              </p:nvCxnSpPr>
              <p:spPr bwMode="auto">
                <a:xfrm flipV="1">
                  <a:off x="10756" y="5168"/>
                  <a:ext cx="227" cy="0"/>
                </a:xfrm>
                <a:prstGeom prst="straightConnector1">
                  <a:avLst/>
                </a:prstGeom>
                <a:noFill/>
                <a:ln w="158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81" name="Text Box 191"/>
                <p:cNvSpPr txBox="1">
                  <a:spLocks noChangeArrowheads="1"/>
                </p:cNvSpPr>
                <p:nvPr>
                  <p:custDataLst>
                    <p:tags r:id="rId63"/>
                  </p:custDataLst>
                </p:nvPr>
              </p:nvSpPr>
              <p:spPr bwMode="auto">
                <a:xfrm>
                  <a:off x="9396" y="4829"/>
                  <a:ext cx="340" cy="6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X</a:t>
                  </a:r>
                </a:p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82" name="Text Box 191"/>
                <p:cNvSpPr txBox="1">
                  <a:spLocks noChangeArrowheads="1"/>
                </p:cNvSpPr>
                <p:nvPr>
                  <p:custDataLst>
                    <p:tags r:id="rId64"/>
                  </p:custDataLst>
                </p:nvPr>
              </p:nvSpPr>
              <p:spPr bwMode="auto">
                <a:xfrm>
                  <a:off x="10983" y="4998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F</a:t>
                  </a:r>
                </a:p>
              </p:txBody>
            </p:sp>
          </p:grpSp>
          <p:cxnSp>
            <p:nvCxnSpPr>
              <p:cNvPr id="83" name="直接箭头连接符 82"/>
              <p:cNvCxnSpPr>
                <a:endCxn id="87" idx="4"/>
              </p:cNvCxnSpPr>
              <p:nvPr>
                <p:custDataLst>
                  <p:tags r:id="rId55"/>
                </p:custDataLst>
              </p:nvPr>
            </p:nvCxnSpPr>
            <p:spPr bwMode="auto">
              <a:xfrm>
                <a:off x="3405" y="7255"/>
                <a:ext cx="0" cy="51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none"/>
              </a:ln>
              <a:effectLst/>
            </p:spPr>
          </p:cxnSp>
          <p:grpSp>
            <p:nvGrpSpPr>
              <p:cNvPr id="84" name="组合 83"/>
              <p:cNvGrpSpPr/>
              <p:nvPr/>
            </p:nvGrpSpPr>
            <p:grpSpPr>
              <a:xfrm>
                <a:off x="3402" y="7200"/>
                <a:ext cx="680" cy="566"/>
                <a:chOff x="6180" y="7994"/>
                <a:chExt cx="680" cy="566"/>
              </a:xfrm>
            </p:grpSpPr>
            <p:sp>
              <p:nvSpPr>
                <p:cNvPr id="85" name="流程图: 延期 84"/>
                <p:cNvSpPr/>
                <p:nvPr>
                  <p:custDataLst>
                    <p:tags r:id="rId59"/>
                  </p:custDataLst>
                </p:nvPr>
              </p:nvSpPr>
              <p:spPr>
                <a:xfrm>
                  <a:off x="6180" y="7994"/>
                  <a:ext cx="680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86" name="直接箭头连接符 85"/>
                <p:cNvCxnSpPr/>
                <p:nvPr>
                  <p:custDataLst>
                    <p:tags r:id="rId60"/>
                  </p:custDataLst>
                </p:nvPr>
              </p:nvCxnSpPr>
              <p:spPr bwMode="auto">
                <a:xfrm>
                  <a:off x="6180" y="7999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87" name="任意多边形 86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6180" y="7996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88" name="直接箭头连接符 87"/>
              <p:cNvCxnSpPr/>
              <p:nvPr>
                <p:custDataLst>
                  <p:tags r:id="rId56"/>
                </p:custDataLst>
              </p:nvPr>
            </p:nvCxnSpPr>
            <p:spPr bwMode="auto">
              <a:xfrm flipV="1">
                <a:off x="3175" y="7312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9" name="直接箭头连接符 88"/>
              <p:cNvCxnSpPr/>
              <p:nvPr>
                <p:custDataLst>
                  <p:tags r:id="rId57"/>
                </p:custDataLst>
              </p:nvPr>
            </p:nvCxnSpPr>
            <p:spPr bwMode="auto">
              <a:xfrm flipV="1">
                <a:off x="3175" y="7652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0" name="椭圆 89"/>
              <p:cNvSpPr/>
              <p:nvPr>
                <p:custDataLst>
                  <p:tags r:id="rId58"/>
                </p:custDataLst>
              </p:nvPr>
            </p:nvSpPr>
            <p:spPr>
              <a:xfrm>
                <a:off x="4082" y="742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6" name="组合 175"/>
            <p:cNvGrpSpPr/>
            <p:nvPr/>
          </p:nvGrpSpPr>
          <p:grpSpPr>
            <a:xfrm>
              <a:off x="4989" y="5046"/>
              <a:ext cx="1814" cy="680"/>
              <a:chOff x="4989" y="5102"/>
              <a:chExt cx="1814" cy="680"/>
            </a:xfrm>
          </p:grpSpPr>
          <p:cxnSp>
            <p:nvCxnSpPr>
              <p:cNvPr id="73" name="直接箭头连接符 72"/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5329" y="527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4" name="直接箭头连接符 73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5329" y="561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5" name="直接箭头连接符 74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6236" y="544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76" name="Text Box 191"/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4989" y="5102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77" name="Text Box 191"/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6463" y="5271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grpSp>
            <p:nvGrpSpPr>
              <p:cNvPr id="175" name="组合 174"/>
              <p:cNvGrpSpPr/>
              <p:nvPr/>
            </p:nvGrpSpPr>
            <p:grpSpPr>
              <a:xfrm>
                <a:off x="5554" y="5158"/>
                <a:ext cx="681" cy="566"/>
                <a:chOff x="5554" y="5158"/>
                <a:chExt cx="681" cy="566"/>
              </a:xfrm>
            </p:grpSpPr>
            <p:sp>
              <p:nvSpPr>
                <p:cNvPr id="72" name="Text Box 36"/>
                <p:cNvSpPr txBox="1">
                  <a:spLocks noChangeArrowheads="1"/>
                </p:cNvSpPr>
                <p:nvPr>
                  <p:custDataLst>
                    <p:tags r:id="rId53"/>
                  </p:custDataLst>
                </p:nvPr>
              </p:nvSpPr>
              <p:spPr bwMode="auto">
                <a:xfrm>
                  <a:off x="5554" y="5158"/>
                  <a:ext cx="567" cy="56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u="none" dirty="0">
                      <a:latin typeface="宋体" panose="02010600030101010101" pitchFamily="2" charset="-122"/>
                    </a:rPr>
                    <a:t>≥</a:t>
                  </a:r>
                  <a:r>
                    <a:rPr lang="en-US" altLang="zh-CN" sz="1800" b="1" u="none" dirty="0"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91" name="椭圆 90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6123" y="5395"/>
                  <a:ext cx="113" cy="113"/>
                </a:xfrm>
                <a:prstGeom prst="ellipse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 Box 101"/>
                <p:cNvSpPr txBox="1">
                  <a:spLocks noChangeArrowheads="1"/>
                </p:cNvSpPr>
                <p:nvPr>
                  <p:custDataLst>
                    <p:tags r:id="rId47"/>
                  </p:custDataLst>
                </p:nvPr>
              </p:nvSpPr>
              <p:spPr bwMode="auto">
                <a:xfrm>
                  <a:off x="7313" y="5211"/>
                  <a:ext cx="1474" cy="397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pPr algn="l"/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F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＝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X</m:t>
                          </m:r>
                          <m:r>
                            <a:rPr lang="en-US" altLang="zh-CN" sz="1800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  <a:sym typeface="+mn-ea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sz="1800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Y</m:t>
                          </m:r>
                        </m:e>
                      </m:acc>
                    </m:oMath>
                  </a14:m>
                  <a:endPara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92" name="Text 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7"/>
                  </p:custDataLst>
                </p:nvPr>
              </p:nvSpPr>
              <p:spPr bwMode="auto">
                <a:xfrm>
                  <a:off x="7313" y="5211"/>
                  <a:ext cx="1474" cy="397"/>
                </a:xfrm>
                <a:prstGeom prst="rect">
                  <a:avLst/>
                </a:prstGeom>
                <a:blipFill rotWithShape="1">
                  <a:blip r:embed="rId128"/>
                </a:blipFill>
                <a:ln w="19050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9" name="文本框 208"/>
          <p:cNvSpPr txBox="1"/>
          <p:nvPr/>
        </p:nvSpPr>
        <p:spPr>
          <a:xfrm>
            <a:off x="6552000" y="1281430"/>
            <a:ext cx="2304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6195" rIns="36195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6552000" y="1767205"/>
            <a:ext cx="2304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6195" rIns="36195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某个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6552000" y="2252980"/>
            <a:ext cx="2304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6195" rIns="36195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相反值</a:t>
            </a:r>
          </a:p>
        </p:txBody>
      </p:sp>
      <p:sp>
        <p:nvSpPr>
          <p:cNvPr id="212" name="文本框 211"/>
          <p:cNvSpPr txBox="1"/>
          <p:nvPr/>
        </p:nvSpPr>
        <p:spPr>
          <a:xfrm>
            <a:off x="6552000" y="2736000"/>
            <a:ext cx="2304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6195" rIns="36195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某个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6552000" y="3240000"/>
            <a:ext cx="2304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6195" rIns="36195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6552000" y="3759835"/>
            <a:ext cx="2304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6195" rIns="36195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不同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6552000" y="4317365"/>
            <a:ext cx="23040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36195" rIns="36195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相同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16" name="表格 215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88439240"/>
              </p:ext>
            </p:extLst>
          </p:nvPr>
        </p:nvGraphicFramePr>
        <p:xfrm>
          <a:off x="827584" y="4932000"/>
          <a:ext cx="1094105" cy="120357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8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361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X•Y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7" name="表格 216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28289134"/>
              </p:ext>
            </p:extLst>
          </p:nvPr>
        </p:nvGraphicFramePr>
        <p:xfrm>
          <a:off x="2049537" y="4932000"/>
          <a:ext cx="1024280" cy="12111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3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361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X+Y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9" name="表格 218"/>
              <p:cNvGraphicFramePr>
                <a:graphicFrameLocks noGrp="1"/>
              </p:cNvGraphicFramePr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564794079"/>
                  </p:ext>
                </p:extLst>
              </p:nvPr>
            </p:nvGraphicFramePr>
            <p:xfrm>
              <a:off x="3804047" y="4930972"/>
              <a:ext cx="1141978" cy="120738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08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90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20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162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</a:t>
                          </a: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Y</a:t>
                          </a:r>
                        </a:p>
                      </a:txBody>
                      <a:tcPr marL="36195" marR="36195" marT="3619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8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  <a:sym typeface="+mn-ea"/>
                                      </a:rPr>
                                      <m:t>X</m:t>
                                    </m:r>
                                    <m:r>
                                      <a:rPr lang="en-US" altLang="zh-CN" sz="1800" b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  <a:sym typeface="+mn-ea"/>
                                      </a:rPr>
                                      <m:t>•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  <a:sym typeface="+mn-ea"/>
                                      </a:rPr>
                                      <m:t>Y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8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907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907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907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06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9" name="表格 218"/>
              <p:cNvGraphicFramePr>
                <a:graphicFrameLocks noGrp="1"/>
              </p:cNvGraphicFramePr>
              <p:nvPr>
                <p:custDataLst>
                  <p:tags r:id="rId129"/>
                </p:custDataLst>
                <p:extLst>
                  <p:ext uri="{D42A27DB-BD31-4B8C-83A1-F6EECF244321}">
                    <p14:modId xmlns:p14="http://schemas.microsoft.com/office/powerpoint/2010/main" val="564794079"/>
                  </p:ext>
                </p:extLst>
              </p:nvPr>
            </p:nvGraphicFramePr>
            <p:xfrm>
              <a:off x="3804047" y="4930972"/>
              <a:ext cx="1141978" cy="120738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08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90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20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162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</a:t>
                          </a: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Y</a:t>
                          </a:r>
                        </a:p>
                      </a:txBody>
                      <a:tcPr marL="36195" marR="36195" marT="3619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30"/>
                          <a:stretch>
                            <a:fillRect l="-108791" t="-22000" r="-2198" b="-34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21" name="表格 220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044390268"/>
              </p:ext>
            </p:extLst>
          </p:nvPr>
        </p:nvGraphicFramePr>
        <p:xfrm>
          <a:off x="6366738" y="4932000"/>
          <a:ext cx="1171575" cy="12073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361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X⊕Y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2" name="表格 221"/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44008653"/>
              </p:ext>
            </p:extLst>
          </p:nvPr>
        </p:nvGraphicFramePr>
        <p:xfrm>
          <a:off x="7655897" y="4932000"/>
          <a:ext cx="1178560" cy="120357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8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361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X⊙Y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698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698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3" name="表格 222"/>
              <p:cNvGraphicFramePr>
                <a:graphicFrameLocks noGrp="1"/>
              </p:cNvGraphicFramePr>
              <p:nvPr>
                <p:custDataLst>
                  <p:tags r:id="rId8"/>
                </p:custDataLst>
                <p:extLst>
                  <p:ext uri="{D42A27DB-BD31-4B8C-83A1-F6EECF244321}">
                    <p14:modId xmlns:p14="http://schemas.microsoft.com/office/powerpoint/2010/main" val="3224976921"/>
                  </p:ext>
                </p:extLst>
              </p:nvPr>
            </p:nvGraphicFramePr>
            <p:xfrm>
              <a:off x="3197111" y="4932000"/>
              <a:ext cx="524778" cy="743077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08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019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</a:t>
                          </a: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8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8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36195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907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06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3" name="表格 222"/>
              <p:cNvGraphicFramePr>
                <a:graphicFrameLocks noGrp="1"/>
              </p:cNvGraphicFramePr>
              <p:nvPr>
                <p:custDataLst>
                  <p:tags r:id="rId131"/>
                </p:custDataLst>
                <p:extLst>
                  <p:ext uri="{D42A27DB-BD31-4B8C-83A1-F6EECF244321}">
                    <p14:modId xmlns:p14="http://schemas.microsoft.com/office/powerpoint/2010/main" val="3224976921"/>
                  </p:ext>
                </p:extLst>
              </p:nvPr>
            </p:nvGraphicFramePr>
            <p:xfrm>
              <a:off x="3197111" y="4932000"/>
              <a:ext cx="524778" cy="743077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08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3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019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</a:t>
                          </a: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36195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32"/>
                          <a:stretch>
                            <a:fillRect l="-125641" t="-27083" r="-5128" b="-20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4" name="表格 223"/>
              <p:cNvGraphicFramePr>
                <a:graphicFrameLocks noGrp="1"/>
              </p:cNvGraphicFramePr>
              <p:nvPr>
                <p:custDataLst>
                  <p:tags r:id="rId9"/>
                </p:custDataLst>
                <p:extLst>
                  <p:ext uri="{D42A27DB-BD31-4B8C-83A1-F6EECF244321}">
                    <p14:modId xmlns:p14="http://schemas.microsoft.com/office/powerpoint/2010/main" val="3367932869"/>
                  </p:ext>
                </p:extLst>
              </p:nvPr>
            </p:nvGraphicFramePr>
            <p:xfrm>
              <a:off x="5045219" y="4932000"/>
              <a:ext cx="1196950" cy="120802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08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90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0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226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</a:t>
                          </a: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Y</a:t>
                          </a:r>
                        </a:p>
                      </a:txBody>
                      <a:tcPr marL="36195" marR="36195" marT="3619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8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  <a:sym typeface="+mn-ea"/>
                                      </a:rPr>
                                      <m:t>X</m:t>
                                    </m:r>
                                    <m:r>
                                      <a:rPr lang="en-US" altLang="zh-CN" sz="1800" b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  <a:sym typeface="+mn-ea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  <a:sym typeface="+mn-ea"/>
                                      </a:rPr>
                                      <m:t>Y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8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907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907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9075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06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4" name="表格 223"/>
              <p:cNvGraphicFramePr>
                <a:graphicFrameLocks noGrp="1"/>
              </p:cNvGraphicFramePr>
              <p:nvPr>
                <p:custDataLst>
                  <p:tags r:id="rId133"/>
                </p:custDataLst>
                <p:extLst>
                  <p:ext uri="{D42A27DB-BD31-4B8C-83A1-F6EECF244321}">
                    <p14:modId xmlns:p14="http://schemas.microsoft.com/office/powerpoint/2010/main" val="3367932869"/>
                  </p:ext>
                </p:extLst>
              </p:nvPr>
            </p:nvGraphicFramePr>
            <p:xfrm>
              <a:off x="5045219" y="4932000"/>
              <a:ext cx="1196950" cy="120802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08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90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70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2260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</a:t>
                          </a:r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Y</a:t>
                          </a:r>
                        </a:p>
                      </a:txBody>
                      <a:tcPr marL="36195" marR="36195" marT="3619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3619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34"/>
                          <a:stretch>
                            <a:fillRect l="-98000" t="-24000" r="-3000" b="-34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6441"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    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  <a:buNone/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  <a:sym typeface="+mn-ea"/>
                            </a:rPr>
                            <a:t>1</a:t>
                          </a:r>
                        </a:p>
                      </a:txBody>
                      <a:tcPr marL="36195" marR="36195" marT="6985" marB="0" anchor="ctr">
                        <a:lnL>
                          <a:noFill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auto">
                            <a:lnSpc>
                              <a:spcPct val="80000"/>
                            </a:lnSpc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6985" marB="0" anchor="ctr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>
                          <a:noFill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44" name="组合 243"/>
          <p:cNvGrpSpPr/>
          <p:nvPr/>
        </p:nvGrpSpPr>
        <p:grpSpPr>
          <a:xfrm>
            <a:off x="2268220" y="3672205"/>
            <a:ext cx="4140200" cy="504190"/>
            <a:chOff x="3572" y="5783"/>
            <a:chExt cx="6520" cy="794"/>
          </a:xfrm>
        </p:grpSpPr>
        <p:grpSp>
          <p:nvGrpSpPr>
            <p:cNvPr id="94" name="组合 93"/>
            <p:cNvGrpSpPr/>
            <p:nvPr/>
          </p:nvGrpSpPr>
          <p:grpSpPr>
            <a:xfrm>
              <a:off x="5839" y="5839"/>
              <a:ext cx="1814" cy="680"/>
              <a:chOff x="11891" y="4829"/>
              <a:chExt cx="1814" cy="680"/>
            </a:xfrm>
          </p:grpSpPr>
          <p:sp>
            <p:nvSpPr>
              <p:cNvPr id="96" name="Text Box 36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2456" y="4885"/>
                <a:ext cx="567" cy="56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=1</a:t>
                </a:r>
              </a:p>
            </p:txBody>
          </p:sp>
          <p:cxnSp>
            <p:nvCxnSpPr>
              <p:cNvPr id="98" name="直接箭头连接符 97"/>
              <p:cNvCxnSpPr/>
              <p:nvPr>
                <p:custDataLst>
                  <p:tags r:id="rId42"/>
                </p:custDataLst>
              </p:nvPr>
            </p:nvCxnSpPr>
            <p:spPr bwMode="auto">
              <a:xfrm flipV="1">
                <a:off x="12231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9" name="直接箭头连接符 98"/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12231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0" name="直接箭头连接符 99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13023" y="5168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01" name="Text Box 191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11891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03" name="Text Box 191"/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13365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3572" y="5839"/>
              <a:ext cx="1928" cy="680"/>
              <a:chOff x="2721" y="7421"/>
              <a:chExt cx="1928" cy="680"/>
            </a:xfrm>
          </p:grpSpPr>
          <p:grpSp>
            <p:nvGrpSpPr>
              <p:cNvPr id="105" name="组合 104"/>
              <p:cNvGrpSpPr/>
              <p:nvPr/>
            </p:nvGrpSpPr>
            <p:grpSpPr>
              <a:xfrm>
                <a:off x="2721" y="7421"/>
                <a:ext cx="1928" cy="680"/>
                <a:chOff x="9396" y="4816"/>
                <a:chExt cx="1928" cy="680"/>
              </a:xfrm>
            </p:grpSpPr>
            <p:cxnSp>
              <p:nvCxnSpPr>
                <p:cNvPr id="106" name="直接箭头连接符 105"/>
                <p:cNvCxnSpPr/>
                <p:nvPr>
                  <p:custDataLst>
                    <p:tags r:id="rId38"/>
                  </p:custDataLst>
                </p:nvPr>
              </p:nvCxnSpPr>
              <p:spPr bwMode="auto">
                <a:xfrm flipV="1">
                  <a:off x="10644" y="5156"/>
                  <a:ext cx="340" cy="0"/>
                </a:xfrm>
                <a:prstGeom prst="straightConnector1">
                  <a:avLst/>
                </a:prstGeom>
                <a:noFill/>
                <a:ln w="158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07" name="Text Box 191"/>
                <p:cNvSpPr txBox="1">
                  <a:spLocks noChangeArrowheads="1"/>
                </p:cNvSpPr>
                <p:nvPr>
                  <p:custDataLst>
                    <p:tags r:id="rId39"/>
                  </p:custDataLst>
                </p:nvPr>
              </p:nvSpPr>
              <p:spPr bwMode="auto">
                <a:xfrm>
                  <a:off x="9396" y="4816"/>
                  <a:ext cx="340" cy="6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X</a:t>
                  </a:r>
                </a:p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108" name="Text Box 191"/>
                <p:cNvSpPr txBox="1">
                  <a:spLocks noChangeArrowheads="1"/>
                </p:cNvSpPr>
                <p:nvPr>
                  <p:custDataLst>
                    <p:tags r:id="rId40"/>
                  </p:custDataLst>
                </p:nvPr>
              </p:nvSpPr>
              <p:spPr bwMode="auto">
                <a:xfrm>
                  <a:off x="10984" y="4998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F</a:t>
                  </a: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3288" y="7477"/>
                <a:ext cx="680" cy="566"/>
                <a:chOff x="3402" y="2835"/>
                <a:chExt cx="680" cy="566"/>
              </a:xfrm>
            </p:grpSpPr>
            <p:cxnSp>
              <p:nvCxnSpPr>
                <p:cNvPr id="110" name="直接箭头连接符 109"/>
                <p:cNvCxnSpPr>
                  <a:endCxn id="113" idx="4"/>
                </p:cNvCxnSpPr>
                <p:nvPr>
                  <p:custDataLst>
                    <p:tags r:id="rId33"/>
                  </p:custDataLst>
                </p:nvPr>
              </p:nvCxnSpPr>
              <p:spPr bwMode="auto">
                <a:xfrm>
                  <a:off x="3405" y="2890"/>
                  <a:ext cx="0" cy="510"/>
                </a:xfrm>
                <a:prstGeom prst="straightConnector1">
                  <a:avLst/>
                </a:prstGeom>
                <a:noFill/>
                <a:ln w="19050" cap="flat" cmpd="sng" algn="ctr">
                  <a:noFill/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11" name="流程图: 延期 110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3458" y="2835"/>
                  <a:ext cx="624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12" name="直接箭头连接符 111"/>
                <p:cNvCxnSpPr/>
                <p:nvPr>
                  <p:custDataLst>
                    <p:tags r:id="rId35"/>
                  </p:custDataLst>
                </p:nvPr>
              </p:nvCxnSpPr>
              <p:spPr bwMode="auto">
                <a:xfrm>
                  <a:off x="3458" y="2840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13" name="任意多边形 112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3402" y="2837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4" name="任意多边形 113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3458" y="2835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15" name="直接箭头连接符 114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3061" y="7591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6" name="直接箭头连接符 115"/>
              <p:cNvCxnSpPr/>
              <p:nvPr>
                <p:custDataLst>
                  <p:tags r:id="rId32"/>
                </p:custDataLst>
              </p:nvPr>
            </p:nvCxnSpPr>
            <p:spPr bwMode="auto">
              <a:xfrm flipV="1">
                <a:off x="3061" y="7931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 Box 101"/>
                <p:cNvSpPr txBox="1">
                  <a:spLocks noChangeArrowheads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8164" y="5783"/>
                  <a:ext cx="1928" cy="79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 lIns="18000" tIns="10800" rIns="18000" bIns="10800" anchor="t" anchorCtr="0"/>
                <a:lstStyle/>
                <a:p>
                  <a:pPr algn="l"/>
                  <a:r>
                    <a:rPr lang="en-US" altLang="zh-CN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F</a:t>
                  </a:r>
                  <a:r>
                    <a:rPr lang="zh-CN" altLang="en-US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＝</a:t>
                  </a:r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X</a:t>
                  </a:r>
                  <a:r>
                    <a:rPr lang="en-US" altLang="zh-CN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⊕</a:t>
                  </a:r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Y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 </a:t>
                  </a:r>
                  <a:r>
                    <a:rPr lang="zh-CN" altLang="en-US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＝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a14:m>
                  <a:r>
                    <a:rPr lang="en-US" altLang="zh-CN" sz="1800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•</a:t>
                  </a:r>
                  <a:r>
                    <a:rPr lang="en-US" altLang="zh-CN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Y+X</a:t>
                  </a:r>
                  <a:r>
                    <a:rPr lang="en-US" altLang="zh-CN" sz="1800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•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Y</m:t>
                          </m:r>
                        </m:e>
                      </m:acc>
                    </m:oMath>
                  </a14:m>
                  <a:endPara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6" name="Text 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35"/>
                  </p:custDataLst>
                </p:nvPr>
              </p:nvSpPr>
              <p:spPr bwMode="auto">
                <a:xfrm>
                  <a:off x="8164" y="5783"/>
                  <a:ext cx="1928" cy="794"/>
                </a:xfrm>
                <a:prstGeom prst="rect">
                  <a:avLst/>
                </a:prstGeom>
                <a:blipFill rotWithShape="1">
                  <a:blip r:embed="rId136"/>
                </a:blipFill>
                <a:ln w="19050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5" name="组合 244"/>
          <p:cNvGrpSpPr/>
          <p:nvPr/>
        </p:nvGrpSpPr>
        <p:grpSpPr>
          <a:xfrm>
            <a:off x="2268220" y="4248150"/>
            <a:ext cx="4140200" cy="504190"/>
            <a:chOff x="3572" y="6690"/>
            <a:chExt cx="6520" cy="794"/>
          </a:xfrm>
        </p:grpSpPr>
        <p:grpSp>
          <p:nvGrpSpPr>
            <p:cNvPr id="172" name="组合 171"/>
            <p:cNvGrpSpPr/>
            <p:nvPr/>
          </p:nvGrpSpPr>
          <p:grpSpPr>
            <a:xfrm>
              <a:off x="3572" y="6690"/>
              <a:ext cx="1928" cy="680"/>
              <a:chOff x="2721" y="6576"/>
              <a:chExt cx="1928" cy="680"/>
            </a:xfrm>
          </p:grpSpPr>
          <p:grpSp>
            <p:nvGrpSpPr>
              <p:cNvPr id="118" name="组合 117"/>
              <p:cNvGrpSpPr/>
              <p:nvPr/>
            </p:nvGrpSpPr>
            <p:grpSpPr>
              <a:xfrm>
                <a:off x="2721" y="6576"/>
                <a:ext cx="1928" cy="680"/>
                <a:chOff x="9396" y="4816"/>
                <a:chExt cx="1928" cy="680"/>
              </a:xfrm>
            </p:grpSpPr>
            <p:cxnSp>
              <p:nvCxnSpPr>
                <p:cNvPr id="119" name="直接箭头连接符 118"/>
                <p:cNvCxnSpPr/>
                <p:nvPr>
                  <p:custDataLst>
                    <p:tags r:id="rId27"/>
                  </p:custDataLst>
                </p:nvPr>
              </p:nvCxnSpPr>
              <p:spPr bwMode="auto">
                <a:xfrm flipV="1">
                  <a:off x="10757" y="5156"/>
                  <a:ext cx="227" cy="0"/>
                </a:xfrm>
                <a:prstGeom prst="straightConnector1">
                  <a:avLst/>
                </a:prstGeom>
                <a:noFill/>
                <a:ln w="158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20" name="Text Box 191"/>
                <p:cNvSpPr txBox="1">
                  <a:spLocks noChangeArrowheads="1"/>
                </p:cNvSpPr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9396" y="4816"/>
                  <a:ext cx="340" cy="6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X</a:t>
                  </a:r>
                </a:p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121" name="Text Box 191"/>
                <p:cNvSpPr txBox="1">
                  <a:spLocks noChangeArrowheads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10984" y="4998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F</a:t>
                  </a:r>
                </a:p>
              </p:txBody>
            </p:sp>
          </p:grpSp>
          <p:grpSp>
            <p:nvGrpSpPr>
              <p:cNvPr id="171" name="组合 170"/>
              <p:cNvGrpSpPr/>
              <p:nvPr/>
            </p:nvGrpSpPr>
            <p:grpSpPr>
              <a:xfrm>
                <a:off x="3288" y="6632"/>
                <a:ext cx="793" cy="566"/>
                <a:chOff x="3288" y="6632"/>
                <a:chExt cx="793" cy="566"/>
              </a:xfrm>
            </p:grpSpPr>
            <p:cxnSp>
              <p:nvCxnSpPr>
                <p:cNvPr id="124" name="直接箭头连接符 123"/>
                <p:cNvCxnSpPr>
                  <a:endCxn id="132" idx="4"/>
                </p:cNvCxnSpPr>
                <p:nvPr>
                  <p:custDataLst>
                    <p:tags r:id="rId21"/>
                  </p:custDataLst>
                </p:nvPr>
              </p:nvCxnSpPr>
              <p:spPr bwMode="auto">
                <a:xfrm>
                  <a:off x="3291" y="6687"/>
                  <a:ext cx="0" cy="510"/>
                </a:xfrm>
                <a:prstGeom prst="straightConnector1">
                  <a:avLst/>
                </a:prstGeom>
                <a:noFill/>
                <a:ln w="19050" cap="flat" cmpd="sng" algn="ctr">
                  <a:noFill/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25" name="流程图: 延期 12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3344" y="6632"/>
                  <a:ext cx="624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26" name="直接箭头连接符 125"/>
                <p:cNvCxnSpPr/>
                <p:nvPr>
                  <p:custDataLst>
                    <p:tags r:id="rId23"/>
                  </p:custDataLst>
                </p:nvPr>
              </p:nvCxnSpPr>
              <p:spPr bwMode="auto">
                <a:xfrm>
                  <a:off x="3344" y="6637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32" name="任意多边形 13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3288" y="6634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" name="任意多边形 1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344" y="6632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6" name="椭圆 145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969" y="6860"/>
                  <a:ext cx="113" cy="113"/>
                </a:xfrm>
                <a:prstGeom prst="ellipse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42" name="直接箭头连接符 141"/>
              <p:cNvCxnSpPr/>
              <p:nvPr>
                <p:custDataLst>
                  <p:tags r:id="rId19"/>
                </p:custDataLst>
              </p:nvPr>
            </p:nvCxnSpPr>
            <p:spPr bwMode="auto">
              <a:xfrm flipV="1">
                <a:off x="3061" y="674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3" name="直接箭头连接符 142"/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3061" y="7086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74" name="组合 173"/>
            <p:cNvGrpSpPr/>
            <p:nvPr/>
          </p:nvGrpSpPr>
          <p:grpSpPr>
            <a:xfrm>
              <a:off x="5840" y="6690"/>
              <a:ext cx="1814" cy="680"/>
              <a:chOff x="4989" y="6576"/>
              <a:chExt cx="1814" cy="680"/>
            </a:xfrm>
          </p:grpSpPr>
          <p:cxnSp>
            <p:nvCxnSpPr>
              <p:cNvPr id="164" name="直接箭头连接符 163"/>
              <p:cNvCxnSpPr/>
              <p:nvPr>
                <p:custDataLst>
                  <p:tags r:id="rId13"/>
                </p:custDataLst>
              </p:nvPr>
            </p:nvCxnSpPr>
            <p:spPr bwMode="auto">
              <a:xfrm flipV="1">
                <a:off x="5329" y="674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5" name="直接箭头连接符 164"/>
              <p:cNvCxnSpPr/>
              <p:nvPr>
                <p:custDataLst>
                  <p:tags r:id="rId14"/>
                </p:custDataLst>
              </p:nvPr>
            </p:nvCxnSpPr>
            <p:spPr bwMode="auto">
              <a:xfrm flipV="1">
                <a:off x="5329" y="708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66" name="直接箭头连接符 165"/>
              <p:cNvCxnSpPr/>
              <p:nvPr>
                <p:custDataLst>
                  <p:tags r:id="rId15"/>
                </p:custDataLst>
              </p:nvPr>
            </p:nvCxnSpPr>
            <p:spPr bwMode="auto">
              <a:xfrm flipV="1">
                <a:off x="6122" y="6915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67" name="Text Box 191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989" y="6576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68" name="Text Box 191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6463" y="6745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163" name="Text Box 36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554" y="6632"/>
                <a:ext cx="567" cy="56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=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 Box 101"/>
                <p:cNvSpPr txBox="1">
                  <a:spLocks noChangeArrowheads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8164" y="6690"/>
                  <a:ext cx="1928" cy="794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 lIns="18000" tIns="10800" rIns="18000" bIns="10800" anchor="t" anchorCtr="0"/>
                <a:lstStyle/>
                <a:p>
                  <a:pPr algn="l"/>
                  <a:r>
                    <a:rPr lang="en-US" altLang="zh-CN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F</a:t>
                  </a:r>
                  <a:r>
                    <a:rPr lang="zh-CN" altLang="en-US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＝</a:t>
                  </a:r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X</a:t>
                  </a:r>
                  <a:r>
                    <a:rPr lang="en-US" altLang="zh-CN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⊙</a:t>
                  </a:r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Y</a:t>
                  </a:r>
                </a:p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8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cs typeface="宋体" panose="02010600030101010101" pitchFamily="2" charset="-122"/>
                    </a:rPr>
                    <a:t> </a:t>
                  </a:r>
                  <a:r>
                    <a:rPr lang="zh-CN" altLang="en-US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＝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a14:m>
                  <a:r>
                    <a:rPr lang="en-US" altLang="zh-CN" sz="1800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•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8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Y</m:t>
                          </m:r>
                        </m:e>
                      </m:acc>
                    </m:oMath>
                  </a14:m>
                  <a:r>
                    <a:rPr lang="en-US" altLang="zh-CN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+X</a:t>
                  </a:r>
                  <a:r>
                    <a:rPr lang="en-US" altLang="zh-CN" sz="1800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•</a:t>
                  </a:r>
                  <a:r>
                    <a:rPr lang="en-US" altLang="zh-CN" sz="1800" b="1" dirty="0">
                      <a:latin typeface="宋体" panose="02010600030101010101" pitchFamily="2" charset="-122"/>
                      <a:cs typeface="宋体" panose="02010600030101010101" pitchFamily="2" charset="-122"/>
                      <a:sym typeface="+mn-ea"/>
                    </a:rPr>
                    <a:t>Y</a:t>
                  </a:r>
                  <a:endPara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41" name="Text 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37"/>
                  </p:custDataLst>
                </p:nvPr>
              </p:nvSpPr>
              <p:spPr bwMode="auto">
                <a:xfrm>
                  <a:off x="8164" y="6690"/>
                  <a:ext cx="1928" cy="794"/>
                </a:xfrm>
                <a:prstGeom prst="rect">
                  <a:avLst/>
                </a:prstGeom>
                <a:blipFill rotWithShape="1">
                  <a:blip r:embed="rId138"/>
                </a:blipFill>
                <a:ln w="19050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471" name="AutoShape 455">
            <a:hlinkClick r:id="rId139" action="ppaction://hlinksldjump" highlightClick="1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210" grpId="0"/>
      <p:bldP spid="211" grpId="0"/>
      <p:bldP spid="212" grpId="0"/>
      <p:bldP spid="213" grpId="0"/>
      <p:bldP spid="214" grpId="0"/>
      <p:bldP spid="2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243718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263" y="332656"/>
            <a:ext cx="8785225" cy="1306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、数字抽象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又称逻辑采样</a:t>
            </a:r>
          </a:p>
          <a:p>
            <a:pPr marL="986790" indent="-98679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指将物理量的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值集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个子集，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对应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于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个状态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转为数字信号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将状态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为逻辑值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数字信号表示</a:t>
            </a:r>
          </a:p>
        </p:txBody>
      </p:sp>
      <p:sp>
        <p:nvSpPr>
          <p:cNvPr id="60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070" y="1592656"/>
            <a:ext cx="3091180" cy="2760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数字信号的状态：</a:t>
            </a:r>
          </a:p>
          <a:p>
            <a:pPr>
              <a:lnSpc>
                <a:spcPct val="100000"/>
              </a:lnSpc>
            </a:pP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数字信号的表示：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5175" y="1988586"/>
            <a:ext cx="8199120" cy="2760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高态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(High)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、低态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(Low)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，对应于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一定范围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内的电压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称为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阈值范围</a:t>
            </a:r>
            <a:endParaRPr lang="zh-CN" altLang="en-US" sz="18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阈值范围之外的称为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未定义区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有正逻辑、负逻辑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种表示方法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30842727"/>
              </p:ext>
            </p:extLst>
          </p:nvPr>
        </p:nvGraphicFramePr>
        <p:xfrm>
          <a:off x="1828165" y="4732421"/>
          <a:ext cx="5546090" cy="104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逻辑值</a:t>
                      </a:r>
                    </a:p>
                  </a:txBody>
                  <a:tcPr marL="36195" marR="36195" marT="17780" marB="1778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正逻辑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0" dirty="0" err="1">
                          <a:solidFill>
                            <a:schemeClr val="tx1"/>
                          </a:solidFill>
                          <a:sym typeface="+mn-ea"/>
                        </a:rPr>
                        <a:t>Postitive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sym typeface="+mn-ea"/>
                        </a:rPr>
                        <a:t> Logic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36195" marR="36195" marT="17780" marB="1778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负逻辑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sym typeface="+mn-ea"/>
                        </a:rPr>
                        <a:t>Negative Logic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195" marR="36195" marT="17780" marB="1778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7780" marB="1778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低电平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高电平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7780" marB="1778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高电平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低电平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1889125" y="2501552"/>
            <a:ext cx="2592070" cy="1296035"/>
            <a:chOff x="10885" y="4479"/>
            <a:chExt cx="4082" cy="2041"/>
          </a:xfrm>
        </p:grpSpPr>
        <p:sp>
          <p:nvSpPr>
            <p:cNvPr id="16" name="Text Box 3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679" y="4649"/>
              <a:ext cx="1361" cy="56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高态</a:t>
              </a:r>
            </a:p>
          </p:txBody>
        </p:sp>
        <p:sp>
          <p:nvSpPr>
            <p:cNvPr id="17" name="Text Box 3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679" y="5216"/>
              <a:ext cx="1361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未定义</a:t>
              </a:r>
            </a:p>
          </p:txBody>
        </p:sp>
        <p:sp>
          <p:nvSpPr>
            <p:cNvPr id="18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679" y="5783"/>
              <a:ext cx="1361" cy="56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低态</a:t>
              </a:r>
            </a:p>
          </p:txBody>
        </p:sp>
        <p:sp>
          <p:nvSpPr>
            <p:cNvPr id="20" name="Text Box 1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885" y="4479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+5V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1509" y="464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1452" y="521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1452" y="578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11452" y="635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" name="Text Box 19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885" y="6180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0V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3153" y="4720"/>
              <a:ext cx="181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高电平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范围</a:t>
              </a:r>
            </a:p>
          </p:txBody>
        </p:sp>
        <p:sp>
          <p:nvSpPr>
            <p:cNvPr id="5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3153" y="5801"/>
              <a:ext cx="181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低电平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范围</a:t>
              </a:r>
            </a:p>
          </p:txBody>
        </p:sp>
        <p:sp>
          <p:nvSpPr>
            <p:cNvPr id="36" name="右大括号 35"/>
            <p:cNvSpPr/>
            <p:nvPr>
              <p:custDataLst>
                <p:tags r:id="rId16"/>
              </p:custDataLst>
            </p:nvPr>
          </p:nvSpPr>
          <p:spPr>
            <a:xfrm>
              <a:off x="13068" y="4649"/>
              <a:ext cx="142" cy="567"/>
            </a:xfrm>
            <a:prstGeom prst="righ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右大括号 36"/>
            <p:cNvSpPr/>
            <p:nvPr>
              <p:custDataLst>
                <p:tags r:id="rId17"/>
              </p:custDataLst>
            </p:nvPr>
          </p:nvSpPr>
          <p:spPr>
            <a:xfrm>
              <a:off x="13068" y="5783"/>
              <a:ext cx="142" cy="567"/>
            </a:xfrm>
            <a:prstGeom prst="righ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179070" y="332656"/>
            <a:ext cx="4039235" cy="4255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阈值范围的设定：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供电轨道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输出电压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输入电压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常见范围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直流噪声容限：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高态</a:t>
            </a:r>
            <a:r>
              <a:rPr lang="zh-CN" altLang="zh-CN" sz="2200" b="1" dirty="0">
                <a:solidFill>
                  <a:schemeClr val="accent2"/>
                </a:solidFill>
                <a:sym typeface="+mn-ea"/>
              </a:rPr>
              <a:t>直流噪声容限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</a:t>
            </a:r>
            <a:r>
              <a:rPr lang="en-US" altLang="zh-CN" sz="2200" b="1" baseline="-25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低态</a:t>
            </a:r>
            <a:r>
              <a:rPr lang="zh-CN" altLang="zh-CN" sz="2200" b="1" dirty="0">
                <a:solidFill>
                  <a:schemeClr val="accent2"/>
                </a:solidFill>
                <a:sym typeface="+mn-ea"/>
              </a:rPr>
              <a:t>直流噪声容限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</a:t>
            </a:r>
            <a:r>
              <a:rPr lang="en-US" altLang="zh-CN" sz="2200" b="1" baseline="-25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72000" y="332656"/>
            <a:ext cx="7269296" cy="41983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目标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输出端电压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能被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其它门的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输入端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识别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电源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>
                <a:latin typeface="宋体" panose="02010600030101010101" pitchFamily="2" charset="-122"/>
                <a:sym typeface="+mn-ea"/>
              </a:rPr>
              <a:t>CC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、地线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GND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>
                <a:latin typeface="宋体" panose="02010600030101010101" pitchFamily="2" charset="-122"/>
                <a:sym typeface="+mn-ea"/>
              </a:rPr>
              <a:t>CC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常为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5.0V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±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10%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>
                <a:latin typeface="宋体" panose="02010600030101010101" pitchFamily="2" charset="-122"/>
                <a:sym typeface="+mn-ea"/>
              </a:rPr>
              <a:t>OUT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受负载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晶体管导通时的电阻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及噪声影响，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OHmin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0.1V</a:t>
            </a:r>
            <a:r>
              <a:rPr lang="zh-CN" altLang="en-US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OLmax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GND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0.1V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电阻较小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>
                <a:latin typeface="宋体" panose="02010600030101010101" pitchFamily="2" charset="-122"/>
                <a:sym typeface="+mn-ea"/>
              </a:rPr>
              <a:t>IN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取决于晶体管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控制开关的阈值电压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←1.5V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左右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IHmin</a:t>
            </a:r>
            <a:r>
              <a:rPr lang="zh-CN" altLang="en-US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CC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en-US" altLang="zh-CN" sz="2200" b="1" dirty="0" err="1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70%</a:t>
            </a:r>
            <a:r>
              <a:rPr lang="zh-CN" altLang="en-US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ILmax</a:t>
            </a:r>
            <a:r>
              <a:rPr lang="zh-CN" altLang="en-US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CC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30%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包容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负载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噪声</a:t>
            </a:r>
            <a:endParaRPr lang="en-US" altLang="zh-CN" sz="2200" b="1" dirty="0" err="1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spc="-50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OHmin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≈4.4V</a:t>
            </a:r>
            <a:r>
              <a:rPr lang="zh-CN" altLang="en-US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spc="-50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OLmax</a:t>
            </a:r>
            <a:r>
              <a:rPr lang="zh-CN" altLang="en-US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0.1V</a:t>
            </a:r>
            <a:r>
              <a:rPr lang="zh-CN" altLang="en-US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spc="-50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IHmin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≈3.15V</a:t>
            </a:r>
            <a:r>
              <a:rPr lang="zh-CN" altLang="en-US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spc="-50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ILmax</a:t>
            </a:r>
            <a:r>
              <a:rPr lang="en-US" altLang="zh-CN" sz="2200" b="1" spc="-5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≈1.35V</a:t>
            </a:r>
            <a:endParaRPr lang="en-US" altLang="zh-CN" sz="2200" b="1" spc="-50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ym typeface="+mn-ea"/>
              </a:rPr>
              <a:t>指输出电压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无法被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输入端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识别</a:t>
            </a:r>
            <a:r>
              <a:rPr lang="zh-CN" altLang="en-US" sz="2200" b="1" dirty="0">
                <a:sym typeface="+mn-ea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噪声极限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NM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OHmin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IHmin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≈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4.4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3.15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1.25V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NM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ILmax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2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OLmax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≈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1.35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0.1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1.25V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2085975" y="4535265"/>
            <a:ext cx="5221080" cy="2087785"/>
            <a:chOff x="3398" y="6803"/>
            <a:chExt cx="8222" cy="3288"/>
          </a:xfrm>
        </p:grpSpPr>
        <p:sp>
          <p:nvSpPr>
            <p:cNvPr id="47" name="Text Box 3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215" y="7256"/>
              <a:ext cx="1361" cy="45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高态</a:t>
              </a:r>
            </a:p>
          </p:txBody>
        </p:sp>
        <p:sp>
          <p:nvSpPr>
            <p:cNvPr id="49" name="Text Box 19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200" y="7086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CC</a:t>
              </a:r>
            </a:p>
          </p:txBody>
        </p:sp>
        <p:sp>
          <p:nvSpPr>
            <p:cNvPr id="50" name="Text Box 19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632" y="7314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OHmin</a:t>
              </a:r>
            </a:p>
          </p:txBody>
        </p:sp>
        <p:cxnSp>
          <p:nvCxnSpPr>
            <p:cNvPr id="52" name="直接箭头连接符 51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6576" y="7256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3" name="直接箭头连接符 52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6576" y="7711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4" name="Text Box 3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215" y="7710"/>
              <a:ext cx="1361" cy="175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未定义</a:t>
              </a:r>
            </a:p>
          </p:txBody>
        </p:sp>
        <p:sp>
          <p:nvSpPr>
            <p:cNvPr id="56" name="Text Box 3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215" y="9468"/>
              <a:ext cx="1361" cy="45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低态</a:t>
              </a:r>
            </a:p>
          </p:txBody>
        </p:sp>
        <p:sp>
          <p:nvSpPr>
            <p:cNvPr id="57" name="Text Box 19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633" y="9072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OLmax</a:t>
              </a:r>
            </a:p>
          </p:txBody>
        </p:sp>
        <p:sp>
          <p:nvSpPr>
            <p:cNvPr id="58" name="Text Box 3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8389" y="7256"/>
              <a:ext cx="1361" cy="90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高态</a:t>
              </a:r>
            </a:p>
          </p:txBody>
        </p:sp>
        <p:sp>
          <p:nvSpPr>
            <p:cNvPr id="59" name="Text Box 36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389" y="8163"/>
              <a:ext cx="1361" cy="8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未定义</a:t>
              </a:r>
            </a:p>
          </p:txBody>
        </p:sp>
        <p:sp>
          <p:nvSpPr>
            <p:cNvPr id="63" name="Text Box 36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8389" y="9014"/>
              <a:ext cx="1361" cy="90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低态</a:t>
              </a:r>
            </a:p>
          </p:txBody>
        </p:sp>
        <p:cxnSp>
          <p:nvCxnSpPr>
            <p:cNvPr id="64" name="直接箭头连接符 63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7372" y="8163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2" name="Text Box 19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597" y="8163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IHmin</a:t>
              </a:r>
            </a:p>
          </p:txBody>
        </p:sp>
        <p:cxnSp>
          <p:nvCxnSpPr>
            <p:cNvPr id="75" name="直接箭头连接符 74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7767" y="7256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7369" y="9014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7" name="Text Box 19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597" y="8617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ILmax</a:t>
              </a:r>
            </a:p>
          </p:txBody>
        </p:sp>
        <p:cxnSp>
          <p:nvCxnSpPr>
            <p:cNvPr id="78" name="直接箭头连接符 77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576" y="9468"/>
              <a:ext cx="102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1" name="Text Box 19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200" y="975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2" name="直接箭头连接符 81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6576" y="992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3" name="直接箭头连接符 82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7823" y="992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7" name="Text Box 19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398" y="7256"/>
              <a:ext cx="181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高电平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范围</a:t>
              </a:r>
            </a:p>
          </p:txBody>
        </p:sp>
        <p:sp>
          <p:nvSpPr>
            <p:cNvPr id="90" name="Text Box 19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398" y="9354"/>
              <a:ext cx="181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低电平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范围</a:t>
              </a:r>
            </a:p>
          </p:txBody>
        </p:sp>
        <p:sp>
          <p:nvSpPr>
            <p:cNvPr id="91" name="Text Box 19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9806" y="7230"/>
              <a:ext cx="1814" cy="9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高电平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范围</a:t>
              </a:r>
            </a:p>
          </p:txBody>
        </p:sp>
        <p:sp>
          <p:nvSpPr>
            <p:cNvPr id="92" name="Text Box 19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06" y="8900"/>
              <a:ext cx="1814" cy="9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低电平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范围</a:t>
              </a:r>
            </a:p>
          </p:txBody>
        </p:sp>
        <p:sp>
          <p:nvSpPr>
            <p:cNvPr id="93" name="Text Box 19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5327" y="6803"/>
              <a:ext cx="113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输出端</a:t>
              </a:r>
            </a:p>
          </p:txBody>
        </p:sp>
        <p:sp>
          <p:nvSpPr>
            <p:cNvPr id="94" name="Text Box 191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8503" y="6803"/>
              <a:ext cx="113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输入端</a:t>
              </a: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4679315" y="5095240"/>
            <a:ext cx="395605" cy="1132205"/>
            <a:chOff x="7482" y="7685"/>
            <a:chExt cx="623" cy="1783"/>
          </a:xfrm>
        </p:grpSpPr>
        <p:sp>
          <p:nvSpPr>
            <p:cNvPr id="74" name="Text Box 19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539" y="7685"/>
              <a:ext cx="567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b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NM</a:t>
              </a:r>
              <a:r>
                <a:rPr lang="en-US" altLang="zh-CN" sz="1600" b="1" baseline="-25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H</a:t>
              </a:r>
            </a:p>
          </p:txBody>
        </p:sp>
        <p:sp>
          <p:nvSpPr>
            <p:cNvPr id="80" name="Text Box 19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7482" y="9014"/>
              <a:ext cx="567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NM</a:t>
              </a:r>
              <a:r>
                <a:rPr lang="en-US" altLang="zh-CN" sz="1600" b="1" baseline="-25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L</a:t>
              </a:r>
            </a:p>
          </p:txBody>
        </p:sp>
        <p:cxnSp>
          <p:nvCxnSpPr>
            <p:cNvPr id="67" name="直接箭头连接符 66"/>
            <p:cNvCxnSpPr/>
            <p:nvPr>
              <p:custDataLst>
                <p:tags r:id="rId33"/>
              </p:custDataLst>
            </p:nvPr>
          </p:nvCxnSpPr>
          <p:spPr bwMode="auto">
            <a:xfrm>
              <a:off x="7515" y="7718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/>
            <p:nvPr>
              <p:custDataLst>
                <p:tags r:id="rId34"/>
              </p:custDataLst>
            </p:nvPr>
          </p:nvCxnSpPr>
          <p:spPr bwMode="auto">
            <a:xfrm>
              <a:off x="7489" y="9014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</p:grpSp>
      <p:grpSp>
        <p:nvGrpSpPr>
          <p:cNvPr id="70" name="组合 69"/>
          <p:cNvGrpSpPr/>
          <p:nvPr/>
        </p:nvGrpSpPr>
        <p:grpSpPr>
          <a:xfrm>
            <a:off x="7544375" y="413470"/>
            <a:ext cx="1348105" cy="1367790"/>
            <a:chOff x="964" y="7426"/>
            <a:chExt cx="2123" cy="2154"/>
          </a:xfrm>
        </p:grpSpPr>
        <p:sp>
          <p:nvSpPr>
            <p:cNvPr id="18" name="Text Box 19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551" y="742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CC</a:t>
              </a:r>
            </a:p>
          </p:txBody>
        </p:sp>
        <p:sp>
          <p:nvSpPr>
            <p:cNvPr id="21" name="Rectangle 35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417" y="8219"/>
              <a:ext cx="340" cy="794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Rectangle 35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531" y="8275"/>
              <a:ext cx="113" cy="227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3" name="直接连接符 22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1587" y="8502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椭圆 23"/>
            <p:cNvSpPr/>
            <p:nvPr>
              <p:custDataLst>
                <p:tags r:id="rId6"/>
              </p:custDataLst>
            </p:nvPr>
          </p:nvSpPr>
          <p:spPr>
            <a:xfrm>
              <a:off x="1530" y="8616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7"/>
              </p:custDataLst>
            </p:nvPr>
          </p:nvSpPr>
          <p:spPr>
            <a:xfrm>
              <a:off x="1530" y="8842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1587" y="8672"/>
              <a:ext cx="17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587" y="8956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587" y="7880"/>
              <a:ext cx="0" cy="39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64" y="8674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Text Box 19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438" y="9240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13"/>
              </p:custDataLst>
            </p:nvPr>
          </p:nvCxnSpPr>
          <p:spPr bwMode="auto">
            <a:xfrm>
              <a:off x="1191" y="8787"/>
              <a:ext cx="33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14"/>
              </p:custDataLst>
            </p:nvPr>
          </p:nvCxnSpPr>
          <p:spPr bwMode="auto">
            <a:xfrm>
              <a:off x="1587" y="8561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15"/>
              </p:custDataLst>
            </p:nvPr>
          </p:nvCxnSpPr>
          <p:spPr bwMode="auto">
            <a:xfrm>
              <a:off x="1588" y="9127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16"/>
              </p:custDataLst>
            </p:nvPr>
          </p:nvCxnSpPr>
          <p:spPr bwMode="auto">
            <a:xfrm>
              <a:off x="1587" y="7880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17"/>
              </p:custDataLst>
            </p:nvPr>
          </p:nvCxnSpPr>
          <p:spPr bwMode="auto">
            <a:xfrm>
              <a:off x="1871" y="7880"/>
              <a:ext cx="0" cy="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36" name="Rectangle 355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550" y="7992"/>
              <a:ext cx="340" cy="794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35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664" y="8048"/>
              <a:ext cx="113" cy="227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8" name="直接连接符 37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2720" y="8275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椭圆 38"/>
            <p:cNvSpPr/>
            <p:nvPr>
              <p:custDataLst>
                <p:tags r:id="rId21"/>
              </p:custDataLst>
            </p:nvPr>
          </p:nvSpPr>
          <p:spPr>
            <a:xfrm>
              <a:off x="2663" y="8389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椭圆 39"/>
            <p:cNvSpPr/>
            <p:nvPr>
              <p:custDataLst>
                <p:tags r:id="rId22"/>
              </p:custDataLst>
            </p:nvPr>
          </p:nvSpPr>
          <p:spPr>
            <a:xfrm>
              <a:off x="2663" y="8615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1" name="直接连接符 40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2720" y="8445"/>
              <a:ext cx="17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2720" y="8729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2720" y="776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26"/>
              </p:custDataLst>
            </p:nvPr>
          </p:nvCxnSpPr>
          <p:spPr bwMode="auto">
            <a:xfrm>
              <a:off x="2041" y="8560"/>
              <a:ext cx="62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27"/>
              </p:custDataLst>
            </p:nvPr>
          </p:nvCxnSpPr>
          <p:spPr bwMode="auto">
            <a:xfrm>
              <a:off x="2720" y="8334"/>
              <a:ext cx="36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28"/>
              </p:custDataLst>
            </p:nvPr>
          </p:nvCxnSpPr>
          <p:spPr bwMode="auto">
            <a:xfrm>
              <a:off x="2437" y="8559"/>
              <a:ext cx="0" cy="5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65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870" y="805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66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984" y="8672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37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135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1162126"/>
            <a:ext cx="3091180" cy="52663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*MOS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晶体管：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26234" y="1592656"/>
            <a:ext cx="7515057" cy="4843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P-N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结＋控制极，引脚有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栅极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(Gate)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、源极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(Source)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、漏极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(Drain)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沟道型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NMOS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上图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沟道型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PMOS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上图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P/N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反过来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下图是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种画法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可抽象为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电压控制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电阻导体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(D-S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间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←G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端为控制端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导通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800" b="1" baseline="-16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、截止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(I</a:t>
            </a:r>
            <a:r>
              <a:rPr lang="en-US" altLang="zh-CN" sz="1800" b="1" baseline="-16000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0)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36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263" y="332656"/>
            <a:ext cx="8785225" cy="8839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CMOS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晶体管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spc="-50" dirty="0">
                <a:solidFill>
                  <a:schemeClr val="tx1"/>
                </a:solidFill>
                <a:uFillTx/>
                <a:cs typeface="Times New Roman" panose="02020603050405020304" pitchFamily="18" charset="0"/>
                <a:sym typeface="+mn-ea"/>
              </a:rPr>
              <a:t>Complementary Metal Oxide Semiconductor</a:t>
            </a:r>
            <a:r>
              <a:rPr lang="en-US" altLang="zh-CN" sz="18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zh-CN" altLang="en-US" sz="14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金属氧化物半导体场效应晶体管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数字电路元件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电子管、晶体管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TTL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型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MOS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型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←MOS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型为主流</a:t>
            </a:r>
            <a:endParaRPr lang="en-US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2089785" y="2139081"/>
            <a:ext cx="6429375" cy="720090"/>
            <a:chOff x="3969" y="6180"/>
            <a:chExt cx="10125" cy="1134"/>
          </a:xfrm>
        </p:grpSpPr>
        <p:sp>
          <p:nvSpPr>
            <p:cNvPr id="148" name="Text Box 127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8992" y="6293"/>
              <a:ext cx="5102" cy="8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u="none" dirty="0">
                  <a:latin typeface="宋体" panose="02010600030101010101" pitchFamily="2" charset="-122"/>
                </a:rPr>
                <a:t>P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、</a:t>
              </a:r>
              <a:r>
                <a:rPr lang="en-US" sz="1600" b="1" u="none" dirty="0">
                  <a:latin typeface="宋体" panose="02010600030101010101" pitchFamily="2" charset="-122"/>
                </a:rPr>
                <a:t>N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为添加杂质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增强导电性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的硅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,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>
                  <a:latin typeface="宋体" panose="02010600030101010101" pitchFamily="2" charset="-122"/>
                </a:rPr>
                <a:t>蓝色为金属氧化层</a:t>
              </a:r>
              <a:r>
                <a:rPr lang="zh-CN" sz="1600" b="1" dirty="0">
                  <a:latin typeface="宋体" panose="02010600030101010101" pitchFamily="2" charset="-122"/>
                  <a:sym typeface="+mn-ea"/>
                </a:rPr>
                <a:t>，灰色为绝缘层</a:t>
              </a:r>
              <a:endParaRPr 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7315" y="6180"/>
              <a:ext cx="1134" cy="1134"/>
              <a:chOff x="1403910" y="4541645"/>
              <a:chExt cx="719834" cy="720129"/>
            </a:xfrm>
          </p:grpSpPr>
          <p:sp>
            <p:nvSpPr>
              <p:cNvPr id="164" name="Rectangle 355"/>
              <p:cNvSpPr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1475744" y="4613706"/>
                <a:ext cx="648000" cy="576000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Text Box 383"/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1511680" y="4685642"/>
                <a:ext cx="180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2" name="Text Box 383"/>
              <p:cNvSpPr txBox="1">
                <a:spLocks noChangeArrowheads="1"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1907704" y="4973674"/>
                <a:ext cx="216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1" name="Text Box 383"/>
              <p:cNvSpPr txBox="1"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1907704" y="4613658"/>
                <a:ext cx="216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65" name="直接连接符 164"/>
              <p:cNvCxnSpPr/>
              <p:nvPr>
                <p:custDataLst>
                  <p:tags r:id="rId157"/>
                </p:custDataLst>
              </p:nvPr>
            </p:nvCxnSpPr>
            <p:spPr bwMode="auto">
              <a:xfrm>
                <a:off x="1691680" y="4829658"/>
                <a:ext cx="0" cy="144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8" name="直接连接符 137"/>
              <p:cNvCxnSpPr/>
              <p:nvPr>
                <p:custDataLst>
                  <p:tags r:id="rId158"/>
                </p:custDataLst>
              </p:nvPr>
            </p:nvCxnSpPr>
            <p:spPr bwMode="auto">
              <a:xfrm flipH="1">
                <a:off x="1403910" y="4901666"/>
                <a:ext cx="287880" cy="6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7" name="直接连接符 166"/>
              <p:cNvCxnSpPr/>
              <p:nvPr>
                <p:custDataLst>
                  <p:tags r:id="rId159"/>
                </p:custDataLst>
              </p:nvPr>
            </p:nvCxnSpPr>
            <p:spPr bwMode="auto">
              <a:xfrm flipH="1">
                <a:off x="1763688" y="4829657"/>
                <a:ext cx="144000" cy="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8" name="直接连接符 167"/>
              <p:cNvCxnSpPr/>
              <p:nvPr>
                <p:custDataLst>
                  <p:tags r:id="rId160"/>
                </p:custDataLst>
              </p:nvPr>
            </p:nvCxnSpPr>
            <p:spPr bwMode="auto">
              <a:xfrm flipH="1">
                <a:off x="1763688" y="4973674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9" name="直接连接符 168"/>
              <p:cNvCxnSpPr/>
              <p:nvPr>
                <p:custDataLst>
                  <p:tags r:id="rId161"/>
                </p:custDataLst>
              </p:nvPr>
            </p:nvCxnSpPr>
            <p:spPr bwMode="auto">
              <a:xfrm flipH="1" flipV="1">
                <a:off x="1907704" y="4970122"/>
                <a:ext cx="0" cy="29165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" name="直接连接符 169"/>
              <p:cNvCxnSpPr/>
              <p:nvPr>
                <p:custDataLst>
                  <p:tags r:id="rId162"/>
                </p:custDataLst>
              </p:nvPr>
            </p:nvCxnSpPr>
            <p:spPr bwMode="auto">
              <a:xfrm flipV="1">
                <a:off x="1907704" y="4541645"/>
                <a:ext cx="0" cy="29165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4" name="直接连接符 173"/>
              <p:cNvCxnSpPr/>
              <p:nvPr>
                <p:custDataLst>
                  <p:tags r:id="rId163"/>
                </p:custDataLst>
              </p:nvPr>
            </p:nvCxnSpPr>
            <p:spPr bwMode="auto">
              <a:xfrm>
                <a:off x="1763688" y="4761303"/>
                <a:ext cx="596" cy="288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0" name="组合 159"/>
            <p:cNvGrpSpPr/>
            <p:nvPr/>
          </p:nvGrpSpPr>
          <p:grpSpPr>
            <a:xfrm>
              <a:off x="3969" y="6180"/>
              <a:ext cx="2834" cy="1082"/>
              <a:chOff x="3969" y="6180"/>
              <a:chExt cx="2834" cy="1082"/>
            </a:xfrm>
          </p:grpSpPr>
          <p:sp>
            <p:nvSpPr>
              <p:cNvPr id="176" name="Rectangle 124"/>
              <p:cNvSpPr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4309" y="6692"/>
                <a:ext cx="2154" cy="56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36195" tIns="10795" rIns="36195" bIns="0" anchor="b" anchorCtr="0"/>
              <a:lstStyle/>
              <a:p>
                <a:pPr marL="0" indent="0" algn="ctr" eaLnBrk="1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600" b="1" u="none" dirty="0">
                  <a:latin typeface="+mn-ea"/>
                  <a:ea typeface="+mn-ea"/>
                </a:endParaRPr>
              </a:p>
              <a:p>
                <a:pPr marL="0" indent="0" algn="ctr" eaLnBrk="1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600" b="1" u="none" dirty="0">
                  <a:latin typeface="+mn-ea"/>
                  <a:ea typeface="+mn-ea"/>
                </a:endParaRPr>
              </a:p>
              <a:p>
                <a:pPr marL="0" indent="0" algn="ctr" eaLnBrk="1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150" name="Rectangle 133" descr="宽上对角线"/>
              <p:cNvSpPr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5896" y="6692"/>
                <a:ext cx="567" cy="3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r">
                  <a:lnSpc>
                    <a:spcPct val="90000"/>
                  </a:lnSpc>
                </a:pPr>
                <a:endParaRPr lang="zh-CN" altLang="en-US" sz="1600" baseline="-18000" dirty="0">
                  <a:latin typeface="+mn-ea"/>
                  <a:ea typeface="+mn-ea"/>
                </a:endParaRPr>
              </a:p>
            </p:txBody>
          </p:sp>
          <p:sp>
            <p:nvSpPr>
              <p:cNvPr id="149" name="Rectangle 133" descr="宽上对角线"/>
              <p:cNvSpPr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4309" y="6692"/>
                <a:ext cx="567" cy="3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r">
                  <a:lnSpc>
                    <a:spcPct val="90000"/>
                  </a:lnSpc>
                </a:pPr>
                <a:endParaRPr lang="zh-CN" altLang="en-US" sz="1600" baseline="-18000" dirty="0">
                  <a:latin typeface="+mn-ea"/>
                  <a:ea typeface="+mn-ea"/>
                </a:endParaRPr>
              </a:p>
            </p:txBody>
          </p:sp>
          <p:sp>
            <p:nvSpPr>
              <p:cNvPr id="175" name="Rectangle 133" descr="宽上对角线"/>
              <p:cNvSpPr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4309" y="6576"/>
                <a:ext cx="2154" cy="11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r">
                  <a:lnSpc>
                    <a:spcPct val="90000"/>
                  </a:lnSpc>
                </a:pPr>
                <a:endParaRPr lang="zh-CN" altLang="en-US" sz="1600" baseline="-18000" dirty="0">
                  <a:latin typeface="+mn-ea"/>
                  <a:ea typeface="+mn-ea"/>
                </a:endParaRPr>
              </a:p>
            </p:txBody>
          </p:sp>
          <p:sp>
            <p:nvSpPr>
              <p:cNvPr id="178" name="Text Box 127"/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3969" y="6180"/>
                <a:ext cx="2835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u="none" dirty="0">
                    <a:latin typeface="宋体" panose="02010600030101010101" pitchFamily="2" charset="-122"/>
                  </a:rPr>
                  <a:t>源极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S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栅极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G 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漏极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82" name="Rectangle 134"/>
              <p:cNvSpPr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4539" y="6578"/>
                <a:ext cx="113" cy="113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Rectangle 135"/>
              <p:cNvSpPr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4763" y="6578"/>
                <a:ext cx="1247" cy="57"/>
              </a:xfrm>
              <a:prstGeom prst="rect">
                <a:avLst/>
              </a:prstGeom>
              <a:solidFill>
                <a:schemeClr val="tx1">
                  <a:alpha val="80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Rectangle 136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6124" y="6578"/>
                <a:ext cx="113" cy="113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45" name="直接连接符 144"/>
              <p:cNvCxnSpPr/>
              <p:nvPr>
                <p:custDataLst>
                  <p:tags r:id="rId143"/>
                </p:custDataLst>
              </p:nvPr>
            </p:nvCxnSpPr>
            <p:spPr bwMode="auto">
              <a:xfrm flipH="1">
                <a:off x="4876" y="6860"/>
                <a:ext cx="102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1" name="直接连接符 150"/>
              <p:cNvCxnSpPr/>
              <p:nvPr>
                <p:custDataLst>
                  <p:tags r:id="rId144"/>
                </p:custDataLst>
              </p:nvPr>
            </p:nvCxnSpPr>
            <p:spPr bwMode="auto">
              <a:xfrm flipH="1">
                <a:off x="5907" y="6692"/>
                <a:ext cx="544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2" name="直接连接符 151"/>
              <p:cNvCxnSpPr/>
              <p:nvPr>
                <p:custDataLst>
                  <p:tags r:id="rId145"/>
                </p:custDataLst>
              </p:nvPr>
            </p:nvCxnSpPr>
            <p:spPr bwMode="auto">
              <a:xfrm flipH="1">
                <a:off x="4320" y="6692"/>
                <a:ext cx="544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7" name="Text Box 126"/>
              <p:cNvSpPr txBox="1"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4423" y="6690"/>
                <a:ext cx="340" cy="283"/>
              </a:xfrm>
              <a:prstGeom prst="rect">
                <a:avLst/>
              </a:prstGeom>
              <a:solidFill>
                <a:srgbClr val="CC99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600" b="1" u="none" baseline="3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0" name="Text Box 131"/>
              <p:cNvSpPr txBox="1"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6010" y="6690"/>
                <a:ext cx="340" cy="283"/>
              </a:xfrm>
              <a:prstGeom prst="rect">
                <a:avLst/>
              </a:prstGeom>
              <a:solidFill>
                <a:srgbClr val="CC99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600" b="1" u="none" baseline="3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5" name="Rectangle 135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4762" y="6633"/>
                <a:ext cx="1247" cy="57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56" name="直接连接符 155"/>
              <p:cNvCxnSpPr/>
              <p:nvPr>
                <p:custDataLst>
                  <p:tags r:id="rId149"/>
                </p:custDataLst>
              </p:nvPr>
            </p:nvCxnSpPr>
            <p:spPr bwMode="auto">
              <a:xfrm flipV="1">
                <a:off x="6180" y="6463"/>
                <a:ext cx="0" cy="11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" name="直接连接符 156"/>
              <p:cNvCxnSpPr/>
              <p:nvPr>
                <p:custDataLst>
                  <p:tags r:id="rId150"/>
                </p:custDataLst>
              </p:nvPr>
            </p:nvCxnSpPr>
            <p:spPr bwMode="auto">
              <a:xfrm flipV="1">
                <a:off x="4592" y="6463"/>
                <a:ext cx="0" cy="11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8" name="直接连接符 157"/>
              <p:cNvCxnSpPr/>
              <p:nvPr>
                <p:custDataLst>
                  <p:tags r:id="rId151"/>
                </p:custDataLst>
              </p:nvPr>
            </p:nvCxnSpPr>
            <p:spPr bwMode="auto">
              <a:xfrm flipV="1">
                <a:off x="5386" y="6463"/>
                <a:ext cx="0" cy="11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9" name="Text Box 127"/>
              <p:cNvSpPr txBox="1"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4934" y="6980"/>
                <a:ext cx="907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b="1" u="none" dirty="0">
                    <a:latin typeface="宋体" panose="02010600030101010101" pitchFamily="2" charset="-122"/>
                  </a:rPr>
                  <a:t>P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衬底</a:t>
                </a:r>
              </a:p>
            </p:txBody>
          </p:sp>
        </p:grp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2303780" y="3365648"/>
            <a:ext cx="5498310" cy="828140"/>
            <a:chOff x="3628" y="5102"/>
            <a:chExt cx="8659" cy="1304"/>
          </a:xfrm>
        </p:grpSpPr>
        <p:sp>
          <p:nvSpPr>
            <p:cNvPr id="41" name="Text Box 127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4649" y="6066"/>
              <a:ext cx="6803" cy="34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36195" tIns="10800" rIns="18000" bIns="10800" anchor="ctr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注：</a:t>
              </a:r>
              <a:r>
                <a:rPr lang="en-US" sz="1600" b="1" u="none" dirty="0">
                  <a:latin typeface="宋体" panose="02010600030101010101" pitchFamily="2" charset="-122"/>
                </a:rPr>
                <a:t>P</a:t>
              </a:r>
              <a:r>
                <a:rPr lang="zh-CN" sz="1600" b="1" u="none" dirty="0">
                  <a:latin typeface="宋体" panose="02010600030101010101" pitchFamily="2" charset="-122"/>
                </a:rPr>
                <a:t>沟道的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端、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S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端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G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端的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逻辑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与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沟道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相反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3628" y="5102"/>
              <a:ext cx="1701" cy="910"/>
              <a:chOff x="3628" y="5102"/>
              <a:chExt cx="1701" cy="910"/>
            </a:xfrm>
          </p:grpSpPr>
          <p:sp>
            <p:nvSpPr>
              <p:cNvPr id="42" name="Rectangle 355"/>
              <p:cNvSpPr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3628" y="5105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Text Box 383"/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4365" y="5102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4" name="Text Box 383"/>
              <p:cNvSpPr txBox="1">
                <a:spLocks noChangeArrowheads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4365" y="5671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" name="Text Box 383"/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3685" y="5218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6" name="直接连接符 45"/>
              <p:cNvCxnSpPr/>
              <p:nvPr>
                <p:custDataLst>
                  <p:tags r:id="rId125"/>
                </p:custDataLst>
              </p:nvPr>
            </p:nvCxnSpPr>
            <p:spPr bwMode="auto">
              <a:xfrm>
                <a:off x="3969" y="544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直接连接符 47"/>
              <p:cNvCxnSpPr/>
              <p:nvPr>
                <p:custDataLst>
                  <p:tags r:id="rId126"/>
                </p:custDataLst>
              </p:nvPr>
            </p:nvCxnSpPr>
            <p:spPr bwMode="auto">
              <a:xfrm flipH="1">
                <a:off x="3628" y="5558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9" name="直接连接符 48"/>
              <p:cNvCxnSpPr/>
              <p:nvPr>
                <p:custDataLst>
                  <p:tags r:id="rId127"/>
                </p:custDataLst>
              </p:nvPr>
            </p:nvCxnSpPr>
            <p:spPr bwMode="auto">
              <a:xfrm flipH="1">
                <a:off x="4082" y="544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直接连接符 49"/>
              <p:cNvCxnSpPr/>
              <p:nvPr>
                <p:custDataLst>
                  <p:tags r:id="rId128"/>
                </p:custDataLst>
              </p:nvPr>
            </p:nvCxnSpPr>
            <p:spPr bwMode="auto">
              <a:xfrm flipH="1">
                <a:off x="4082" y="567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直接连接符 50"/>
              <p:cNvCxnSpPr/>
              <p:nvPr>
                <p:custDataLst>
                  <p:tags r:id="rId129"/>
                </p:custDataLst>
              </p:nvPr>
            </p:nvCxnSpPr>
            <p:spPr bwMode="auto">
              <a:xfrm flipH="1" flipV="1">
                <a:off x="4309" y="567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/>
              <p:cNvCxnSpPr/>
              <p:nvPr>
                <p:custDataLst>
                  <p:tags r:id="rId130"/>
                </p:custDataLst>
              </p:nvPr>
            </p:nvCxnSpPr>
            <p:spPr bwMode="auto">
              <a:xfrm flipV="1">
                <a:off x="4309" y="5105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直接连接符 52"/>
              <p:cNvCxnSpPr/>
              <p:nvPr>
                <p:custDataLst>
                  <p:tags r:id="rId131"/>
                </p:custDataLst>
              </p:nvPr>
            </p:nvCxnSpPr>
            <p:spPr bwMode="auto">
              <a:xfrm>
                <a:off x="4082" y="5330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Text Box 383"/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4592" y="5390"/>
                <a:ext cx="68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5" name="直接连接符 54"/>
              <p:cNvCxnSpPr/>
              <p:nvPr>
                <p:custDataLst>
                  <p:tags r:id="rId133"/>
                </p:custDataLst>
              </p:nvPr>
            </p:nvCxnSpPr>
            <p:spPr bwMode="auto">
              <a:xfrm>
                <a:off x="4082" y="566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67" name="组合 66"/>
            <p:cNvGrpSpPr/>
            <p:nvPr/>
          </p:nvGrpSpPr>
          <p:grpSpPr>
            <a:xfrm>
              <a:off x="5725" y="5102"/>
              <a:ext cx="1701" cy="907"/>
              <a:chOff x="5951" y="5161"/>
              <a:chExt cx="1701" cy="907"/>
            </a:xfrm>
          </p:grpSpPr>
          <p:sp>
            <p:nvSpPr>
              <p:cNvPr id="57" name="Rectangle 355"/>
              <p:cNvSpPr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5951" y="5161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Text Box 383"/>
              <p:cNvSpPr txBox="1"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6690" y="5216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9" name="Text Box 383"/>
              <p:cNvSpPr txBox="1"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6690" y="5783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0" name="Text Box 383"/>
              <p:cNvSpPr txBox="1"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6008" y="5274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61" name="直接连接符 60"/>
              <p:cNvCxnSpPr/>
              <p:nvPr>
                <p:custDataLst>
                  <p:tags r:id="rId111"/>
                </p:custDataLst>
              </p:nvPr>
            </p:nvCxnSpPr>
            <p:spPr bwMode="auto">
              <a:xfrm>
                <a:off x="6292" y="5501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接连接符 61"/>
              <p:cNvCxnSpPr/>
              <p:nvPr>
                <p:custDataLst>
                  <p:tags r:id="rId112"/>
                </p:custDataLst>
              </p:nvPr>
            </p:nvCxnSpPr>
            <p:spPr bwMode="auto">
              <a:xfrm flipH="1">
                <a:off x="5951" y="5614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接连接符 62"/>
              <p:cNvCxnSpPr/>
              <p:nvPr>
                <p:custDataLst>
                  <p:tags r:id="rId113"/>
                </p:custDataLst>
              </p:nvPr>
            </p:nvCxnSpPr>
            <p:spPr bwMode="auto">
              <a:xfrm flipH="1">
                <a:off x="6405" y="550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接连接符 63"/>
              <p:cNvCxnSpPr/>
              <p:nvPr>
                <p:custDataLst>
                  <p:tags r:id="rId114"/>
                </p:custDataLst>
              </p:nvPr>
            </p:nvCxnSpPr>
            <p:spPr bwMode="auto">
              <a:xfrm flipH="1">
                <a:off x="6405" y="57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接连接符 64"/>
              <p:cNvCxnSpPr/>
              <p:nvPr>
                <p:custDataLst>
                  <p:tags r:id="rId115"/>
                </p:custDataLst>
              </p:nvPr>
            </p:nvCxnSpPr>
            <p:spPr bwMode="auto">
              <a:xfrm flipH="1" flipV="1">
                <a:off x="6632" y="572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接连接符 65"/>
              <p:cNvCxnSpPr/>
              <p:nvPr>
                <p:custDataLst>
                  <p:tags r:id="rId116"/>
                </p:custDataLst>
              </p:nvPr>
            </p:nvCxnSpPr>
            <p:spPr bwMode="auto">
              <a:xfrm flipV="1">
                <a:off x="6632" y="516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接连接符 68"/>
              <p:cNvCxnSpPr/>
              <p:nvPr>
                <p:custDataLst>
                  <p:tags r:id="rId117"/>
                </p:custDataLst>
              </p:nvPr>
            </p:nvCxnSpPr>
            <p:spPr bwMode="auto">
              <a:xfrm>
                <a:off x="6405" y="5393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1" name="Text Box 383"/>
              <p:cNvSpPr txBox="1"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6917" y="5443"/>
                <a:ext cx="680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2" name="椭圆 71"/>
              <p:cNvSpPr/>
              <p:nvPr>
                <p:custDataLst>
                  <p:tags r:id="rId119"/>
                </p:custDataLst>
              </p:nvPr>
            </p:nvSpPr>
            <p:spPr>
              <a:xfrm>
                <a:off x="6158" y="5555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3" name="直接连接符 72"/>
              <p:cNvCxnSpPr/>
              <p:nvPr>
                <p:custDataLst>
                  <p:tags r:id="rId120"/>
                </p:custDataLst>
              </p:nvPr>
            </p:nvCxnSpPr>
            <p:spPr bwMode="auto">
              <a:xfrm flipH="1">
                <a:off x="6406" y="549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74" name="组合 73"/>
            <p:cNvGrpSpPr/>
            <p:nvPr/>
          </p:nvGrpSpPr>
          <p:grpSpPr>
            <a:xfrm>
              <a:off x="8487" y="5102"/>
              <a:ext cx="1701" cy="907"/>
              <a:chOff x="3628" y="6350"/>
              <a:chExt cx="1701" cy="907"/>
            </a:xfrm>
          </p:grpSpPr>
          <p:sp>
            <p:nvSpPr>
              <p:cNvPr id="75" name="Rectangle 355"/>
              <p:cNvSpPr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3628" y="6350"/>
                <a:ext cx="1701" cy="907"/>
              </a:xfrm>
              <a:prstGeom prst="rect">
                <a:avLst/>
              </a:prstGeom>
              <a:solidFill>
                <a:srgbClr val="CCECFF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Text Box 383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4365" y="6350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7" name="Text Box 383"/>
              <p:cNvSpPr txBox="1"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4365" y="6917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8" name="Text Box 383"/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3685" y="6746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79" name="直接连接符 78"/>
              <p:cNvCxnSpPr/>
              <p:nvPr>
                <p:custDataLst>
                  <p:tags r:id="rId96"/>
                </p:custDataLst>
              </p:nvPr>
            </p:nvCxnSpPr>
            <p:spPr bwMode="auto">
              <a:xfrm>
                <a:off x="3969" y="6633"/>
                <a:ext cx="0" cy="454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直接连接符 79"/>
              <p:cNvCxnSpPr/>
              <p:nvPr>
                <p:custDataLst>
                  <p:tags r:id="rId97"/>
                </p:custDataLst>
              </p:nvPr>
            </p:nvCxnSpPr>
            <p:spPr bwMode="auto">
              <a:xfrm flipH="1">
                <a:off x="3628" y="7087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直接连接符 80"/>
              <p:cNvCxnSpPr/>
              <p:nvPr>
                <p:custDataLst>
                  <p:tags r:id="rId98"/>
                </p:custDataLst>
              </p:nvPr>
            </p:nvCxnSpPr>
            <p:spPr bwMode="auto">
              <a:xfrm flipH="1">
                <a:off x="4082" y="660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直接连接符 81"/>
              <p:cNvCxnSpPr/>
              <p:nvPr>
                <p:custDataLst>
                  <p:tags r:id="rId99"/>
                </p:custDataLst>
              </p:nvPr>
            </p:nvCxnSpPr>
            <p:spPr bwMode="auto">
              <a:xfrm flipH="1">
                <a:off x="4082" y="7058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3" name="直接连接符 82"/>
              <p:cNvCxnSpPr/>
              <p:nvPr>
                <p:custDataLst>
                  <p:tags r:id="rId100"/>
                </p:custDataLst>
              </p:nvPr>
            </p:nvCxnSpPr>
            <p:spPr bwMode="auto">
              <a:xfrm flipH="1" flipV="1">
                <a:off x="4309" y="6831"/>
                <a:ext cx="0" cy="425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直接连接符 83"/>
              <p:cNvCxnSpPr/>
              <p:nvPr>
                <p:custDataLst>
                  <p:tags r:id="rId101"/>
                </p:custDataLst>
              </p:nvPr>
            </p:nvCxnSpPr>
            <p:spPr bwMode="auto">
              <a:xfrm flipV="1">
                <a:off x="4309" y="6353"/>
                <a:ext cx="0" cy="255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直接连接符 84"/>
              <p:cNvCxnSpPr/>
              <p:nvPr>
                <p:custDataLst>
                  <p:tags r:id="rId102"/>
                </p:custDataLst>
              </p:nvPr>
            </p:nvCxnSpPr>
            <p:spPr bwMode="auto">
              <a:xfrm>
                <a:off x="4082" y="6520"/>
                <a:ext cx="1" cy="17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6" name="Text Box 383"/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4592" y="6690"/>
                <a:ext cx="680" cy="28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7" name="直接连接符 86"/>
              <p:cNvCxnSpPr/>
              <p:nvPr>
                <p:custDataLst>
                  <p:tags r:id="rId104"/>
                </p:custDataLst>
              </p:nvPr>
            </p:nvCxnSpPr>
            <p:spPr bwMode="auto">
              <a:xfrm>
                <a:off x="4082" y="6746"/>
                <a:ext cx="1" cy="17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直接连接符 87"/>
              <p:cNvCxnSpPr/>
              <p:nvPr>
                <p:custDataLst>
                  <p:tags r:id="rId105"/>
                </p:custDataLst>
              </p:nvPr>
            </p:nvCxnSpPr>
            <p:spPr bwMode="auto">
              <a:xfrm>
                <a:off x="4082" y="6973"/>
                <a:ext cx="1" cy="17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接连接符 88"/>
              <p:cNvCxnSpPr/>
              <p:nvPr>
                <p:custDataLst>
                  <p:tags r:id="rId106"/>
                </p:custDataLst>
              </p:nvPr>
            </p:nvCxnSpPr>
            <p:spPr bwMode="auto">
              <a:xfrm flipH="1">
                <a:off x="4082" y="683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90" name="组合 89"/>
            <p:cNvGrpSpPr/>
            <p:nvPr/>
          </p:nvGrpSpPr>
          <p:grpSpPr>
            <a:xfrm>
              <a:off x="10586" y="5102"/>
              <a:ext cx="1701" cy="907"/>
              <a:chOff x="3628" y="6350"/>
              <a:chExt cx="1701" cy="907"/>
            </a:xfrm>
          </p:grpSpPr>
          <p:sp>
            <p:nvSpPr>
              <p:cNvPr id="91" name="Rectangle 355"/>
              <p:cNvSpPr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3628" y="6350"/>
                <a:ext cx="1701" cy="907"/>
              </a:xfrm>
              <a:prstGeom prst="rect">
                <a:avLst/>
              </a:prstGeom>
              <a:solidFill>
                <a:srgbClr val="CCECFF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Text Box 383"/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4365" y="6350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3" name="Text Box 383"/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4365" y="6917"/>
                <a:ext cx="283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4" name="Text Box 383"/>
              <p:cNvSpPr txBox="1">
                <a:spLocks noChangeArrowheads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3685" y="6746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95" name="直接连接符 94"/>
              <p:cNvCxnSpPr/>
              <p:nvPr>
                <p:custDataLst>
                  <p:tags r:id="rId81"/>
                </p:custDataLst>
              </p:nvPr>
            </p:nvCxnSpPr>
            <p:spPr bwMode="auto">
              <a:xfrm>
                <a:off x="3969" y="6633"/>
                <a:ext cx="0" cy="454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6" name="直接连接符 95"/>
              <p:cNvCxnSpPr/>
              <p:nvPr>
                <p:custDataLst>
                  <p:tags r:id="rId82"/>
                </p:custDataLst>
              </p:nvPr>
            </p:nvCxnSpPr>
            <p:spPr bwMode="auto">
              <a:xfrm flipH="1">
                <a:off x="3628" y="6633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7" name="直接连接符 96"/>
              <p:cNvCxnSpPr/>
              <p:nvPr>
                <p:custDataLst>
                  <p:tags r:id="rId83"/>
                </p:custDataLst>
              </p:nvPr>
            </p:nvCxnSpPr>
            <p:spPr bwMode="auto">
              <a:xfrm flipH="1">
                <a:off x="4082" y="660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8" name="直接连接符 97"/>
              <p:cNvCxnSpPr/>
              <p:nvPr>
                <p:custDataLst>
                  <p:tags r:id="rId84"/>
                </p:custDataLst>
              </p:nvPr>
            </p:nvCxnSpPr>
            <p:spPr bwMode="auto">
              <a:xfrm flipH="1">
                <a:off x="4082" y="7058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直接连接符 98"/>
              <p:cNvCxnSpPr/>
              <p:nvPr>
                <p:custDataLst>
                  <p:tags r:id="rId85"/>
                </p:custDataLst>
              </p:nvPr>
            </p:nvCxnSpPr>
            <p:spPr bwMode="auto">
              <a:xfrm flipH="1" flipV="1">
                <a:off x="4309" y="7059"/>
                <a:ext cx="0" cy="19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直接连接符 99"/>
              <p:cNvCxnSpPr/>
              <p:nvPr>
                <p:custDataLst>
                  <p:tags r:id="rId86"/>
                </p:custDataLst>
              </p:nvPr>
            </p:nvCxnSpPr>
            <p:spPr bwMode="auto">
              <a:xfrm flipV="1">
                <a:off x="4309" y="6353"/>
                <a:ext cx="0" cy="48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1" name="直接连接符 100"/>
              <p:cNvCxnSpPr/>
              <p:nvPr>
                <p:custDataLst>
                  <p:tags r:id="rId87"/>
                </p:custDataLst>
              </p:nvPr>
            </p:nvCxnSpPr>
            <p:spPr bwMode="auto">
              <a:xfrm>
                <a:off x="4082" y="6520"/>
                <a:ext cx="1" cy="17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2" name="Text Box 383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4592" y="6690"/>
                <a:ext cx="680" cy="28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03" name="直接连接符 102"/>
              <p:cNvCxnSpPr/>
              <p:nvPr>
                <p:custDataLst>
                  <p:tags r:id="rId89"/>
                </p:custDataLst>
              </p:nvPr>
            </p:nvCxnSpPr>
            <p:spPr bwMode="auto">
              <a:xfrm>
                <a:off x="4082" y="6746"/>
                <a:ext cx="1" cy="17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4" name="直接连接符 103"/>
              <p:cNvCxnSpPr/>
              <p:nvPr>
                <p:custDataLst>
                  <p:tags r:id="rId90"/>
                </p:custDataLst>
              </p:nvPr>
            </p:nvCxnSpPr>
            <p:spPr bwMode="auto">
              <a:xfrm>
                <a:off x="4082" y="6973"/>
                <a:ext cx="1" cy="17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5" name="直接连接符 104"/>
              <p:cNvCxnSpPr/>
              <p:nvPr>
                <p:custDataLst>
                  <p:tags r:id="rId91"/>
                </p:custDataLst>
              </p:nvPr>
            </p:nvCxnSpPr>
            <p:spPr bwMode="auto">
              <a:xfrm flipH="1">
                <a:off x="4082" y="683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</p:cxnSp>
        </p:grpSp>
        <p:sp>
          <p:nvSpPr>
            <p:cNvPr id="106" name="Text Box 383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7769" y="5443"/>
              <a:ext cx="454" cy="45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或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15616" y="4725144"/>
            <a:ext cx="431800" cy="1043305"/>
            <a:chOff x="7200" y="1701"/>
            <a:chExt cx="680" cy="1643"/>
          </a:xfrm>
        </p:grpSpPr>
        <p:sp>
          <p:nvSpPr>
            <p:cNvPr id="5" name="Rectangle 355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540" y="2098"/>
              <a:ext cx="340" cy="794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Rectangle 355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7654" y="2154"/>
              <a:ext cx="113" cy="227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" name="直接连接符 5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7710" y="2381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7" name="椭圆 46"/>
            <p:cNvSpPr/>
            <p:nvPr>
              <p:custDataLst>
                <p:tags r:id="rId66"/>
              </p:custDataLst>
            </p:nvPr>
          </p:nvSpPr>
          <p:spPr>
            <a:xfrm>
              <a:off x="7653" y="2495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67"/>
              </p:custDataLst>
            </p:nvPr>
          </p:nvSpPr>
          <p:spPr>
            <a:xfrm>
              <a:off x="7653" y="2721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7710" y="2551"/>
              <a:ext cx="17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7427" y="2665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7710" y="2835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7710" y="1984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 Box 19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7200" y="2551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19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7597" y="3061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" name="Text Box 19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7597" y="1701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79" name="Text Box 127">
            <a:extLst>
              <a:ext uri="{FF2B5EF4-FFF2-40B4-BE49-F238E27FC236}">
                <a16:creationId xmlns:a16="http://schemas.microsoft.com/office/drawing/2014/main" id="{5248ADD3-490E-4A8A-86DA-9E453587EF6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80112" y="4725144"/>
            <a:ext cx="3456000" cy="136779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36195" tIns="10800" rIns="18000" bIns="10800" anchor="t" anchorCtr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MOS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管特征：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latin typeface="宋体" panose="02010600030101010101" pitchFamily="2" charset="-122"/>
                <a:sym typeface="+mn-ea"/>
              </a:rPr>
              <a:t>①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V</a:t>
            </a:r>
            <a:r>
              <a:rPr lang="en-US" altLang="zh-CN" sz="1600" b="1" baseline="-16000" dirty="0">
                <a:latin typeface="宋体" panose="02010600030101010101" pitchFamily="2" charset="-122"/>
                <a:sym typeface="+mn-ea"/>
              </a:rPr>
              <a:t>GS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V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很大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(≥</a:t>
            </a:r>
            <a:r>
              <a:rPr lang="en-US" sz="1600" b="1" dirty="0">
                <a:latin typeface="宋体" panose="02010600030101010101" pitchFamily="2" charset="-122"/>
                <a:sym typeface="+mn-ea"/>
              </a:rPr>
              <a:t>1M</a:t>
            </a:r>
            <a:r>
              <a:rPr lang="en-US" sz="1600" dirty="0">
                <a:cs typeface="Times New Roman" panose="02020603050405020304" pitchFamily="18" charset="0"/>
                <a:sym typeface="+mn-ea"/>
              </a:rPr>
              <a:t>Ω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V</a:t>
            </a:r>
            <a:r>
              <a:rPr lang="en-US" altLang="zh-CN" sz="1600" b="1" baseline="-16000" dirty="0">
                <a:latin typeface="宋体" panose="02010600030101010101" pitchFamily="2" charset="-122"/>
                <a:sym typeface="+mn-ea"/>
              </a:rPr>
              <a:t>GS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≥V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很小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10</a:t>
            </a:r>
            <a:r>
              <a:rPr lang="en-US" sz="1600" dirty="0">
                <a:cs typeface="Times New Roman" panose="02020603050405020304" pitchFamily="18" charset="0"/>
                <a:sym typeface="+mn-ea"/>
              </a:rPr>
              <a:t>Ω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②V</a:t>
            </a:r>
            <a:r>
              <a:rPr lang="en-US" altLang="zh-CN" sz="1600" b="1" baseline="-16000" dirty="0">
                <a:latin typeface="宋体" panose="02010600030101010101" pitchFamily="2" charset="-122"/>
                <a:sym typeface="+mn-ea"/>
              </a:rPr>
              <a:t>GS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越大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越大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越小、与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V</a:t>
            </a:r>
            <a:r>
              <a:rPr lang="en-US" altLang="zh-CN" sz="1600" b="1" baseline="-25000" dirty="0">
                <a:latin typeface="宋体" panose="02010600030101010101" pitchFamily="2" charset="-122"/>
                <a:sym typeface="+mn-ea"/>
              </a:rPr>
              <a:t>DS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无关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③V</a:t>
            </a:r>
            <a:r>
              <a: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常＝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0.7V</a:t>
            </a:r>
          </a:p>
        </p:txBody>
      </p: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7790C8CE-5A7C-41D9-8C85-5B2027C1B597}"/>
              </a:ext>
            </a:extLst>
          </p:cNvPr>
          <p:cNvGrpSpPr/>
          <p:nvPr/>
        </p:nvGrpSpPr>
        <p:grpSpPr>
          <a:xfrm>
            <a:off x="1800081" y="4725144"/>
            <a:ext cx="3708023" cy="1080195"/>
            <a:chOff x="1476000" y="4643805"/>
            <a:chExt cx="3708023" cy="1080195"/>
          </a:xfrm>
        </p:grpSpPr>
        <p:grpSp>
          <p:nvGrpSpPr>
            <p:cNvPr id="185" name="组合 184">
              <a:extLst>
                <a:ext uri="{FF2B5EF4-FFF2-40B4-BE49-F238E27FC236}">
                  <a16:creationId xmlns:a16="http://schemas.microsoft.com/office/drawing/2014/main" id="{9421A338-2EA7-4E80-B8E1-2321AE177557}"/>
                </a:ext>
              </a:extLst>
            </p:cNvPr>
            <p:cNvGrpSpPr/>
            <p:nvPr/>
          </p:nvGrpSpPr>
          <p:grpSpPr>
            <a:xfrm>
              <a:off x="1476000" y="4643999"/>
              <a:ext cx="1835849" cy="1080001"/>
              <a:chOff x="1476000" y="4643999"/>
              <a:chExt cx="1835849" cy="1080001"/>
            </a:xfrm>
          </p:grpSpPr>
          <p:cxnSp>
            <p:nvCxnSpPr>
              <p:cNvPr id="231" name="直接连接符 230">
                <a:extLst>
                  <a:ext uri="{FF2B5EF4-FFF2-40B4-BE49-F238E27FC236}">
                    <a16:creationId xmlns:a16="http://schemas.microsoft.com/office/drawing/2014/main" id="{A00FE2C9-15D9-4C01-BEA8-ABA06F0BDA54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>
                <a:off x="2304000" y="4644000"/>
                <a:ext cx="0" cy="288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2" name="直接连接符 231">
                <a:extLst>
                  <a:ext uri="{FF2B5EF4-FFF2-40B4-BE49-F238E27FC236}">
                    <a16:creationId xmlns:a16="http://schemas.microsoft.com/office/drawing/2014/main" id="{D57B397E-B617-4274-8D8E-6E720D8308C5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auto">
              <a:xfrm flipH="1">
                <a:off x="2303012" y="4644000"/>
                <a:ext cx="972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A73B54C9-1138-4D4A-9FA3-A6172B60CDD0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3096000" y="4643999"/>
                <a:ext cx="0" cy="43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234" name="直接连接符 233">
                <a:extLst>
                  <a:ext uri="{FF2B5EF4-FFF2-40B4-BE49-F238E27FC236}">
                    <a16:creationId xmlns:a16="http://schemas.microsoft.com/office/drawing/2014/main" id="{F081F593-F88B-4A04-9859-54C06FC2BAFA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 flipH="1">
                <a:off x="3096000" y="5290869"/>
                <a:ext cx="1270" cy="43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F266F0EF-C48A-4143-81D2-1EBBDC67753B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 flipH="1">
                <a:off x="2303012" y="5506769"/>
                <a:ext cx="0" cy="216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6" name="直接连接符 95">
                <a:extLst>
                  <a:ext uri="{FF2B5EF4-FFF2-40B4-BE49-F238E27FC236}">
                    <a16:creationId xmlns:a16="http://schemas.microsoft.com/office/drawing/2014/main" id="{12D0556E-60AB-44BA-A500-E61AECA18107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 flipH="1">
                <a:off x="1582925" y="5219750"/>
                <a:ext cx="287654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B19C9943-FE24-4C95-AE2E-5A96D350717B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1655950" y="5219750"/>
                <a:ext cx="0" cy="144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8386C040-3733-49EC-B151-AF8C30E256C4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auto">
              <a:xfrm flipH="1">
                <a:off x="1655950" y="5580000"/>
                <a:ext cx="0" cy="144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CBBB47A0-A808-4457-A064-576648AA23B6}"/>
                  </a:ext>
                </a:extLst>
              </p:cNvPr>
              <p:cNvCxnSpPr/>
              <p:nvPr>
                <p:custDataLst>
                  <p:tags r:id="rId43"/>
                </p:custDataLst>
              </p:nvPr>
            </p:nvCxnSpPr>
            <p:spPr bwMode="auto">
              <a:xfrm flipH="1">
                <a:off x="1582925" y="5724000"/>
                <a:ext cx="1692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0" name="Text Box 383">
                <a:extLst>
                  <a:ext uri="{FF2B5EF4-FFF2-40B4-BE49-F238E27FC236}">
                    <a16:creationId xmlns:a16="http://schemas.microsoft.com/office/drawing/2014/main" id="{73D7EFEE-46F4-4094-B06A-DE5BB206D1D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2412000" y="4680000"/>
                <a:ext cx="21589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I</a:t>
                </a:r>
                <a:r>
                  <a:rPr lang="en-US" altLang="zh-CN" sz="1600" b="1" u="none" baseline="-16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241" name="Text Box 383">
                <a:extLst>
                  <a:ext uri="{FF2B5EF4-FFF2-40B4-BE49-F238E27FC236}">
                    <a16:creationId xmlns:a16="http://schemas.microsoft.com/office/drawing/2014/main" id="{FF926940-7A4A-4E16-A3BE-11FDA722E4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2988000" y="5076240"/>
                <a:ext cx="32384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R</a:t>
                </a:r>
                <a:r>
                  <a:rPr lang="en-US" altLang="zh-CN" sz="1600" b="1" u="none" baseline="-16000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DS</a:t>
                </a:r>
              </a:p>
            </p:txBody>
          </p:sp>
          <p:sp>
            <p:nvSpPr>
              <p:cNvPr id="242" name="Text Box 383">
                <a:extLst>
                  <a:ext uri="{FF2B5EF4-FFF2-40B4-BE49-F238E27FC236}">
                    <a16:creationId xmlns:a16="http://schemas.microsoft.com/office/drawing/2014/main" id="{D915EF33-D4F0-4B40-9DEA-B92BE4FB31E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1548000" y="5364000"/>
                <a:ext cx="32384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V</a:t>
                </a:r>
                <a:r>
                  <a:rPr lang="en-US" altLang="zh-CN" sz="1600" b="1" u="none" baseline="-16000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GS</a:t>
                </a:r>
              </a:p>
            </p:txBody>
          </p:sp>
          <p:cxnSp>
            <p:nvCxnSpPr>
              <p:cNvPr id="243" name="直接连接符 242">
                <a:extLst>
                  <a:ext uri="{FF2B5EF4-FFF2-40B4-BE49-F238E27FC236}">
                    <a16:creationId xmlns:a16="http://schemas.microsoft.com/office/drawing/2014/main" id="{5E8AA0FC-344D-480E-9BA7-F1F43DC92096}"/>
                  </a:ext>
                </a:extLst>
              </p:cNvPr>
              <p:cNvCxnSpPr>
                <a:cxnSpLocks/>
              </p:cNvCxnSpPr>
              <p:nvPr>
                <p:custDataLst>
                  <p:tags r:id="rId47"/>
                </p:custDataLst>
              </p:nvPr>
            </p:nvCxnSpPr>
            <p:spPr bwMode="auto">
              <a:xfrm>
                <a:off x="2376000" y="4716000"/>
                <a:ext cx="953" cy="18019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244" name="Rectangle 355">
                <a:extLst>
                  <a:ext uri="{FF2B5EF4-FFF2-40B4-BE49-F238E27FC236}">
                    <a16:creationId xmlns:a16="http://schemas.microsoft.com/office/drawing/2014/main" id="{3D30A3EA-CACB-4903-BFDC-5748B4B0BF0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1873119" y="4932095"/>
                <a:ext cx="1080131" cy="575945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" name="Text Box 383">
                <a:extLst>
                  <a:ext uri="{FF2B5EF4-FFF2-40B4-BE49-F238E27FC236}">
                    <a16:creationId xmlns:a16="http://schemas.microsoft.com/office/drawing/2014/main" id="{BF2BB1AA-0F77-4338-B862-6BCB5418042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2305552" y="4932095"/>
                <a:ext cx="21589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6" name="Text Box 383">
                <a:extLst>
                  <a:ext uri="{FF2B5EF4-FFF2-40B4-BE49-F238E27FC236}">
                    <a16:creationId xmlns:a16="http://schemas.microsoft.com/office/drawing/2014/main" id="{00230598-1302-42E1-ADE9-49AF8518AF5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2305552" y="5291505"/>
                <a:ext cx="21589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7" name="Text Box 383">
                <a:extLst>
                  <a:ext uri="{FF2B5EF4-FFF2-40B4-BE49-F238E27FC236}">
                    <a16:creationId xmlns:a16="http://schemas.microsoft.com/office/drawing/2014/main" id="{D07C7170-722E-4AF5-BA92-5B92835D2A5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1909314" y="5003850"/>
                <a:ext cx="18033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9BA3A582-E3AE-431E-A5D7-01994D28B52B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2089653" y="5147995"/>
                <a:ext cx="0" cy="144145"/>
              </a:xfrm>
              <a:prstGeom prst="line">
                <a:avLst/>
              </a:prstGeom>
              <a:solidFill>
                <a:schemeClr val="accent1"/>
              </a:solidFill>
              <a:ln w="25400" cap="sq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6AC0CCF3-98CD-4F1F-AAAE-8DFD147669A7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 flipH="1">
                <a:off x="1873119" y="5219750"/>
                <a:ext cx="215899" cy="0"/>
              </a:xfrm>
              <a:prstGeom prst="line">
                <a:avLst/>
              </a:prstGeom>
              <a:solidFill>
                <a:schemeClr val="accent1"/>
              </a:solidFill>
              <a:ln w="25400" cap="sq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F34437DB-70CD-4B10-8045-7479D3C3AEDA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H="1">
                <a:off x="2161408" y="5147995"/>
                <a:ext cx="144144" cy="0"/>
              </a:xfrm>
              <a:prstGeom prst="line">
                <a:avLst/>
              </a:prstGeom>
              <a:solidFill>
                <a:schemeClr val="accent1"/>
              </a:solidFill>
              <a:ln w="25400" cap="sq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A8264355-F2FD-4B72-8402-07712ECD21D2}"/>
                  </a:ext>
                </a:extLst>
              </p:cNvPr>
              <p:cNvCxnSpPr/>
              <p:nvPr>
                <p:custDataLst>
                  <p:tags r:id="rId55"/>
                </p:custDataLst>
              </p:nvPr>
            </p:nvCxnSpPr>
            <p:spPr bwMode="auto">
              <a:xfrm flipH="1">
                <a:off x="2161408" y="5291505"/>
                <a:ext cx="144144" cy="0"/>
              </a:xfrm>
              <a:prstGeom prst="line">
                <a:avLst/>
              </a:prstGeom>
              <a:solidFill>
                <a:schemeClr val="accent1"/>
              </a:solidFill>
              <a:ln w="25400" cap="sq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70EA698D-56B3-4340-A049-E0125F46B2A2}"/>
                  </a:ext>
                </a:extLst>
              </p:cNvPr>
              <p:cNvCxnSpPr/>
              <p:nvPr>
                <p:custDataLst>
                  <p:tags r:id="rId56"/>
                </p:custDataLst>
              </p:nvPr>
            </p:nvCxnSpPr>
            <p:spPr bwMode="auto">
              <a:xfrm flipH="1" flipV="1">
                <a:off x="2305552" y="5291505"/>
                <a:ext cx="0" cy="215900"/>
              </a:xfrm>
              <a:prstGeom prst="line">
                <a:avLst/>
              </a:prstGeom>
              <a:solidFill>
                <a:schemeClr val="accent1"/>
              </a:solidFill>
              <a:ln w="25400" cap="sq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5F5EDD4C-1279-4E19-BC5D-D8698B6F86EE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 flipV="1">
                <a:off x="2305552" y="4932095"/>
                <a:ext cx="0" cy="215900"/>
              </a:xfrm>
              <a:prstGeom prst="line">
                <a:avLst/>
              </a:prstGeom>
              <a:solidFill>
                <a:schemeClr val="accent1"/>
              </a:solidFill>
              <a:ln w="25400" cap="sq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27C66697-AA65-47B8-B58C-E4D87E46F500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2161408" y="5079415"/>
                <a:ext cx="635" cy="287655"/>
              </a:xfrm>
              <a:prstGeom prst="line">
                <a:avLst/>
              </a:prstGeom>
              <a:solidFill>
                <a:schemeClr val="accent1"/>
              </a:solidFill>
              <a:ln w="25400" cap="sq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5" name="Text Box 383">
                <a:extLst>
                  <a:ext uri="{FF2B5EF4-FFF2-40B4-BE49-F238E27FC236}">
                    <a16:creationId xmlns:a16="http://schemas.microsoft.com/office/drawing/2014/main" id="{50F3EC04-2E84-4C31-B47B-DFBAD4DFF9A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2449062" y="5113070"/>
                <a:ext cx="467993" cy="2159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79D53B2D-8BB7-48B0-A9F4-B98AA831D632}"/>
                  </a:ext>
                </a:extLst>
              </p:cNvPr>
              <p:cNvCxnSpPr/>
              <p:nvPr>
                <p:custDataLst>
                  <p:tags r:id="rId60"/>
                </p:custDataLst>
              </p:nvPr>
            </p:nvCxnSpPr>
            <p:spPr bwMode="auto">
              <a:xfrm>
                <a:off x="2158868" y="5292000"/>
                <a:ext cx="144144" cy="0"/>
              </a:xfrm>
              <a:prstGeom prst="line">
                <a:avLst/>
              </a:prstGeom>
              <a:solidFill>
                <a:schemeClr val="accent1"/>
              </a:solidFill>
              <a:ln w="15875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257" name="Text Box 383">
                <a:extLst>
                  <a:ext uri="{FF2B5EF4-FFF2-40B4-BE49-F238E27FC236}">
                    <a16:creationId xmlns:a16="http://schemas.microsoft.com/office/drawing/2014/main" id="{22FC8331-777C-44A8-AD24-7504A9F69A7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1476000" y="5229200"/>
                <a:ext cx="180000" cy="1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+</a:t>
                </a:r>
                <a:endParaRPr lang="en-US" altLang="zh-CN" sz="1400" b="1" u="none" baseline="-16000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58" name="Text Box 383">
                <a:extLst>
                  <a:ext uri="{FF2B5EF4-FFF2-40B4-BE49-F238E27FC236}">
                    <a16:creationId xmlns:a16="http://schemas.microsoft.com/office/drawing/2014/main" id="{C1A61A03-E9BD-4B93-BCFB-814CFF12688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1476000" y="5580000"/>
                <a:ext cx="180000" cy="1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1400" b="1" u="none" baseline="-16000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C0F053D8-8996-45BA-8738-72DB193DF00E}"/>
                </a:ext>
              </a:extLst>
            </p:cNvPr>
            <p:cNvGrpSpPr/>
            <p:nvPr/>
          </p:nvGrpSpPr>
          <p:grpSpPr>
            <a:xfrm>
              <a:off x="3348000" y="4643805"/>
              <a:ext cx="1836023" cy="1080135"/>
              <a:chOff x="3600000" y="4643805"/>
              <a:chExt cx="1836023" cy="1080135"/>
            </a:xfrm>
          </p:grpSpPr>
          <p:cxnSp>
            <p:nvCxnSpPr>
              <p:cNvPr id="187" name="直接连接符 186">
                <a:extLst>
                  <a:ext uri="{FF2B5EF4-FFF2-40B4-BE49-F238E27FC236}">
                    <a16:creationId xmlns:a16="http://schemas.microsoft.com/office/drawing/2014/main" id="{F7716EE5-CFE4-4757-B980-F2CD70F087DB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 bwMode="auto">
              <a:xfrm>
                <a:off x="4424472" y="4643805"/>
                <a:ext cx="0" cy="28829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F815CEFF-781A-4512-9038-FBE33CDF00B9}"/>
                  </a:ext>
                </a:extLst>
              </p:cNvPr>
              <p:cNvCxnSpPr/>
              <p:nvPr>
                <p:custDataLst>
                  <p:tags r:id="rId7"/>
                </p:custDataLst>
              </p:nvPr>
            </p:nvCxnSpPr>
            <p:spPr bwMode="auto">
              <a:xfrm flipH="1">
                <a:off x="4428282" y="5723940"/>
                <a:ext cx="97218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168C9DCC-9567-4D40-ACEC-69FA9FF6CDF2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 bwMode="auto">
              <a:xfrm flipV="1">
                <a:off x="5220124" y="4643805"/>
                <a:ext cx="0" cy="4318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0A9C98B8-2A79-4B65-9520-9F91C7341313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 bwMode="auto">
              <a:xfrm flipH="1">
                <a:off x="5220124" y="5292140"/>
                <a:ext cx="1270" cy="4318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B6CE5080-6CCC-4B0B-8D7C-DFE2D79AF8C2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 bwMode="auto">
              <a:xfrm flipH="1">
                <a:off x="4428282" y="5508040"/>
                <a:ext cx="0" cy="2159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2" name="直接连接符 95">
                <a:extLst>
                  <a:ext uri="{FF2B5EF4-FFF2-40B4-BE49-F238E27FC236}">
                    <a16:creationId xmlns:a16="http://schemas.microsoft.com/office/drawing/2014/main" id="{ADCD7FC2-3805-4339-BC3A-0FB1F8EE74ED}"/>
                  </a:ext>
                </a:extLst>
              </p:cNvPr>
              <p:cNvCxnSpPr/>
              <p:nvPr>
                <p:custDataLst>
                  <p:tags r:id="rId11"/>
                </p:custDataLst>
              </p:nvPr>
            </p:nvCxnSpPr>
            <p:spPr bwMode="auto">
              <a:xfrm flipH="1">
                <a:off x="3708195" y="5219750"/>
                <a:ext cx="287654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3" name="直接连接符 192">
                <a:extLst>
                  <a:ext uri="{FF2B5EF4-FFF2-40B4-BE49-F238E27FC236}">
                    <a16:creationId xmlns:a16="http://schemas.microsoft.com/office/drawing/2014/main" id="{4AC62DA5-C212-4574-A622-BBE5F03815E8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 bwMode="auto">
              <a:xfrm flipV="1">
                <a:off x="3777410" y="4643805"/>
                <a:ext cx="0" cy="17970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194" name="直接连接符 193">
                <a:extLst>
                  <a:ext uri="{FF2B5EF4-FFF2-40B4-BE49-F238E27FC236}">
                    <a16:creationId xmlns:a16="http://schemas.microsoft.com/office/drawing/2014/main" id="{9E755375-323E-400F-ACBC-24E7467790C2}"/>
                  </a:ext>
                </a:extLst>
              </p:cNvPr>
              <p:cNvCxnSpPr/>
              <p:nvPr>
                <p:custDataLst>
                  <p:tags r:id="rId13"/>
                </p:custDataLst>
              </p:nvPr>
            </p:nvCxnSpPr>
            <p:spPr bwMode="auto">
              <a:xfrm flipH="1">
                <a:off x="3777410" y="5040045"/>
                <a:ext cx="0" cy="17970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EB1CE3A8-77BF-453E-8DF4-86CF54FCC4A6}"/>
                  </a:ext>
                </a:extLst>
              </p:cNvPr>
              <p:cNvCxnSpPr/>
              <p:nvPr>
                <p:custDataLst>
                  <p:tags r:id="rId14"/>
                </p:custDataLst>
              </p:nvPr>
            </p:nvCxnSpPr>
            <p:spPr bwMode="auto">
              <a:xfrm flipH="1">
                <a:off x="3708000" y="4643805"/>
                <a:ext cx="169226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6" name="Text Box 383">
                <a:extLst>
                  <a:ext uri="{FF2B5EF4-FFF2-40B4-BE49-F238E27FC236}">
                    <a16:creationId xmlns:a16="http://schemas.microsoft.com/office/drawing/2014/main" id="{8022C97D-1643-4D43-B7D0-77DAF8ABD27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521627" y="4680000"/>
                <a:ext cx="21589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I</a:t>
                </a:r>
                <a:r>
                  <a:rPr lang="en-US" altLang="zh-CN" sz="1600" b="1" u="none" baseline="-16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197" name="Text Box 383">
                <a:extLst>
                  <a:ext uri="{FF2B5EF4-FFF2-40B4-BE49-F238E27FC236}">
                    <a16:creationId xmlns:a16="http://schemas.microsoft.com/office/drawing/2014/main" id="{D1C546B2-86EF-48FA-A3F9-1355FC0577C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112174" y="5076240"/>
                <a:ext cx="32384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R</a:t>
                </a:r>
                <a:r>
                  <a:rPr lang="en-US" altLang="zh-CN" sz="1600" b="1" u="none" baseline="-16000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DS</a:t>
                </a:r>
              </a:p>
            </p:txBody>
          </p:sp>
          <p:sp>
            <p:nvSpPr>
              <p:cNvPr id="198" name="Text Box 383">
                <a:extLst>
                  <a:ext uri="{FF2B5EF4-FFF2-40B4-BE49-F238E27FC236}">
                    <a16:creationId xmlns:a16="http://schemas.microsoft.com/office/drawing/2014/main" id="{A9D52D95-E493-4D10-9495-71AE9CA701B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672000" y="4824145"/>
                <a:ext cx="323849" cy="2159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V</a:t>
                </a:r>
                <a:r>
                  <a:rPr lang="en-US" altLang="zh-CN" sz="1600" b="1" u="none" baseline="-16000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GS</a:t>
                </a:r>
              </a:p>
            </p:txBody>
          </p: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67F421AC-A219-4D84-B466-7618EBEE3F4A}"/>
                  </a:ext>
                </a:extLst>
              </p:cNvPr>
              <p:cNvCxnSpPr>
                <a:cxnSpLocks/>
              </p:cNvCxnSpPr>
              <p:nvPr>
                <p:custDataLst>
                  <p:tags r:id="rId18"/>
                </p:custDataLst>
              </p:nvPr>
            </p:nvCxnSpPr>
            <p:spPr bwMode="auto">
              <a:xfrm>
                <a:off x="4485432" y="4716195"/>
                <a:ext cx="0" cy="17970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grpSp>
            <p:nvGrpSpPr>
              <p:cNvPr id="201" name="组合 200">
                <a:extLst>
                  <a:ext uri="{FF2B5EF4-FFF2-40B4-BE49-F238E27FC236}">
                    <a16:creationId xmlns:a16="http://schemas.microsoft.com/office/drawing/2014/main" id="{83C7625C-FA27-4EB1-8DCB-534510D2AA3C}"/>
                  </a:ext>
                </a:extLst>
              </p:cNvPr>
              <p:cNvGrpSpPr/>
              <p:nvPr/>
            </p:nvGrpSpPr>
            <p:grpSpPr>
              <a:xfrm>
                <a:off x="3994579" y="4932095"/>
                <a:ext cx="1080131" cy="575945"/>
                <a:chOff x="4762" y="3402"/>
                <a:chExt cx="1701" cy="907"/>
              </a:xfrm>
            </p:grpSpPr>
            <p:sp>
              <p:nvSpPr>
                <p:cNvPr id="219" name="Rectangle 355">
                  <a:extLst>
                    <a:ext uri="{FF2B5EF4-FFF2-40B4-BE49-F238E27FC236}">
                      <a16:creationId xmlns:a16="http://schemas.microsoft.com/office/drawing/2014/main" id="{CEE40C01-9433-455A-AB8C-AFCA0363C222}"/>
                    </a:ext>
                  </a:extLst>
                </p:cNvPr>
                <p:cNvSpPr>
                  <a:spLocks noChangeArrowhead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4762" y="3402"/>
                  <a:ext cx="1701" cy="907"/>
                </a:xfrm>
                <a:prstGeom prst="rect">
                  <a:avLst/>
                </a:prstGeom>
                <a:solidFill>
                  <a:srgbClr val="FFCC99"/>
                </a:solidFill>
                <a:ln w="9525" cap="rnd">
                  <a:solidFill>
                    <a:srgbClr val="990099"/>
                  </a:solidFill>
                  <a:prstDash val="sysDot"/>
                  <a:miter lim="800000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0" name="Text Box 383">
                  <a:extLst>
                    <a:ext uri="{FF2B5EF4-FFF2-40B4-BE49-F238E27FC236}">
                      <a16:creationId xmlns:a16="http://schemas.microsoft.com/office/drawing/2014/main" id="{1E5503A7-0889-4314-8BC8-D432195B2914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5443" y="3402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600" b="1" u="none" dirty="0">
                      <a:latin typeface="宋体" panose="02010600030101010101" pitchFamily="2" charset="-122"/>
                    </a:rPr>
                    <a:t>S</a:t>
                  </a:r>
                  <a:endParaRPr lang="en-US" altLang="zh-CN" sz="1600" b="1" u="none" baseline="-20000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221" name="Text Box 383">
                  <a:extLst>
                    <a:ext uri="{FF2B5EF4-FFF2-40B4-BE49-F238E27FC236}">
                      <a16:creationId xmlns:a16="http://schemas.microsoft.com/office/drawing/2014/main" id="{8F45FA2D-381C-4871-8FE7-06D55F25692C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5443" y="3968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600" b="1" u="none" dirty="0">
                      <a:latin typeface="宋体" panose="02010600030101010101" pitchFamily="2" charset="-122"/>
                    </a:rPr>
                    <a:t>D</a:t>
                  </a:r>
                  <a:endParaRPr lang="en-US" altLang="zh-CN" sz="1600" b="1" u="none" baseline="-20000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222" name="Text Box 383">
                  <a:extLst>
                    <a:ext uri="{FF2B5EF4-FFF2-40B4-BE49-F238E27FC236}">
                      <a16:creationId xmlns:a16="http://schemas.microsoft.com/office/drawing/2014/main" id="{AB6C8941-7630-4C02-9351-09EEFCEBFE1C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4819" y="3515"/>
                  <a:ext cx="284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/>
                <a:lstStyle/>
                <a:p>
                  <a:pPr>
                    <a:lnSpc>
                      <a:spcPct val="90000"/>
                    </a:lnSpc>
                  </a:pPr>
                  <a:r>
                    <a:rPr lang="en-US" altLang="zh-CN" sz="1600" b="1" u="none" dirty="0">
                      <a:latin typeface="宋体" panose="02010600030101010101" pitchFamily="2" charset="-122"/>
                    </a:rPr>
                    <a:t>G</a:t>
                  </a:r>
                  <a:endParaRPr lang="en-US" altLang="zh-CN" sz="1600" b="1" u="none" baseline="-20000" dirty="0">
                    <a:latin typeface="宋体" panose="02010600030101010101" pitchFamily="2" charset="-122"/>
                  </a:endParaRPr>
                </a:p>
              </p:txBody>
            </p:sp>
            <p:cxnSp>
              <p:nvCxnSpPr>
                <p:cNvPr id="223" name="直接连接符 222">
                  <a:extLst>
                    <a:ext uri="{FF2B5EF4-FFF2-40B4-BE49-F238E27FC236}">
                      <a16:creationId xmlns:a16="http://schemas.microsoft.com/office/drawing/2014/main" id="{4C75180F-401B-4DE2-A758-AB6D40E73A15}"/>
                    </a:ext>
                  </a:extLst>
                </p:cNvPr>
                <p:cNvCxnSpPr/>
                <p:nvPr>
                  <p:custDataLst>
                    <p:tags r:id="rId27"/>
                  </p:custDataLst>
                </p:nvPr>
              </p:nvCxnSpPr>
              <p:spPr bwMode="auto">
                <a:xfrm>
                  <a:off x="5103" y="3742"/>
                  <a:ext cx="0" cy="227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4" name="直接连接符 223">
                  <a:extLst>
                    <a:ext uri="{FF2B5EF4-FFF2-40B4-BE49-F238E27FC236}">
                      <a16:creationId xmlns:a16="http://schemas.microsoft.com/office/drawing/2014/main" id="{1A8362DC-D9EA-44FB-9EFD-05336E9A73EC}"/>
                    </a:ext>
                  </a:extLst>
                </p:cNvPr>
                <p:cNvCxnSpPr/>
                <p:nvPr>
                  <p:custDataLst>
                    <p:tags r:id="rId28"/>
                  </p:custDataLst>
                </p:nvPr>
              </p:nvCxnSpPr>
              <p:spPr bwMode="auto">
                <a:xfrm flipH="1">
                  <a:off x="4762" y="3855"/>
                  <a:ext cx="227" cy="0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5" name="直接连接符 224">
                  <a:extLst>
                    <a:ext uri="{FF2B5EF4-FFF2-40B4-BE49-F238E27FC236}">
                      <a16:creationId xmlns:a16="http://schemas.microsoft.com/office/drawing/2014/main" id="{DCBC734F-089C-46C8-9078-CBFD6BF9408E}"/>
                    </a:ext>
                  </a:extLst>
                </p:cNvPr>
                <p:cNvCxnSpPr/>
                <p:nvPr>
                  <p:custDataLst>
                    <p:tags r:id="rId29"/>
                  </p:custDataLst>
                </p:nvPr>
              </p:nvCxnSpPr>
              <p:spPr bwMode="auto">
                <a:xfrm flipH="1">
                  <a:off x="5216" y="3742"/>
                  <a:ext cx="227" cy="0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6" name="直接连接符 225">
                  <a:extLst>
                    <a:ext uri="{FF2B5EF4-FFF2-40B4-BE49-F238E27FC236}">
                      <a16:creationId xmlns:a16="http://schemas.microsoft.com/office/drawing/2014/main" id="{66CBB3D6-A548-4A8F-9B53-8C1C481349E8}"/>
                    </a:ext>
                  </a:extLst>
                </p:cNvPr>
                <p:cNvCxnSpPr/>
                <p:nvPr>
                  <p:custDataLst>
                    <p:tags r:id="rId30"/>
                  </p:custDataLst>
                </p:nvPr>
              </p:nvCxnSpPr>
              <p:spPr bwMode="auto">
                <a:xfrm flipH="1">
                  <a:off x="5216" y="3968"/>
                  <a:ext cx="227" cy="0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7" name="直接连接符 226">
                  <a:extLst>
                    <a:ext uri="{FF2B5EF4-FFF2-40B4-BE49-F238E27FC236}">
                      <a16:creationId xmlns:a16="http://schemas.microsoft.com/office/drawing/2014/main" id="{BCFF0A4C-AFF7-482E-93B1-10DF7BC26EB3}"/>
                    </a:ext>
                  </a:extLst>
                </p:cNvPr>
                <p:cNvCxnSpPr/>
                <p:nvPr>
                  <p:custDataLst>
                    <p:tags r:id="rId31"/>
                  </p:custDataLst>
                </p:nvPr>
              </p:nvCxnSpPr>
              <p:spPr bwMode="auto">
                <a:xfrm flipH="1" flipV="1">
                  <a:off x="5443" y="3968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8" name="直接连接符 227">
                  <a:extLst>
                    <a:ext uri="{FF2B5EF4-FFF2-40B4-BE49-F238E27FC236}">
                      <a16:creationId xmlns:a16="http://schemas.microsoft.com/office/drawing/2014/main" id="{15352EAD-C695-4520-93C4-51067420DB63}"/>
                    </a:ext>
                  </a:extLst>
                </p:cNvPr>
                <p:cNvCxnSpPr/>
                <p:nvPr>
                  <p:custDataLst>
                    <p:tags r:id="rId32"/>
                  </p:custDataLst>
                </p:nvPr>
              </p:nvCxnSpPr>
              <p:spPr bwMode="auto">
                <a:xfrm flipV="1">
                  <a:off x="5443" y="3402"/>
                  <a:ext cx="0" cy="340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9" name="直接连接符 228">
                  <a:extLst>
                    <a:ext uri="{FF2B5EF4-FFF2-40B4-BE49-F238E27FC236}">
                      <a16:creationId xmlns:a16="http://schemas.microsoft.com/office/drawing/2014/main" id="{76A293EF-F1F9-4DAF-8209-6AE9DB970D06}"/>
                    </a:ext>
                  </a:extLst>
                </p:cNvPr>
                <p:cNvCxnSpPr/>
                <p:nvPr>
                  <p:custDataLst>
                    <p:tags r:id="rId33"/>
                  </p:custDataLst>
                </p:nvPr>
              </p:nvCxnSpPr>
              <p:spPr bwMode="auto">
                <a:xfrm>
                  <a:off x="5216" y="3634"/>
                  <a:ext cx="1" cy="453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30" name="Text Box 383">
                  <a:extLst>
                    <a:ext uri="{FF2B5EF4-FFF2-40B4-BE49-F238E27FC236}">
                      <a16:creationId xmlns:a16="http://schemas.microsoft.com/office/drawing/2014/main" id="{666F90FA-7B1E-43AB-B86D-D26BC0C3FA10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34"/>
                  </p:custDataLst>
                </p:nvPr>
              </p:nvSpPr>
              <p:spPr bwMode="auto">
                <a:xfrm>
                  <a:off x="5669" y="3687"/>
                  <a:ext cx="737" cy="34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600" b="1" u="none" dirty="0">
                      <a:latin typeface="宋体" panose="02010600030101010101" pitchFamily="2" charset="-122"/>
                    </a:rPr>
                    <a:t>PMOS</a:t>
                  </a:r>
                  <a:endParaRPr lang="en-US" altLang="zh-CN" sz="1600" b="1" u="none" baseline="-20000" dirty="0"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5B22034E-9C9C-4C2C-8A86-0F67FEA77631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4126023" y="5182285"/>
                <a:ext cx="71755" cy="71755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16" name="直接连接符 215">
                <a:extLst>
                  <a:ext uri="{FF2B5EF4-FFF2-40B4-BE49-F238E27FC236}">
                    <a16:creationId xmlns:a16="http://schemas.microsoft.com/office/drawing/2014/main" id="{709DED9D-E52F-49CE-AA8F-6A525AAA21DB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 flipH="1">
                <a:off x="4269533" y="5147360"/>
                <a:ext cx="14414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217" name="Text Box 383">
                <a:extLst>
                  <a:ext uri="{FF2B5EF4-FFF2-40B4-BE49-F238E27FC236}">
                    <a16:creationId xmlns:a16="http://schemas.microsoft.com/office/drawing/2014/main" id="{E0072850-EFDD-4602-AC05-BDD9FCF96B7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00000" y="4644000"/>
                <a:ext cx="180000" cy="1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+</a:t>
                </a:r>
                <a:endParaRPr lang="en-US" altLang="zh-CN" sz="1400" b="1" u="none" baseline="-16000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18" name="Text Box 383">
                <a:extLst>
                  <a:ext uri="{FF2B5EF4-FFF2-40B4-BE49-F238E27FC236}">
                    <a16:creationId xmlns:a16="http://schemas.microsoft.com/office/drawing/2014/main" id="{5BF079E8-3C68-460A-9D15-268E494BA6F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600000" y="5076000"/>
                <a:ext cx="180000" cy="1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1400" b="1" u="none" baseline="-16000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14" name="弧形 13">
            <a:extLst>
              <a:ext uri="{FF2B5EF4-FFF2-40B4-BE49-F238E27FC236}">
                <a16:creationId xmlns:a16="http://schemas.microsoft.com/office/drawing/2014/main" id="{3E5F72B4-27FC-4231-AF21-AF3D0A74A349}"/>
              </a:ext>
            </a:extLst>
          </p:cNvPr>
          <p:cNvSpPr/>
          <p:nvPr/>
        </p:nvSpPr>
        <p:spPr bwMode="auto">
          <a:xfrm>
            <a:off x="3744000" y="5122800"/>
            <a:ext cx="461526" cy="388859"/>
          </a:xfrm>
          <a:prstGeom prst="arc">
            <a:avLst>
              <a:gd name="adj1" fmla="val 373295"/>
              <a:gd name="adj2" fmla="val 11236091"/>
            </a:avLst>
          </a:prstGeom>
          <a:noFill/>
          <a:ln w="9525" cap="flat" cmpd="sng" algn="ctr">
            <a:solidFill>
              <a:srgbClr val="FF3399"/>
            </a:solidFill>
            <a:prstDash val="sysDash"/>
            <a:round/>
            <a:headEnd type="triangl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6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968993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*CMOS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晶体管：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*CMOS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门电路的实现：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理解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非</a:t>
            </a:r>
            <a:r>
              <a:rPr lang="zh-CN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门</a:t>
            </a:r>
            <a:r>
              <a:rPr lang="en-US" altLang="zh-CN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反相器</a:t>
            </a:r>
            <a:r>
              <a:rPr lang="en-US" altLang="zh-CN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00275" y="334561"/>
            <a:ext cx="6507480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以</a:t>
            </a:r>
            <a:r>
              <a:rPr 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互补形式共用的</a:t>
            </a:r>
            <a:r>
              <a:rPr 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一对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管和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·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栅极及漏极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均共用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，作为输入和输出</a:t>
            </a:r>
          </a:p>
          <a:p>
            <a:pPr marL="986790" indent="-986790">
              <a:lnSpc>
                <a:spcPct val="125000"/>
              </a:lnSpc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源极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接高电平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(PMOS)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接低电平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(NMOS)</a:t>
            </a:r>
          </a:p>
          <a:p>
            <a:pPr marL="986790" indent="-986790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·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改变栅极电压，可改变输出电压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漏极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V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取决于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MOS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栅极</a:t>
            </a:r>
            <a:r>
              <a:rPr lang="zh-CN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开关阈值电压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(V</a:t>
            </a:r>
            <a:r>
              <a: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</a:pP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V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取决于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MOS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导通时的电阻</a:t>
            </a:r>
            <a:r>
              <a:rPr lang="zh-CN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DD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使用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对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CMOS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管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(PMOS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NMOS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状态互斥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827584" y="845518"/>
            <a:ext cx="2410460" cy="2015490"/>
            <a:chOff x="3402" y="1927"/>
            <a:chExt cx="3796" cy="3174"/>
          </a:xfrm>
        </p:grpSpPr>
        <p:sp>
          <p:nvSpPr>
            <p:cNvPr id="244" name="Rectangle 355"/>
            <p:cNvSpPr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4195" y="2380"/>
              <a:ext cx="2154" cy="2211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45" name="直接连接符 244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5217" y="3401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6" name="直接连接符 245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3969" y="4081"/>
              <a:ext cx="56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7" name="肘形连接符 246"/>
            <p:cNvCxnSpPr/>
            <p:nvPr>
              <p:custDataLst>
                <p:tags r:id="rId72"/>
              </p:custDataLst>
            </p:nvPr>
          </p:nvCxnSpPr>
          <p:spPr bwMode="auto">
            <a:xfrm rot="16200000">
              <a:off x="3856" y="3401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49" name="直接连接符 248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5217" y="3514"/>
              <a:ext cx="136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0" name="直接连接符 249"/>
            <p:cNvCxnSpPr/>
            <p:nvPr>
              <p:custDataLst>
                <p:tags r:id="rId74"/>
              </p:custDataLst>
            </p:nvPr>
          </p:nvCxnSpPr>
          <p:spPr bwMode="auto">
            <a:xfrm flipH="1" flipV="1">
              <a:off x="5217" y="2267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直接连接符 250"/>
            <p:cNvCxnSpPr/>
            <p:nvPr>
              <p:custDataLst>
                <p:tags r:id="rId75"/>
              </p:custDataLst>
            </p:nvPr>
          </p:nvCxnSpPr>
          <p:spPr bwMode="auto">
            <a:xfrm flipH="1" flipV="1">
              <a:off x="5217" y="4535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65" name="组合 264"/>
            <p:cNvGrpSpPr/>
            <p:nvPr/>
          </p:nvGrpSpPr>
          <p:grpSpPr>
            <a:xfrm>
              <a:off x="4536" y="3628"/>
              <a:ext cx="1700" cy="906"/>
              <a:chOff x="4762" y="3402"/>
              <a:chExt cx="1700" cy="906"/>
            </a:xfrm>
          </p:grpSpPr>
          <p:sp>
            <p:nvSpPr>
              <p:cNvPr id="266" name="Rectangle 355"/>
              <p:cNvSpPr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4762" y="3402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Text Box 383"/>
              <p:cNvSpPr txBox="1"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5443" y="340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8" name="Text Box 383"/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5443" y="396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9" name="Text Box 383"/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4819" y="3515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0" name="直接连接符 269"/>
              <p:cNvCxnSpPr/>
              <p:nvPr>
                <p:custDataLst>
                  <p:tags r:id="rId97"/>
                </p:custDataLst>
              </p:nvPr>
            </p:nvCxnSpPr>
            <p:spPr bwMode="auto">
              <a:xfrm>
                <a:off x="5103" y="374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1" name="直接连接符 270"/>
              <p:cNvCxnSpPr/>
              <p:nvPr>
                <p:custDataLst>
                  <p:tags r:id="rId98"/>
                </p:custDataLst>
              </p:nvPr>
            </p:nvCxnSpPr>
            <p:spPr bwMode="auto">
              <a:xfrm flipH="1">
                <a:off x="4762" y="3855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2" name="直接连接符 271"/>
              <p:cNvCxnSpPr/>
              <p:nvPr>
                <p:custDataLst>
                  <p:tags r:id="rId99"/>
                </p:custDataLst>
              </p:nvPr>
            </p:nvCxnSpPr>
            <p:spPr bwMode="auto">
              <a:xfrm flipH="1">
                <a:off x="5216" y="374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3" name="直接连接符 272"/>
              <p:cNvCxnSpPr/>
              <p:nvPr>
                <p:custDataLst>
                  <p:tags r:id="rId100"/>
                </p:custDataLst>
              </p:nvPr>
            </p:nvCxnSpPr>
            <p:spPr bwMode="auto">
              <a:xfrm flipH="1">
                <a:off x="5216" y="3968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4" name="直接连接符 273"/>
              <p:cNvCxnSpPr/>
              <p:nvPr>
                <p:custDataLst>
                  <p:tags r:id="rId101"/>
                </p:custDataLst>
              </p:nvPr>
            </p:nvCxnSpPr>
            <p:spPr bwMode="auto">
              <a:xfrm flipH="1" flipV="1">
                <a:off x="5443" y="3968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5" name="直接连接符 274"/>
              <p:cNvCxnSpPr/>
              <p:nvPr>
                <p:custDataLst>
                  <p:tags r:id="rId102"/>
                </p:custDataLst>
              </p:nvPr>
            </p:nvCxnSpPr>
            <p:spPr bwMode="auto">
              <a:xfrm flipV="1">
                <a:off x="5443" y="3402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6" name="直接连接符 275"/>
              <p:cNvCxnSpPr/>
              <p:nvPr>
                <p:custDataLst>
                  <p:tags r:id="rId103"/>
                </p:custDataLst>
              </p:nvPr>
            </p:nvCxnSpPr>
            <p:spPr bwMode="auto">
              <a:xfrm>
                <a:off x="5216" y="3634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7" name="Text Box 383"/>
              <p:cNvSpPr txBox="1"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5669" y="3687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78" name="Text Box 19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4990" y="192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279" name="Text Box 19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6632" y="334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280" name="Text Box 19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3402" y="385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81" name="Text Box 19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4933" y="476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4536" y="2494"/>
              <a:ext cx="1700" cy="907"/>
              <a:chOff x="4536" y="2494"/>
              <a:chExt cx="1700" cy="907"/>
            </a:xfrm>
          </p:grpSpPr>
          <p:sp>
            <p:nvSpPr>
              <p:cNvPr id="253" name="Rectangle 355"/>
              <p:cNvSpPr>
                <a:spLocks noChangeArrowheads="1"/>
              </p:cNvSpPr>
              <p:nvPr>
                <p:custDataLst>
                  <p:tags r:id="rId80"/>
                </p:custDataLst>
              </p:nvPr>
            </p:nvSpPr>
            <p:spPr bwMode="auto">
              <a:xfrm>
                <a:off x="4536" y="2494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4" name="Text Box 383"/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5217" y="249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</a:p>
            </p:txBody>
          </p:sp>
          <p:sp>
            <p:nvSpPr>
              <p:cNvPr id="255" name="Text Box 383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5217" y="3061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256" name="Text Box 383"/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4593" y="2607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57" name="直接连接符 256"/>
              <p:cNvCxnSpPr/>
              <p:nvPr>
                <p:custDataLst>
                  <p:tags r:id="rId84"/>
                </p:custDataLst>
              </p:nvPr>
            </p:nvCxnSpPr>
            <p:spPr bwMode="auto">
              <a:xfrm>
                <a:off x="4877" y="283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8" name="直接连接符 257"/>
              <p:cNvCxnSpPr/>
              <p:nvPr>
                <p:custDataLst>
                  <p:tags r:id="rId85"/>
                </p:custDataLst>
              </p:nvPr>
            </p:nvCxnSpPr>
            <p:spPr bwMode="auto">
              <a:xfrm flipH="1">
                <a:off x="4536" y="294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9" name="直接连接符 258"/>
              <p:cNvCxnSpPr/>
              <p:nvPr>
                <p:custDataLst>
                  <p:tags r:id="rId86"/>
                </p:custDataLst>
              </p:nvPr>
            </p:nvCxnSpPr>
            <p:spPr bwMode="auto">
              <a:xfrm flipH="1">
                <a:off x="4990" y="2834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0" name="直接连接符 259"/>
              <p:cNvCxnSpPr/>
              <p:nvPr>
                <p:custDataLst>
                  <p:tags r:id="rId87"/>
                </p:custDataLst>
              </p:nvPr>
            </p:nvCxnSpPr>
            <p:spPr bwMode="auto">
              <a:xfrm flipH="1">
                <a:off x="4990" y="306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1" name="直接连接符 260"/>
              <p:cNvCxnSpPr/>
              <p:nvPr>
                <p:custDataLst>
                  <p:tags r:id="rId88"/>
                </p:custDataLst>
              </p:nvPr>
            </p:nvCxnSpPr>
            <p:spPr bwMode="auto">
              <a:xfrm flipH="1" flipV="1">
                <a:off x="5217" y="306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2" name="直接连接符 261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5217" y="249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3" name="直接连接符 262"/>
              <p:cNvCxnSpPr/>
              <p:nvPr>
                <p:custDataLst>
                  <p:tags r:id="rId90"/>
                </p:custDataLst>
              </p:nvPr>
            </p:nvCxnSpPr>
            <p:spPr bwMode="auto">
              <a:xfrm>
                <a:off x="4990" y="2726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4" name="Text Box 383"/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5443" y="2809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8" name="椭圆 247"/>
              <p:cNvSpPr/>
              <p:nvPr>
                <p:custDataLst>
                  <p:tags r:id="rId92"/>
                </p:custDataLst>
              </p:nvPr>
            </p:nvSpPr>
            <p:spPr>
              <a:xfrm>
                <a:off x="4762" y="2891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116" name="表格 11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1688362"/>
              </p:ext>
            </p:extLst>
          </p:nvPr>
        </p:nvGraphicFramePr>
        <p:xfrm>
          <a:off x="3495040" y="4084871"/>
          <a:ext cx="2425065" cy="118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91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NOT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实现分析</a:t>
                      </a: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en-US" altLang="zh-CN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en-US" altLang="zh-CN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OUT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导通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截止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03" name="组合 302"/>
          <p:cNvGrpSpPr/>
          <p:nvPr/>
        </p:nvGrpSpPr>
        <p:grpSpPr>
          <a:xfrm>
            <a:off x="864000" y="3788961"/>
            <a:ext cx="2410460" cy="2015490"/>
            <a:chOff x="1304" y="5953"/>
            <a:chExt cx="3796" cy="3174"/>
          </a:xfrm>
        </p:grpSpPr>
        <p:sp>
          <p:nvSpPr>
            <p:cNvPr id="74" name="Rectangle 355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097" y="6406"/>
              <a:ext cx="2154" cy="2211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5" name="直接连接符 74"/>
            <p:cNvCxnSpPr/>
            <p:nvPr>
              <p:custDataLst>
                <p:tags r:id="rId32"/>
              </p:custDataLst>
            </p:nvPr>
          </p:nvCxnSpPr>
          <p:spPr bwMode="auto">
            <a:xfrm flipH="1" flipV="1">
              <a:off x="3119" y="7427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871" y="8107"/>
              <a:ext cx="56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肘形连接符 77"/>
            <p:cNvCxnSpPr/>
            <p:nvPr>
              <p:custDataLst>
                <p:tags r:id="rId34"/>
              </p:custDataLst>
            </p:nvPr>
          </p:nvCxnSpPr>
          <p:spPr bwMode="auto">
            <a:xfrm rot="16200000">
              <a:off x="1758" y="7427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3119" y="7540"/>
              <a:ext cx="136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3119" y="6293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3119" y="8561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9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892" y="595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99" name="Text Box 19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534" y="7370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100" name="Text Box 19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304" y="7880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101" name="Text Box 19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835" y="878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300" name="组合 299"/>
            <p:cNvGrpSpPr/>
            <p:nvPr/>
          </p:nvGrpSpPr>
          <p:grpSpPr>
            <a:xfrm>
              <a:off x="2438" y="7654"/>
              <a:ext cx="1700" cy="906"/>
              <a:chOff x="2438" y="7654"/>
              <a:chExt cx="1700" cy="906"/>
            </a:xfrm>
          </p:grpSpPr>
          <p:sp>
            <p:nvSpPr>
              <p:cNvPr id="84" name="Rectangle 355"/>
              <p:cNvSpPr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2438" y="7654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Text Box 383"/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3119" y="765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6" name="Text Box 383"/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3119" y="822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8" name="Text Box 383"/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2495" y="7767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9" name="直接连接符 88"/>
              <p:cNvCxnSpPr/>
              <p:nvPr>
                <p:custDataLst>
                  <p:tags r:id="rId60"/>
                </p:custDataLst>
              </p:nvPr>
            </p:nvCxnSpPr>
            <p:spPr bwMode="auto">
              <a:xfrm>
                <a:off x="2779" y="799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接连接符 90"/>
              <p:cNvCxnSpPr/>
              <p:nvPr>
                <p:custDataLst>
                  <p:tags r:id="rId61"/>
                </p:custDataLst>
              </p:nvPr>
            </p:nvCxnSpPr>
            <p:spPr bwMode="auto">
              <a:xfrm flipH="1">
                <a:off x="2438" y="8107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2" name="直接连接符 91"/>
              <p:cNvCxnSpPr/>
              <p:nvPr>
                <p:custDataLst>
                  <p:tags r:id="rId62"/>
                </p:custDataLst>
              </p:nvPr>
            </p:nvCxnSpPr>
            <p:spPr bwMode="auto">
              <a:xfrm flipH="1">
                <a:off x="2892" y="7994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3" name="直接连接符 92"/>
              <p:cNvCxnSpPr/>
              <p:nvPr>
                <p:custDataLst>
                  <p:tags r:id="rId63"/>
                </p:custDataLst>
              </p:nvPr>
            </p:nvCxnSpPr>
            <p:spPr bwMode="auto">
              <a:xfrm flipH="1">
                <a:off x="2892" y="8220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4" name="直接连接符 93"/>
              <p:cNvCxnSpPr/>
              <p:nvPr>
                <p:custDataLst>
                  <p:tags r:id="rId64"/>
                </p:custDataLst>
              </p:nvPr>
            </p:nvCxnSpPr>
            <p:spPr bwMode="auto">
              <a:xfrm flipH="1" flipV="1">
                <a:off x="3119" y="822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" name="直接连接符 94"/>
              <p:cNvCxnSpPr/>
              <p:nvPr>
                <p:custDataLst>
                  <p:tags r:id="rId65"/>
                </p:custDataLst>
              </p:nvPr>
            </p:nvCxnSpPr>
            <p:spPr bwMode="auto">
              <a:xfrm flipV="1">
                <a:off x="3119" y="765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6" name="直接连接符 95"/>
              <p:cNvCxnSpPr/>
              <p:nvPr>
                <p:custDataLst>
                  <p:tags r:id="rId66"/>
                </p:custDataLst>
              </p:nvPr>
            </p:nvCxnSpPr>
            <p:spPr bwMode="auto">
              <a:xfrm>
                <a:off x="2892" y="7886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7" name="Text Box 383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3373" y="7994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9" name="Text Box 383"/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3628" y="7682"/>
                <a:ext cx="476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02" name="组合 301"/>
            <p:cNvGrpSpPr/>
            <p:nvPr/>
          </p:nvGrpSpPr>
          <p:grpSpPr>
            <a:xfrm>
              <a:off x="2438" y="6520"/>
              <a:ext cx="1700" cy="907"/>
              <a:chOff x="2438" y="6520"/>
              <a:chExt cx="1700" cy="907"/>
            </a:xfrm>
          </p:grpSpPr>
          <p:sp>
            <p:nvSpPr>
              <p:cNvPr id="103" name="Rectangle 355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2438" y="6520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Text Box 383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3119" y="652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5" name="Text Box 383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3119" y="70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6" name="Text Box 383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2495" y="6633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07" name="直接连接符 106"/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2779" y="6860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8" name="直接连接符 107"/>
              <p:cNvCxnSpPr/>
              <p:nvPr>
                <p:custDataLst>
                  <p:tags r:id="rId47"/>
                </p:custDataLst>
              </p:nvPr>
            </p:nvCxnSpPr>
            <p:spPr bwMode="auto">
              <a:xfrm flipH="1">
                <a:off x="2438" y="697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9" name="直接连接符 108"/>
              <p:cNvCxnSpPr/>
              <p:nvPr>
                <p:custDataLst>
                  <p:tags r:id="rId48"/>
                </p:custDataLst>
              </p:nvPr>
            </p:nvCxnSpPr>
            <p:spPr bwMode="auto">
              <a:xfrm flipH="1">
                <a:off x="2892" y="6860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0" name="直接连接符 109"/>
              <p:cNvCxnSpPr/>
              <p:nvPr>
                <p:custDataLst>
                  <p:tags r:id="rId49"/>
                </p:custDataLst>
              </p:nvPr>
            </p:nvCxnSpPr>
            <p:spPr bwMode="auto">
              <a:xfrm flipH="1">
                <a:off x="2892" y="708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1" name="直接连接符 110"/>
              <p:cNvCxnSpPr/>
              <p:nvPr>
                <p:custDataLst>
                  <p:tags r:id="rId50"/>
                </p:custDataLst>
              </p:nvPr>
            </p:nvCxnSpPr>
            <p:spPr bwMode="auto">
              <a:xfrm flipH="1" flipV="1">
                <a:off x="3119" y="708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2" name="直接连接符 111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3119" y="652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3" name="直接连接符 112"/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2892" y="6752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4" name="Text Box 383"/>
              <p:cNvSpPr txBox="1"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3373" y="6860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5" name="椭圆 114"/>
              <p:cNvSpPr/>
              <p:nvPr>
                <p:custDataLst>
                  <p:tags r:id="rId54"/>
                </p:custDataLst>
              </p:nvPr>
            </p:nvSpPr>
            <p:spPr>
              <a:xfrm>
                <a:off x="2664" y="6917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1" name="Text Box 383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3572" y="6548"/>
                <a:ext cx="476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56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487468" y="1421582"/>
            <a:ext cx="1477020" cy="1728470"/>
            <a:chOff x="6293" y="1587"/>
            <a:chExt cx="2326" cy="2722"/>
          </a:xfrm>
        </p:grpSpPr>
        <p:sp>
          <p:nvSpPr>
            <p:cNvPr id="16" name="Rectangle 35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17" y="2041"/>
              <a:ext cx="1020" cy="1814"/>
            </a:xfrm>
            <a:prstGeom prst="rect">
              <a:avLst/>
            </a:prstGeom>
            <a:solidFill>
              <a:srgbClr val="CCFFFF"/>
            </a:solidFill>
            <a:ln w="12700" cap="rnd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35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540" y="2098"/>
              <a:ext cx="340" cy="794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Rectangle 35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654" y="2154"/>
              <a:ext cx="113" cy="227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9" name="直接连接符 18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7710" y="2381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椭圆 19"/>
            <p:cNvSpPr/>
            <p:nvPr>
              <p:custDataLst>
                <p:tags r:id="rId9"/>
              </p:custDataLst>
            </p:nvPr>
          </p:nvSpPr>
          <p:spPr>
            <a:xfrm>
              <a:off x="7653" y="2495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0"/>
              </p:custDataLst>
            </p:nvPr>
          </p:nvSpPr>
          <p:spPr>
            <a:xfrm>
              <a:off x="7653" y="2721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" name="直接连接符 21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710" y="2551"/>
              <a:ext cx="17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12"/>
              </p:custDataLst>
            </p:nvPr>
          </p:nvCxnSpPr>
          <p:spPr bwMode="auto">
            <a:xfrm flipH="1" flipV="1">
              <a:off x="7427" y="2665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7710" y="1928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ctangle 35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540" y="3005"/>
              <a:ext cx="340" cy="794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椭圆 25"/>
            <p:cNvSpPr/>
            <p:nvPr>
              <p:custDataLst>
                <p:tags r:id="rId15"/>
              </p:custDataLst>
            </p:nvPr>
          </p:nvSpPr>
          <p:spPr>
            <a:xfrm>
              <a:off x="7653" y="3061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7710" y="3118"/>
              <a:ext cx="57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Rectangle 35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655" y="3514"/>
              <a:ext cx="113" cy="227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椭圆 28"/>
            <p:cNvSpPr/>
            <p:nvPr>
              <p:custDataLst>
                <p:tags r:id="rId18"/>
              </p:custDataLst>
            </p:nvPr>
          </p:nvSpPr>
          <p:spPr>
            <a:xfrm>
              <a:off x="7653" y="3288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7710" y="3402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7712" y="3742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7710" y="2835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030" y="2665"/>
              <a:ext cx="0" cy="5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34" name="Text Box 19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143" y="2385"/>
              <a:ext cx="283" cy="62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</p:spPr>
          <p:txBody>
            <a:bodyPr vert="eaVert"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反相</a:t>
              </a:r>
            </a:p>
          </p:txBody>
        </p:sp>
        <p:cxnSp>
          <p:nvCxnSpPr>
            <p:cNvPr id="35" name="直接连接符 34"/>
            <p:cNvCxnSpPr/>
            <p:nvPr>
              <p:custDataLst>
                <p:tags r:id="rId24"/>
              </p:custDataLst>
            </p:nvPr>
          </p:nvCxnSpPr>
          <p:spPr bwMode="auto">
            <a:xfrm flipH="1" flipV="1">
              <a:off x="7030" y="2665"/>
              <a:ext cx="11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Text Box 19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540" y="158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37" name="Text Box 19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427" y="3969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8" name="直接连接符 37"/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6803" y="3231"/>
              <a:ext cx="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7712" y="2948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40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293" y="3061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052" y="2778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  <a:endPara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3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37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3465830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与非门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或非门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6695" y="332656"/>
            <a:ext cx="6165215" cy="5080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CMOS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管，</a:t>
            </a:r>
            <a:r>
              <a:rPr 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并联、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串联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注：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Q1/Q3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有截止时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(Q2/Q4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有导通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)F=H 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1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CMOS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管，</a:t>
            </a:r>
            <a:r>
              <a:rPr 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并联、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串联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注：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Q2/Q4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有截止时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(Q1/Q3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有导通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)F=L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8</a:t>
            </a:fld>
            <a:endParaRPr lang="en-US" altLang="zh-CN"/>
          </a:p>
        </p:txBody>
      </p:sp>
      <p:graphicFrame>
        <p:nvGraphicFramePr>
          <p:cNvPr id="116" name="表格 11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88013606"/>
              </p:ext>
            </p:extLst>
          </p:nvPr>
        </p:nvGraphicFramePr>
        <p:xfrm>
          <a:off x="4536490" y="872806"/>
          <a:ext cx="3987165" cy="153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91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NAND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实现分析</a:t>
                      </a: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Q3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Q4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81" name="组合 180"/>
          <p:cNvGrpSpPr/>
          <p:nvPr/>
        </p:nvGrpSpPr>
        <p:grpSpPr>
          <a:xfrm>
            <a:off x="1152525" y="3320966"/>
            <a:ext cx="3167920" cy="2231790"/>
            <a:chOff x="1815" y="5216"/>
            <a:chExt cx="4989" cy="3515"/>
          </a:xfrm>
        </p:grpSpPr>
        <p:sp>
          <p:nvSpPr>
            <p:cNvPr id="60" name="Rectangle 355"/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2373" y="5669"/>
              <a:ext cx="3969" cy="2778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1" name="直接连接符 60"/>
            <p:cNvCxnSpPr/>
            <p:nvPr>
              <p:custDataLst>
                <p:tags r:id="rId80"/>
              </p:custDataLst>
            </p:nvPr>
          </p:nvCxnSpPr>
          <p:spPr bwMode="auto">
            <a:xfrm flipH="1" flipV="1">
              <a:off x="3402" y="7030"/>
              <a:ext cx="0" cy="1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2155" y="7654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肘形连接符 62"/>
            <p:cNvCxnSpPr/>
            <p:nvPr>
              <p:custDataLst>
                <p:tags r:id="rId82"/>
              </p:custDataLst>
            </p:nvPr>
          </p:nvCxnSpPr>
          <p:spPr bwMode="auto">
            <a:xfrm rot="16200000">
              <a:off x="1957" y="6888"/>
              <a:ext cx="130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83"/>
              </p:custDataLst>
            </p:nvPr>
          </p:nvCxnSpPr>
          <p:spPr bwMode="auto">
            <a:xfrm flipH="1" flipV="1">
              <a:off x="3402" y="5556"/>
              <a:ext cx="0" cy="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肘形连接符 65"/>
            <p:cNvCxnSpPr/>
            <p:nvPr>
              <p:custDataLst>
                <p:tags r:id="rId84"/>
              </p:custDataLst>
            </p:nvPr>
          </p:nvCxnSpPr>
          <p:spPr bwMode="auto">
            <a:xfrm rot="10800000">
              <a:off x="3402" y="6803"/>
              <a:ext cx="1134" cy="114"/>
            </a:xfrm>
            <a:prstGeom prst="bentConnector3">
              <a:avLst>
                <a:gd name="adj1" fmla="val 99823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Text Box 19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3232" y="5216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68" name="Text Box 19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6577" y="6860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19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815" y="7483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4" name="直接连接符 73"/>
            <p:cNvCxnSpPr/>
            <p:nvPr>
              <p:custDataLst>
                <p:tags r:id="rId88"/>
              </p:custDataLst>
            </p:nvPr>
          </p:nvCxnSpPr>
          <p:spPr bwMode="auto">
            <a:xfrm>
              <a:off x="5500" y="6860"/>
              <a:ext cx="0" cy="1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4536" y="5783"/>
              <a:ext cx="0" cy="113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4649" y="6406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4649" y="7654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4649" y="6406"/>
              <a:ext cx="0" cy="192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9" name="肘形连接符 78"/>
            <p:cNvCxnSpPr/>
            <p:nvPr>
              <p:custDataLst>
                <p:tags r:id="rId93"/>
              </p:custDataLst>
            </p:nvPr>
          </p:nvCxnSpPr>
          <p:spPr bwMode="auto">
            <a:xfrm>
              <a:off x="4536" y="5783"/>
              <a:ext cx="963" cy="170"/>
            </a:xfrm>
            <a:prstGeom prst="bentConnector3">
              <a:avLst>
                <a:gd name="adj1" fmla="val 99584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5499" y="8107"/>
              <a:ext cx="0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等腰三角形 80"/>
            <p:cNvSpPr/>
            <p:nvPr>
              <p:custDataLst>
                <p:tags r:id="rId95"/>
              </p:custDataLst>
            </p:nvPr>
          </p:nvSpPr>
          <p:spPr>
            <a:xfrm>
              <a:off x="5330" y="8561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2" name="直接连接符 81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2155" y="8334"/>
              <a:ext cx="24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83" name="Text Box 191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1815" y="816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714" y="7200"/>
              <a:ext cx="1701" cy="907"/>
              <a:chOff x="7136" y="3063"/>
              <a:chExt cx="1701" cy="907"/>
            </a:xfrm>
          </p:grpSpPr>
          <p:sp>
            <p:nvSpPr>
              <p:cNvPr id="85" name="Rectangle 355"/>
              <p:cNvSpPr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7136" y="3063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Text Box 383"/>
              <p:cNvSpPr txBox="1"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7817" y="306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7" name="Text Box 383"/>
              <p:cNvSpPr txBox="1"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7817" y="36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8" name="Text Box 383"/>
              <p:cNvSpPr txBox="1"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7193" y="3176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9" name="直接连接符 88"/>
              <p:cNvCxnSpPr/>
              <p:nvPr>
                <p:custDataLst>
                  <p:tags r:id="rId144"/>
                </p:custDataLst>
              </p:nvPr>
            </p:nvCxnSpPr>
            <p:spPr bwMode="auto">
              <a:xfrm>
                <a:off x="7477" y="3403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接连接符 89"/>
              <p:cNvCxnSpPr/>
              <p:nvPr>
                <p:custDataLst>
                  <p:tags r:id="rId145"/>
                </p:custDataLst>
              </p:nvPr>
            </p:nvCxnSpPr>
            <p:spPr bwMode="auto">
              <a:xfrm flipH="1">
                <a:off x="7136" y="3516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接连接符 90"/>
              <p:cNvCxnSpPr/>
              <p:nvPr>
                <p:custDataLst>
                  <p:tags r:id="rId146"/>
                </p:custDataLst>
              </p:nvPr>
            </p:nvCxnSpPr>
            <p:spPr bwMode="auto">
              <a:xfrm flipH="1">
                <a:off x="7590" y="340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2" name="直接连接符 91"/>
              <p:cNvCxnSpPr/>
              <p:nvPr>
                <p:custDataLst>
                  <p:tags r:id="rId147"/>
                </p:custDataLst>
              </p:nvPr>
            </p:nvCxnSpPr>
            <p:spPr bwMode="auto">
              <a:xfrm flipH="1">
                <a:off x="7590" y="362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3" name="直接连接符 92"/>
              <p:cNvCxnSpPr/>
              <p:nvPr>
                <p:custDataLst>
                  <p:tags r:id="rId148"/>
                </p:custDataLst>
              </p:nvPr>
            </p:nvCxnSpPr>
            <p:spPr bwMode="auto">
              <a:xfrm flipH="1" flipV="1">
                <a:off x="7817" y="36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4" name="直接连接符 93"/>
              <p:cNvCxnSpPr/>
              <p:nvPr>
                <p:custDataLst>
                  <p:tags r:id="rId149"/>
                </p:custDataLst>
              </p:nvPr>
            </p:nvCxnSpPr>
            <p:spPr bwMode="auto">
              <a:xfrm flipV="1">
                <a:off x="7817" y="306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" name="直接连接符 94"/>
              <p:cNvCxnSpPr/>
              <p:nvPr>
                <p:custDataLst>
                  <p:tags r:id="rId150"/>
                </p:custDataLst>
              </p:nvPr>
            </p:nvCxnSpPr>
            <p:spPr bwMode="auto">
              <a:xfrm>
                <a:off x="7590" y="3295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6" name="Text Box 383"/>
              <p:cNvSpPr txBox="1"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8079" y="3402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7" name="Text Box 383"/>
              <p:cNvSpPr txBox="1"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8277" y="309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2714" y="5898"/>
              <a:ext cx="1701" cy="907"/>
              <a:chOff x="7136" y="1929"/>
              <a:chExt cx="1701" cy="907"/>
            </a:xfrm>
          </p:grpSpPr>
          <p:sp>
            <p:nvSpPr>
              <p:cNvPr id="99" name="Rectangle 355"/>
              <p:cNvSpPr>
                <a:spLocks noChangeArrowheads="1"/>
              </p:cNvSpPr>
              <p:nvPr>
                <p:custDataLst>
                  <p:tags r:id="rId126"/>
                </p:custDataLst>
              </p:nvPr>
            </p:nvSpPr>
            <p:spPr bwMode="auto">
              <a:xfrm>
                <a:off x="7136" y="1929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Text Box 383"/>
              <p:cNvSpPr txBox="1">
                <a:spLocks noChangeArrowheads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7817" y="19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1" name="Text Box 383"/>
              <p:cNvSpPr txBox="1"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7817" y="249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2" name="Text Box 383"/>
              <p:cNvSpPr txBox="1"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7193" y="2042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03" name="直接连接符 102"/>
              <p:cNvCxnSpPr/>
              <p:nvPr>
                <p:custDataLst>
                  <p:tags r:id="rId130"/>
                </p:custDataLst>
              </p:nvPr>
            </p:nvCxnSpPr>
            <p:spPr bwMode="auto">
              <a:xfrm>
                <a:off x="7477" y="2269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4" name="直接连接符 103"/>
              <p:cNvCxnSpPr/>
              <p:nvPr>
                <p:custDataLst>
                  <p:tags r:id="rId131"/>
                </p:custDataLst>
              </p:nvPr>
            </p:nvCxnSpPr>
            <p:spPr bwMode="auto">
              <a:xfrm flipH="1">
                <a:off x="7136" y="238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5" name="直接连接符 104"/>
              <p:cNvCxnSpPr/>
              <p:nvPr>
                <p:custDataLst>
                  <p:tags r:id="rId132"/>
                </p:custDataLst>
              </p:nvPr>
            </p:nvCxnSpPr>
            <p:spPr bwMode="auto">
              <a:xfrm flipH="1">
                <a:off x="7590" y="226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6" name="直接连接符 105"/>
              <p:cNvCxnSpPr/>
              <p:nvPr>
                <p:custDataLst>
                  <p:tags r:id="rId133"/>
                </p:custDataLst>
              </p:nvPr>
            </p:nvCxnSpPr>
            <p:spPr bwMode="auto">
              <a:xfrm flipH="1">
                <a:off x="7590" y="2496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7" name="直接连接符 106"/>
              <p:cNvCxnSpPr/>
              <p:nvPr>
                <p:custDataLst>
                  <p:tags r:id="rId134"/>
                </p:custDataLst>
              </p:nvPr>
            </p:nvCxnSpPr>
            <p:spPr bwMode="auto">
              <a:xfrm flipH="1" flipV="1">
                <a:off x="7817" y="249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8" name="直接连接符 107"/>
              <p:cNvCxnSpPr/>
              <p:nvPr>
                <p:custDataLst>
                  <p:tags r:id="rId135"/>
                </p:custDataLst>
              </p:nvPr>
            </p:nvCxnSpPr>
            <p:spPr bwMode="auto">
              <a:xfrm flipV="1">
                <a:off x="7817" y="19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9" name="直接连接符 108"/>
              <p:cNvCxnSpPr/>
              <p:nvPr>
                <p:custDataLst>
                  <p:tags r:id="rId136"/>
                </p:custDataLst>
              </p:nvPr>
            </p:nvCxnSpPr>
            <p:spPr bwMode="auto">
              <a:xfrm>
                <a:off x="7590" y="2161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0" name="Text Box 383"/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8079" y="2268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1" name="椭圆 110"/>
              <p:cNvSpPr/>
              <p:nvPr>
                <p:custDataLst>
                  <p:tags r:id="rId138"/>
                </p:custDataLst>
              </p:nvPr>
            </p:nvSpPr>
            <p:spPr>
              <a:xfrm>
                <a:off x="7362" y="2326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Text Box 383"/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8277" y="195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13" name="组合 112"/>
            <p:cNvGrpSpPr/>
            <p:nvPr/>
          </p:nvGrpSpPr>
          <p:grpSpPr>
            <a:xfrm>
              <a:off x="4819" y="5953"/>
              <a:ext cx="1361" cy="907"/>
              <a:chOff x="9241" y="1928"/>
              <a:chExt cx="1361" cy="907"/>
            </a:xfrm>
          </p:grpSpPr>
          <p:sp>
            <p:nvSpPr>
              <p:cNvPr id="114" name="Rectangle 355"/>
              <p:cNvSpPr>
                <a:spLocks noChangeArrowheads="1"/>
              </p:cNvSpPr>
              <p:nvPr>
                <p:custDataLst>
                  <p:tags r:id="rId113"/>
                </p:custDataLst>
              </p:nvPr>
            </p:nvSpPr>
            <p:spPr bwMode="auto">
              <a:xfrm>
                <a:off x="9241" y="1928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Text Box 383"/>
              <p:cNvSpPr txBox="1"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9922" y="1928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7" name="Text Box 383"/>
              <p:cNvSpPr txBox="1">
                <a:spLocks noChangeArrowheads="1"/>
              </p:cNvSpPr>
              <p:nvPr>
                <p:custDataLst>
                  <p:tags r:id="rId115"/>
                </p:custDataLst>
              </p:nvPr>
            </p:nvSpPr>
            <p:spPr bwMode="auto">
              <a:xfrm>
                <a:off x="9922" y="2495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8" name="Text Box 383"/>
              <p:cNvSpPr txBox="1">
                <a:spLocks noChangeArrowheads="1"/>
              </p:cNvSpPr>
              <p:nvPr>
                <p:custDataLst>
                  <p:tags r:id="rId116"/>
                </p:custDataLst>
              </p:nvPr>
            </p:nvSpPr>
            <p:spPr bwMode="auto">
              <a:xfrm>
                <a:off x="9298" y="2041"/>
                <a:ext cx="27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19" name="直接连接符 118"/>
              <p:cNvCxnSpPr/>
              <p:nvPr>
                <p:custDataLst>
                  <p:tags r:id="rId117"/>
                </p:custDataLst>
              </p:nvPr>
            </p:nvCxnSpPr>
            <p:spPr bwMode="auto">
              <a:xfrm>
                <a:off x="9582" y="2268"/>
                <a:ext cx="0" cy="226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0" name="直接连接符 119"/>
              <p:cNvCxnSpPr/>
              <p:nvPr>
                <p:custDataLst>
                  <p:tags r:id="rId118"/>
                </p:custDataLst>
              </p:nvPr>
            </p:nvCxnSpPr>
            <p:spPr bwMode="auto">
              <a:xfrm>
                <a:off x="9241" y="2381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1" name="直接连接符 120"/>
              <p:cNvCxnSpPr/>
              <p:nvPr>
                <p:custDataLst>
                  <p:tags r:id="rId119"/>
                </p:custDataLst>
              </p:nvPr>
            </p:nvCxnSpPr>
            <p:spPr bwMode="auto">
              <a:xfrm>
                <a:off x="9695" y="2268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2" name="直接连接符 121"/>
              <p:cNvCxnSpPr/>
              <p:nvPr>
                <p:custDataLst>
                  <p:tags r:id="rId120"/>
                </p:custDataLst>
              </p:nvPr>
            </p:nvCxnSpPr>
            <p:spPr bwMode="auto">
              <a:xfrm>
                <a:off x="9695" y="2495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3" name="直接连接符 122"/>
              <p:cNvCxnSpPr/>
              <p:nvPr>
                <p:custDataLst>
                  <p:tags r:id="rId121"/>
                </p:custDataLst>
              </p:nvPr>
            </p:nvCxnSpPr>
            <p:spPr bwMode="auto">
              <a:xfrm>
                <a:off x="9921" y="2495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4" name="直接连接符 123"/>
              <p:cNvCxnSpPr/>
              <p:nvPr>
                <p:custDataLst>
                  <p:tags r:id="rId122"/>
                </p:custDataLst>
              </p:nvPr>
            </p:nvCxnSpPr>
            <p:spPr bwMode="auto">
              <a:xfrm>
                <a:off x="9922" y="1928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0" name="直接连接符 159"/>
              <p:cNvCxnSpPr/>
              <p:nvPr>
                <p:custDataLst>
                  <p:tags r:id="rId123"/>
                </p:custDataLst>
              </p:nvPr>
            </p:nvCxnSpPr>
            <p:spPr bwMode="auto">
              <a:xfrm>
                <a:off x="9695" y="2160"/>
                <a:ext cx="0" cy="45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2" name="椭圆 161"/>
              <p:cNvSpPr/>
              <p:nvPr>
                <p:custDataLst>
                  <p:tags r:id="rId124"/>
                </p:custDataLst>
              </p:nvPr>
            </p:nvSpPr>
            <p:spPr>
              <a:xfrm>
                <a:off x="9467" y="2325"/>
                <a:ext cx="120" cy="12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Text Box 383"/>
              <p:cNvSpPr txBox="1">
                <a:spLocks noChangeArrowheads="1"/>
              </p:cNvSpPr>
              <p:nvPr>
                <p:custDataLst>
                  <p:tags r:id="rId125"/>
                </p:custDataLst>
              </p:nvPr>
            </p:nvSpPr>
            <p:spPr bwMode="auto">
              <a:xfrm>
                <a:off x="10091" y="224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Q4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4819" y="7200"/>
              <a:ext cx="1361" cy="907"/>
              <a:chOff x="9241" y="3287"/>
              <a:chExt cx="1361" cy="907"/>
            </a:xfrm>
          </p:grpSpPr>
          <p:sp>
            <p:nvSpPr>
              <p:cNvPr id="165" name="Rectangle 355"/>
              <p:cNvSpPr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9241" y="3287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Text Box 383"/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9922" y="32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7" name="Text Box 383"/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9922" y="385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8" name="Text Box 383"/>
              <p:cNvSpPr txBox="1"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9298" y="3400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69" name="直接连接符 168"/>
              <p:cNvCxnSpPr/>
              <p:nvPr>
                <p:custDataLst>
                  <p:tags r:id="rId105"/>
                </p:custDataLst>
              </p:nvPr>
            </p:nvCxnSpPr>
            <p:spPr bwMode="auto">
              <a:xfrm>
                <a:off x="9582" y="3627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" name="直接连接符 169"/>
              <p:cNvCxnSpPr/>
              <p:nvPr>
                <p:custDataLst>
                  <p:tags r:id="rId106"/>
                </p:custDataLst>
              </p:nvPr>
            </p:nvCxnSpPr>
            <p:spPr bwMode="auto">
              <a:xfrm flipH="1">
                <a:off x="9241" y="374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" name="直接连接符 170"/>
              <p:cNvCxnSpPr/>
              <p:nvPr>
                <p:custDataLst>
                  <p:tags r:id="rId107"/>
                </p:custDataLst>
              </p:nvPr>
            </p:nvCxnSpPr>
            <p:spPr bwMode="auto">
              <a:xfrm flipH="1">
                <a:off x="9695" y="36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2" name="直接连接符 171"/>
              <p:cNvCxnSpPr/>
              <p:nvPr>
                <p:custDataLst>
                  <p:tags r:id="rId108"/>
                </p:custDataLst>
              </p:nvPr>
            </p:nvCxnSpPr>
            <p:spPr bwMode="auto">
              <a:xfrm flipH="1">
                <a:off x="9695" y="385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3" name="直接连接符 172"/>
              <p:cNvCxnSpPr/>
              <p:nvPr>
                <p:custDataLst>
                  <p:tags r:id="rId109"/>
                </p:custDataLst>
              </p:nvPr>
            </p:nvCxnSpPr>
            <p:spPr bwMode="auto">
              <a:xfrm flipH="1" flipV="1">
                <a:off x="9922" y="385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4" name="直接连接符 173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9922" y="328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5" name="直接连接符 174"/>
              <p:cNvCxnSpPr/>
              <p:nvPr>
                <p:custDataLst>
                  <p:tags r:id="rId111"/>
                </p:custDataLst>
              </p:nvPr>
            </p:nvCxnSpPr>
            <p:spPr bwMode="auto">
              <a:xfrm>
                <a:off x="9695" y="3519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7" name="Text Box 383"/>
              <p:cNvSpPr txBox="1">
                <a:spLocks noChangeArrowheads="1"/>
              </p:cNvSpPr>
              <p:nvPr>
                <p:custDataLst>
                  <p:tags r:id="rId112"/>
                </p:custDataLst>
              </p:nvPr>
            </p:nvSpPr>
            <p:spPr bwMode="auto">
              <a:xfrm>
                <a:off x="10091" y="3599"/>
                <a:ext cx="476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Q3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178" name="直接连接符 177"/>
            <p:cNvCxnSpPr/>
            <p:nvPr>
              <p:custDataLst>
                <p:tags r:id="rId98"/>
              </p:custDataLst>
            </p:nvPr>
          </p:nvCxnSpPr>
          <p:spPr bwMode="auto">
            <a:xfrm>
              <a:off x="3402" y="7030"/>
              <a:ext cx="311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5499" y="7030"/>
              <a:ext cx="0" cy="18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0" name="肘形连接符 179"/>
            <p:cNvCxnSpPr/>
            <p:nvPr>
              <p:custDataLst>
                <p:tags r:id="rId100"/>
              </p:custDataLst>
            </p:nvPr>
          </p:nvCxnSpPr>
          <p:spPr bwMode="auto">
            <a:xfrm rot="10800000">
              <a:off x="3402" y="8107"/>
              <a:ext cx="2098" cy="114"/>
            </a:xfrm>
            <a:prstGeom prst="bentConnector3">
              <a:avLst>
                <a:gd name="adj1" fmla="val 99823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8" name="组合 47"/>
          <p:cNvGrpSpPr/>
          <p:nvPr/>
        </p:nvGrpSpPr>
        <p:grpSpPr>
          <a:xfrm>
            <a:off x="1152735" y="800651"/>
            <a:ext cx="3167380" cy="2124075"/>
            <a:chOff x="6237" y="1247"/>
            <a:chExt cx="4988" cy="3345"/>
          </a:xfrm>
        </p:grpSpPr>
        <p:sp>
          <p:nvSpPr>
            <p:cNvPr id="244" name="Rectangle 35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795" y="1701"/>
              <a:ext cx="3969" cy="2608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45" name="直接连接符 244"/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7817" y="2836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6" name="直接连接符 245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6577" y="3516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7" name="肘形连接符 246"/>
            <p:cNvCxnSpPr/>
            <p:nvPr>
              <p:custDataLst>
                <p:tags r:id="rId9"/>
              </p:custDataLst>
            </p:nvPr>
          </p:nvCxnSpPr>
          <p:spPr bwMode="auto">
            <a:xfrm rot="16200000">
              <a:off x="6463" y="2835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49" name="直接连接符 248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7817" y="2949"/>
              <a:ext cx="311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0" name="直接连接符 249"/>
            <p:cNvCxnSpPr/>
            <p:nvPr>
              <p:custDataLst>
                <p:tags r:id="rId11"/>
              </p:custDataLst>
            </p:nvPr>
          </p:nvCxnSpPr>
          <p:spPr bwMode="auto">
            <a:xfrm flipH="1" flipV="1">
              <a:off x="7824" y="1587"/>
              <a:ext cx="0" cy="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肘形连接符 250"/>
            <p:cNvCxnSpPr/>
            <p:nvPr>
              <p:custDataLst>
                <p:tags r:id="rId12"/>
              </p:custDataLst>
            </p:nvPr>
          </p:nvCxnSpPr>
          <p:spPr bwMode="auto">
            <a:xfrm rot="10800000">
              <a:off x="7824" y="3970"/>
              <a:ext cx="1134" cy="114"/>
            </a:xfrm>
            <a:prstGeom prst="bentConnector3">
              <a:avLst>
                <a:gd name="adj1" fmla="val 99823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8" name="Text Box 19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654" y="124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279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998" y="2779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0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237" y="334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0" name="肘形连接符 29"/>
            <p:cNvCxnSpPr/>
            <p:nvPr>
              <p:custDataLst>
                <p:tags r:id="rId16"/>
              </p:custDataLst>
            </p:nvPr>
          </p:nvCxnSpPr>
          <p:spPr bwMode="auto">
            <a:xfrm>
              <a:off x="7824" y="1814"/>
              <a:ext cx="2098" cy="114"/>
            </a:xfrm>
            <a:prstGeom prst="bentConnector3">
              <a:avLst>
                <a:gd name="adj1" fmla="val 100112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17"/>
              </p:custDataLst>
            </p:nvPr>
          </p:nvCxnSpPr>
          <p:spPr bwMode="auto">
            <a:xfrm>
              <a:off x="9922" y="2835"/>
              <a:ext cx="0" cy="11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8958" y="3118"/>
              <a:ext cx="0" cy="96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9071" y="2381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9071" y="3742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9071" y="2381"/>
              <a:ext cx="0" cy="181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6" name="肘形连接符 35"/>
            <p:cNvCxnSpPr/>
            <p:nvPr>
              <p:custDataLst>
                <p:tags r:id="rId22"/>
              </p:custDataLst>
            </p:nvPr>
          </p:nvCxnSpPr>
          <p:spPr bwMode="auto">
            <a:xfrm>
              <a:off x="8958" y="3118"/>
              <a:ext cx="963" cy="170"/>
            </a:xfrm>
            <a:prstGeom prst="bentConnector3">
              <a:avLst>
                <a:gd name="adj1" fmla="val 99584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9922" y="4195"/>
              <a:ext cx="0" cy="22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等腰三角形 125"/>
            <p:cNvSpPr/>
            <p:nvPr>
              <p:custDataLst>
                <p:tags r:id="rId24"/>
              </p:custDataLst>
            </p:nvPr>
          </p:nvSpPr>
          <p:spPr>
            <a:xfrm>
              <a:off x="9752" y="4422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6577" y="4195"/>
              <a:ext cx="24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38" name="Text Box 19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237" y="402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7136" y="3063"/>
              <a:ext cx="1701" cy="907"/>
              <a:chOff x="7136" y="3063"/>
              <a:chExt cx="1701" cy="907"/>
            </a:xfrm>
          </p:grpSpPr>
          <p:sp>
            <p:nvSpPr>
              <p:cNvPr id="266" name="Rectangle 355"/>
              <p:cNvSpPr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7136" y="3063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Text Box 383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7817" y="306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8" name="Text Box 383"/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7817" y="36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9" name="Text Box 383"/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7193" y="3176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0" name="直接连接符 269"/>
              <p:cNvCxnSpPr/>
              <p:nvPr>
                <p:custDataLst>
                  <p:tags r:id="rId70"/>
                </p:custDataLst>
              </p:nvPr>
            </p:nvCxnSpPr>
            <p:spPr bwMode="auto">
              <a:xfrm>
                <a:off x="7477" y="3403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1" name="直接连接符 270"/>
              <p:cNvCxnSpPr/>
              <p:nvPr>
                <p:custDataLst>
                  <p:tags r:id="rId71"/>
                </p:custDataLst>
              </p:nvPr>
            </p:nvCxnSpPr>
            <p:spPr bwMode="auto">
              <a:xfrm flipH="1">
                <a:off x="7136" y="3516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2" name="直接连接符 271"/>
              <p:cNvCxnSpPr/>
              <p:nvPr>
                <p:custDataLst>
                  <p:tags r:id="rId72"/>
                </p:custDataLst>
              </p:nvPr>
            </p:nvCxnSpPr>
            <p:spPr bwMode="auto">
              <a:xfrm flipH="1">
                <a:off x="7590" y="340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3" name="直接连接符 272"/>
              <p:cNvCxnSpPr/>
              <p:nvPr>
                <p:custDataLst>
                  <p:tags r:id="rId73"/>
                </p:custDataLst>
              </p:nvPr>
            </p:nvCxnSpPr>
            <p:spPr bwMode="auto">
              <a:xfrm flipH="1">
                <a:off x="7590" y="362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4" name="直接连接符 273"/>
              <p:cNvCxnSpPr/>
              <p:nvPr>
                <p:custDataLst>
                  <p:tags r:id="rId74"/>
                </p:custDataLst>
              </p:nvPr>
            </p:nvCxnSpPr>
            <p:spPr bwMode="auto">
              <a:xfrm flipH="1" flipV="1">
                <a:off x="7817" y="36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5" name="直接连接符 274"/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7817" y="306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6" name="直接连接符 275"/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7590" y="3295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7" name="Text Box 383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8079" y="3402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" name="Text Box 383"/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8277" y="309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7136" y="1929"/>
              <a:ext cx="1701" cy="907"/>
              <a:chOff x="7136" y="1929"/>
              <a:chExt cx="1701" cy="907"/>
            </a:xfrm>
          </p:grpSpPr>
          <p:sp>
            <p:nvSpPr>
              <p:cNvPr id="253" name="Rectangle 355"/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7136" y="1929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4" name="Text Box 383"/>
              <p:cNvSpPr txBox="1"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7817" y="19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5" name="Text Box 383"/>
              <p:cNvSpPr txBox="1"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7817" y="249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6" name="Text Box 383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7193" y="2042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57" name="直接连接符 256"/>
              <p:cNvCxnSpPr/>
              <p:nvPr>
                <p:custDataLst>
                  <p:tags r:id="rId56"/>
                </p:custDataLst>
              </p:nvPr>
            </p:nvCxnSpPr>
            <p:spPr bwMode="auto">
              <a:xfrm>
                <a:off x="7477" y="2269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8" name="直接连接符 257"/>
              <p:cNvCxnSpPr/>
              <p:nvPr>
                <p:custDataLst>
                  <p:tags r:id="rId57"/>
                </p:custDataLst>
              </p:nvPr>
            </p:nvCxnSpPr>
            <p:spPr bwMode="auto">
              <a:xfrm flipH="1">
                <a:off x="7136" y="238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9" name="直接连接符 258"/>
              <p:cNvCxnSpPr/>
              <p:nvPr>
                <p:custDataLst>
                  <p:tags r:id="rId58"/>
                </p:custDataLst>
              </p:nvPr>
            </p:nvCxnSpPr>
            <p:spPr bwMode="auto">
              <a:xfrm flipH="1">
                <a:off x="7590" y="226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0" name="直接连接符 259"/>
              <p:cNvCxnSpPr/>
              <p:nvPr>
                <p:custDataLst>
                  <p:tags r:id="rId59"/>
                </p:custDataLst>
              </p:nvPr>
            </p:nvCxnSpPr>
            <p:spPr bwMode="auto">
              <a:xfrm flipH="1">
                <a:off x="7590" y="2496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1" name="直接连接符 260"/>
              <p:cNvCxnSpPr/>
              <p:nvPr>
                <p:custDataLst>
                  <p:tags r:id="rId60"/>
                </p:custDataLst>
              </p:nvPr>
            </p:nvCxnSpPr>
            <p:spPr bwMode="auto">
              <a:xfrm flipH="1" flipV="1">
                <a:off x="7817" y="249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2" name="直接连接符 261"/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7817" y="19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3" name="直接连接符 262"/>
              <p:cNvCxnSpPr/>
              <p:nvPr>
                <p:custDataLst>
                  <p:tags r:id="rId62"/>
                </p:custDataLst>
              </p:nvPr>
            </p:nvCxnSpPr>
            <p:spPr bwMode="auto">
              <a:xfrm>
                <a:off x="7590" y="2161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4" name="Text Box 383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8079" y="2268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8" name="椭圆 247"/>
              <p:cNvSpPr/>
              <p:nvPr>
                <p:custDataLst>
                  <p:tags r:id="rId64"/>
                </p:custDataLst>
              </p:nvPr>
            </p:nvSpPr>
            <p:spPr>
              <a:xfrm>
                <a:off x="7362" y="2326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 Box 383"/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8277" y="195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9241" y="1928"/>
              <a:ext cx="1361" cy="907"/>
              <a:chOff x="9241" y="1928"/>
              <a:chExt cx="1361" cy="907"/>
            </a:xfrm>
          </p:grpSpPr>
          <p:sp>
            <p:nvSpPr>
              <p:cNvPr id="17" name="Rectangle 355"/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9241" y="1928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Text Box 383"/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9922" y="1928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" name="Text Box 383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9922" y="2495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" name="Text Box 383"/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9298" y="2041"/>
                <a:ext cx="27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" name="直接连接符 20"/>
              <p:cNvCxnSpPr/>
              <p:nvPr>
                <p:custDataLst>
                  <p:tags r:id="rId43"/>
                </p:custDataLst>
              </p:nvPr>
            </p:nvCxnSpPr>
            <p:spPr bwMode="auto">
              <a:xfrm>
                <a:off x="9582" y="2268"/>
                <a:ext cx="0" cy="226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接连接符 21"/>
              <p:cNvCxnSpPr/>
              <p:nvPr>
                <p:custDataLst>
                  <p:tags r:id="rId44"/>
                </p:custDataLst>
              </p:nvPr>
            </p:nvCxnSpPr>
            <p:spPr bwMode="auto">
              <a:xfrm>
                <a:off x="9241" y="2381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/>
              <p:cNvCxnSpPr/>
              <p:nvPr>
                <p:custDataLst>
                  <p:tags r:id="rId45"/>
                </p:custDataLst>
              </p:nvPr>
            </p:nvCxnSpPr>
            <p:spPr bwMode="auto">
              <a:xfrm>
                <a:off x="9695" y="2268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接连接符 23"/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9695" y="2495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>
                <p:custDataLst>
                  <p:tags r:id="rId47"/>
                </p:custDataLst>
              </p:nvPr>
            </p:nvCxnSpPr>
            <p:spPr bwMode="auto">
              <a:xfrm>
                <a:off x="9921" y="2495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直接连接符 25"/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9922" y="1928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接连接符 26"/>
              <p:cNvCxnSpPr/>
              <p:nvPr>
                <p:custDataLst>
                  <p:tags r:id="rId49"/>
                </p:custDataLst>
              </p:nvPr>
            </p:nvCxnSpPr>
            <p:spPr bwMode="auto">
              <a:xfrm>
                <a:off x="9695" y="2160"/>
                <a:ext cx="0" cy="45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" name="椭圆 28"/>
              <p:cNvSpPr/>
              <p:nvPr>
                <p:custDataLst>
                  <p:tags r:id="rId50"/>
                </p:custDataLst>
              </p:nvPr>
            </p:nvSpPr>
            <p:spPr>
              <a:xfrm>
                <a:off x="9467" y="2325"/>
                <a:ext cx="120" cy="12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 Box 383"/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10091" y="2239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Q4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9241" y="3287"/>
              <a:ext cx="1361" cy="907"/>
              <a:chOff x="9241" y="3287"/>
              <a:chExt cx="1361" cy="907"/>
            </a:xfrm>
          </p:grpSpPr>
          <p:sp>
            <p:nvSpPr>
              <p:cNvPr id="4" name="Rectangle 355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9241" y="3287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Text Box 383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9922" y="32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" name="Text Box 383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9922" y="385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" name="Text Box 383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9298" y="3400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" name="直接连接符 7"/>
              <p:cNvCxnSpPr/>
              <p:nvPr>
                <p:custDataLst>
                  <p:tags r:id="rId31"/>
                </p:custDataLst>
              </p:nvPr>
            </p:nvCxnSpPr>
            <p:spPr bwMode="auto">
              <a:xfrm>
                <a:off x="9582" y="3627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直接连接符 8"/>
              <p:cNvCxnSpPr/>
              <p:nvPr>
                <p:custDataLst>
                  <p:tags r:id="rId32"/>
                </p:custDataLst>
              </p:nvPr>
            </p:nvCxnSpPr>
            <p:spPr bwMode="auto">
              <a:xfrm flipH="1">
                <a:off x="9241" y="374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直接连接符 9"/>
              <p:cNvCxnSpPr/>
              <p:nvPr>
                <p:custDataLst>
                  <p:tags r:id="rId33"/>
                </p:custDataLst>
              </p:nvPr>
            </p:nvCxnSpPr>
            <p:spPr bwMode="auto">
              <a:xfrm flipH="1">
                <a:off x="9695" y="36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接连接符 10"/>
              <p:cNvCxnSpPr/>
              <p:nvPr>
                <p:custDataLst>
                  <p:tags r:id="rId34"/>
                </p:custDataLst>
              </p:nvPr>
            </p:nvCxnSpPr>
            <p:spPr bwMode="auto">
              <a:xfrm flipH="1">
                <a:off x="9695" y="385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接连接符 11"/>
              <p:cNvCxnSpPr/>
              <p:nvPr>
                <p:custDataLst>
                  <p:tags r:id="rId35"/>
                </p:custDataLst>
              </p:nvPr>
            </p:nvCxnSpPr>
            <p:spPr bwMode="auto">
              <a:xfrm flipH="1" flipV="1">
                <a:off x="9922" y="385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接连接符 12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9922" y="328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直接连接符 13"/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9695" y="3519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Text Box 383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10091" y="360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Q3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182" name="表格 181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98973506"/>
              </p:ext>
            </p:extLst>
          </p:nvPr>
        </p:nvGraphicFramePr>
        <p:xfrm>
          <a:off x="4536490" y="3439476"/>
          <a:ext cx="3987165" cy="153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91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NOR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实现分析</a:t>
                      </a: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Q3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Q4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6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784090" cy="45154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k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输入与非门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说明：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与门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2655" y="332656"/>
            <a:ext cx="6831965" cy="40352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k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CMOS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管，</a:t>
            </a:r>
            <a:r>
              <a:rPr 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并联、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NMOS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串联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受电气特性限制，通常入端数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k≤5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不超过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由与非门、非门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级联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而成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与非门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成本更低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1152000" y="836806"/>
            <a:ext cx="4211320" cy="2195830"/>
            <a:chOff x="1871" y="5556"/>
            <a:chExt cx="6632" cy="3458"/>
          </a:xfrm>
        </p:grpSpPr>
        <p:sp>
          <p:nvSpPr>
            <p:cNvPr id="244" name="Rectangle 355"/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2373" y="5953"/>
              <a:ext cx="5669" cy="2835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9" name="Text Box 191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8277" y="7030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6576" y="6180"/>
              <a:ext cx="1361" cy="907"/>
              <a:chOff x="9241" y="1928"/>
              <a:chExt cx="1361" cy="907"/>
            </a:xfrm>
          </p:grpSpPr>
          <p:sp>
            <p:nvSpPr>
              <p:cNvPr id="16" name="Rectangle 355"/>
              <p:cNvSpPr>
                <a:spLocks noChangeArrowheads="1"/>
              </p:cNvSpPr>
              <p:nvPr>
                <p:custDataLst>
                  <p:tags r:id="rId210"/>
                </p:custDataLst>
              </p:nvPr>
            </p:nvSpPr>
            <p:spPr bwMode="auto">
              <a:xfrm>
                <a:off x="9241" y="1928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Text Box 383"/>
              <p:cNvSpPr txBox="1">
                <a:spLocks noChangeArrowheads="1"/>
              </p:cNvSpPr>
              <p:nvPr>
                <p:custDataLst>
                  <p:tags r:id="rId211"/>
                </p:custDataLst>
              </p:nvPr>
            </p:nvSpPr>
            <p:spPr bwMode="auto">
              <a:xfrm>
                <a:off x="9922" y="1928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8" name="Text Box 383"/>
              <p:cNvSpPr txBox="1">
                <a:spLocks noChangeArrowheads="1"/>
              </p:cNvSpPr>
              <p:nvPr>
                <p:custDataLst>
                  <p:tags r:id="rId212"/>
                </p:custDataLst>
              </p:nvPr>
            </p:nvSpPr>
            <p:spPr bwMode="auto">
              <a:xfrm>
                <a:off x="9922" y="2495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9" name="Text Box 383"/>
              <p:cNvSpPr txBox="1"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9298" y="2041"/>
                <a:ext cx="27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0" name="直接连接符 49"/>
              <p:cNvCxnSpPr/>
              <p:nvPr>
                <p:custDataLst>
                  <p:tags r:id="rId214"/>
                </p:custDataLst>
              </p:nvPr>
            </p:nvCxnSpPr>
            <p:spPr bwMode="auto">
              <a:xfrm>
                <a:off x="9582" y="2268"/>
                <a:ext cx="0" cy="226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" name="直接连接符 50"/>
              <p:cNvCxnSpPr/>
              <p:nvPr>
                <p:custDataLst>
                  <p:tags r:id="rId215"/>
                </p:custDataLst>
              </p:nvPr>
            </p:nvCxnSpPr>
            <p:spPr bwMode="auto">
              <a:xfrm>
                <a:off x="9241" y="2381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/>
              <p:cNvCxnSpPr/>
              <p:nvPr>
                <p:custDataLst>
                  <p:tags r:id="rId216"/>
                </p:custDataLst>
              </p:nvPr>
            </p:nvCxnSpPr>
            <p:spPr bwMode="auto">
              <a:xfrm>
                <a:off x="9695" y="2268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直接连接符 52"/>
              <p:cNvCxnSpPr/>
              <p:nvPr>
                <p:custDataLst>
                  <p:tags r:id="rId217"/>
                </p:custDataLst>
              </p:nvPr>
            </p:nvCxnSpPr>
            <p:spPr bwMode="auto">
              <a:xfrm>
                <a:off x="9695" y="2495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接连接符 53"/>
              <p:cNvCxnSpPr/>
              <p:nvPr>
                <p:custDataLst>
                  <p:tags r:id="rId218"/>
                </p:custDataLst>
              </p:nvPr>
            </p:nvCxnSpPr>
            <p:spPr bwMode="auto">
              <a:xfrm>
                <a:off x="9921" y="2495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接连接符 54"/>
              <p:cNvCxnSpPr/>
              <p:nvPr>
                <p:custDataLst>
                  <p:tags r:id="rId219"/>
                </p:custDataLst>
              </p:nvPr>
            </p:nvCxnSpPr>
            <p:spPr bwMode="auto">
              <a:xfrm>
                <a:off x="9922" y="1928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接连接符 55"/>
              <p:cNvCxnSpPr/>
              <p:nvPr>
                <p:custDataLst>
                  <p:tags r:id="rId220"/>
                </p:custDataLst>
              </p:nvPr>
            </p:nvCxnSpPr>
            <p:spPr bwMode="auto">
              <a:xfrm>
                <a:off x="9695" y="2160"/>
                <a:ext cx="0" cy="45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7" name="椭圆 56"/>
              <p:cNvSpPr/>
              <p:nvPr>
                <p:custDataLst>
                  <p:tags r:id="rId221"/>
                </p:custDataLst>
              </p:nvPr>
            </p:nvSpPr>
            <p:spPr>
              <a:xfrm>
                <a:off x="9467" y="2325"/>
                <a:ext cx="120" cy="12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Text Box 383"/>
              <p:cNvSpPr txBox="1">
                <a:spLocks noChangeArrowheads="1"/>
              </p:cNvSpPr>
              <p:nvPr>
                <p:custDataLst>
                  <p:tags r:id="rId222"/>
                </p:custDataLst>
              </p:nvPr>
            </p:nvSpPr>
            <p:spPr bwMode="auto">
              <a:xfrm>
                <a:off x="10148" y="2254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Q6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6576" y="7540"/>
              <a:ext cx="1361" cy="907"/>
              <a:chOff x="9241" y="3287"/>
              <a:chExt cx="1361" cy="907"/>
            </a:xfrm>
          </p:grpSpPr>
          <p:sp>
            <p:nvSpPr>
              <p:cNvPr id="60" name="Rectangle 355"/>
              <p:cNvSpPr>
                <a:spLocks noChangeArrowheads="1"/>
              </p:cNvSpPr>
              <p:nvPr>
                <p:custDataLst>
                  <p:tags r:id="rId198"/>
                </p:custDataLst>
              </p:nvPr>
            </p:nvSpPr>
            <p:spPr bwMode="auto">
              <a:xfrm>
                <a:off x="9241" y="3287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Text Box 383"/>
              <p:cNvSpPr txBox="1">
                <a:spLocks noChangeArrowheads="1"/>
              </p:cNvSpPr>
              <p:nvPr>
                <p:custDataLst>
                  <p:tags r:id="rId199"/>
                </p:custDataLst>
              </p:nvPr>
            </p:nvSpPr>
            <p:spPr bwMode="auto">
              <a:xfrm>
                <a:off x="9922" y="32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2" name="Text Box 383"/>
              <p:cNvSpPr txBox="1">
                <a:spLocks noChangeArrowheads="1"/>
              </p:cNvSpPr>
              <p:nvPr>
                <p:custDataLst>
                  <p:tags r:id="rId200"/>
                </p:custDataLst>
              </p:nvPr>
            </p:nvSpPr>
            <p:spPr bwMode="auto">
              <a:xfrm>
                <a:off x="9922" y="385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3" name="Text Box 383"/>
              <p:cNvSpPr txBox="1">
                <a:spLocks noChangeArrowheads="1"/>
              </p:cNvSpPr>
              <p:nvPr>
                <p:custDataLst>
                  <p:tags r:id="rId201"/>
                </p:custDataLst>
              </p:nvPr>
            </p:nvSpPr>
            <p:spPr bwMode="auto">
              <a:xfrm>
                <a:off x="9298" y="3400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64" name="直接连接符 63"/>
              <p:cNvCxnSpPr/>
              <p:nvPr>
                <p:custDataLst>
                  <p:tags r:id="rId202"/>
                </p:custDataLst>
              </p:nvPr>
            </p:nvCxnSpPr>
            <p:spPr bwMode="auto">
              <a:xfrm>
                <a:off x="9582" y="3627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接连接符 64"/>
              <p:cNvCxnSpPr/>
              <p:nvPr>
                <p:custDataLst>
                  <p:tags r:id="rId203"/>
                </p:custDataLst>
              </p:nvPr>
            </p:nvCxnSpPr>
            <p:spPr bwMode="auto">
              <a:xfrm flipH="1">
                <a:off x="9241" y="374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接连接符 65"/>
              <p:cNvCxnSpPr/>
              <p:nvPr>
                <p:custDataLst>
                  <p:tags r:id="rId204"/>
                </p:custDataLst>
              </p:nvPr>
            </p:nvCxnSpPr>
            <p:spPr bwMode="auto">
              <a:xfrm flipH="1">
                <a:off x="9695" y="36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接连接符 66"/>
              <p:cNvCxnSpPr/>
              <p:nvPr>
                <p:custDataLst>
                  <p:tags r:id="rId205"/>
                </p:custDataLst>
              </p:nvPr>
            </p:nvCxnSpPr>
            <p:spPr bwMode="auto">
              <a:xfrm flipH="1">
                <a:off x="9695" y="385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接连接符 67"/>
              <p:cNvCxnSpPr/>
              <p:nvPr>
                <p:custDataLst>
                  <p:tags r:id="rId206"/>
                </p:custDataLst>
              </p:nvPr>
            </p:nvCxnSpPr>
            <p:spPr bwMode="auto">
              <a:xfrm flipH="1" flipV="1">
                <a:off x="9922" y="385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接连接符 69"/>
              <p:cNvCxnSpPr/>
              <p:nvPr>
                <p:custDataLst>
                  <p:tags r:id="rId207"/>
                </p:custDataLst>
              </p:nvPr>
            </p:nvCxnSpPr>
            <p:spPr bwMode="auto">
              <a:xfrm flipV="1">
                <a:off x="9922" y="328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接连接符 70"/>
              <p:cNvCxnSpPr/>
              <p:nvPr>
                <p:custDataLst>
                  <p:tags r:id="rId208"/>
                </p:custDataLst>
              </p:nvPr>
            </p:nvCxnSpPr>
            <p:spPr bwMode="auto">
              <a:xfrm>
                <a:off x="9695" y="3519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2" name="Text Box 383"/>
              <p:cNvSpPr txBox="1">
                <a:spLocks noChangeArrowheads="1"/>
              </p:cNvSpPr>
              <p:nvPr>
                <p:custDataLst>
                  <p:tags r:id="rId209"/>
                </p:custDataLst>
              </p:nvPr>
            </p:nvSpPr>
            <p:spPr bwMode="auto">
              <a:xfrm>
                <a:off x="10148" y="3615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Q5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249" name="直接连接符 248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3395" y="7201"/>
              <a:ext cx="4819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45" name="直接连接符 244"/>
            <p:cNvCxnSpPr/>
            <p:nvPr>
              <p:custDataLst>
                <p:tags r:id="rId117"/>
              </p:custDataLst>
            </p:nvPr>
          </p:nvCxnSpPr>
          <p:spPr bwMode="auto">
            <a:xfrm flipH="1" flipV="1">
              <a:off x="3395" y="7088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6" name="直接连接符 245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2155" y="7768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7" name="肘形连接符 246"/>
            <p:cNvCxnSpPr/>
            <p:nvPr>
              <p:custDataLst>
                <p:tags r:id="rId119"/>
              </p:custDataLst>
            </p:nvPr>
          </p:nvCxnSpPr>
          <p:spPr bwMode="auto">
            <a:xfrm rot="16200000">
              <a:off x="2041" y="7087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0" name="直接连接符 249"/>
            <p:cNvCxnSpPr/>
            <p:nvPr>
              <p:custDataLst>
                <p:tags r:id="rId120"/>
              </p:custDataLst>
            </p:nvPr>
          </p:nvCxnSpPr>
          <p:spPr bwMode="auto">
            <a:xfrm flipH="1" flipV="1">
              <a:off x="3402" y="5896"/>
              <a:ext cx="0" cy="28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肘形连接符 250"/>
            <p:cNvCxnSpPr/>
            <p:nvPr>
              <p:custDataLst>
                <p:tags r:id="rId121"/>
              </p:custDataLst>
            </p:nvPr>
          </p:nvCxnSpPr>
          <p:spPr bwMode="auto">
            <a:xfrm rot="10800000">
              <a:off x="3402" y="8222"/>
              <a:ext cx="1134" cy="114"/>
            </a:xfrm>
            <a:prstGeom prst="bentConnector3">
              <a:avLst>
                <a:gd name="adj1" fmla="val 99823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8" name="Text Box 191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3232" y="5556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280" name="Text Box 191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1871" y="759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0" name="肘形连接符 29"/>
            <p:cNvCxnSpPr/>
            <p:nvPr>
              <p:custDataLst>
                <p:tags r:id="rId124"/>
              </p:custDataLst>
            </p:nvPr>
          </p:nvCxnSpPr>
          <p:spPr bwMode="auto">
            <a:xfrm>
              <a:off x="3402" y="6066"/>
              <a:ext cx="3855" cy="114"/>
            </a:xfrm>
            <a:prstGeom prst="bentConnector3">
              <a:avLst>
                <a:gd name="adj1" fmla="val 100112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125"/>
              </p:custDataLst>
            </p:nvPr>
          </p:nvCxnSpPr>
          <p:spPr bwMode="auto">
            <a:xfrm>
              <a:off x="5500" y="7087"/>
              <a:ext cx="0" cy="11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4536" y="7370"/>
              <a:ext cx="0" cy="96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4649" y="6633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4649" y="7994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129"/>
              </p:custDataLst>
            </p:nvPr>
          </p:nvCxnSpPr>
          <p:spPr bwMode="auto">
            <a:xfrm flipV="1">
              <a:off x="4649" y="6633"/>
              <a:ext cx="0" cy="181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6" name="肘形连接符 35"/>
            <p:cNvCxnSpPr/>
            <p:nvPr>
              <p:custDataLst>
                <p:tags r:id="rId130"/>
              </p:custDataLst>
            </p:nvPr>
          </p:nvCxnSpPr>
          <p:spPr bwMode="auto">
            <a:xfrm>
              <a:off x="4536" y="7370"/>
              <a:ext cx="963" cy="170"/>
            </a:xfrm>
            <a:prstGeom prst="bentConnector3">
              <a:avLst>
                <a:gd name="adj1" fmla="val 99584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7257" y="8447"/>
              <a:ext cx="0" cy="39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等腰三角形 125"/>
            <p:cNvSpPr/>
            <p:nvPr>
              <p:custDataLst>
                <p:tags r:id="rId132"/>
              </p:custDataLst>
            </p:nvPr>
          </p:nvSpPr>
          <p:spPr>
            <a:xfrm>
              <a:off x="7087" y="8844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7" name="肘形连接符 36"/>
            <p:cNvCxnSpPr/>
            <p:nvPr>
              <p:custDataLst>
                <p:tags r:id="rId133"/>
              </p:custDataLst>
            </p:nvPr>
          </p:nvCxnSpPr>
          <p:spPr bwMode="auto">
            <a:xfrm>
              <a:off x="2608" y="8334"/>
              <a:ext cx="2041" cy="113"/>
            </a:xfrm>
            <a:prstGeom prst="bentConnector3">
              <a:avLst>
                <a:gd name="adj1" fmla="val 48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38" name="Text Box 191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1871" y="816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714" y="7315"/>
              <a:ext cx="1701" cy="907"/>
              <a:chOff x="7136" y="3063"/>
              <a:chExt cx="1701" cy="907"/>
            </a:xfrm>
          </p:grpSpPr>
          <p:sp>
            <p:nvSpPr>
              <p:cNvPr id="266" name="Rectangle 355"/>
              <p:cNvSpPr>
                <a:spLocks noChangeArrowheads="1"/>
              </p:cNvSpPr>
              <p:nvPr>
                <p:custDataLst>
                  <p:tags r:id="rId185"/>
                </p:custDataLst>
              </p:nvPr>
            </p:nvSpPr>
            <p:spPr bwMode="auto">
              <a:xfrm>
                <a:off x="7136" y="3063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Text Box 383"/>
              <p:cNvSpPr txBox="1">
                <a:spLocks noChangeArrowheads="1"/>
              </p:cNvSpPr>
              <p:nvPr>
                <p:custDataLst>
                  <p:tags r:id="rId186"/>
                </p:custDataLst>
              </p:nvPr>
            </p:nvSpPr>
            <p:spPr bwMode="auto">
              <a:xfrm>
                <a:off x="7817" y="306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8" name="Text Box 383"/>
              <p:cNvSpPr txBox="1">
                <a:spLocks noChangeArrowheads="1"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7817" y="36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9" name="Text Box 383"/>
              <p:cNvSpPr txBox="1"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7193" y="3176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0" name="直接连接符 269"/>
              <p:cNvCxnSpPr/>
              <p:nvPr>
                <p:custDataLst>
                  <p:tags r:id="rId189"/>
                </p:custDataLst>
              </p:nvPr>
            </p:nvCxnSpPr>
            <p:spPr bwMode="auto">
              <a:xfrm>
                <a:off x="7477" y="3403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1" name="直接连接符 270"/>
              <p:cNvCxnSpPr/>
              <p:nvPr>
                <p:custDataLst>
                  <p:tags r:id="rId190"/>
                </p:custDataLst>
              </p:nvPr>
            </p:nvCxnSpPr>
            <p:spPr bwMode="auto">
              <a:xfrm flipH="1">
                <a:off x="7136" y="3516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2" name="直接连接符 271"/>
              <p:cNvCxnSpPr/>
              <p:nvPr>
                <p:custDataLst>
                  <p:tags r:id="rId191"/>
                </p:custDataLst>
              </p:nvPr>
            </p:nvCxnSpPr>
            <p:spPr bwMode="auto">
              <a:xfrm flipH="1">
                <a:off x="7590" y="340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3" name="直接连接符 272"/>
              <p:cNvCxnSpPr/>
              <p:nvPr>
                <p:custDataLst>
                  <p:tags r:id="rId192"/>
                </p:custDataLst>
              </p:nvPr>
            </p:nvCxnSpPr>
            <p:spPr bwMode="auto">
              <a:xfrm flipH="1">
                <a:off x="7590" y="362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4" name="直接连接符 273"/>
              <p:cNvCxnSpPr/>
              <p:nvPr>
                <p:custDataLst>
                  <p:tags r:id="rId193"/>
                </p:custDataLst>
              </p:nvPr>
            </p:nvCxnSpPr>
            <p:spPr bwMode="auto">
              <a:xfrm flipH="1" flipV="1">
                <a:off x="7817" y="36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5" name="直接连接符 274"/>
              <p:cNvCxnSpPr/>
              <p:nvPr>
                <p:custDataLst>
                  <p:tags r:id="rId194"/>
                </p:custDataLst>
              </p:nvPr>
            </p:nvCxnSpPr>
            <p:spPr bwMode="auto">
              <a:xfrm flipV="1">
                <a:off x="7817" y="306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6" name="直接连接符 275"/>
              <p:cNvCxnSpPr/>
              <p:nvPr>
                <p:custDataLst>
                  <p:tags r:id="rId195"/>
                </p:custDataLst>
              </p:nvPr>
            </p:nvCxnSpPr>
            <p:spPr bwMode="auto">
              <a:xfrm>
                <a:off x="7590" y="3295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7" name="Text Box 383"/>
              <p:cNvSpPr txBox="1"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8079" y="3402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" name="Text Box 383"/>
              <p:cNvSpPr txBox="1">
                <a:spLocks noChangeArrowheads="1"/>
              </p:cNvSpPr>
              <p:nvPr>
                <p:custDataLst>
                  <p:tags r:id="rId197"/>
                </p:custDataLst>
              </p:nvPr>
            </p:nvSpPr>
            <p:spPr bwMode="auto">
              <a:xfrm>
                <a:off x="8277" y="3090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2714" y="6181"/>
              <a:ext cx="1701" cy="907"/>
              <a:chOff x="7136" y="1929"/>
              <a:chExt cx="1701" cy="907"/>
            </a:xfrm>
          </p:grpSpPr>
          <p:sp>
            <p:nvSpPr>
              <p:cNvPr id="253" name="Rectangle 355"/>
              <p:cNvSpPr>
                <a:spLocks noChangeArrowheads="1"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7136" y="1929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4" name="Text Box 383"/>
              <p:cNvSpPr txBox="1">
                <a:spLocks noChangeArrowheads="1"/>
              </p:cNvSpPr>
              <p:nvPr>
                <p:custDataLst>
                  <p:tags r:id="rId172"/>
                </p:custDataLst>
              </p:nvPr>
            </p:nvSpPr>
            <p:spPr bwMode="auto">
              <a:xfrm>
                <a:off x="7817" y="19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5" name="Text Box 383"/>
              <p:cNvSpPr txBox="1">
                <a:spLocks noChangeArrowheads="1"/>
              </p:cNvSpPr>
              <p:nvPr>
                <p:custDataLst>
                  <p:tags r:id="rId173"/>
                </p:custDataLst>
              </p:nvPr>
            </p:nvSpPr>
            <p:spPr bwMode="auto">
              <a:xfrm>
                <a:off x="7817" y="249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6" name="Text Box 383"/>
              <p:cNvSpPr txBox="1">
                <a:spLocks noChangeArrowheads="1"/>
              </p:cNvSpPr>
              <p:nvPr>
                <p:custDataLst>
                  <p:tags r:id="rId174"/>
                </p:custDataLst>
              </p:nvPr>
            </p:nvSpPr>
            <p:spPr bwMode="auto">
              <a:xfrm>
                <a:off x="7193" y="2042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57" name="直接连接符 256"/>
              <p:cNvCxnSpPr/>
              <p:nvPr>
                <p:custDataLst>
                  <p:tags r:id="rId175"/>
                </p:custDataLst>
              </p:nvPr>
            </p:nvCxnSpPr>
            <p:spPr bwMode="auto">
              <a:xfrm>
                <a:off x="7477" y="2269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8" name="直接连接符 257"/>
              <p:cNvCxnSpPr/>
              <p:nvPr>
                <p:custDataLst>
                  <p:tags r:id="rId176"/>
                </p:custDataLst>
              </p:nvPr>
            </p:nvCxnSpPr>
            <p:spPr bwMode="auto">
              <a:xfrm flipH="1">
                <a:off x="7136" y="238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9" name="直接连接符 258"/>
              <p:cNvCxnSpPr/>
              <p:nvPr>
                <p:custDataLst>
                  <p:tags r:id="rId177"/>
                </p:custDataLst>
              </p:nvPr>
            </p:nvCxnSpPr>
            <p:spPr bwMode="auto">
              <a:xfrm flipH="1">
                <a:off x="7590" y="226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0" name="直接连接符 259"/>
              <p:cNvCxnSpPr/>
              <p:nvPr>
                <p:custDataLst>
                  <p:tags r:id="rId178"/>
                </p:custDataLst>
              </p:nvPr>
            </p:nvCxnSpPr>
            <p:spPr bwMode="auto">
              <a:xfrm flipH="1">
                <a:off x="7590" y="2496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1" name="直接连接符 260"/>
              <p:cNvCxnSpPr/>
              <p:nvPr>
                <p:custDataLst>
                  <p:tags r:id="rId179"/>
                </p:custDataLst>
              </p:nvPr>
            </p:nvCxnSpPr>
            <p:spPr bwMode="auto">
              <a:xfrm flipH="1" flipV="1">
                <a:off x="7817" y="249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2" name="直接连接符 261"/>
              <p:cNvCxnSpPr/>
              <p:nvPr>
                <p:custDataLst>
                  <p:tags r:id="rId180"/>
                </p:custDataLst>
              </p:nvPr>
            </p:nvCxnSpPr>
            <p:spPr bwMode="auto">
              <a:xfrm flipV="1">
                <a:off x="7817" y="19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3" name="直接连接符 262"/>
              <p:cNvCxnSpPr/>
              <p:nvPr>
                <p:custDataLst>
                  <p:tags r:id="rId181"/>
                </p:custDataLst>
              </p:nvPr>
            </p:nvCxnSpPr>
            <p:spPr bwMode="auto">
              <a:xfrm>
                <a:off x="7590" y="2161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4" name="Text Box 383"/>
              <p:cNvSpPr txBox="1"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8079" y="2268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8" name="椭圆 247"/>
              <p:cNvSpPr/>
              <p:nvPr>
                <p:custDataLst>
                  <p:tags r:id="rId183"/>
                </p:custDataLst>
              </p:nvPr>
            </p:nvSpPr>
            <p:spPr>
              <a:xfrm>
                <a:off x="7362" y="2326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 Box 383"/>
              <p:cNvSpPr txBox="1">
                <a:spLocks noChangeArrowheads="1"/>
              </p:cNvSpPr>
              <p:nvPr>
                <p:custDataLst>
                  <p:tags r:id="rId184"/>
                </p:custDataLst>
              </p:nvPr>
            </p:nvSpPr>
            <p:spPr bwMode="auto">
              <a:xfrm>
                <a:off x="8277" y="1950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4819" y="6180"/>
              <a:ext cx="1361" cy="907"/>
              <a:chOff x="9241" y="1928"/>
              <a:chExt cx="1361" cy="907"/>
            </a:xfrm>
          </p:grpSpPr>
          <p:sp>
            <p:nvSpPr>
              <p:cNvPr id="17" name="Rectangle 355"/>
              <p:cNvSpPr>
                <a:spLocks noChangeArrowheads="1"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9241" y="1928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Text Box 383"/>
              <p:cNvSpPr txBox="1">
                <a:spLocks noChangeArrowheads="1"/>
              </p:cNvSpPr>
              <p:nvPr>
                <p:custDataLst>
                  <p:tags r:id="rId159"/>
                </p:custDataLst>
              </p:nvPr>
            </p:nvSpPr>
            <p:spPr bwMode="auto">
              <a:xfrm>
                <a:off x="9922" y="1928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" name="Text Box 383"/>
              <p:cNvSpPr txBox="1">
                <a:spLocks noChangeArrowheads="1"/>
              </p:cNvSpPr>
              <p:nvPr>
                <p:custDataLst>
                  <p:tags r:id="rId160"/>
                </p:custDataLst>
              </p:nvPr>
            </p:nvSpPr>
            <p:spPr bwMode="auto">
              <a:xfrm>
                <a:off x="9922" y="2495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" name="Text Box 383"/>
              <p:cNvSpPr txBox="1">
                <a:spLocks noChangeArrowheads="1"/>
              </p:cNvSpPr>
              <p:nvPr>
                <p:custDataLst>
                  <p:tags r:id="rId161"/>
                </p:custDataLst>
              </p:nvPr>
            </p:nvSpPr>
            <p:spPr bwMode="auto">
              <a:xfrm>
                <a:off x="9298" y="2041"/>
                <a:ext cx="27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" name="直接连接符 20"/>
              <p:cNvCxnSpPr/>
              <p:nvPr>
                <p:custDataLst>
                  <p:tags r:id="rId162"/>
                </p:custDataLst>
              </p:nvPr>
            </p:nvCxnSpPr>
            <p:spPr bwMode="auto">
              <a:xfrm>
                <a:off x="9582" y="2268"/>
                <a:ext cx="0" cy="226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接连接符 21"/>
              <p:cNvCxnSpPr/>
              <p:nvPr>
                <p:custDataLst>
                  <p:tags r:id="rId163"/>
                </p:custDataLst>
              </p:nvPr>
            </p:nvCxnSpPr>
            <p:spPr bwMode="auto">
              <a:xfrm>
                <a:off x="9241" y="2381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/>
              <p:cNvCxnSpPr/>
              <p:nvPr>
                <p:custDataLst>
                  <p:tags r:id="rId164"/>
                </p:custDataLst>
              </p:nvPr>
            </p:nvCxnSpPr>
            <p:spPr bwMode="auto">
              <a:xfrm>
                <a:off x="9695" y="2268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接连接符 23"/>
              <p:cNvCxnSpPr/>
              <p:nvPr>
                <p:custDataLst>
                  <p:tags r:id="rId165"/>
                </p:custDataLst>
              </p:nvPr>
            </p:nvCxnSpPr>
            <p:spPr bwMode="auto">
              <a:xfrm>
                <a:off x="9695" y="2495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>
                <p:custDataLst>
                  <p:tags r:id="rId166"/>
                </p:custDataLst>
              </p:nvPr>
            </p:nvCxnSpPr>
            <p:spPr bwMode="auto">
              <a:xfrm>
                <a:off x="9921" y="2495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直接连接符 25"/>
              <p:cNvCxnSpPr/>
              <p:nvPr>
                <p:custDataLst>
                  <p:tags r:id="rId167"/>
                </p:custDataLst>
              </p:nvPr>
            </p:nvCxnSpPr>
            <p:spPr bwMode="auto">
              <a:xfrm>
                <a:off x="9922" y="1928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接连接符 26"/>
              <p:cNvCxnSpPr/>
              <p:nvPr>
                <p:custDataLst>
                  <p:tags r:id="rId168"/>
                </p:custDataLst>
              </p:nvPr>
            </p:nvCxnSpPr>
            <p:spPr bwMode="auto">
              <a:xfrm>
                <a:off x="9695" y="2160"/>
                <a:ext cx="0" cy="45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" name="椭圆 28"/>
              <p:cNvSpPr/>
              <p:nvPr>
                <p:custDataLst>
                  <p:tags r:id="rId169"/>
                </p:custDataLst>
              </p:nvPr>
            </p:nvSpPr>
            <p:spPr>
              <a:xfrm>
                <a:off x="9467" y="2325"/>
                <a:ext cx="120" cy="12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 Box 383"/>
              <p:cNvSpPr txBox="1">
                <a:spLocks noChangeArrowheads="1"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10148" y="2254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Q4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4819" y="7539"/>
              <a:ext cx="1361" cy="907"/>
              <a:chOff x="9241" y="3287"/>
              <a:chExt cx="1361" cy="907"/>
            </a:xfrm>
          </p:grpSpPr>
          <p:sp>
            <p:nvSpPr>
              <p:cNvPr id="4" name="Rectangle 355"/>
              <p:cNvSpPr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9241" y="3287"/>
                <a:ext cx="136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Text Box 383"/>
              <p:cNvSpPr txBox="1"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9922" y="32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" name="Text Box 383"/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9922" y="385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" name="Text Box 383"/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9298" y="3400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" name="直接连接符 7"/>
              <p:cNvCxnSpPr/>
              <p:nvPr>
                <p:custDataLst>
                  <p:tags r:id="rId150"/>
                </p:custDataLst>
              </p:nvPr>
            </p:nvCxnSpPr>
            <p:spPr bwMode="auto">
              <a:xfrm>
                <a:off x="9582" y="3627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直接连接符 8"/>
              <p:cNvCxnSpPr/>
              <p:nvPr>
                <p:custDataLst>
                  <p:tags r:id="rId151"/>
                </p:custDataLst>
              </p:nvPr>
            </p:nvCxnSpPr>
            <p:spPr bwMode="auto">
              <a:xfrm flipH="1">
                <a:off x="9241" y="374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直接连接符 9"/>
              <p:cNvCxnSpPr/>
              <p:nvPr>
                <p:custDataLst>
                  <p:tags r:id="rId152"/>
                </p:custDataLst>
              </p:nvPr>
            </p:nvCxnSpPr>
            <p:spPr bwMode="auto">
              <a:xfrm flipH="1">
                <a:off x="9695" y="36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接连接符 10"/>
              <p:cNvCxnSpPr/>
              <p:nvPr>
                <p:custDataLst>
                  <p:tags r:id="rId153"/>
                </p:custDataLst>
              </p:nvPr>
            </p:nvCxnSpPr>
            <p:spPr bwMode="auto">
              <a:xfrm flipH="1">
                <a:off x="9695" y="385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接连接符 11"/>
              <p:cNvCxnSpPr/>
              <p:nvPr>
                <p:custDataLst>
                  <p:tags r:id="rId154"/>
                </p:custDataLst>
              </p:nvPr>
            </p:nvCxnSpPr>
            <p:spPr bwMode="auto">
              <a:xfrm flipH="1" flipV="1">
                <a:off x="9922" y="385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接连接符 12"/>
              <p:cNvCxnSpPr/>
              <p:nvPr>
                <p:custDataLst>
                  <p:tags r:id="rId155"/>
                </p:custDataLst>
              </p:nvPr>
            </p:nvCxnSpPr>
            <p:spPr bwMode="auto">
              <a:xfrm flipV="1">
                <a:off x="9922" y="328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直接连接符 13"/>
              <p:cNvCxnSpPr/>
              <p:nvPr>
                <p:custDataLst>
                  <p:tags r:id="rId156"/>
                </p:custDataLst>
              </p:nvPr>
            </p:nvCxnSpPr>
            <p:spPr bwMode="auto">
              <a:xfrm>
                <a:off x="9695" y="3519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Text Box 383"/>
              <p:cNvSpPr txBox="1">
                <a:spLocks noChangeArrowheads="1"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10148" y="3615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Q3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73" name="直接连接符 72"/>
            <p:cNvCxnSpPr/>
            <p:nvPr>
              <p:custDataLst>
                <p:tags r:id="rId135"/>
              </p:custDataLst>
            </p:nvPr>
          </p:nvCxnSpPr>
          <p:spPr bwMode="auto">
            <a:xfrm flipV="1">
              <a:off x="6293" y="7370"/>
              <a:ext cx="0" cy="11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36"/>
              </p:custDataLst>
            </p:nvPr>
          </p:nvCxnSpPr>
          <p:spPr bwMode="auto">
            <a:xfrm flipV="1">
              <a:off x="6463" y="6633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137"/>
              </p:custDataLst>
            </p:nvPr>
          </p:nvCxnSpPr>
          <p:spPr bwMode="auto">
            <a:xfrm flipV="1">
              <a:off x="6463" y="7994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138"/>
              </p:custDataLst>
            </p:nvPr>
          </p:nvCxnSpPr>
          <p:spPr bwMode="auto">
            <a:xfrm flipV="1">
              <a:off x="6463" y="6633"/>
              <a:ext cx="0" cy="204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9" name="肘形连接符 78"/>
            <p:cNvCxnSpPr/>
            <p:nvPr>
              <p:custDataLst>
                <p:tags r:id="rId139"/>
              </p:custDataLst>
            </p:nvPr>
          </p:nvCxnSpPr>
          <p:spPr bwMode="auto">
            <a:xfrm>
              <a:off x="6293" y="7370"/>
              <a:ext cx="963" cy="170"/>
            </a:xfrm>
            <a:prstGeom prst="bentConnector3">
              <a:avLst>
                <a:gd name="adj1" fmla="val 99584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80" name="肘形连接符 79"/>
            <p:cNvCxnSpPr/>
            <p:nvPr>
              <p:custDataLst>
                <p:tags r:id="rId140"/>
              </p:custDataLst>
            </p:nvPr>
          </p:nvCxnSpPr>
          <p:spPr bwMode="auto">
            <a:xfrm rot="10800000">
              <a:off x="5499" y="8447"/>
              <a:ext cx="794" cy="114"/>
            </a:xfrm>
            <a:prstGeom prst="bentConnector3">
              <a:avLst>
                <a:gd name="adj1" fmla="val 99823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2154" y="8674"/>
              <a:ext cx="430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142"/>
              </p:custDataLst>
            </p:nvPr>
          </p:nvCxnSpPr>
          <p:spPr bwMode="auto">
            <a:xfrm flipV="1">
              <a:off x="5499" y="6066"/>
              <a:ext cx="1" cy="11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143"/>
              </p:custDataLst>
            </p:nvPr>
          </p:nvCxnSpPr>
          <p:spPr bwMode="auto">
            <a:xfrm>
              <a:off x="7257" y="7087"/>
              <a:ext cx="0" cy="11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84" name="Text Box 191"/>
            <p:cNvSpPr txBox="1">
              <a:spLocks noChangeArrowheads="1"/>
            </p:cNvSpPr>
            <p:nvPr>
              <p:custDataLst>
                <p:tags r:id="rId144"/>
              </p:custDataLst>
            </p:nvPr>
          </p:nvSpPr>
          <p:spPr bwMode="auto">
            <a:xfrm>
              <a:off x="1871" y="8504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5" name="直接连接符 84"/>
            <p:cNvCxnSpPr/>
            <p:nvPr>
              <p:custDataLst>
                <p:tags r:id="rId145"/>
              </p:custDataLst>
            </p:nvPr>
          </p:nvCxnSpPr>
          <p:spPr bwMode="auto">
            <a:xfrm flipV="1">
              <a:off x="2154" y="8334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16" name="表格 11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05426691"/>
              </p:ext>
            </p:extLst>
          </p:nvPr>
        </p:nvGraphicFramePr>
        <p:xfrm>
          <a:off x="5422900" y="784776"/>
          <a:ext cx="3602355" cy="209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5910">
                <a:tc gridSpan="10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NAND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实现分析</a:t>
                      </a: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Q3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Q4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Q5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Q6</a:t>
                      </a: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28" name="组合 227"/>
          <p:cNvGrpSpPr/>
          <p:nvPr/>
        </p:nvGrpSpPr>
        <p:grpSpPr>
          <a:xfrm>
            <a:off x="1115695" y="4292806"/>
            <a:ext cx="4427855" cy="2087880"/>
            <a:chOff x="1757" y="6066"/>
            <a:chExt cx="6973" cy="3288"/>
          </a:xfrm>
        </p:grpSpPr>
        <p:sp>
          <p:nvSpPr>
            <p:cNvPr id="110" name="Rectangle 35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268" y="6463"/>
              <a:ext cx="4025" cy="2665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11" name="直接连接符 110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3282" y="7598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2042" y="8278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肘形连接符 112"/>
            <p:cNvCxnSpPr/>
            <p:nvPr>
              <p:custDataLst>
                <p:tags r:id="rId12"/>
              </p:custDataLst>
            </p:nvPr>
          </p:nvCxnSpPr>
          <p:spPr bwMode="auto">
            <a:xfrm rot="16200000">
              <a:off x="1928" y="7597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13"/>
              </p:custDataLst>
            </p:nvPr>
          </p:nvCxnSpPr>
          <p:spPr bwMode="auto">
            <a:xfrm flipH="1" flipV="1">
              <a:off x="3289" y="6406"/>
              <a:ext cx="0" cy="28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肘形连接符 116"/>
            <p:cNvCxnSpPr/>
            <p:nvPr>
              <p:custDataLst>
                <p:tags r:id="rId14"/>
              </p:custDataLst>
            </p:nvPr>
          </p:nvCxnSpPr>
          <p:spPr bwMode="auto">
            <a:xfrm rot="10800000">
              <a:off x="3289" y="8732"/>
              <a:ext cx="1134" cy="114"/>
            </a:xfrm>
            <a:prstGeom prst="bentConnector3">
              <a:avLst>
                <a:gd name="adj1" fmla="val 99823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8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119" y="6066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119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504" y="754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0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757" y="810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1" name="肘形连接符 120"/>
            <p:cNvCxnSpPr/>
            <p:nvPr>
              <p:custDataLst>
                <p:tags r:id="rId18"/>
              </p:custDataLst>
            </p:nvPr>
          </p:nvCxnSpPr>
          <p:spPr bwMode="auto">
            <a:xfrm>
              <a:off x="3289" y="6576"/>
              <a:ext cx="2098" cy="114"/>
            </a:xfrm>
            <a:prstGeom prst="bentConnector3">
              <a:avLst>
                <a:gd name="adj1" fmla="val 100112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>
              <p:custDataLst>
                <p:tags r:id="rId19"/>
              </p:custDataLst>
            </p:nvPr>
          </p:nvCxnSpPr>
          <p:spPr bwMode="auto">
            <a:xfrm>
              <a:off x="5387" y="7597"/>
              <a:ext cx="0" cy="11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4423" y="7880"/>
              <a:ext cx="0" cy="96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4536" y="7143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4536" y="8504"/>
              <a:ext cx="17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28" name="直接连接符 127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4536" y="7143"/>
              <a:ext cx="0" cy="181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29" name="肘形连接符 128"/>
            <p:cNvCxnSpPr/>
            <p:nvPr>
              <p:custDataLst>
                <p:tags r:id="rId24"/>
              </p:custDataLst>
            </p:nvPr>
          </p:nvCxnSpPr>
          <p:spPr bwMode="auto">
            <a:xfrm>
              <a:off x="4423" y="7880"/>
              <a:ext cx="963" cy="170"/>
            </a:xfrm>
            <a:prstGeom prst="bentConnector3">
              <a:avLst>
                <a:gd name="adj1" fmla="val 99584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31" name="等腰三角形 130"/>
            <p:cNvSpPr/>
            <p:nvPr>
              <p:custDataLst>
                <p:tags r:id="rId25"/>
              </p:custDataLst>
            </p:nvPr>
          </p:nvSpPr>
          <p:spPr>
            <a:xfrm>
              <a:off x="5217" y="9184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2" name="直接连接符 131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2042" y="8957"/>
              <a:ext cx="24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33" name="Text Box 19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757" y="878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34" name="组合 133"/>
            <p:cNvGrpSpPr/>
            <p:nvPr/>
          </p:nvGrpSpPr>
          <p:grpSpPr>
            <a:xfrm>
              <a:off x="2601" y="7825"/>
              <a:ext cx="1701" cy="907"/>
              <a:chOff x="7136" y="3063"/>
              <a:chExt cx="1701" cy="907"/>
            </a:xfrm>
          </p:grpSpPr>
          <p:sp>
            <p:nvSpPr>
              <p:cNvPr id="135" name="Rectangle 355"/>
              <p:cNvSpPr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7136" y="3063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" name="Text Box 383"/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7817" y="306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37" name="Text Box 383"/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7817" y="36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38" name="Text Box 383"/>
              <p:cNvSpPr txBox="1"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7193" y="3176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39" name="直接连接符 138"/>
              <p:cNvCxnSpPr/>
              <p:nvPr>
                <p:custDataLst>
                  <p:tags r:id="rId105"/>
                </p:custDataLst>
              </p:nvPr>
            </p:nvCxnSpPr>
            <p:spPr bwMode="auto">
              <a:xfrm>
                <a:off x="7477" y="3403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0" name="直接连接符 139"/>
              <p:cNvCxnSpPr/>
              <p:nvPr>
                <p:custDataLst>
                  <p:tags r:id="rId106"/>
                </p:custDataLst>
              </p:nvPr>
            </p:nvCxnSpPr>
            <p:spPr bwMode="auto">
              <a:xfrm flipH="1">
                <a:off x="7136" y="3516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1" name="直接连接符 140"/>
              <p:cNvCxnSpPr/>
              <p:nvPr>
                <p:custDataLst>
                  <p:tags r:id="rId107"/>
                </p:custDataLst>
              </p:nvPr>
            </p:nvCxnSpPr>
            <p:spPr bwMode="auto">
              <a:xfrm flipH="1">
                <a:off x="7590" y="340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2" name="直接连接符 141"/>
              <p:cNvCxnSpPr/>
              <p:nvPr>
                <p:custDataLst>
                  <p:tags r:id="rId108"/>
                </p:custDataLst>
              </p:nvPr>
            </p:nvCxnSpPr>
            <p:spPr bwMode="auto">
              <a:xfrm flipH="1">
                <a:off x="7590" y="362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3" name="直接连接符 142"/>
              <p:cNvCxnSpPr/>
              <p:nvPr>
                <p:custDataLst>
                  <p:tags r:id="rId109"/>
                </p:custDataLst>
              </p:nvPr>
            </p:nvCxnSpPr>
            <p:spPr bwMode="auto">
              <a:xfrm flipH="1" flipV="1">
                <a:off x="7817" y="36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4" name="直接连接符 143"/>
              <p:cNvCxnSpPr/>
              <p:nvPr>
                <p:custDataLst>
                  <p:tags r:id="rId110"/>
                </p:custDataLst>
              </p:nvPr>
            </p:nvCxnSpPr>
            <p:spPr bwMode="auto">
              <a:xfrm flipV="1">
                <a:off x="7817" y="306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5" name="直接连接符 144"/>
              <p:cNvCxnSpPr/>
              <p:nvPr>
                <p:custDataLst>
                  <p:tags r:id="rId111"/>
                </p:custDataLst>
              </p:nvPr>
            </p:nvCxnSpPr>
            <p:spPr bwMode="auto">
              <a:xfrm>
                <a:off x="7590" y="3295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6" name="Text Box 383"/>
              <p:cNvSpPr txBox="1">
                <a:spLocks noChangeArrowheads="1"/>
              </p:cNvSpPr>
              <p:nvPr>
                <p:custDataLst>
                  <p:tags r:id="rId112"/>
                </p:custDataLst>
              </p:nvPr>
            </p:nvSpPr>
            <p:spPr bwMode="auto">
              <a:xfrm>
                <a:off x="8079" y="3402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7" name="Text Box 383"/>
              <p:cNvSpPr txBox="1">
                <a:spLocks noChangeArrowheads="1"/>
              </p:cNvSpPr>
              <p:nvPr>
                <p:custDataLst>
                  <p:tags r:id="rId113"/>
                </p:custDataLst>
              </p:nvPr>
            </p:nvSpPr>
            <p:spPr bwMode="auto">
              <a:xfrm>
                <a:off x="8277" y="3090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2601" y="6691"/>
              <a:ext cx="1701" cy="907"/>
              <a:chOff x="7136" y="1929"/>
              <a:chExt cx="1701" cy="907"/>
            </a:xfrm>
          </p:grpSpPr>
          <p:sp>
            <p:nvSpPr>
              <p:cNvPr id="149" name="Rectangle 355"/>
              <p:cNvSpPr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7136" y="1929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" name="Text Box 383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7817" y="192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1" name="Text Box 383"/>
              <p:cNvSpPr txBox="1"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7817" y="249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2" name="Text Box 383"/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7193" y="2042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3" name="直接连接符 152"/>
              <p:cNvCxnSpPr/>
              <p:nvPr>
                <p:custDataLst>
                  <p:tags r:id="rId91"/>
                </p:custDataLst>
              </p:nvPr>
            </p:nvCxnSpPr>
            <p:spPr bwMode="auto">
              <a:xfrm>
                <a:off x="7477" y="2269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4" name="直接连接符 153"/>
              <p:cNvCxnSpPr/>
              <p:nvPr>
                <p:custDataLst>
                  <p:tags r:id="rId92"/>
                </p:custDataLst>
              </p:nvPr>
            </p:nvCxnSpPr>
            <p:spPr bwMode="auto">
              <a:xfrm flipH="1">
                <a:off x="7136" y="238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5" name="直接连接符 154"/>
              <p:cNvCxnSpPr/>
              <p:nvPr>
                <p:custDataLst>
                  <p:tags r:id="rId93"/>
                </p:custDataLst>
              </p:nvPr>
            </p:nvCxnSpPr>
            <p:spPr bwMode="auto">
              <a:xfrm flipH="1">
                <a:off x="7590" y="226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" name="直接连接符 155"/>
              <p:cNvCxnSpPr/>
              <p:nvPr>
                <p:custDataLst>
                  <p:tags r:id="rId94"/>
                </p:custDataLst>
              </p:nvPr>
            </p:nvCxnSpPr>
            <p:spPr bwMode="auto">
              <a:xfrm flipH="1">
                <a:off x="7590" y="2496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" name="直接连接符 156"/>
              <p:cNvCxnSpPr/>
              <p:nvPr>
                <p:custDataLst>
                  <p:tags r:id="rId95"/>
                </p:custDataLst>
              </p:nvPr>
            </p:nvCxnSpPr>
            <p:spPr bwMode="auto">
              <a:xfrm flipH="1" flipV="1">
                <a:off x="7817" y="249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8" name="直接连接符 157"/>
              <p:cNvCxnSpPr/>
              <p:nvPr>
                <p:custDataLst>
                  <p:tags r:id="rId96"/>
                </p:custDataLst>
              </p:nvPr>
            </p:nvCxnSpPr>
            <p:spPr bwMode="auto">
              <a:xfrm flipV="1">
                <a:off x="7817" y="192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9" name="直接连接符 158"/>
              <p:cNvCxnSpPr/>
              <p:nvPr>
                <p:custDataLst>
                  <p:tags r:id="rId97"/>
                </p:custDataLst>
              </p:nvPr>
            </p:nvCxnSpPr>
            <p:spPr bwMode="auto">
              <a:xfrm>
                <a:off x="7590" y="2161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0" name="Text Box 383"/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8079" y="2268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1" name="椭圆 160"/>
              <p:cNvSpPr/>
              <p:nvPr>
                <p:custDataLst>
                  <p:tags r:id="rId99"/>
                </p:custDataLst>
              </p:nvPr>
            </p:nvSpPr>
            <p:spPr>
              <a:xfrm>
                <a:off x="7362" y="2326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Text Box 383"/>
              <p:cNvSpPr txBox="1">
                <a:spLocks noChangeArrowhead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8277" y="1950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4706" y="6690"/>
              <a:ext cx="1474" cy="907"/>
              <a:chOff x="9241" y="1928"/>
              <a:chExt cx="1474" cy="907"/>
            </a:xfrm>
          </p:grpSpPr>
          <p:sp>
            <p:nvSpPr>
              <p:cNvPr id="164" name="Rectangle 355"/>
              <p:cNvSpPr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9241" y="1928"/>
                <a:ext cx="1474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Text Box 383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9922" y="1928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6" name="Text Box 383"/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9922" y="2495"/>
                <a:ext cx="33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7" name="Text Box 383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9298" y="2041"/>
                <a:ext cx="27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68" name="直接连接符 167"/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9582" y="2268"/>
                <a:ext cx="0" cy="226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9" name="直接连接符 168"/>
              <p:cNvCxnSpPr/>
              <p:nvPr>
                <p:custDataLst>
                  <p:tags r:id="rId79"/>
                </p:custDataLst>
              </p:nvPr>
            </p:nvCxnSpPr>
            <p:spPr bwMode="auto">
              <a:xfrm>
                <a:off x="9241" y="2381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" name="直接连接符 169"/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9695" y="2268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" name="直接连接符 170"/>
              <p:cNvCxnSpPr/>
              <p:nvPr>
                <p:custDataLst>
                  <p:tags r:id="rId81"/>
                </p:custDataLst>
              </p:nvPr>
            </p:nvCxnSpPr>
            <p:spPr bwMode="auto">
              <a:xfrm>
                <a:off x="9695" y="2495"/>
                <a:ext cx="222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2" name="直接连接符 171"/>
              <p:cNvCxnSpPr/>
              <p:nvPr>
                <p:custDataLst>
                  <p:tags r:id="rId82"/>
                </p:custDataLst>
              </p:nvPr>
            </p:nvCxnSpPr>
            <p:spPr bwMode="auto">
              <a:xfrm>
                <a:off x="9921" y="2495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3" name="直接连接符 172"/>
              <p:cNvCxnSpPr/>
              <p:nvPr>
                <p:custDataLst>
                  <p:tags r:id="rId83"/>
                </p:custDataLst>
              </p:nvPr>
            </p:nvCxnSpPr>
            <p:spPr bwMode="auto">
              <a:xfrm>
                <a:off x="9922" y="1928"/>
                <a:ext cx="0" cy="33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4" name="直接连接符 173"/>
              <p:cNvCxnSpPr/>
              <p:nvPr>
                <p:custDataLst>
                  <p:tags r:id="rId84"/>
                </p:custDataLst>
              </p:nvPr>
            </p:nvCxnSpPr>
            <p:spPr bwMode="auto">
              <a:xfrm>
                <a:off x="9695" y="2160"/>
                <a:ext cx="0" cy="45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6" name="椭圆 175"/>
              <p:cNvSpPr/>
              <p:nvPr>
                <p:custDataLst>
                  <p:tags r:id="rId85"/>
                </p:custDataLst>
              </p:nvPr>
            </p:nvSpPr>
            <p:spPr>
              <a:xfrm>
                <a:off x="9467" y="2325"/>
                <a:ext cx="120" cy="12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Text Box 383"/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10204" y="2211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Q4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4706" y="8049"/>
              <a:ext cx="1474" cy="943"/>
              <a:chOff x="9241" y="3287"/>
              <a:chExt cx="1474" cy="943"/>
            </a:xfrm>
          </p:grpSpPr>
          <p:sp>
            <p:nvSpPr>
              <p:cNvPr id="179" name="Rectangle 355"/>
              <p:cNvSpPr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9241" y="3287"/>
                <a:ext cx="1474" cy="943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" name="Text Box 383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9922" y="32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1" name="Text Box 383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9922" y="3853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2" name="Text Box 383"/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9298" y="3400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83" name="直接连接符 182"/>
              <p:cNvCxnSpPr/>
              <p:nvPr>
                <p:custDataLst>
                  <p:tags r:id="rId66"/>
                </p:custDataLst>
              </p:nvPr>
            </p:nvCxnSpPr>
            <p:spPr bwMode="auto">
              <a:xfrm>
                <a:off x="9582" y="3627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4" name="直接连接符 183"/>
              <p:cNvCxnSpPr/>
              <p:nvPr>
                <p:custDataLst>
                  <p:tags r:id="rId67"/>
                </p:custDataLst>
              </p:nvPr>
            </p:nvCxnSpPr>
            <p:spPr bwMode="auto">
              <a:xfrm flipH="1">
                <a:off x="9241" y="374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5" name="直接连接符 184"/>
              <p:cNvCxnSpPr/>
              <p:nvPr>
                <p:custDataLst>
                  <p:tags r:id="rId68"/>
                </p:custDataLst>
              </p:nvPr>
            </p:nvCxnSpPr>
            <p:spPr bwMode="auto">
              <a:xfrm flipH="1">
                <a:off x="9695" y="362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6" name="直接连接符 185"/>
              <p:cNvCxnSpPr/>
              <p:nvPr>
                <p:custDataLst>
                  <p:tags r:id="rId69"/>
                </p:custDataLst>
              </p:nvPr>
            </p:nvCxnSpPr>
            <p:spPr bwMode="auto">
              <a:xfrm flipH="1">
                <a:off x="9695" y="385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7" name="直接连接符 186"/>
              <p:cNvCxnSpPr/>
              <p:nvPr>
                <p:custDataLst>
                  <p:tags r:id="rId70"/>
                </p:custDataLst>
              </p:nvPr>
            </p:nvCxnSpPr>
            <p:spPr bwMode="auto">
              <a:xfrm flipH="1" flipV="1">
                <a:off x="9922" y="3853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8" name="直接连接符 187"/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9922" y="328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9" name="直接连接符 188"/>
              <p:cNvCxnSpPr/>
              <p:nvPr>
                <p:custDataLst>
                  <p:tags r:id="rId72"/>
                </p:custDataLst>
              </p:nvPr>
            </p:nvCxnSpPr>
            <p:spPr bwMode="auto">
              <a:xfrm>
                <a:off x="9695" y="3519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1" name="Text Box 383"/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10204" y="3572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Q3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92" name="Rectangle 35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293" y="6462"/>
              <a:ext cx="1928" cy="2665"/>
            </a:xfrm>
            <a:prstGeom prst="rect">
              <a:avLst/>
            </a:prstGeom>
            <a:solidFill>
              <a:srgbClr val="CCEC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93" name="直接连接符 192"/>
            <p:cNvCxnSpPr/>
            <p:nvPr>
              <p:custDataLst>
                <p:tags r:id="rId29"/>
              </p:custDataLst>
            </p:nvPr>
          </p:nvCxnSpPr>
          <p:spPr bwMode="auto">
            <a:xfrm flipH="1" flipV="1">
              <a:off x="7321" y="7597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连接符 193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6406" y="827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5" name="肘形连接符 194"/>
            <p:cNvCxnSpPr/>
            <p:nvPr>
              <p:custDataLst>
                <p:tags r:id="rId31"/>
              </p:custDataLst>
            </p:nvPr>
          </p:nvCxnSpPr>
          <p:spPr bwMode="auto">
            <a:xfrm rot="16200000">
              <a:off x="5960" y="7583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7321" y="7710"/>
              <a:ext cx="113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97" name="肘形连接符 196"/>
            <p:cNvCxnSpPr/>
            <p:nvPr>
              <p:custDataLst>
                <p:tags r:id="rId33"/>
              </p:custDataLst>
            </p:nvPr>
          </p:nvCxnSpPr>
          <p:spPr bwMode="auto">
            <a:xfrm>
              <a:off x="5386" y="6576"/>
              <a:ext cx="1956" cy="114"/>
            </a:xfrm>
            <a:prstGeom prst="bentConnector3">
              <a:avLst>
                <a:gd name="adj1" fmla="val 99092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98" name="肘形连接符 197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385" y="8731"/>
              <a:ext cx="1928" cy="340"/>
            </a:xfrm>
            <a:prstGeom prst="bentConnector3">
              <a:avLst>
                <a:gd name="adj1" fmla="val 99844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grpSp>
          <p:nvGrpSpPr>
            <p:cNvPr id="300" name="组合 299"/>
            <p:cNvGrpSpPr/>
            <p:nvPr/>
          </p:nvGrpSpPr>
          <p:grpSpPr>
            <a:xfrm>
              <a:off x="6633" y="7824"/>
              <a:ext cx="1474" cy="907"/>
              <a:chOff x="2438" y="7654"/>
              <a:chExt cx="1474" cy="907"/>
            </a:xfrm>
          </p:grpSpPr>
          <p:sp>
            <p:nvSpPr>
              <p:cNvPr id="203" name="Rectangle 355"/>
              <p:cNvSpPr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2438" y="7654"/>
                <a:ext cx="1474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" name="Text Box 383"/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3119" y="765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" name="Text Box 383"/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3119" y="822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6" name="Text Box 383"/>
              <p:cNvSpPr txBox="1"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2495" y="7767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07" name="直接连接符 206"/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2779" y="799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8" name="直接连接符 207"/>
              <p:cNvCxnSpPr/>
              <p:nvPr>
                <p:custDataLst>
                  <p:tags r:id="rId55"/>
                </p:custDataLst>
              </p:nvPr>
            </p:nvCxnSpPr>
            <p:spPr bwMode="auto">
              <a:xfrm flipH="1">
                <a:off x="2438" y="8107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9" name="直接连接符 208"/>
              <p:cNvCxnSpPr/>
              <p:nvPr>
                <p:custDataLst>
                  <p:tags r:id="rId56"/>
                </p:custDataLst>
              </p:nvPr>
            </p:nvCxnSpPr>
            <p:spPr bwMode="auto">
              <a:xfrm flipH="1">
                <a:off x="2892" y="7994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0" name="直接连接符 209"/>
              <p:cNvCxnSpPr/>
              <p:nvPr>
                <p:custDataLst>
                  <p:tags r:id="rId57"/>
                </p:custDataLst>
              </p:nvPr>
            </p:nvCxnSpPr>
            <p:spPr bwMode="auto">
              <a:xfrm flipH="1">
                <a:off x="2892" y="8220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1" name="直接连接符 210"/>
              <p:cNvCxnSpPr/>
              <p:nvPr>
                <p:custDataLst>
                  <p:tags r:id="rId58"/>
                </p:custDataLst>
              </p:nvPr>
            </p:nvCxnSpPr>
            <p:spPr bwMode="auto">
              <a:xfrm flipH="1" flipV="1">
                <a:off x="3119" y="822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2" name="直接连接符 211"/>
              <p:cNvCxnSpPr/>
              <p:nvPr>
                <p:custDataLst>
                  <p:tags r:id="rId59"/>
                </p:custDataLst>
              </p:nvPr>
            </p:nvCxnSpPr>
            <p:spPr bwMode="auto">
              <a:xfrm flipV="1">
                <a:off x="3119" y="765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3" name="直接连接符 212"/>
              <p:cNvCxnSpPr/>
              <p:nvPr>
                <p:custDataLst>
                  <p:tags r:id="rId60"/>
                </p:custDataLst>
              </p:nvPr>
            </p:nvCxnSpPr>
            <p:spPr bwMode="auto">
              <a:xfrm>
                <a:off x="2892" y="7886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9" name="Text Box 383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3402" y="7938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Q5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02" name="组合 301"/>
            <p:cNvGrpSpPr/>
            <p:nvPr/>
          </p:nvGrpSpPr>
          <p:grpSpPr>
            <a:xfrm>
              <a:off x="6633" y="6690"/>
              <a:ext cx="1474" cy="907"/>
              <a:chOff x="2438" y="6520"/>
              <a:chExt cx="1474" cy="907"/>
            </a:xfrm>
          </p:grpSpPr>
          <p:sp>
            <p:nvSpPr>
              <p:cNvPr id="215" name="Rectangle 355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2438" y="6520"/>
                <a:ext cx="1474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6" name="Text Box 383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3119" y="652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7" name="Text Box 383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3119" y="708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8" name="Text Box 383"/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2495" y="6633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9" name="直接连接符 218"/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2779" y="6860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0" name="直接连接符 219"/>
              <p:cNvCxnSpPr/>
              <p:nvPr>
                <p:custDataLst>
                  <p:tags r:id="rId42"/>
                </p:custDataLst>
              </p:nvPr>
            </p:nvCxnSpPr>
            <p:spPr bwMode="auto">
              <a:xfrm flipH="1">
                <a:off x="2438" y="6973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1" name="直接连接符 220"/>
              <p:cNvCxnSpPr/>
              <p:nvPr>
                <p:custDataLst>
                  <p:tags r:id="rId43"/>
                </p:custDataLst>
              </p:nvPr>
            </p:nvCxnSpPr>
            <p:spPr bwMode="auto">
              <a:xfrm flipH="1">
                <a:off x="2892" y="6860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2" name="直接连接符 221"/>
              <p:cNvCxnSpPr/>
              <p:nvPr>
                <p:custDataLst>
                  <p:tags r:id="rId44"/>
                </p:custDataLst>
              </p:nvPr>
            </p:nvCxnSpPr>
            <p:spPr bwMode="auto">
              <a:xfrm flipH="1">
                <a:off x="2892" y="708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3" name="直接连接符 222"/>
              <p:cNvCxnSpPr/>
              <p:nvPr>
                <p:custDataLst>
                  <p:tags r:id="rId45"/>
                </p:custDataLst>
              </p:nvPr>
            </p:nvCxnSpPr>
            <p:spPr bwMode="auto">
              <a:xfrm flipH="1" flipV="1">
                <a:off x="3119" y="708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4" name="直接连接符 223"/>
              <p:cNvCxnSpPr/>
              <p:nvPr>
                <p:custDataLst>
                  <p:tags r:id="rId46"/>
                </p:custDataLst>
              </p:nvPr>
            </p:nvCxnSpPr>
            <p:spPr bwMode="auto">
              <a:xfrm flipV="1">
                <a:off x="3119" y="652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5" name="直接连接符 224"/>
              <p:cNvCxnSpPr/>
              <p:nvPr>
                <p:custDataLst>
                  <p:tags r:id="rId47"/>
                </p:custDataLst>
              </p:nvPr>
            </p:nvCxnSpPr>
            <p:spPr bwMode="auto">
              <a:xfrm>
                <a:off x="2892" y="6752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27" name="椭圆 226"/>
              <p:cNvSpPr/>
              <p:nvPr>
                <p:custDataLst>
                  <p:tags r:id="rId48"/>
                </p:custDataLst>
              </p:nvPr>
            </p:nvSpPr>
            <p:spPr>
              <a:xfrm>
                <a:off x="2664" y="6917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1" name="Text Box 383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3402" y="6861"/>
                <a:ext cx="397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Q6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114" name="直接连接符 113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3282" y="7711"/>
              <a:ext cx="311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cxnSp>
          <p:nvCxnSpPr>
            <p:cNvPr id="130" name="直接连接符 129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387" y="8957"/>
              <a:ext cx="0" cy="22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0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27020" y="3509814"/>
            <a:ext cx="381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个输入的或非门如何实现？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1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615305" y="3509814"/>
            <a:ext cx="315722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CMOS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PMOS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串联、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NMOS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并联</a:t>
            </a:r>
          </a:p>
        </p:txBody>
      </p:sp>
      <p:sp>
        <p:nvSpPr>
          <p:cNvPr id="23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867855" y="4762086"/>
            <a:ext cx="259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思考②：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或门如何实现？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AutoShape 37">
            <a:hlinkClick r:id="rId225" action="ppaction://hlinksldjump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2988518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37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bldLvl="0" animBg="1"/>
      <p:bldP spid="231" grpId="0" bldLvl="0" animBg="1"/>
      <p:bldP spid="1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6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784090" cy="5708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缓冲器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传输门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符号表示：</a:t>
            </a: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特点：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应用：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49145" y="332656"/>
            <a:ext cx="6972300" cy="5723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增强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输入信号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输出基于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DD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，由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非门级联而成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注：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Q1/Q3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有截止时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(Q2/Q4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有导通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)F=H 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符号表示：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u="sng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允许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禁止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信号传输，使用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CMOS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可传输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模拟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信号，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双向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传输；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延迟小、电路简单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用作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模拟开关</a:t>
            </a:r>
          </a:p>
        </p:txBody>
      </p:sp>
      <p:grpSp>
        <p:nvGrpSpPr>
          <p:cNvPr id="73" name="组合 72"/>
          <p:cNvGrpSpPr/>
          <p:nvPr/>
        </p:nvGrpSpPr>
        <p:grpSpPr>
          <a:xfrm>
            <a:off x="1152000" y="909871"/>
            <a:ext cx="3059430" cy="2051685"/>
            <a:chOff x="4025" y="1871"/>
            <a:chExt cx="4818" cy="3231"/>
          </a:xfrm>
        </p:grpSpPr>
        <p:sp>
          <p:nvSpPr>
            <p:cNvPr id="4" name="Rectangle 355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406" y="2324"/>
              <a:ext cx="1984" cy="2494"/>
            </a:xfrm>
            <a:prstGeom prst="rect">
              <a:avLst/>
            </a:prstGeom>
            <a:solidFill>
              <a:srgbClr val="CCEC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Rectangle 355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479" y="2324"/>
              <a:ext cx="1928" cy="2494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" name="直接连接符 6"/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5499" y="2211"/>
              <a:ext cx="0" cy="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Text Box 19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5329" y="187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9" name="Text Box 19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617" y="340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" name="肘形连接符 9"/>
            <p:cNvCxnSpPr/>
            <p:nvPr>
              <p:custDataLst>
                <p:tags r:id="rId58"/>
              </p:custDataLst>
            </p:nvPr>
          </p:nvCxnSpPr>
          <p:spPr bwMode="auto">
            <a:xfrm>
              <a:off x="5495" y="2381"/>
              <a:ext cx="1984" cy="170"/>
            </a:xfrm>
            <a:prstGeom prst="bentConnector3">
              <a:avLst>
                <a:gd name="adj1" fmla="val 100112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1" name="等腰三角形 10"/>
            <p:cNvSpPr/>
            <p:nvPr>
              <p:custDataLst>
                <p:tags r:id="rId59"/>
              </p:custDataLst>
            </p:nvPr>
          </p:nvSpPr>
          <p:spPr>
            <a:xfrm>
              <a:off x="5329" y="4932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60"/>
              </p:custDataLst>
            </p:nvPr>
          </p:nvCxnSpPr>
          <p:spPr bwMode="auto">
            <a:xfrm flipH="1" flipV="1">
              <a:off x="7484" y="3459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6578" y="4139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肘形连接符 13"/>
            <p:cNvCxnSpPr/>
            <p:nvPr>
              <p:custDataLst>
                <p:tags r:id="rId62"/>
              </p:custDataLst>
            </p:nvPr>
          </p:nvCxnSpPr>
          <p:spPr bwMode="auto">
            <a:xfrm rot="16200000">
              <a:off x="6132" y="3445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7484" y="3572"/>
              <a:ext cx="107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6" name="肘形连接符 15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5499" y="4593"/>
              <a:ext cx="1984" cy="170"/>
            </a:xfrm>
            <a:prstGeom prst="bentConnector3">
              <a:avLst>
                <a:gd name="adj1" fmla="val 99844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grpSp>
          <p:nvGrpSpPr>
            <p:cNvPr id="17" name="组合 16"/>
            <p:cNvGrpSpPr/>
            <p:nvPr/>
          </p:nvGrpSpPr>
          <p:grpSpPr>
            <a:xfrm>
              <a:off x="6805" y="3685"/>
              <a:ext cx="1474" cy="907"/>
              <a:chOff x="6918" y="3685"/>
              <a:chExt cx="1474" cy="907"/>
            </a:xfrm>
          </p:grpSpPr>
          <p:sp>
            <p:nvSpPr>
              <p:cNvPr id="18" name="Rectangle 355"/>
              <p:cNvSpPr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6918" y="3685"/>
                <a:ext cx="1474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Text Box 383"/>
              <p:cNvSpPr txBox="1"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7599" y="368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" name="Text Box 383"/>
              <p:cNvSpPr txBox="1">
                <a:spLocks noChangeArrowheads="1"/>
              </p:cNvSpPr>
              <p:nvPr>
                <p:custDataLst>
                  <p:tags r:id="rId112"/>
                </p:custDataLst>
              </p:nvPr>
            </p:nvSpPr>
            <p:spPr bwMode="auto">
              <a:xfrm>
                <a:off x="7599" y="425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" name="Text Box 383"/>
              <p:cNvSpPr txBox="1">
                <a:spLocks noChangeArrowheads="1"/>
              </p:cNvSpPr>
              <p:nvPr>
                <p:custDataLst>
                  <p:tags r:id="rId113"/>
                </p:custDataLst>
              </p:nvPr>
            </p:nvSpPr>
            <p:spPr bwMode="auto">
              <a:xfrm>
                <a:off x="6975" y="3799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2" name="直接连接符 21"/>
              <p:cNvCxnSpPr/>
              <p:nvPr>
                <p:custDataLst>
                  <p:tags r:id="rId114"/>
                </p:custDataLst>
              </p:nvPr>
            </p:nvCxnSpPr>
            <p:spPr bwMode="auto">
              <a:xfrm>
                <a:off x="7259" y="402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/>
              <p:cNvCxnSpPr/>
              <p:nvPr>
                <p:custDataLst>
                  <p:tags r:id="rId115"/>
                </p:custDataLst>
              </p:nvPr>
            </p:nvCxnSpPr>
            <p:spPr bwMode="auto">
              <a:xfrm flipH="1">
                <a:off x="6918" y="413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接连接符 23"/>
              <p:cNvCxnSpPr/>
              <p:nvPr>
                <p:custDataLst>
                  <p:tags r:id="rId116"/>
                </p:custDataLst>
              </p:nvPr>
            </p:nvCxnSpPr>
            <p:spPr bwMode="auto">
              <a:xfrm flipH="1">
                <a:off x="7372" y="4026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>
                <p:custDataLst>
                  <p:tags r:id="rId117"/>
                </p:custDataLst>
              </p:nvPr>
            </p:nvCxnSpPr>
            <p:spPr bwMode="auto">
              <a:xfrm flipH="1">
                <a:off x="7372" y="425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直接连接符 25"/>
              <p:cNvCxnSpPr/>
              <p:nvPr>
                <p:custDataLst>
                  <p:tags r:id="rId118"/>
                </p:custDataLst>
              </p:nvPr>
            </p:nvCxnSpPr>
            <p:spPr bwMode="auto">
              <a:xfrm flipH="1" flipV="1">
                <a:off x="7599" y="4252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接连接符 26"/>
              <p:cNvCxnSpPr/>
              <p:nvPr>
                <p:custDataLst>
                  <p:tags r:id="rId119"/>
                </p:custDataLst>
              </p:nvPr>
            </p:nvCxnSpPr>
            <p:spPr bwMode="auto">
              <a:xfrm flipV="1">
                <a:off x="7599" y="368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" name="直接连接符 27"/>
              <p:cNvCxnSpPr/>
              <p:nvPr>
                <p:custDataLst>
                  <p:tags r:id="rId120"/>
                </p:custDataLst>
              </p:nvPr>
            </p:nvCxnSpPr>
            <p:spPr bwMode="auto">
              <a:xfrm>
                <a:off x="7372" y="3918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" name="Text Box 383"/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7880" y="397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Q3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805" y="2552"/>
              <a:ext cx="1474" cy="907"/>
              <a:chOff x="6918" y="2552"/>
              <a:chExt cx="1474" cy="907"/>
            </a:xfrm>
          </p:grpSpPr>
          <p:sp>
            <p:nvSpPr>
              <p:cNvPr id="31" name="Rectangle 355"/>
              <p:cNvSpPr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6918" y="2552"/>
                <a:ext cx="1474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Text Box 383"/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7599" y="255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3" name="Text Box 383"/>
              <p:cNvSpPr txBox="1"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7599" y="311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4" name="Text Box 383"/>
              <p:cNvSpPr txBox="1">
                <a:spLocks noChangeArrowhead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6975" y="2665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6" name="直接连接符 35"/>
              <p:cNvCxnSpPr/>
              <p:nvPr>
                <p:custDataLst>
                  <p:tags r:id="rId101"/>
                </p:custDataLst>
              </p:nvPr>
            </p:nvCxnSpPr>
            <p:spPr bwMode="auto">
              <a:xfrm>
                <a:off x="7259" y="289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接连接符 69"/>
              <p:cNvCxnSpPr/>
              <p:nvPr>
                <p:custDataLst>
                  <p:tags r:id="rId102"/>
                </p:custDataLst>
              </p:nvPr>
            </p:nvCxnSpPr>
            <p:spPr bwMode="auto">
              <a:xfrm flipH="1">
                <a:off x="6918" y="300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2" name="直接连接符 71"/>
              <p:cNvCxnSpPr/>
              <p:nvPr>
                <p:custDataLst>
                  <p:tags r:id="rId103"/>
                </p:custDataLst>
              </p:nvPr>
            </p:nvCxnSpPr>
            <p:spPr bwMode="auto">
              <a:xfrm flipH="1">
                <a:off x="7372" y="289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直接连接符 73"/>
              <p:cNvCxnSpPr/>
              <p:nvPr>
                <p:custDataLst>
                  <p:tags r:id="rId104"/>
                </p:custDataLst>
              </p:nvPr>
            </p:nvCxnSpPr>
            <p:spPr bwMode="auto">
              <a:xfrm flipH="1">
                <a:off x="7372" y="311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接连接符 74"/>
              <p:cNvCxnSpPr/>
              <p:nvPr>
                <p:custDataLst>
                  <p:tags r:id="rId105"/>
                </p:custDataLst>
              </p:nvPr>
            </p:nvCxnSpPr>
            <p:spPr bwMode="auto">
              <a:xfrm flipH="1" flipV="1">
                <a:off x="7599" y="311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接连接符 75"/>
              <p:cNvCxnSpPr/>
              <p:nvPr>
                <p:custDataLst>
                  <p:tags r:id="rId106"/>
                </p:custDataLst>
              </p:nvPr>
            </p:nvCxnSpPr>
            <p:spPr bwMode="auto">
              <a:xfrm flipV="1">
                <a:off x="7599" y="2552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直接连接符 76"/>
              <p:cNvCxnSpPr/>
              <p:nvPr>
                <p:custDataLst>
                  <p:tags r:id="rId107"/>
                </p:custDataLst>
              </p:nvPr>
            </p:nvCxnSpPr>
            <p:spPr bwMode="auto">
              <a:xfrm>
                <a:off x="7372" y="2784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8" name="椭圆 77"/>
              <p:cNvSpPr/>
              <p:nvPr>
                <p:custDataLst>
                  <p:tags r:id="rId108"/>
                </p:custDataLst>
              </p:nvPr>
            </p:nvSpPr>
            <p:spPr>
              <a:xfrm>
                <a:off x="7144" y="2949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Text Box 383"/>
              <p:cNvSpPr txBox="1"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7880" y="2893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Q4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80" name="直接连接符 79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5499" y="3573"/>
              <a:ext cx="107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5499" y="4593"/>
              <a:ext cx="0" cy="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82" name="组合 81"/>
            <p:cNvGrpSpPr/>
            <p:nvPr/>
          </p:nvGrpSpPr>
          <p:grpSpPr>
            <a:xfrm>
              <a:off x="4819" y="3685"/>
              <a:ext cx="1474" cy="907"/>
              <a:chOff x="6918" y="3685"/>
              <a:chExt cx="1474" cy="907"/>
            </a:xfrm>
          </p:grpSpPr>
          <p:sp>
            <p:nvSpPr>
              <p:cNvPr id="83" name="Rectangle 355"/>
              <p:cNvSpPr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6918" y="3685"/>
                <a:ext cx="1474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Text Box 383"/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7599" y="368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5" name="Text Box 383"/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7599" y="425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6" name="Text Box 383"/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6975" y="3799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7" name="直接连接符 86"/>
              <p:cNvCxnSpPr/>
              <p:nvPr>
                <p:custDataLst>
                  <p:tags r:id="rId89"/>
                </p:custDataLst>
              </p:nvPr>
            </p:nvCxnSpPr>
            <p:spPr bwMode="auto">
              <a:xfrm>
                <a:off x="7259" y="402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直接连接符 87"/>
              <p:cNvCxnSpPr/>
              <p:nvPr>
                <p:custDataLst>
                  <p:tags r:id="rId90"/>
                </p:custDataLst>
              </p:nvPr>
            </p:nvCxnSpPr>
            <p:spPr bwMode="auto">
              <a:xfrm flipH="1">
                <a:off x="6918" y="413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接连接符 88"/>
              <p:cNvCxnSpPr/>
              <p:nvPr>
                <p:custDataLst>
                  <p:tags r:id="rId91"/>
                </p:custDataLst>
              </p:nvPr>
            </p:nvCxnSpPr>
            <p:spPr bwMode="auto">
              <a:xfrm flipH="1">
                <a:off x="7372" y="4026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接连接符 89"/>
              <p:cNvCxnSpPr/>
              <p:nvPr>
                <p:custDataLst>
                  <p:tags r:id="rId92"/>
                </p:custDataLst>
              </p:nvPr>
            </p:nvCxnSpPr>
            <p:spPr bwMode="auto">
              <a:xfrm flipH="1">
                <a:off x="7372" y="425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接连接符 90"/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7599" y="4252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2" name="直接连接符 91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7599" y="368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3" name="直接连接符 92"/>
              <p:cNvCxnSpPr/>
              <p:nvPr>
                <p:custDataLst>
                  <p:tags r:id="rId95"/>
                </p:custDataLst>
              </p:nvPr>
            </p:nvCxnSpPr>
            <p:spPr bwMode="auto">
              <a:xfrm>
                <a:off x="7372" y="3918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4" name="Text Box 383"/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7881" y="397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4819" y="2551"/>
              <a:ext cx="1474" cy="907"/>
              <a:chOff x="6918" y="2552"/>
              <a:chExt cx="1474" cy="907"/>
            </a:xfrm>
          </p:grpSpPr>
          <p:sp>
            <p:nvSpPr>
              <p:cNvPr id="96" name="Rectangle 355"/>
              <p:cNvSpPr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6918" y="2552"/>
                <a:ext cx="1474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Text Box 383"/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7599" y="255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8" name="Text Box 383"/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7599" y="3119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9" name="Text Box 383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6975" y="2665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00" name="直接连接符 99"/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7259" y="289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1" name="直接连接符 100"/>
              <p:cNvCxnSpPr/>
              <p:nvPr>
                <p:custDataLst>
                  <p:tags r:id="rId77"/>
                </p:custDataLst>
              </p:nvPr>
            </p:nvCxnSpPr>
            <p:spPr bwMode="auto">
              <a:xfrm flipH="1">
                <a:off x="6918" y="3005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2" name="直接连接符 101"/>
              <p:cNvCxnSpPr/>
              <p:nvPr>
                <p:custDataLst>
                  <p:tags r:id="rId78"/>
                </p:custDataLst>
              </p:nvPr>
            </p:nvCxnSpPr>
            <p:spPr bwMode="auto">
              <a:xfrm flipH="1">
                <a:off x="7372" y="289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3" name="直接连接符 102"/>
              <p:cNvCxnSpPr/>
              <p:nvPr>
                <p:custDataLst>
                  <p:tags r:id="rId79"/>
                </p:custDataLst>
              </p:nvPr>
            </p:nvCxnSpPr>
            <p:spPr bwMode="auto">
              <a:xfrm flipH="1">
                <a:off x="7372" y="3119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4" name="直接连接符 103"/>
              <p:cNvCxnSpPr/>
              <p:nvPr>
                <p:custDataLst>
                  <p:tags r:id="rId80"/>
                </p:custDataLst>
              </p:nvPr>
            </p:nvCxnSpPr>
            <p:spPr bwMode="auto">
              <a:xfrm flipH="1" flipV="1">
                <a:off x="7599" y="3119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5" name="直接连接符 104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7599" y="2552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6" name="直接连接符 105"/>
              <p:cNvCxnSpPr/>
              <p:nvPr>
                <p:custDataLst>
                  <p:tags r:id="rId82"/>
                </p:custDataLst>
              </p:nvPr>
            </p:nvCxnSpPr>
            <p:spPr bwMode="auto">
              <a:xfrm>
                <a:off x="7372" y="2784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7" name="椭圆 106"/>
              <p:cNvSpPr/>
              <p:nvPr>
                <p:custDataLst>
                  <p:tags r:id="rId83"/>
                </p:custDataLst>
              </p:nvPr>
            </p:nvSpPr>
            <p:spPr>
              <a:xfrm>
                <a:off x="7144" y="2949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Text Box 383"/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7881" y="2893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109" name="直接连接符 108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4592" y="4139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肘形连接符 110"/>
            <p:cNvCxnSpPr/>
            <p:nvPr>
              <p:custDataLst>
                <p:tags r:id="rId68"/>
              </p:custDataLst>
            </p:nvPr>
          </p:nvCxnSpPr>
          <p:spPr bwMode="auto">
            <a:xfrm rot="16200000">
              <a:off x="4139" y="3458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5499" y="3458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4252" y="3572"/>
              <a:ext cx="3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sp>
          <p:nvSpPr>
            <p:cNvPr id="116" name="Text Box 19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4025" y="3402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182" name="表格 181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9441318"/>
              </p:ext>
            </p:extLst>
          </p:nvPr>
        </p:nvGraphicFramePr>
        <p:xfrm>
          <a:off x="4536000" y="856296"/>
          <a:ext cx="3517265" cy="1036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5910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缓冲器实现分析</a:t>
                      </a: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Q3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Q4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52" name="组合 251"/>
          <p:cNvGrpSpPr/>
          <p:nvPr/>
        </p:nvGrpSpPr>
        <p:grpSpPr>
          <a:xfrm>
            <a:off x="1080000" y="3500806"/>
            <a:ext cx="2124075" cy="1511935"/>
            <a:chOff x="6009" y="5896"/>
            <a:chExt cx="3345" cy="2381"/>
          </a:xfrm>
        </p:grpSpPr>
        <p:sp>
          <p:nvSpPr>
            <p:cNvPr id="126" name="Rectangle 355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576" y="5896"/>
              <a:ext cx="2324" cy="2324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128" y="6860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0" name="肘形连接符 129"/>
            <p:cNvCxnSpPr/>
            <p:nvPr>
              <p:custDataLst>
                <p:tags r:id="rId20"/>
              </p:custDataLst>
            </p:nvPr>
          </p:nvCxnSpPr>
          <p:spPr bwMode="auto">
            <a:xfrm>
              <a:off x="6860" y="5971"/>
              <a:ext cx="1077" cy="170"/>
            </a:xfrm>
            <a:prstGeom prst="bentConnector3">
              <a:avLst>
                <a:gd name="adj1" fmla="val 100112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31" name="等腰三角形 130"/>
            <p:cNvSpPr/>
            <p:nvPr>
              <p:custDataLst>
                <p:tags r:id="rId21"/>
              </p:custDataLst>
            </p:nvPr>
          </p:nvSpPr>
          <p:spPr>
            <a:xfrm>
              <a:off x="6690" y="7428"/>
              <a:ext cx="340" cy="34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3" name="直接连接符 132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6858" y="5953"/>
              <a:ext cx="0" cy="136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8107" y="7030"/>
              <a:ext cx="96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24"/>
              </p:custDataLst>
            </p:nvPr>
          </p:nvCxnSpPr>
          <p:spPr bwMode="auto">
            <a:xfrm flipH="1" flipV="1">
              <a:off x="7767" y="6917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6406" y="7030"/>
              <a:ext cx="136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grpSp>
          <p:nvGrpSpPr>
            <p:cNvPr id="232" name="组合 231"/>
            <p:cNvGrpSpPr/>
            <p:nvPr/>
          </p:nvGrpSpPr>
          <p:grpSpPr>
            <a:xfrm>
              <a:off x="7427" y="6123"/>
              <a:ext cx="1361" cy="794"/>
              <a:chOff x="7453" y="7597"/>
              <a:chExt cx="1361" cy="794"/>
            </a:xfrm>
          </p:grpSpPr>
          <p:sp>
            <p:nvSpPr>
              <p:cNvPr id="151" name="Rectangle 355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7453" y="7597"/>
                <a:ext cx="1361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" name="Text Box 383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8133" y="805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3" name="Text Box 383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7453" y="8050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4" name="Text Box 383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8015" y="7611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6" name="直接连接符 155"/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7793" y="7954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2" name="椭圆 161"/>
              <p:cNvSpPr/>
              <p:nvPr>
                <p:custDataLst>
                  <p:tags r:id="rId47"/>
                </p:custDataLst>
              </p:nvPr>
            </p:nvSpPr>
            <p:spPr>
              <a:xfrm>
                <a:off x="7906" y="7824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Text Box 383"/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8303" y="771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28" name="直接连接符 227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7963" y="7597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9" name="直接连接符 228"/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7679" y="8050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0" name="直接连接符 229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7793" y="805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1" name="直接连接符 230"/>
              <p:cNvCxnSpPr/>
              <p:nvPr>
                <p:custDataLst>
                  <p:tags r:id="rId52"/>
                </p:custDataLst>
              </p:nvPr>
            </p:nvCxnSpPr>
            <p:spPr bwMode="auto">
              <a:xfrm flipV="1">
                <a:off x="8133" y="805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45" name="组合 244"/>
            <p:cNvGrpSpPr/>
            <p:nvPr/>
          </p:nvGrpSpPr>
          <p:grpSpPr>
            <a:xfrm>
              <a:off x="7427" y="7145"/>
              <a:ext cx="1361" cy="794"/>
              <a:chOff x="7427" y="7597"/>
              <a:chExt cx="1361" cy="794"/>
            </a:xfrm>
          </p:grpSpPr>
          <p:sp>
            <p:nvSpPr>
              <p:cNvPr id="234" name="Rectangle 355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7427" y="7597"/>
                <a:ext cx="1361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" name="Text Box 383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810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36" name="Text Box 383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742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37" name="Text Box 383"/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7994" y="8059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38" name="直接连接符 237"/>
              <p:cNvCxnSpPr/>
              <p:nvPr>
                <p:custDataLst>
                  <p:tags r:id="rId36"/>
                </p:custDataLst>
              </p:nvPr>
            </p:nvCxnSpPr>
            <p:spPr bwMode="auto">
              <a:xfrm flipH="1">
                <a:off x="7767" y="805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0" name="Text Box 383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8277" y="8050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1" name="直接连接符 240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7937" y="805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2" name="直接连接符 241"/>
              <p:cNvCxnSpPr/>
              <p:nvPr>
                <p:custDataLst>
                  <p:tags r:id="rId39"/>
                </p:custDataLst>
              </p:nvPr>
            </p:nvCxnSpPr>
            <p:spPr bwMode="auto">
              <a:xfrm flipH="1">
                <a:off x="7654" y="7937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3" name="直接连接符 242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776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4" name="直接连接符 243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810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46" name="直接连接符 245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8107" y="6917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7" name="椭圆 246"/>
            <p:cNvSpPr/>
            <p:nvPr>
              <p:custDataLst>
                <p:tags r:id="rId27"/>
              </p:custDataLst>
            </p:nvPr>
          </p:nvSpPr>
          <p:spPr>
            <a:xfrm>
              <a:off x="6803" y="7313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48" name="直接连接符 247"/>
            <p:cNvCxnSpPr/>
            <p:nvPr>
              <p:custDataLst>
                <p:tags r:id="rId28"/>
              </p:custDataLst>
            </p:nvPr>
          </p:nvCxnSpPr>
          <p:spPr bwMode="auto">
            <a:xfrm>
              <a:off x="6860" y="776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49" name="肘形连接符 248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6406" y="7937"/>
              <a:ext cx="1531" cy="170"/>
            </a:xfrm>
            <a:prstGeom prst="bentConnector3">
              <a:avLst>
                <a:gd name="adj1" fmla="val 99738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250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180" y="6860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1" name="Text Box 19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009" y="7937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EN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55" name="组合 254"/>
          <p:cNvGrpSpPr/>
          <p:nvPr/>
        </p:nvGrpSpPr>
        <p:grpSpPr>
          <a:xfrm>
            <a:off x="5833745" y="2355766"/>
            <a:ext cx="1115695" cy="359410"/>
            <a:chOff x="9978" y="6860"/>
            <a:chExt cx="1757" cy="566"/>
          </a:xfrm>
        </p:grpSpPr>
        <p:sp>
          <p:nvSpPr>
            <p:cNvPr id="117" name="等腰三角形 116"/>
            <p:cNvSpPr/>
            <p:nvPr>
              <p:custDataLst>
                <p:tags r:id="rId13"/>
              </p:custDataLst>
            </p:nvPr>
          </p:nvSpPr>
          <p:spPr>
            <a:xfrm>
              <a:off x="10602" y="6860"/>
              <a:ext cx="454" cy="567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0" name="直接连接符 119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10205" y="714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11112" y="714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3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1509" y="697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4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978" y="697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256" name="表格 255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95844427"/>
              </p:ext>
            </p:extLst>
          </p:nvPr>
        </p:nvGraphicFramePr>
        <p:xfrm>
          <a:off x="4017695" y="3422966"/>
          <a:ext cx="3573145" cy="1036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5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91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传输门实现分析</a:t>
                      </a: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EN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断开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高阻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72" name="组合 271"/>
          <p:cNvGrpSpPr/>
          <p:nvPr/>
        </p:nvGrpSpPr>
        <p:grpSpPr>
          <a:xfrm>
            <a:off x="4935220" y="4580806"/>
            <a:ext cx="1223645" cy="467995"/>
            <a:chOff x="9241" y="9524"/>
            <a:chExt cx="1927" cy="737"/>
          </a:xfrm>
        </p:grpSpPr>
        <p:cxnSp>
          <p:nvCxnSpPr>
            <p:cNvPr id="259" name="直接连接符 258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9638" y="9694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10545" y="9865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1" name="Text Box 1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942" y="9694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262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354" y="9524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9" name="Text Box 3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978" y="9581"/>
              <a:ext cx="567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TG</a:t>
              </a:r>
            </a:p>
          </p:txBody>
        </p:sp>
        <p:cxnSp>
          <p:nvCxnSpPr>
            <p:cNvPr id="270" name="直接连接符 269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9638" y="1009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1" name="Text Box 19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241" y="9921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EN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37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37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37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784090" cy="5515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三态门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有多种方法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符号表示：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应用：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49145" y="332656"/>
            <a:ext cx="683958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允许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禁止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信号传输</a:t>
            </a:r>
            <a:r>
              <a:rPr 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输出低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高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高阻</a:t>
            </a:r>
            <a:r>
              <a:rPr 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CMOS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管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(Q2&amp;Q3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用于传输、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Q1&amp;Q4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用于控制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11</a:t>
            </a:fld>
            <a:endParaRPr lang="en-US" altLang="zh-CN"/>
          </a:p>
        </p:txBody>
      </p:sp>
      <p:graphicFrame>
        <p:nvGraphicFramePr>
          <p:cNvPr id="26" name="表格 2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13211969"/>
              </p:ext>
            </p:extLst>
          </p:nvPr>
        </p:nvGraphicFramePr>
        <p:xfrm>
          <a:off x="5586290" y="1242376"/>
          <a:ext cx="3274060" cy="1283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91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三态门实现分析</a:t>
                      </a:r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0795" marB="107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Q1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Q2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Q3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Q4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高阻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32" name="组合 331"/>
          <p:cNvGrpSpPr/>
          <p:nvPr/>
        </p:nvGrpSpPr>
        <p:grpSpPr>
          <a:xfrm>
            <a:off x="1151890" y="1196891"/>
            <a:ext cx="4176395" cy="1259840"/>
            <a:chOff x="1814" y="1871"/>
            <a:chExt cx="6577" cy="1984"/>
          </a:xfrm>
        </p:grpSpPr>
        <p:sp>
          <p:nvSpPr>
            <p:cNvPr id="169" name="Rectangle 355"/>
            <p:cNvSpPr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2324" y="2268"/>
              <a:ext cx="5669" cy="1587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Text Box 191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1814" y="3458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EN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71" name="直接连接符 170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2211" y="2948"/>
              <a:ext cx="22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直接连接符 171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2211" y="3628"/>
              <a:ext cx="96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73" name="直接连接符 172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4537" y="3515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2438" y="2948"/>
              <a:ext cx="0" cy="56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105"/>
              </p:custDataLst>
            </p:nvPr>
          </p:nvCxnSpPr>
          <p:spPr bwMode="auto">
            <a:xfrm>
              <a:off x="4707" y="243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76" name="Text Box 191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2835" y="187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cxnSp>
          <p:nvCxnSpPr>
            <p:cNvPr id="177" name="直接连接符 176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3176" y="3628"/>
              <a:ext cx="317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8" name="Text Box 191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8164" y="272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9" name="等腰三角形 178"/>
            <p:cNvSpPr/>
            <p:nvPr>
              <p:custDataLst>
                <p:tags r:id="rId109"/>
              </p:custDataLst>
            </p:nvPr>
          </p:nvSpPr>
          <p:spPr>
            <a:xfrm>
              <a:off x="6350" y="3458"/>
              <a:ext cx="340" cy="34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80" name="直接连接符 179"/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5160" y="2324"/>
              <a:ext cx="272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111"/>
              </p:custDataLst>
            </p:nvPr>
          </p:nvCxnSpPr>
          <p:spPr bwMode="auto">
            <a:xfrm flipV="1">
              <a:off x="2438" y="3515"/>
              <a:ext cx="209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grpSp>
          <p:nvGrpSpPr>
            <p:cNvPr id="27" name="组合 26"/>
            <p:cNvGrpSpPr/>
            <p:nvPr/>
          </p:nvGrpSpPr>
          <p:grpSpPr>
            <a:xfrm>
              <a:off x="5275" y="2551"/>
              <a:ext cx="1134" cy="794"/>
              <a:chOff x="7313" y="7597"/>
              <a:chExt cx="1134" cy="794"/>
            </a:xfrm>
          </p:grpSpPr>
          <p:sp>
            <p:nvSpPr>
              <p:cNvPr id="183" name="Rectangle 355"/>
              <p:cNvSpPr>
                <a:spLocks noChangeArrowheads="1"/>
              </p:cNvSpPr>
              <p:nvPr>
                <p:custDataLst>
                  <p:tags r:id="rId164"/>
                </p:custDataLst>
              </p:nvPr>
            </p:nvSpPr>
            <p:spPr bwMode="auto">
              <a:xfrm>
                <a:off x="7313" y="7597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Text Box 383"/>
              <p:cNvSpPr txBox="1">
                <a:spLocks noChangeArrowheads="1"/>
              </p:cNvSpPr>
              <p:nvPr>
                <p:custDataLst>
                  <p:tags r:id="rId165"/>
                </p:custDataLst>
              </p:nvPr>
            </p:nvSpPr>
            <p:spPr bwMode="auto">
              <a:xfrm>
                <a:off x="810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5" name="Text Box 383"/>
              <p:cNvSpPr txBox="1">
                <a:spLocks noChangeArrowheads="1"/>
              </p:cNvSpPr>
              <p:nvPr>
                <p:custDataLst>
                  <p:tags r:id="rId166"/>
                </p:custDataLst>
              </p:nvPr>
            </p:nvSpPr>
            <p:spPr bwMode="auto">
              <a:xfrm>
                <a:off x="742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6" name="Text Box 383"/>
              <p:cNvSpPr txBox="1">
                <a:spLocks noChangeArrowheads="1"/>
              </p:cNvSpPr>
              <p:nvPr>
                <p:custDataLst>
                  <p:tags r:id="rId167"/>
                </p:custDataLst>
              </p:nvPr>
            </p:nvSpPr>
            <p:spPr bwMode="auto">
              <a:xfrm>
                <a:off x="7994" y="8059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87" name="直接连接符 186"/>
              <p:cNvCxnSpPr/>
              <p:nvPr>
                <p:custDataLst>
                  <p:tags r:id="rId168"/>
                </p:custDataLst>
              </p:nvPr>
            </p:nvCxnSpPr>
            <p:spPr bwMode="auto">
              <a:xfrm flipH="1">
                <a:off x="7767" y="805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8" name="Text Box 383"/>
              <p:cNvSpPr txBox="1">
                <a:spLocks noChangeArrowheads="1"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7369" y="8089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Q3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89" name="直接连接符 188"/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7937" y="805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0" name="直接连接符 189"/>
              <p:cNvCxnSpPr/>
              <p:nvPr>
                <p:custDataLst>
                  <p:tags r:id="rId171"/>
                </p:custDataLst>
              </p:nvPr>
            </p:nvCxnSpPr>
            <p:spPr bwMode="auto">
              <a:xfrm flipH="1">
                <a:off x="7654" y="7937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1" name="直接连接符 190"/>
              <p:cNvCxnSpPr/>
              <p:nvPr>
                <p:custDataLst>
                  <p:tags r:id="rId172"/>
                </p:custDataLst>
              </p:nvPr>
            </p:nvCxnSpPr>
            <p:spPr bwMode="auto">
              <a:xfrm flipV="1">
                <a:off x="776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2" name="直接连接符 191"/>
              <p:cNvCxnSpPr/>
              <p:nvPr>
                <p:custDataLst>
                  <p:tags r:id="rId173"/>
                </p:custDataLst>
              </p:nvPr>
            </p:nvCxnSpPr>
            <p:spPr bwMode="auto">
              <a:xfrm flipV="1">
                <a:off x="810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93" name="椭圆 192"/>
            <p:cNvSpPr/>
            <p:nvPr>
              <p:custDataLst>
                <p:tags r:id="rId112"/>
              </p:custDataLst>
            </p:nvPr>
          </p:nvSpPr>
          <p:spPr>
            <a:xfrm>
              <a:off x="6690" y="3572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94" name="肘形连接符 193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6803" y="3345"/>
              <a:ext cx="454" cy="283"/>
            </a:xfrm>
            <a:prstGeom prst="bentConnector3">
              <a:avLst>
                <a:gd name="adj1" fmla="val 99738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95" name="Text Box 191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1984" y="2775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96" name="组合 195"/>
            <p:cNvGrpSpPr/>
            <p:nvPr/>
          </p:nvGrpSpPr>
          <p:grpSpPr>
            <a:xfrm>
              <a:off x="2552" y="2551"/>
              <a:ext cx="1134" cy="794"/>
              <a:chOff x="4479" y="6746"/>
              <a:chExt cx="1134" cy="794"/>
            </a:xfrm>
          </p:grpSpPr>
          <p:sp>
            <p:nvSpPr>
              <p:cNvPr id="197" name="Rectangle 355"/>
              <p:cNvSpPr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4479" y="6746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8" name="Text Box 383"/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5273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99" name="Text Box 383"/>
              <p:cNvSpPr txBox="1">
                <a:spLocks noChangeArrowheads="1"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4593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0" name="Text Box 383"/>
              <p:cNvSpPr txBox="1"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5160" y="7208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01" name="直接连接符 200"/>
              <p:cNvCxnSpPr/>
              <p:nvPr>
                <p:custDataLst>
                  <p:tags r:id="rId157"/>
                </p:custDataLst>
              </p:nvPr>
            </p:nvCxnSpPr>
            <p:spPr bwMode="auto">
              <a:xfrm flipH="1">
                <a:off x="4933" y="719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3" name="Text Box 383"/>
              <p:cNvSpPr txBox="1">
                <a:spLocks noChangeArrowheads="1"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4535" y="7238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04" name="直接连接符 203"/>
              <p:cNvCxnSpPr/>
              <p:nvPr>
                <p:custDataLst>
                  <p:tags r:id="rId159"/>
                </p:custDataLst>
              </p:nvPr>
            </p:nvCxnSpPr>
            <p:spPr bwMode="auto">
              <a:xfrm flipV="1">
                <a:off x="5103" y="7313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5" name="直接连接符 204"/>
              <p:cNvCxnSpPr/>
              <p:nvPr>
                <p:custDataLst>
                  <p:tags r:id="rId160"/>
                </p:custDataLst>
              </p:nvPr>
            </p:nvCxnSpPr>
            <p:spPr bwMode="auto">
              <a:xfrm flipH="1">
                <a:off x="4820" y="7086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6" name="直接连接符 205"/>
              <p:cNvCxnSpPr/>
              <p:nvPr>
                <p:custDataLst>
                  <p:tags r:id="rId161"/>
                </p:custDataLst>
              </p:nvPr>
            </p:nvCxnSpPr>
            <p:spPr bwMode="auto">
              <a:xfrm flipV="1">
                <a:off x="4933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7" name="直接连接符 206"/>
              <p:cNvCxnSpPr/>
              <p:nvPr>
                <p:custDataLst>
                  <p:tags r:id="rId162"/>
                </p:custDataLst>
              </p:nvPr>
            </p:nvCxnSpPr>
            <p:spPr bwMode="auto">
              <a:xfrm flipV="1">
                <a:off x="5273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8" name="椭圆 207"/>
              <p:cNvSpPr/>
              <p:nvPr>
                <p:custDataLst>
                  <p:tags r:id="rId163"/>
                </p:custDataLst>
              </p:nvPr>
            </p:nvSpPr>
            <p:spPr>
              <a:xfrm>
                <a:off x="5046" y="7200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9" name="组合 208"/>
            <p:cNvGrpSpPr/>
            <p:nvPr/>
          </p:nvGrpSpPr>
          <p:grpSpPr>
            <a:xfrm>
              <a:off x="3913" y="2551"/>
              <a:ext cx="1134" cy="794"/>
              <a:chOff x="6066" y="6746"/>
              <a:chExt cx="1134" cy="794"/>
            </a:xfrm>
          </p:grpSpPr>
          <p:sp>
            <p:nvSpPr>
              <p:cNvPr id="210" name="Rectangle 355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6066" y="6746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Text Box 383"/>
              <p:cNvSpPr txBox="1"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6860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2" name="Text Box 383"/>
              <p:cNvSpPr txBox="1"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6180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3" name="Text Box 383"/>
              <p:cNvSpPr txBox="1"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6747" y="7208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5" name="直接连接符 214"/>
              <p:cNvCxnSpPr/>
              <p:nvPr>
                <p:custDataLst>
                  <p:tags r:id="rId146"/>
                </p:custDataLst>
              </p:nvPr>
            </p:nvCxnSpPr>
            <p:spPr bwMode="auto">
              <a:xfrm flipH="1">
                <a:off x="6520" y="719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6" name="Text Box 383"/>
              <p:cNvSpPr txBox="1"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6122" y="7238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7" name="直接连接符 216"/>
              <p:cNvCxnSpPr/>
              <p:nvPr>
                <p:custDataLst>
                  <p:tags r:id="rId148"/>
                </p:custDataLst>
              </p:nvPr>
            </p:nvCxnSpPr>
            <p:spPr bwMode="auto">
              <a:xfrm flipV="1">
                <a:off x="6690" y="7313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8" name="直接连接符 217"/>
              <p:cNvCxnSpPr/>
              <p:nvPr>
                <p:custDataLst>
                  <p:tags r:id="rId149"/>
                </p:custDataLst>
              </p:nvPr>
            </p:nvCxnSpPr>
            <p:spPr bwMode="auto">
              <a:xfrm flipH="1">
                <a:off x="6407" y="7086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9" name="直接连接符 218"/>
              <p:cNvCxnSpPr/>
              <p:nvPr>
                <p:custDataLst>
                  <p:tags r:id="rId150"/>
                </p:custDataLst>
              </p:nvPr>
            </p:nvCxnSpPr>
            <p:spPr bwMode="auto">
              <a:xfrm flipV="1">
                <a:off x="6520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0" name="直接连接符 219"/>
              <p:cNvCxnSpPr/>
              <p:nvPr>
                <p:custDataLst>
                  <p:tags r:id="rId151"/>
                </p:custDataLst>
              </p:nvPr>
            </p:nvCxnSpPr>
            <p:spPr bwMode="auto">
              <a:xfrm flipV="1">
                <a:off x="6860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21" name="椭圆 220"/>
              <p:cNvSpPr/>
              <p:nvPr>
                <p:custDataLst>
                  <p:tags r:id="rId152"/>
                </p:custDataLst>
              </p:nvPr>
            </p:nvSpPr>
            <p:spPr>
              <a:xfrm>
                <a:off x="6633" y="7200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22" name="直接箭头连接符 221"/>
            <p:cNvCxnSpPr/>
            <p:nvPr>
              <p:custDataLst>
                <p:tags r:id="rId115"/>
              </p:custDataLst>
            </p:nvPr>
          </p:nvCxnSpPr>
          <p:spPr bwMode="auto">
            <a:xfrm>
              <a:off x="4707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23" name="直接箭头连接符 222"/>
            <p:cNvCxnSpPr/>
            <p:nvPr>
              <p:custDataLst>
                <p:tags r:id="rId116"/>
              </p:custDataLst>
            </p:nvPr>
          </p:nvCxnSpPr>
          <p:spPr bwMode="auto">
            <a:xfrm>
              <a:off x="5728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24" name="直接箭头连接符 223"/>
            <p:cNvCxnSpPr/>
            <p:nvPr>
              <p:custDataLst>
                <p:tags r:id="rId117"/>
              </p:custDataLst>
            </p:nvPr>
          </p:nvCxnSpPr>
          <p:spPr bwMode="auto">
            <a:xfrm>
              <a:off x="3345" y="243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25" name="直接箭头连接符 224"/>
            <p:cNvCxnSpPr/>
            <p:nvPr>
              <p:custDataLst>
                <p:tags r:id="rId118"/>
              </p:custDataLst>
            </p:nvPr>
          </p:nvCxnSpPr>
          <p:spPr bwMode="auto">
            <a:xfrm>
              <a:off x="3345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26" name="直接箭头连接符 225"/>
            <p:cNvCxnSpPr/>
            <p:nvPr>
              <p:custDataLst>
                <p:tags r:id="rId119"/>
              </p:custDataLst>
            </p:nvPr>
          </p:nvCxnSpPr>
          <p:spPr bwMode="auto">
            <a:xfrm>
              <a:off x="4367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grpSp>
          <p:nvGrpSpPr>
            <p:cNvPr id="227" name="组合 226"/>
            <p:cNvGrpSpPr/>
            <p:nvPr/>
          </p:nvGrpSpPr>
          <p:grpSpPr>
            <a:xfrm>
              <a:off x="6636" y="2551"/>
              <a:ext cx="1134" cy="794"/>
              <a:chOff x="7313" y="7597"/>
              <a:chExt cx="1134" cy="794"/>
            </a:xfrm>
          </p:grpSpPr>
          <p:sp>
            <p:nvSpPr>
              <p:cNvPr id="233" name="Rectangle 355"/>
              <p:cNvSpPr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7313" y="7597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9" name="Text Box 383"/>
              <p:cNvSpPr txBox="1"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810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3" name="Text Box 383"/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742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4" name="Text Box 383"/>
              <p:cNvSpPr txBox="1"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7994" y="8059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55" name="直接连接符 254"/>
              <p:cNvCxnSpPr/>
              <p:nvPr>
                <p:custDataLst>
                  <p:tags r:id="rId136"/>
                </p:custDataLst>
              </p:nvPr>
            </p:nvCxnSpPr>
            <p:spPr bwMode="auto">
              <a:xfrm flipH="1">
                <a:off x="7767" y="805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6" name="Text Box 383"/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7369" y="8089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Q4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57" name="直接连接符 256"/>
              <p:cNvCxnSpPr/>
              <p:nvPr>
                <p:custDataLst>
                  <p:tags r:id="rId138"/>
                </p:custDataLst>
              </p:nvPr>
            </p:nvCxnSpPr>
            <p:spPr bwMode="auto">
              <a:xfrm flipV="1">
                <a:off x="7937" y="805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8" name="直接连接符 257"/>
              <p:cNvCxnSpPr/>
              <p:nvPr>
                <p:custDataLst>
                  <p:tags r:id="rId139"/>
                </p:custDataLst>
              </p:nvPr>
            </p:nvCxnSpPr>
            <p:spPr bwMode="auto">
              <a:xfrm flipH="1">
                <a:off x="7654" y="7937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9" name="直接连接符 258"/>
              <p:cNvCxnSpPr/>
              <p:nvPr>
                <p:custDataLst>
                  <p:tags r:id="rId140"/>
                </p:custDataLst>
              </p:nvPr>
            </p:nvCxnSpPr>
            <p:spPr bwMode="auto">
              <a:xfrm flipV="1">
                <a:off x="776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9" name="直接连接符 298"/>
              <p:cNvCxnSpPr/>
              <p:nvPr>
                <p:custDataLst>
                  <p:tags r:id="rId141"/>
                </p:custDataLst>
              </p:nvPr>
            </p:nvCxnSpPr>
            <p:spPr bwMode="auto">
              <a:xfrm flipV="1">
                <a:off x="810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300" name="直接箭头连接符 299"/>
            <p:cNvCxnSpPr/>
            <p:nvPr>
              <p:custDataLst>
                <p:tags r:id="rId120"/>
              </p:custDataLst>
            </p:nvPr>
          </p:nvCxnSpPr>
          <p:spPr bwMode="auto">
            <a:xfrm>
              <a:off x="6068" y="243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01" name="直接箭头连接符 300"/>
            <p:cNvCxnSpPr/>
            <p:nvPr>
              <p:custDataLst>
                <p:tags r:id="rId121"/>
              </p:custDataLst>
            </p:nvPr>
          </p:nvCxnSpPr>
          <p:spPr bwMode="auto">
            <a:xfrm>
              <a:off x="6068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02" name="直接箭头连接符 301"/>
            <p:cNvCxnSpPr/>
            <p:nvPr>
              <p:custDataLst>
                <p:tags r:id="rId122"/>
              </p:custDataLst>
            </p:nvPr>
          </p:nvCxnSpPr>
          <p:spPr bwMode="auto">
            <a:xfrm>
              <a:off x="7089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18" name="直接箭头连接符 317"/>
            <p:cNvCxnSpPr/>
            <p:nvPr>
              <p:custDataLst>
                <p:tags r:id="rId123"/>
              </p:custDataLst>
            </p:nvPr>
          </p:nvCxnSpPr>
          <p:spPr bwMode="auto">
            <a:xfrm>
              <a:off x="7430" y="221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19" name="直接箭头连接符 318"/>
            <p:cNvCxnSpPr/>
            <p:nvPr>
              <p:custDataLst>
                <p:tags r:id="rId124"/>
              </p:custDataLst>
            </p:nvPr>
          </p:nvCxnSpPr>
          <p:spPr bwMode="auto">
            <a:xfrm>
              <a:off x="4537" y="3345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21" name="直接箭头连接符 320"/>
            <p:cNvCxnSpPr/>
            <p:nvPr>
              <p:custDataLst>
                <p:tags r:id="rId125"/>
              </p:custDataLst>
            </p:nvPr>
          </p:nvCxnSpPr>
          <p:spPr bwMode="auto">
            <a:xfrm>
              <a:off x="5898" y="3345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323" name="等腰三角形 322"/>
            <p:cNvSpPr/>
            <p:nvPr>
              <p:custDataLst>
                <p:tags r:id="rId126"/>
              </p:custDataLst>
            </p:nvPr>
          </p:nvSpPr>
          <p:spPr>
            <a:xfrm>
              <a:off x="7262" y="2043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27" name="直接箭头连接符 326"/>
            <p:cNvCxnSpPr/>
            <p:nvPr>
              <p:custDataLst>
                <p:tags r:id="rId127"/>
              </p:custDataLst>
            </p:nvPr>
          </p:nvCxnSpPr>
          <p:spPr bwMode="auto">
            <a:xfrm>
              <a:off x="3005" y="221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28" name="直接连接符 327"/>
            <p:cNvCxnSpPr/>
            <p:nvPr>
              <p:custDataLst>
                <p:tags r:id="rId128"/>
              </p:custDataLst>
            </p:nvPr>
          </p:nvCxnSpPr>
          <p:spPr bwMode="auto">
            <a:xfrm>
              <a:off x="3175" y="3345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329" name="直接箭头连接符 328"/>
            <p:cNvCxnSpPr/>
            <p:nvPr>
              <p:custDataLst>
                <p:tags r:id="rId129"/>
              </p:custDataLst>
            </p:nvPr>
          </p:nvCxnSpPr>
          <p:spPr bwMode="auto">
            <a:xfrm>
              <a:off x="5161" y="2324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130"/>
              </p:custDataLst>
            </p:nvPr>
          </p:nvCxnSpPr>
          <p:spPr bwMode="auto">
            <a:xfrm flipV="1">
              <a:off x="7880" y="2891"/>
              <a:ext cx="22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7880" y="2324"/>
              <a:ext cx="0" cy="56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8" name="组合 37"/>
          <p:cNvGrpSpPr/>
          <p:nvPr/>
        </p:nvGrpSpPr>
        <p:grpSpPr>
          <a:xfrm>
            <a:off x="2778125" y="2531661"/>
            <a:ext cx="1187450" cy="647065"/>
            <a:chOff x="7200" y="5216"/>
            <a:chExt cx="1870" cy="1019"/>
          </a:xfrm>
        </p:grpSpPr>
        <p:sp>
          <p:nvSpPr>
            <p:cNvPr id="29" name="等腰三角形 28"/>
            <p:cNvSpPr/>
            <p:nvPr>
              <p:custDataLst>
                <p:tags r:id="rId90"/>
              </p:custDataLst>
            </p:nvPr>
          </p:nvSpPr>
          <p:spPr>
            <a:xfrm>
              <a:off x="7824" y="5669"/>
              <a:ext cx="454" cy="567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7427" y="595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8447" y="595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Text Box 19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8844" y="578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" name="Text Box 191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7200" y="578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95"/>
              </p:custDataLst>
            </p:nvPr>
          </p:nvSpPr>
          <p:spPr>
            <a:xfrm>
              <a:off x="8334" y="5896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96"/>
              </p:custDataLst>
            </p:nvPr>
          </p:nvSpPr>
          <p:spPr>
            <a:xfrm>
              <a:off x="8050" y="5726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6" name="直接连接符 35"/>
            <p:cNvCxnSpPr/>
            <p:nvPr>
              <p:custDataLst>
                <p:tags r:id="rId97"/>
              </p:custDataLst>
            </p:nvPr>
          </p:nvCxnSpPr>
          <p:spPr bwMode="auto">
            <a:xfrm>
              <a:off x="8107" y="5556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9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7994" y="5216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30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27020" y="3257136"/>
            <a:ext cx="540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右图的三态门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(G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均为正逻辑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如何实现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7257055" y="3037461"/>
            <a:ext cx="1116330" cy="575945"/>
            <a:chOff x="7200" y="5329"/>
            <a:chExt cx="1758" cy="907"/>
          </a:xfrm>
        </p:grpSpPr>
        <p:sp>
          <p:nvSpPr>
            <p:cNvPr id="40" name="等腰三角形 39"/>
            <p:cNvSpPr/>
            <p:nvPr>
              <p:custDataLst>
                <p:tags r:id="rId83"/>
              </p:custDataLst>
            </p:nvPr>
          </p:nvSpPr>
          <p:spPr>
            <a:xfrm>
              <a:off x="7824" y="5669"/>
              <a:ext cx="454" cy="567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1" name="直接连接符 40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7427" y="595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8334" y="595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" name="Text Box 19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8731" y="578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" name="Text Box 19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7200" y="578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7" name="直接连接符 46"/>
            <p:cNvCxnSpPr/>
            <p:nvPr>
              <p:custDataLst>
                <p:tags r:id="rId88"/>
              </p:custDataLst>
            </p:nvPr>
          </p:nvCxnSpPr>
          <p:spPr bwMode="auto">
            <a:xfrm>
              <a:off x="8107" y="5670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8" name="Text Box 19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7994" y="5329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2104390" y="4868806"/>
            <a:ext cx="67564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用作数字开关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0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10510" y="5372806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思考②：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三态门与传输门的差别？</a:t>
            </a:r>
          </a:p>
        </p:txBody>
      </p:sp>
      <p:sp>
        <p:nvSpPr>
          <p:cNvPr id="51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94000" y="5807296"/>
            <a:ext cx="42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思考③：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三态门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可以使用传输门实现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吗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23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211705" y="3619416"/>
            <a:ext cx="4176395" cy="1260475"/>
            <a:chOff x="1814" y="1870"/>
            <a:chExt cx="6577" cy="1985"/>
          </a:xfrm>
        </p:grpSpPr>
        <p:sp>
          <p:nvSpPr>
            <p:cNvPr id="3" name="Rectangle 35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324" y="2268"/>
              <a:ext cx="5669" cy="1587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814" y="3458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EN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211" y="2948"/>
              <a:ext cx="22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2211" y="3628"/>
              <a:ext cx="96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537" y="3515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438" y="2948"/>
              <a:ext cx="0" cy="56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14"/>
              </p:custDataLst>
            </p:nvPr>
          </p:nvCxnSpPr>
          <p:spPr bwMode="auto">
            <a:xfrm>
              <a:off x="4707" y="243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1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35" y="1870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cxnSp>
          <p:nvCxnSpPr>
            <p:cNvPr id="12" name="直接连接符 11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176" y="3628"/>
              <a:ext cx="317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 Box 19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164" y="2721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8"/>
              </p:custDataLst>
            </p:nvPr>
          </p:nvSpPr>
          <p:spPr>
            <a:xfrm>
              <a:off x="6350" y="3458"/>
              <a:ext cx="340" cy="34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5160" y="2324"/>
              <a:ext cx="272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2438" y="3515"/>
              <a:ext cx="209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grpSp>
          <p:nvGrpSpPr>
            <p:cNvPr id="17" name="组合 16"/>
            <p:cNvGrpSpPr/>
            <p:nvPr/>
          </p:nvGrpSpPr>
          <p:grpSpPr>
            <a:xfrm>
              <a:off x="5275" y="2551"/>
              <a:ext cx="1134" cy="794"/>
              <a:chOff x="7313" y="7597"/>
              <a:chExt cx="1134" cy="794"/>
            </a:xfrm>
          </p:grpSpPr>
          <p:sp>
            <p:nvSpPr>
              <p:cNvPr id="18" name="Rectangle 355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7313" y="7597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Text Box 383"/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810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" name="Text Box 383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742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" name="Text Box 383"/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7994" y="8059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2" name="直接连接符 21"/>
              <p:cNvCxnSpPr/>
              <p:nvPr>
                <p:custDataLst>
                  <p:tags r:id="rId77"/>
                </p:custDataLst>
              </p:nvPr>
            </p:nvCxnSpPr>
            <p:spPr bwMode="auto">
              <a:xfrm flipH="1">
                <a:off x="7767" y="805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3" name="Text Box 383"/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7369" y="8089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Q3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" name="直接连接符 23"/>
              <p:cNvCxnSpPr/>
              <p:nvPr>
                <p:custDataLst>
                  <p:tags r:id="rId79"/>
                </p:custDataLst>
              </p:nvPr>
            </p:nvCxnSpPr>
            <p:spPr bwMode="auto">
              <a:xfrm flipV="1">
                <a:off x="7937" y="805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>
                <p:custDataLst>
                  <p:tags r:id="rId80"/>
                </p:custDataLst>
              </p:nvPr>
            </p:nvCxnSpPr>
            <p:spPr bwMode="auto">
              <a:xfrm flipH="1">
                <a:off x="7654" y="7937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" name="直接连接符 27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776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接连接符 44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810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6" name="椭圆 45"/>
            <p:cNvSpPr/>
            <p:nvPr>
              <p:custDataLst>
                <p:tags r:id="rId21"/>
              </p:custDataLst>
            </p:nvPr>
          </p:nvSpPr>
          <p:spPr>
            <a:xfrm>
              <a:off x="6690" y="3572"/>
              <a:ext cx="113" cy="113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2" name="肘形连接符 51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6803" y="3345"/>
              <a:ext cx="454" cy="283"/>
            </a:xfrm>
            <a:prstGeom prst="bentConnector3">
              <a:avLst>
                <a:gd name="adj1" fmla="val 99738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53" name="Text Box 19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984" y="2775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2552" y="2551"/>
              <a:ext cx="1134" cy="794"/>
              <a:chOff x="4479" y="6746"/>
              <a:chExt cx="1134" cy="794"/>
            </a:xfrm>
          </p:grpSpPr>
          <p:sp>
            <p:nvSpPr>
              <p:cNvPr id="55" name="Rectangle 355"/>
              <p:cNvSpPr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4479" y="6746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Text Box 383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5273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7" name="Text Box 383"/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4593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8" name="Text Box 383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5160" y="7208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9" name="直接连接符 58"/>
              <p:cNvCxnSpPr/>
              <p:nvPr>
                <p:custDataLst>
                  <p:tags r:id="rId67"/>
                </p:custDataLst>
              </p:nvPr>
            </p:nvCxnSpPr>
            <p:spPr bwMode="auto">
              <a:xfrm flipH="1">
                <a:off x="4933" y="719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0" name="Text Box 383"/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4535" y="7238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Q1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61" name="直接连接符 60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5103" y="720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接连接符 61"/>
              <p:cNvCxnSpPr/>
              <p:nvPr>
                <p:custDataLst>
                  <p:tags r:id="rId70"/>
                </p:custDataLst>
              </p:nvPr>
            </p:nvCxnSpPr>
            <p:spPr bwMode="auto">
              <a:xfrm flipH="1">
                <a:off x="4820" y="7086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接连接符 62"/>
              <p:cNvCxnSpPr/>
              <p:nvPr>
                <p:custDataLst>
                  <p:tags r:id="rId71"/>
                </p:custDataLst>
              </p:nvPr>
            </p:nvCxnSpPr>
            <p:spPr bwMode="auto">
              <a:xfrm flipV="1">
                <a:off x="4933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接连接符 63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5273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5" name="组合 64"/>
            <p:cNvGrpSpPr/>
            <p:nvPr/>
          </p:nvGrpSpPr>
          <p:grpSpPr>
            <a:xfrm>
              <a:off x="3913" y="2551"/>
              <a:ext cx="1134" cy="794"/>
              <a:chOff x="6066" y="6746"/>
              <a:chExt cx="1134" cy="794"/>
            </a:xfrm>
          </p:grpSpPr>
          <p:sp>
            <p:nvSpPr>
              <p:cNvPr id="66" name="Rectangle 355"/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6066" y="6746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Text Box 383"/>
              <p:cNvSpPr txBox="1"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6860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8" name="Text Box 383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6180" y="6746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9" name="Text Box 383"/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6747" y="7208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70" name="直接连接符 69"/>
              <p:cNvCxnSpPr/>
              <p:nvPr>
                <p:custDataLst>
                  <p:tags r:id="rId57"/>
                </p:custDataLst>
              </p:nvPr>
            </p:nvCxnSpPr>
            <p:spPr bwMode="auto">
              <a:xfrm flipH="1">
                <a:off x="6520" y="7199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1" name="Text Box 383"/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6122" y="7238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Q2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72" name="直接连接符 71"/>
              <p:cNvCxnSpPr/>
              <p:nvPr>
                <p:custDataLst>
                  <p:tags r:id="rId59"/>
                </p:custDataLst>
              </p:nvPr>
            </p:nvCxnSpPr>
            <p:spPr bwMode="auto">
              <a:xfrm flipV="1">
                <a:off x="6690" y="720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3" name="直接连接符 72"/>
              <p:cNvCxnSpPr/>
              <p:nvPr>
                <p:custDataLst>
                  <p:tags r:id="rId60"/>
                </p:custDataLst>
              </p:nvPr>
            </p:nvCxnSpPr>
            <p:spPr bwMode="auto">
              <a:xfrm flipH="1">
                <a:off x="6407" y="7086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接连接符 74"/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6520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接连接符 75"/>
              <p:cNvCxnSpPr/>
              <p:nvPr>
                <p:custDataLst>
                  <p:tags r:id="rId62"/>
                </p:custDataLst>
              </p:nvPr>
            </p:nvCxnSpPr>
            <p:spPr bwMode="auto">
              <a:xfrm flipV="1">
                <a:off x="6860" y="6746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77" name="直接箭头连接符 76"/>
            <p:cNvCxnSpPr/>
            <p:nvPr>
              <p:custDataLst>
                <p:tags r:id="rId24"/>
              </p:custDataLst>
            </p:nvPr>
          </p:nvCxnSpPr>
          <p:spPr bwMode="auto">
            <a:xfrm>
              <a:off x="4707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8" name="直接箭头连接符 77"/>
            <p:cNvCxnSpPr/>
            <p:nvPr>
              <p:custDataLst>
                <p:tags r:id="rId25"/>
              </p:custDataLst>
            </p:nvPr>
          </p:nvCxnSpPr>
          <p:spPr bwMode="auto">
            <a:xfrm>
              <a:off x="5728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79" name="直接箭头连接符 78"/>
            <p:cNvCxnSpPr/>
            <p:nvPr>
              <p:custDataLst>
                <p:tags r:id="rId26"/>
              </p:custDataLst>
            </p:nvPr>
          </p:nvCxnSpPr>
          <p:spPr bwMode="auto">
            <a:xfrm>
              <a:off x="3345" y="243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80" name="直接箭头连接符 79"/>
            <p:cNvCxnSpPr/>
            <p:nvPr>
              <p:custDataLst>
                <p:tags r:id="rId27"/>
              </p:custDataLst>
            </p:nvPr>
          </p:nvCxnSpPr>
          <p:spPr bwMode="auto">
            <a:xfrm>
              <a:off x="3345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81" name="直接箭头连接符 80"/>
            <p:cNvCxnSpPr/>
            <p:nvPr>
              <p:custDataLst>
                <p:tags r:id="rId28"/>
              </p:custDataLst>
            </p:nvPr>
          </p:nvCxnSpPr>
          <p:spPr bwMode="auto">
            <a:xfrm>
              <a:off x="4367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grpSp>
          <p:nvGrpSpPr>
            <p:cNvPr id="82" name="组合 81"/>
            <p:cNvGrpSpPr/>
            <p:nvPr/>
          </p:nvGrpSpPr>
          <p:grpSpPr>
            <a:xfrm>
              <a:off x="6636" y="2551"/>
              <a:ext cx="1134" cy="794"/>
              <a:chOff x="7313" y="7597"/>
              <a:chExt cx="1134" cy="794"/>
            </a:xfrm>
          </p:grpSpPr>
          <p:sp>
            <p:nvSpPr>
              <p:cNvPr id="83" name="Rectangle 355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7313" y="7597"/>
                <a:ext cx="1134" cy="794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Text Box 383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810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5" name="Text Box 383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7427" y="7597"/>
                <a:ext cx="340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6" name="Text Box 383"/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7994" y="8059"/>
                <a:ext cx="284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7" name="直接连接符 86"/>
              <p:cNvCxnSpPr/>
              <p:nvPr>
                <p:custDataLst>
                  <p:tags r:id="rId47"/>
                </p:custDataLst>
              </p:nvPr>
            </p:nvCxnSpPr>
            <p:spPr bwMode="auto">
              <a:xfrm flipH="1">
                <a:off x="7767" y="8050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8" name="Text Box 383"/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7369" y="8089"/>
                <a:ext cx="454" cy="284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Q4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9" name="直接连接符 88"/>
              <p:cNvCxnSpPr/>
              <p:nvPr>
                <p:custDataLst>
                  <p:tags r:id="rId49"/>
                </p:custDataLst>
              </p:nvPr>
            </p:nvCxnSpPr>
            <p:spPr bwMode="auto">
              <a:xfrm flipV="1">
                <a:off x="7937" y="8050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接连接符 89"/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7654" y="7937"/>
                <a:ext cx="56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接连接符 90"/>
              <p:cNvCxnSpPr/>
              <p:nvPr>
                <p:custDataLst>
                  <p:tags r:id="rId51"/>
                </p:custDataLst>
              </p:nvPr>
            </p:nvCxnSpPr>
            <p:spPr bwMode="auto">
              <a:xfrm flipV="1">
                <a:off x="776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2" name="直接连接符 91"/>
              <p:cNvCxnSpPr/>
              <p:nvPr>
                <p:custDataLst>
                  <p:tags r:id="rId52"/>
                </p:custDataLst>
              </p:nvPr>
            </p:nvCxnSpPr>
            <p:spPr bwMode="auto">
              <a:xfrm flipV="1">
                <a:off x="8107" y="7597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93" name="直接箭头连接符 92"/>
            <p:cNvCxnSpPr/>
            <p:nvPr>
              <p:custDataLst>
                <p:tags r:id="rId29"/>
              </p:custDataLst>
            </p:nvPr>
          </p:nvCxnSpPr>
          <p:spPr bwMode="auto">
            <a:xfrm>
              <a:off x="6068" y="243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94" name="直接箭头连接符 93"/>
            <p:cNvCxnSpPr/>
            <p:nvPr>
              <p:custDataLst>
                <p:tags r:id="rId30"/>
              </p:custDataLst>
            </p:nvPr>
          </p:nvCxnSpPr>
          <p:spPr bwMode="auto">
            <a:xfrm>
              <a:off x="6068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31"/>
              </p:custDataLst>
            </p:nvPr>
          </p:nvCxnSpPr>
          <p:spPr bwMode="auto">
            <a:xfrm>
              <a:off x="7089" y="2438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96" name="直接箭头连接符 95"/>
            <p:cNvCxnSpPr/>
            <p:nvPr>
              <p:custDataLst>
                <p:tags r:id="rId32"/>
              </p:custDataLst>
            </p:nvPr>
          </p:nvCxnSpPr>
          <p:spPr bwMode="auto">
            <a:xfrm>
              <a:off x="7430" y="221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97" name="直接箭头连接符 96"/>
            <p:cNvCxnSpPr/>
            <p:nvPr>
              <p:custDataLst>
                <p:tags r:id="rId33"/>
              </p:custDataLst>
            </p:nvPr>
          </p:nvCxnSpPr>
          <p:spPr bwMode="auto">
            <a:xfrm>
              <a:off x="4537" y="3345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98" name="直接箭头连接符 97"/>
            <p:cNvCxnSpPr/>
            <p:nvPr>
              <p:custDataLst>
                <p:tags r:id="rId34"/>
              </p:custDataLst>
            </p:nvPr>
          </p:nvCxnSpPr>
          <p:spPr bwMode="auto">
            <a:xfrm>
              <a:off x="5898" y="3345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99" name="等腰三角形 98"/>
            <p:cNvSpPr/>
            <p:nvPr>
              <p:custDataLst>
                <p:tags r:id="rId35"/>
              </p:custDataLst>
            </p:nvPr>
          </p:nvSpPr>
          <p:spPr>
            <a:xfrm>
              <a:off x="7262" y="2043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>
              <p:custDataLst>
                <p:tags r:id="rId36"/>
              </p:custDataLst>
            </p:nvPr>
          </p:nvCxnSpPr>
          <p:spPr bwMode="auto">
            <a:xfrm>
              <a:off x="3005" y="221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37"/>
              </p:custDataLst>
            </p:nvPr>
          </p:nvCxnSpPr>
          <p:spPr bwMode="auto">
            <a:xfrm>
              <a:off x="3175" y="3345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02" name="直接箭头连接符 101"/>
            <p:cNvCxnSpPr/>
            <p:nvPr>
              <p:custDataLst>
                <p:tags r:id="rId38"/>
              </p:custDataLst>
            </p:nvPr>
          </p:nvCxnSpPr>
          <p:spPr bwMode="auto">
            <a:xfrm>
              <a:off x="5161" y="2324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7880" y="2891"/>
              <a:ext cx="22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7880" y="2324"/>
              <a:ext cx="0" cy="56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椭圆 104"/>
            <p:cNvSpPr/>
            <p:nvPr>
              <p:custDataLst>
                <p:tags r:id="rId41"/>
              </p:custDataLst>
            </p:nvPr>
          </p:nvSpPr>
          <p:spPr>
            <a:xfrm>
              <a:off x="5839" y="3005"/>
              <a:ext cx="113" cy="113"/>
            </a:xfrm>
            <a:prstGeom prst="ellipse">
              <a:avLst/>
            </a:prstGeom>
            <a:solidFill>
              <a:srgbClr val="FF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椭圆 105"/>
            <p:cNvSpPr/>
            <p:nvPr>
              <p:custDataLst>
                <p:tags r:id="rId42"/>
              </p:custDataLst>
            </p:nvPr>
          </p:nvSpPr>
          <p:spPr>
            <a:xfrm>
              <a:off x="7200" y="3005"/>
              <a:ext cx="113" cy="113"/>
            </a:xfrm>
            <a:prstGeom prst="ellipse">
              <a:avLst/>
            </a:prstGeom>
            <a:solidFill>
              <a:srgbClr val="FF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bldLvl="0" animBg="1"/>
      <p:bldP spid="49" grpId="0" bldLvl="0" animBg="1"/>
      <p:bldP spid="50" grpId="0" bldLvl="0" animBg="1"/>
      <p:bldP spid="5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263" y="332656"/>
            <a:ext cx="8785225" cy="8839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CMOS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电路电气特性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了解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包括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延迟时间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功耗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个方面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34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070" y="1198332"/>
            <a:ext cx="3091180" cy="50311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转换时间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影响因素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传输延迟：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影响因素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电路延迟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5635" y="1196752"/>
            <a:ext cx="7063105" cy="50311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输出信号</a:t>
            </a:r>
            <a:r>
              <a:rPr 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状态转换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所需的时间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通常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≠t</a:t>
            </a:r>
            <a:r>
              <a:rPr lang="en-US" altLang="zh-CN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晶体管的导通电阻、负载电容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变化到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变化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所需的时间</a:t>
            </a:r>
          </a:p>
          <a:p>
            <a:pPr marL="0" indent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600" spc="-100" dirty="0">
                <a:uFillTx/>
                <a:latin typeface="宋体" panose="02010600030101010101" pitchFamily="2" charset="-122"/>
                <a:sym typeface="+mn-ea"/>
              </a:rPr>
              <a:t>                                            </a:t>
            </a:r>
            <a:r>
              <a:rPr lang="en-US" sz="1600" b="1" spc="-100" dirty="0"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电路常有</a:t>
            </a:r>
            <a:r>
              <a:rPr lang="zh-CN" altLang="en-US" sz="1600" b="1" dirty="0"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多个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输入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输出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信号通路、输出信号的变化方向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指各个信号通路传输延迟的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最大值</a:t>
            </a:r>
            <a:endParaRPr lang="zh-CN" altLang="en-US" sz="22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1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651510" y="4508372"/>
            <a:ext cx="3096000" cy="64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448310" indent="-44831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信号通路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sng" dirty="0">
                <a:solidFill>
                  <a:schemeClr val="tx1"/>
                </a:solidFill>
                <a:sym typeface="+mn-ea"/>
              </a:rPr>
              <a:t>某输入信号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到</a:t>
            </a:r>
            <a:r>
              <a:rPr lang="zh-CN" altLang="en-US" sz="1800" b="1" u="sng" dirty="0">
                <a:solidFill>
                  <a:schemeClr val="tx1"/>
                </a:solidFill>
                <a:sym typeface="+mn-ea"/>
              </a:rPr>
              <a:t>某输出</a:t>
            </a:r>
            <a:r>
              <a:rPr lang="zh-CN" altLang="en-US" sz="1800" b="1" u="sng" dirty="0">
                <a:sym typeface="+mn-ea"/>
              </a:rPr>
              <a:t>信号</a:t>
            </a:r>
            <a:r>
              <a:rPr lang="zh-CN" altLang="en-US" sz="1800" b="1" dirty="0">
                <a:sym typeface="+mn-ea"/>
              </a:rPr>
              <a:t>所经历的电气通路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2124075" y="4221257"/>
            <a:ext cx="2970530" cy="971550"/>
            <a:chOff x="3458" y="6803"/>
            <a:chExt cx="4678" cy="1530"/>
          </a:xfrm>
        </p:grpSpPr>
        <p:sp>
          <p:nvSpPr>
            <p:cNvPr id="96" name="Text Box 19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692" y="686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50%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7" name="直接连接符 96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3914" y="7258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4821" y="6804"/>
              <a:ext cx="147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4367" y="6804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6748" y="7256"/>
              <a:ext cx="136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78"/>
              </p:custDataLst>
            </p:nvPr>
          </p:nvCxnSpPr>
          <p:spPr bwMode="auto">
            <a:xfrm>
              <a:off x="6295" y="6803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3912" y="7427"/>
              <a:ext cx="136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5727" y="7880"/>
              <a:ext cx="147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7201" y="7426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7654" y="7426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83"/>
              </p:custDataLst>
            </p:nvPr>
          </p:nvCxnSpPr>
          <p:spPr bwMode="auto">
            <a:xfrm>
              <a:off x="5273" y="7426"/>
              <a:ext cx="454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7" name="Text Box 191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4820" y="799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pHL</a:t>
              </a:r>
            </a:p>
          </p:txBody>
        </p:sp>
        <p:cxnSp>
          <p:nvCxnSpPr>
            <p:cNvPr id="108" name="直接连接符 107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5500" y="7596"/>
              <a:ext cx="0" cy="7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86"/>
              </p:custDataLst>
            </p:nvPr>
          </p:nvCxnSpPr>
          <p:spPr bwMode="auto">
            <a:xfrm flipH="1">
              <a:off x="4594" y="6973"/>
              <a:ext cx="0" cy="136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4481" y="7029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Text Box 19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3460" y="6860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112" name="Text Box 19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6748" y="799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pLH</a:t>
              </a:r>
            </a:p>
          </p:txBody>
        </p:sp>
        <p:cxnSp>
          <p:nvCxnSpPr>
            <p:cNvPr id="113" name="直接连接符 112"/>
            <p:cNvCxnSpPr/>
            <p:nvPr>
              <p:custDataLst>
                <p:tags r:id="rId90"/>
              </p:custDataLst>
            </p:nvPr>
          </p:nvCxnSpPr>
          <p:spPr bwMode="auto">
            <a:xfrm flipH="1">
              <a:off x="7428" y="7596"/>
              <a:ext cx="0" cy="7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91"/>
              </p:custDataLst>
            </p:nvPr>
          </p:nvCxnSpPr>
          <p:spPr bwMode="auto">
            <a:xfrm flipH="1">
              <a:off x="6522" y="6947"/>
              <a:ext cx="0" cy="136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6408" y="7029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5387" y="7653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7314" y="7653"/>
              <a:ext cx="23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4594" y="7993"/>
              <a:ext cx="90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6522" y="7993"/>
              <a:ext cx="90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20" name="Text Box 191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7570" y="7516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50%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1" name="Text Box 19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3458" y="748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6226810" y="1772816"/>
            <a:ext cx="2482850" cy="1656080"/>
            <a:chOff x="9128" y="3061"/>
            <a:chExt cx="3910" cy="2608"/>
          </a:xfrm>
        </p:grpSpPr>
        <p:sp>
          <p:nvSpPr>
            <p:cNvPr id="123" name="Rectangle 355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1110" y="3798"/>
              <a:ext cx="1928" cy="1644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Rectangle 355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695" y="3571"/>
              <a:ext cx="737" cy="1474"/>
            </a:xfrm>
            <a:prstGeom prst="rect">
              <a:avLst/>
            </a:prstGeom>
            <a:solidFill>
              <a:srgbClr val="FFCC99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Text Box 19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638" y="306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126" name="等腰三角形 125"/>
            <p:cNvSpPr/>
            <p:nvPr>
              <p:custDataLst>
                <p:tags r:id="rId44"/>
              </p:custDataLst>
            </p:nvPr>
          </p:nvSpPr>
          <p:spPr>
            <a:xfrm>
              <a:off x="9752" y="5499"/>
              <a:ext cx="340" cy="17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7" name="直接箭头连接符 126"/>
            <p:cNvCxnSpPr/>
            <p:nvPr>
              <p:custDataLst>
                <p:tags r:id="rId45"/>
              </p:custDataLst>
            </p:nvPr>
          </p:nvCxnSpPr>
          <p:spPr bwMode="auto">
            <a:xfrm>
              <a:off x="9922" y="345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28" name="直接箭头连接符 127"/>
            <p:cNvCxnSpPr/>
            <p:nvPr>
              <p:custDataLst>
                <p:tags r:id="rId46"/>
              </p:custDataLst>
            </p:nvPr>
          </p:nvCxnSpPr>
          <p:spPr bwMode="auto">
            <a:xfrm>
              <a:off x="9752" y="345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29" name="Text Box 19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9808" y="3685"/>
              <a:ext cx="227" cy="4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baseline="-25000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0" name="直接箭头连接符 129"/>
            <p:cNvCxnSpPr/>
            <p:nvPr>
              <p:custDataLst>
                <p:tags r:id="rId48"/>
              </p:custDataLst>
            </p:nvPr>
          </p:nvCxnSpPr>
          <p:spPr bwMode="auto">
            <a:xfrm>
              <a:off x="9922" y="4138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31" name="Text Box 19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808" y="4478"/>
              <a:ext cx="227" cy="4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baseline="-25000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2" name="直接箭头连接符 131"/>
            <p:cNvCxnSpPr/>
            <p:nvPr>
              <p:custDataLst>
                <p:tags r:id="rId50"/>
              </p:custDataLst>
            </p:nvPr>
          </p:nvCxnSpPr>
          <p:spPr bwMode="auto">
            <a:xfrm>
              <a:off x="9922" y="4932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33" name="直接箭头连接符 132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9921" y="4308"/>
              <a:ext cx="170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34" name="Text Box 19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1620" y="4195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baseline="-25000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5" name="直接箭头连接符 134"/>
            <p:cNvCxnSpPr/>
            <p:nvPr>
              <p:custDataLst>
                <p:tags r:id="rId53"/>
              </p:custDataLst>
            </p:nvPr>
          </p:nvCxnSpPr>
          <p:spPr bwMode="auto">
            <a:xfrm>
              <a:off x="11308" y="4308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11167" y="4762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11167" y="487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56"/>
              </p:custDataLst>
            </p:nvPr>
          </p:nvCxnSpPr>
          <p:spPr bwMode="auto">
            <a:xfrm>
              <a:off x="11308" y="4875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9921" y="5328"/>
              <a:ext cx="26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40" name="椭圆 139"/>
            <p:cNvSpPr/>
            <p:nvPr>
              <p:custDataLst>
                <p:tags r:id="rId58"/>
              </p:custDataLst>
            </p:nvPr>
          </p:nvSpPr>
          <p:spPr>
            <a:xfrm>
              <a:off x="12357" y="4648"/>
              <a:ext cx="340" cy="34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1" name="直接箭头连接符 140"/>
            <p:cNvCxnSpPr/>
            <p:nvPr>
              <p:custDataLst>
                <p:tags r:id="rId59"/>
              </p:custDataLst>
            </p:nvPr>
          </p:nvCxnSpPr>
          <p:spPr bwMode="auto">
            <a:xfrm>
              <a:off x="12074" y="430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60"/>
              </p:custDataLst>
            </p:nvPr>
          </p:nvCxnSpPr>
          <p:spPr bwMode="auto">
            <a:xfrm>
              <a:off x="12527" y="4310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61"/>
              </p:custDataLst>
            </p:nvPr>
          </p:nvCxnSpPr>
          <p:spPr bwMode="auto">
            <a:xfrm>
              <a:off x="12527" y="498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44" name="Text Box 19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2697" y="464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L</a:t>
              </a:r>
            </a:p>
          </p:txBody>
        </p:sp>
        <p:sp>
          <p:nvSpPr>
            <p:cNvPr id="145" name="Text Box 19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2245" y="442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6" name="Text Box 19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2244" y="4989"/>
              <a:ext cx="227" cy="2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7" name="Text Box 19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1507" y="464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L</a:t>
              </a:r>
            </a:p>
          </p:txBody>
        </p:sp>
        <p:sp>
          <p:nvSpPr>
            <p:cNvPr id="148" name="Text Box 19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1682" y="379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L</a:t>
              </a:r>
            </a:p>
          </p:txBody>
        </p:sp>
        <p:sp>
          <p:nvSpPr>
            <p:cNvPr id="149" name="Text Box 19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0035" y="3772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P</a:t>
              </a:r>
            </a:p>
          </p:txBody>
        </p:sp>
        <p:sp>
          <p:nvSpPr>
            <p:cNvPr id="150" name="Text Box 19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0035" y="453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51" name="Text Box 19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9128" y="3515"/>
              <a:ext cx="340" cy="16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eaVert"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CMOS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反相器</a:t>
              </a:r>
              <a:endParaRPr lang="zh-CN" altLang="en-US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2" name="Text Box 19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1393" y="3401"/>
              <a:ext cx="147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等效负载</a:t>
              </a:r>
              <a:endParaRPr 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3" name="直接箭头连接符 152"/>
            <p:cNvCxnSpPr/>
            <p:nvPr>
              <p:custDataLst>
                <p:tags r:id="rId71"/>
              </p:custDataLst>
            </p:nvPr>
          </p:nvCxnSpPr>
          <p:spPr bwMode="auto">
            <a:xfrm>
              <a:off x="9581" y="4282"/>
              <a:ext cx="11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54" name="Text Box 19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0431" y="3998"/>
              <a:ext cx="62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2087880" y="1773332"/>
            <a:ext cx="3314065" cy="1456690"/>
            <a:chOff x="3288" y="2948"/>
            <a:chExt cx="5219" cy="2294"/>
          </a:xfrm>
        </p:grpSpPr>
        <p:sp>
          <p:nvSpPr>
            <p:cNvPr id="156" name="Text Box 19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713" y="4309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IHmin</a:t>
              </a:r>
            </a:p>
          </p:txBody>
        </p:sp>
        <p:cxnSp>
          <p:nvCxnSpPr>
            <p:cNvPr id="157" name="直接连接符 156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4254" y="3400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4708" y="2948"/>
              <a:ext cx="204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9" name="Text Box 1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765" y="396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cxnSp>
          <p:nvCxnSpPr>
            <p:cNvPr id="160" name="直接连接符 159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4709" y="2948"/>
              <a:ext cx="0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6749" y="3400"/>
              <a:ext cx="102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6750" y="2948"/>
              <a:ext cx="0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253" y="4025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连接符 163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5275" y="3572"/>
              <a:ext cx="147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4708" y="3572"/>
              <a:ext cx="567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7316" y="4025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16"/>
              </p:custDataLst>
            </p:nvPr>
          </p:nvCxnSpPr>
          <p:spPr bwMode="auto">
            <a:xfrm>
              <a:off x="6750" y="3572"/>
              <a:ext cx="567" cy="4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4708" y="4082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5275" y="3571"/>
              <a:ext cx="0" cy="7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 Box 19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806" y="396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171" name="直接连接符 170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7317" y="4081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直接连接符 171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6750" y="3571"/>
              <a:ext cx="0" cy="7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直接连接符 172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4253" y="4989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5275" y="4422"/>
              <a:ext cx="147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4708" y="4762"/>
              <a:ext cx="17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7313" y="4989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26"/>
              </p:custDataLst>
            </p:nvPr>
          </p:nvCxnSpPr>
          <p:spPr bwMode="auto">
            <a:xfrm>
              <a:off x="6746" y="4422"/>
              <a:ext cx="17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4367" y="4536"/>
              <a:ext cx="32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4366" y="4875"/>
              <a:ext cx="32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713" y="4649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ILmax</a:t>
              </a:r>
            </a:p>
          </p:txBody>
        </p:sp>
        <p:sp>
          <p:nvSpPr>
            <p:cNvPr id="182" name="Text Box 19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821" y="487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cxnSp>
          <p:nvCxnSpPr>
            <p:cNvPr id="183" name="直接连接符 182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4791" y="4932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5161" y="4535"/>
              <a:ext cx="0" cy="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5" name="Text Box 19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862" y="487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rgbClr val="0070C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186" name="直接连接符 185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7202" y="4932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6831" y="4562"/>
              <a:ext cx="0" cy="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8" name="Text Box 19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288" y="2948"/>
              <a:ext cx="964" cy="3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理想：</a:t>
              </a:r>
            </a:p>
          </p:txBody>
        </p:sp>
        <p:sp>
          <p:nvSpPr>
            <p:cNvPr id="189" name="Text Box 19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288" y="3572"/>
              <a:ext cx="964" cy="3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近似：</a:t>
              </a:r>
            </a:p>
          </p:txBody>
        </p:sp>
        <p:sp>
          <p:nvSpPr>
            <p:cNvPr id="190" name="Text Box 19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288" y="4478"/>
              <a:ext cx="964" cy="3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实际：</a:t>
              </a:r>
            </a:p>
          </p:txBody>
        </p:sp>
        <p:cxnSp>
          <p:nvCxnSpPr>
            <p:cNvPr id="191" name="直接连接符 190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4875" y="4421"/>
              <a:ext cx="397" cy="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直接连接符 191"/>
            <p:cNvCxnSpPr/>
            <p:nvPr>
              <p:custDataLst>
                <p:tags r:id="rId40"/>
              </p:custDataLst>
            </p:nvPr>
          </p:nvCxnSpPr>
          <p:spPr bwMode="auto">
            <a:xfrm>
              <a:off x="6916" y="4649"/>
              <a:ext cx="397" cy="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3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37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37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37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37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437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69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2350770" cy="32461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功率损耗：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静态功耗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动态功耗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电路功耗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76145" y="765091"/>
            <a:ext cx="6870065" cy="2822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输出信号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</a:t>
            </a:r>
            <a:r>
              <a:rPr 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不变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时的功耗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←CMOS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电路很低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常忽略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</a:t>
            </a:r>
            <a:r>
              <a:rPr 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状态转换</a:t>
            </a:r>
            <a:r>
              <a:rPr 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时的功耗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P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=(C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+C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PD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)*V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CC</a:t>
            </a:r>
            <a:r>
              <a:rPr lang="en-US" altLang="zh-CN" sz="2200" b="1" baseline="40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*f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其中，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为输出端上的电容性负载，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C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PD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CMOS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电路内部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功耗电容，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f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为输出信号转换的频率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动态功耗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CV</a:t>
            </a:r>
            <a:r>
              <a:rPr lang="en-US" altLang="zh-CN" sz="1800" b="1" baseline="30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f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/>
        </p:nvSpPr>
        <p:spPr bwMode="auto">
          <a:xfrm>
            <a:off x="179070" y="332656"/>
            <a:ext cx="8766175" cy="5692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本节小结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掌握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逻辑门的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信号、符号表示、功能表示，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基本的逻辑门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非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与非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或非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异或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同或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数字抽象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理解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物理量的数字化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状态表示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电平阈值的设定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噪声容限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CMOS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晶体管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理解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MOS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晶体管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MOS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晶体管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互补形式共用的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NMOS&amp;PMOS)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CMOS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门电路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非门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与非门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或非门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缓冲器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三态门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的实现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CMOS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电路电气特性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了解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传输延迟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～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信号通路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转换时间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动态功耗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～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负载电容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内部功耗电容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aphicFrame>
        <p:nvGraphicFramePr>
          <p:cNvPr id="46" name="表格 4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8381783"/>
              </p:ext>
            </p:extLst>
          </p:nvPr>
        </p:nvGraphicFramePr>
        <p:xfrm>
          <a:off x="7647940" y="942846"/>
          <a:ext cx="917575" cy="8778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9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    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7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2" name="Text Box 10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49845" y="1842846"/>
            <a:ext cx="864235" cy="21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X•Y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6443345" y="942846"/>
            <a:ext cx="1151890" cy="899795"/>
            <a:chOff x="9356" y="4876"/>
            <a:chExt cx="1814" cy="1417"/>
          </a:xfrm>
        </p:grpSpPr>
        <p:grpSp>
          <p:nvGrpSpPr>
            <p:cNvPr id="49" name="组合 48"/>
            <p:cNvGrpSpPr/>
            <p:nvPr/>
          </p:nvGrpSpPr>
          <p:grpSpPr>
            <a:xfrm>
              <a:off x="9356" y="4876"/>
              <a:ext cx="1814" cy="680"/>
              <a:chOff x="9396" y="4829"/>
              <a:chExt cx="1814" cy="680"/>
            </a:xfrm>
          </p:grpSpPr>
          <p:cxnSp>
            <p:nvCxnSpPr>
              <p:cNvPr id="50" name="直接箭头连接符 49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9736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2" name="流程图: 延期 51"/>
              <p:cNvSpPr/>
              <p:nvPr>
                <p:custDataLst>
                  <p:tags r:id="rId73"/>
                </p:custDataLst>
              </p:nvPr>
            </p:nvSpPr>
            <p:spPr>
              <a:xfrm>
                <a:off x="9961" y="4885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3" name="直接箭头连接符 52"/>
              <p:cNvCxnSpPr/>
              <p:nvPr>
                <p:custDataLst>
                  <p:tags r:id="rId74"/>
                </p:custDataLst>
              </p:nvPr>
            </p:nvCxnSpPr>
            <p:spPr bwMode="auto">
              <a:xfrm flipV="1">
                <a:off x="9736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4" name="直接箭头连接符 53"/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10642" y="516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55" name="Text Box 191"/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9396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56" name="Text Box 191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10870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9356" y="5613"/>
              <a:ext cx="1814" cy="680"/>
              <a:chOff x="11891" y="4829"/>
              <a:chExt cx="1814" cy="680"/>
            </a:xfrm>
          </p:grpSpPr>
          <p:sp>
            <p:nvSpPr>
              <p:cNvPr id="58" name="Text Box 36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12456" y="4885"/>
                <a:ext cx="567" cy="56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59" name="直接箭头连接符 58"/>
              <p:cNvCxnSpPr/>
              <p:nvPr>
                <p:custDataLst>
                  <p:tags r:id="rId67"/>
                </p:custDataLst>
              </p:nvPr>
            </p:nvCxnSpPr>
            <p:spPr bwMode="auto">
              <a:xfrm flipV="1">
                <a:off x="12231" y="499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1" name="直接箭头连接符 60"/>
              <p:cNvCxnSpPr/>
              <p:nvPr>
                <p:custDataLst>
                  <p:tags r:id="rId68"/>
                </p:custDataLst>
              </p:nvPr>
            </p:nvCxnSpPr>
            <p:spPr bwMode="auto">
              <a:xfrm flipV="1">
                <a:off x="12231" y="533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2" name="直接箭头连接符 61"/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13023" y="5168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7" name="Text Box 191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11891" y="4829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02" name="Text Box 191"/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13365" y="499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</p:grpSp>
      <p:grpSp>
        <p:nvGrpSpPr>
          <p:cNvPr id="72" name="组合 71"/>
          <p:cNvGrpSpPr/>
          <p:nvPr/>
        </p:nvGrpSpPr>
        <p:grpSpPr>
          <a:xfrm>
            <a:off x="6102115" y="4606530"/>
            <a:ext cx="2410460" cy="2015490"/>
            <a:chOff x="3402" y="1927"/>
            <a:chExt cx="3796" cy="3174"/>
          </a:xfrm>
        </p:grpSpPr>
        <p:sp>
          <p:nvSpPr>
            <p:cNvPr id="244" name="Rectangle 355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195" y="2380"/>
              <a:ext cx="2154" cy="2211"/>
            </a:xfrm>
            <a:prstGeom prst="rect">
              <a:avLst/>
            </a:prstGeom>
            <a:solidFill>
              <a:srgbClr val="CCFFFF"/>
            </a:solidFill>
            <a:ln w="9525" cap="rnd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45" name="直接连接符 244"/>
            <p:cNvCxnSpPr/>
            <p:nvPr>
              <p:custDataLst>
                <p:tags r:id="rId31"/>
              </p:custDataLst>
            </p:nvPr>
          </p:nvCxnSpPr>
          <p:spPr bwMode="auto">
            <a:xfrm flipH="1" flipV="1">
              <a:off x="5217" y="3401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6" name="直接连接符 245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3969" y="4081"/>
              <a:ext cx="56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7" name="肘形连接符 246"/>
            <p:cNvCxnSpPr/>
            <p:nvPr>
              <p:custDataLst>
                <p:tags r:id="rId33"/>
              </p:custDataLst>
            </p:nvPr>
          </p:nvCxnSpPr>
          <p:spPr bwMode="auto">
            <a:xfrm rot="16200000">
              <a:off x="3856" y="3401"/>
              <a:ext cx="1134" cy="227"/>
            </a:xfrm>
            <a:prstGeom prst="bentConnector3">
              <a:avLst>
                <a:gd name="adj1" fmla="val 98941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49" name="直接连接符 248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217" y="3514"/>
              <a:ext cx="136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0" name="直接连接符 249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5217" y="2267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直接连接符 250"/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5217" y="4535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65" name="组合 264"/>
            <p:cNvGrpSpPr/>
            <p:nvPr/>
          </p:nvGrpSpPr>
          <p:grpSpPr>
            <a:xfrm>
              <a:off x="4536" y="3628"/>
              <a:ext cx="1700" cy="906"/>
              <a:chOff x="4762" y="3402"/>
              <a:chExt cx="1700" cy="906"/>
            </a:xfrm>
          </p:grpSpPr>
          <p:sp>
            <p:nvSpPr>
              <p:cNvPr id="266" name="Rectangle 355"/>
              <p:cNvSpPr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4762" y="3402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Text Box 383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5443" y="340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8" name="Text Box 383"/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5443" y="3968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9" name="Text Box 383"/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4819" y="3515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0" name="直接连接符 269"/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5103" y="374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1" name="直接连接符 270"/>
              <p:cNvCxnSpPr/>
              <p:nvPr>
                <p:custDataLst>
                  <p:tags r:id="rId59"/>
                </p:custDataLst>
              </p:nvPr>
            </p:nvCxnSpPr>
            <p:spPr bwMode="auto">
              <a:xfrm flipH="1">
                <a:off x="4762" y="3855"/>
                <a:ext cx="34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2" name="直接连接符 271"/>
              <p:cNvCxnSpPr/>
              <p:nvPr>
                <p:custDataLst>
                  <p:tags r:id="rId60"/>
                </p:custDataLst>
              </p:nvPr>
            </p:nvCxnSpPr>
            <p:spPr bwMode="auto">
              <a:xfrm flipH="1">
                <a:off x="5216" y="374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3" name="直接连接符 272"/>
              <p:cNvCxnSpPr/>
              <p:nvPr>
                <p:custDataLst>
                  <p:tags r:id="rId61"/>
                </p:custDataLst>
              </p:nvPr>
            </p:nvCxnSpPr>
            <p:spPr bwMode="auto">
              <a:xfrm flipH="1">
                <a:off x="5216" y="3968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4" name="直接连接符 273"/>
              <p:cNvCxnSpPr/>
              <p:nvPr>
                <p:custDataLst>
                  <p:tags r:id="rId62"/>
                </p:custDataLst>
              </p:nvPr>
            </p:nvCxnSpPr>
            <p:spPr bwMode="auto">
              <a:xfrm flipH="1" flipV="1">
                <a:off x="5443" y="3968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5" name="直接连接符 274"/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5443" y="3402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6" name="直接连接符 275"/>
              <p:cNvCxnSpPr/>
              <p:nvPr>
                <p:custDataLst>
                  <p:tags r:id="rId64"/>
                </p:custDataLst>
              </p:nvPr>
            </p:nvCxnSpPr>
            <p:spPr bwMode="auto">
              <a:xfrm>
                <a:off x="5216" y="3634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7" name="Text Box 383"/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5669" y="3687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NMOS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78" name="Text Box 19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990" y="192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</a:p>
          </p:txBody>
        </p:sp>
        <p:sp>
          <p:nvSpPr>
            <p:cNvPr id="279" name="Text Box 19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632" y="334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280" name="Text Box 19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402" y="385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81" name="Text Box 19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933" y="476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4536" y="2494"/>
              <a:ext cx="1700" cy="907"/>
              <a:chOff x="4536" y="2494"/>
              <a:chExt cx="1700" cy="907"/>
            </a:xfrm>
          </p:grpSpPr>
          <p:sp>
            <p:nvSpPr>
              <p:cNvPr id="253" name="Rectangle 355"/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4536" y="2494"/>
                <a:ext cx="1701" cy="907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4" name="Text Box 383"/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5217" y="249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S</a:t>
                </a:r>
              </a:p>
            </p:txBody>
          </p:sp>
          <p:sp>
            <p:nvSpPr>
              <p:cNvPr id="255" name="Text Box 383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5217" y="3061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256" name="Text Box 383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4593" y="2607"/>
                <a:ext cx="28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57" name="直接连接符 256"/>
              <p:cNvCxnSpPr/>
              <p:nvPr>
                <p:custDataLst>
                  <p:tags r:id="rId45"/>
                </p:custDataLst>
              </p:nvPr>
            </p:nvCxnSpPr>
            <p:spPr bwMode="auto">
              <a:xfrm>
                <a:off x="4877" y="283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8" name="直接连接符 257"/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4536" y="2947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9" name="直接连接符 258"/>
              <p:cNvCxnSpPr/>
              <p:nvPr>
                <p:custDataLst>
                  <p:tags r:id="rId47"/>
                </p:custDataLst>
              </p:nvPr>
            </p:nvCxnSpPr>
            <p:spPr bwMode="auto">
              <a:xfrm flipH="1">
                <a:off x="4990" y="2834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0" name="直接连接符 259"/>
              <p:cNvCxnSpPr/>
              <p:nvPr>
                <p:custDataLst>
                  <p:tags r:id="rId48"/>
                </p:custDataLst>
              </p:nvPr>
            </p:nvCxnSpPr>
            <p:spPr bwMode="auto">
              <a:xfrm flipH="1">
                <a:off x="4990" y="306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1" name="直接连接符 260"/>
              <p:cNvCxnSpPr/>
              <p:nvPr>
                <p:custDataLst>
                  <p:tags r:id="rId49"/>
                </p:custDataLst>
              </p:nvPr>
            </p:nvCxnSpPr>
            <p:spPr bwMode="auto">
              <a:xfrm flipH="1" flipV="1">
                <a:off x="5217" y="3061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2" name="直接连接符 261"/>
              <p:cNvCxnSpPr/>
              <p:nvPr>
                <p:custDataLst>
                  <p:tags r:id="rId50"/>
                </p:custDataLst>
              </p:nvPr>
            </p:nvCxnSpPr>
            <p:spPr bwMode="auto">
              <a:xfrm flipV="1">
                <a:off x="5217" y="2494"/>
                <a:ext cx="0" cy="34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3" name="直接连接符 262"/>
              <p:cNvCxnSpPr/>
              <p:nvPr>
                <p:custDataLst>
                  <p:tags r:id="rId51"/>
                </p:custDataLst>
              </p:nvPr>
            </p:nvCxnSpPr>
            <p:spPr bwMode="auto">
              <a:xfrm>
                <a:off x="4990" y="2726"/>
                <a:ext cx="1" cy="45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4" name="Text Box 383"/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5443" y="2809"/>
                <a:ext cx="73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PMOS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8" name="椭圆 247"/>
              <p:cNvSpPr/>
              <p:nvPr>
                <p:custDataLst>
                  <p:tags r:id="rId53"/>
                </p:custDataLst>
              </p:nvPr>
            </p:nvSpPr>
            <p:spPr>
              <a:xfrm>
                <a:off x="4762" y="2891"/>
                <a:ext cx="113" cy="11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5075755" y="2096806"/>
            <a:ext cx="4032250" cy="1691005"/>
            <a:chOff x="4252" y="3741"/>
            <a:chExt cx="6350" cy="2663"/>
          </a:xfrm>
        </p:grpSpPr>
        <p:sp>
          <p:nvSpPr>
            <p:cNvPr id="47" name="Text Box 3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102" y="4194"/>
              <a:ext cx="136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高态</a:t>
              </a:r>
            </a:p>
          </p:txBody>
        </p:sp>
        <p:sp>
          <p:nvSpPr>
            <p:cNvPr id="11" name="Text Box 19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87" y="402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CC</a:t>
              </a:r>
            </a:p>
          </p:txBody>
        </p:sp>
        <p:sp>
          <p:nvSpPr>
            <p:cNvPr id="40" name="Text Box 19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252" y="4308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OHmin</a:t>
              </a:r>
            </a:p>
          </p:txBody>
        </p:sp>
        <p:cxnSp>
          <p:nvCxnSpPr>
            <p:cNvPr id="41" name="直接箭头连接符 40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6463" y="4194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4994" y="4536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" name="Text Box 3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102" y="4535"/>
              <a:ext cx="1361" cy="130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未定义</a:t>
              </a:r>
            </a:p>
          </p:txBody>
        </p:sp>
        <p:sp>
          <p:nvSpPr>
            <p:cNvPr id="44" name="Text Box 3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102" y="5839"/>
              <a:ext cx="1361" cy="45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低态</a:t>
              </a:r>
            </a:p>
          </p:txBody>
        </p:sp>
        <p:sp>
          <p:nvSpPr>
            <p:cNvPr id="45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252" y="5613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OLmax</a:t>
              </a:r>
            </a:p>
          </p:txBody>
        </p:sp>
        <p:sp>
          <p:nvSpPr>
            <p:cNvPr id="51" name="Text Box 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276" y="4194"/>
              <a:ext cx="1361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高态</a:t>
              </a:r>
            </a:p>
          </p:txBody>
        </p:sp>
        <p:sp>
          <p:nvSpPr>
            <p:cNvPr id="60" name="Text Box 3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276" y="4930"/>
              <a:ext cx="1361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未定义</a:t>
              </a:r>
            </a:p>
          </p:txBody>
        </p:sp>
        <p:sp>
          <p:nvSpPr>
            <p:cNvPr id="63" name="Text Box 3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276" y="5497"/>
              <a:ext cx="1361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低态</a:t>
              </a:r>
            </a:p>
          </p:txBody>
        </p:sp>
        <p:sp>
          <p:nvSpPr>
            <p:cNvPr id="64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808" y="4762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IHmin</a:t>
              </a:r>
            </a:p>
          </p:txBody>
        </p:sp>
        <p:cxnSp>
          <p:nvCxnSpPr>
            <p:cNvPr id="75" name="直接箭头连接符 74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7654" y="4194"/>
              <a:ext cx="62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8107" y="5497"/>
              <a:ext cx="170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7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808" y="5329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ILmax</a:t>
              </a:r>
            </a:p>
          </p:txBody>
        </p:sp>
        <p:cxnSp>
          <p:nvCxnSpPr>
            <p:cNvPr id="78" name="直接箭头连接符 77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994" y="5839"/>
              <a:ext cx="158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1" name="Text Box 19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087" y="606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GND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2" name="直接箭头连接符 81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6463" y="629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3" name="直接箭头连接符 82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710" y="6291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7" name="Text Box 19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576" y="4422"/>
              <a:ext cx="119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CC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-0.1</a:t>
              </a:r>
            </a:p>
          </p:txBody>
        </p:sp>
        <p:sp>
          <p:nvSpPr>
            <p:cNvPr id="91" name="Text Box 19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917" y="4733"/>
              <a:ext cx="119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CC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*70%</a:t>
              </a:r>
            </a:p>
          </p:txBody>
        </p:sp>
        <p:sp>
          <p:nvSpPr>
            <p:cNvPr id="93" name="Text Box 19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214" y="3741"/>
              <a:ext cx="113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输出端</a:t>
              </a:r>
            </a:p>
          </p:txBody>
        </p:sp>
        <p:sp>
          <p:nvSpPr>
            <p:cNvPr id="94" name="Text Box 19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390" y="3741"/>
              <a:ext cx="1134" cy="4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输入端</a:t>
              </a:r>
            </a:p>
          </p:txBody>
        </p:sp>
        <p:cxnSp>
          <p:nvCxnSpPr>
            <p:cNvPr id="65" name="直接箭头连接符 64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8107" y="4930"/>
              <a:ext cx="170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6" name="Text Box 19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891" y="5329"/>
              <a:ext cx="119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CC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*30%</a:t>
              </a:r>
            </a:p>
          </p:txBody>
        </p:sp>
        <p:sp>
          <p:nvSpPr>
            <p:cNvPr id="67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576" y="5724"/>
              <a:ext cx="1191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795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GND+0.1</a:t>
              </a:r>
            </a:p>
          </p:txBody>
        </p:sp>
      </p:grpSp>
      <p:sp>
        <p:nvSpPr>
          <p:cNvPr id="68" name="AutoShape 62">
            <a:hlinkClick r:id="rId79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2990484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§2.2 </a:t>
            </a:r>
            <a:r>
              <a:rPr lang="zh-CN" altLang="en-US" sz="2800" b="1" dirty="0">
                <a:latin typeface="宋体" panose="02010600030101010101" pitchFamily="2" charset="-122"/>
              </a:rPr>
              <a:t>布尔代数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公理系统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，定理，函数运算规则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243718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070" y="1268760"/>
            <a:ext cx="8891905" cy="24209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布尔代数基础：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ym typeface="+mn-ea"/>
              </a:rPr>
              <a:t>乔治</a:t>
            </a:r>
            <a:r>
              <a:rPr lang="en-US" altLang="zh-CN" sz="1800" b="1" dirty="0">
                <a:sym typeface="+mn-ea"/>
              </a:rPr>
              <a:t>•</a:t>
            </a:r>
            <a:r>
              <a:rPr lang="zh-CN" altLang="en-US" sz="1800" b="1" dirty="0">
                <a:sym typeface="+mn-ea"/>
              </a:rPr>
              <a:t>布尔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1854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年</a:t>
            </a:r>
            <a:r>
              <a:rPr lang="zh-CN" altLang="en-US" sz="1800" b="1" dirty="0">
                <a:sym typeface="+mn-ea"/>
              </a:rPr>
              <a:t>发明，又称逻辑代数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数据类型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逻辑数，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值域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；</a:t>
            </a:r>
            <a:endParaRPr lang="en-US" altLang="zh-CN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变量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字母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表示，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常量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0/1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表示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运算类型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与、或、非，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运算符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变量上边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←•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可缺省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数学上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为∧、∨、¬</a:t>
            </a:r>
            <a:r>
              <a:rPr lang="en-US" altLang="zh-CN" sz="1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；</a:t>
            </a:r>
            <a:r>
              <a:rPr lang="en-US" altLang="zh-CN" sz="1600" b="1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Verilog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语言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|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cs typeface="Times New Roman" panose="02020603050405020304" pitchFamily="18" charset="0"/>
                <a:sym typeface="+mn-ea"/>
              </a:rPr>
              <a:t>~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运算优先级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为圆括号＞非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＞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＞或</a:t>
            </a:r>
            <a:endParaRPr 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6"/>
              <p:cNvSpPr txBox="1">
                <a:spLocks noChangeArrowheads="1"/>
              </p:cNvSpPr>
              <p:nvPr/>
            </p:nvSpPr>
            <p:spPr bwMode="auto">
              <a:xfrm>
                <a:off x="179263" y="3673882"/>
                <a:ext cx="8785225" cy="24809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、</a:t>
                </a:r>
                <a:r>
                  <a:rPr lang="zh-CN" b="1" dirty="0">
                    <a:solidFill>
                      <a:srgbClr val="FF3399"/>
                    </a:solidFill>
                    <a:latin typeface="+mn-ea"/>
                    <a:ea typeface="+mn-ea"/>
                    <a:sym typeface="+mn-ea"/>
                  </a:rPr>
                  <a:t>公理系统</a:t>
                </a:r>
                <a:r>
                  <a:rPr lang="en-US" altLang="zh-CN" b="1" dirty="0">
                    <a:solidFill>
                      <a:srgbClr val="FF3399"/>
                    </a:solidFill>
                    <a:latin typeface="+mn-ea"/>
                    <a:ea typeface="+mn-ea"/>
                    <a:sym typeface="+mn-ea"/>
                  </a:rPr>
                  <a:t>    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zh-CN" altLang="en-US" sz="1800" b="1" dirty="0">
                    <a:sym typeface="+mn-ea"/>
                  </a:rPr>
                  <a:t>值为真的基本定义最小集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+mn-ea"/>
                    <a:ea typeface="+mn-ea"/>
                    <a:sym typeface="+mn-ea"/>
                  </a:rPr>
                  <a:t>    </a:t>
                </a:r>
                <a:r>
                  <a:rPr lang="zh-CN" altLang="en-US" sz="2000" b="1" u="sng" spc="400" dirty="0">
                    <a:solidFill>
                      <a:schemeClr val="accent2"/>
                    </a:solidFill>
                    <a:uFillTx/>
                    <a:latin typeface="+中文正文" charset="0"/>
                    <a:ea typeface="+mn-ea"/>
                    <a:sym typeface="+mn-ea"/>
                  </a:rPr>
                  <a:t>逻辑值</a:t>
                </a:r>
                <a:r>
                  <a:rPr lang="zh-CN" altLang="en-US" sz="2000" b="1" spc="400" dirty="0">
                    <a:solidFill>
                      <a:schemeClr val="accent2"/>
                    </a:solidFill>
                    <a:uFillTx/>
                    <a:latin typeface="+中文正文" charset="0"/>
                    <a:ea typeface="+mn-ea"/>
                    <a:sym typeface="+mn-ea"/>
                  </a:rPr>
                  <a:t>公理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(A1)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若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X≠1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，则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(A1D)</a:t>
                </a:r>
                <a:r>
                  <a:rPr 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若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X≠0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，则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000" b="1" u="sng" spc="400" dirty="0">
                    <a:solidFill>
                      <a:schemeClr val="accent2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非运算</a:t>
                </a:r>
                <a:r>
                  <a:rPr lang="zh-CN" altLang="en-US" sz="2000" b="1" spc="400" dirty="0">
                    <a:solidFill>
                      <a:schemeClr val="accent2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公理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(A2)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若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(A2D)</a:t>
                </a:r>
                <a:r>
                  <a:rPr 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若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endParaRPr lang="en-US" altLang="zh-CN" sz="20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000" b="1" u="sng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常量运算</a:t>
                </a:r>
                <a:r>
                  <a:rPr lang="zh-CN" altLang="en-US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公理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(A3)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0•0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(A3D)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1+1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endParaRPr lang="zh-CN" altLang="en-US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与和或运算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   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(A4)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1•1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(A4D)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0+0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(A5)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0•1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1•0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(A5D)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0+1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1+0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endPara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263" y="3673882"/>
                <a:ext cx="8785225" cy="2480945"/>
              </a:xfrm>
              <a:prstGeom prst="rect">
                <a:avLst/>
              </a:prstGeom>
              <a:blipFill>
                <a:blip r:embed="rId7"/>
                <a:stretch>
                  <a:fillRect l="-1040" t="-983" b="-1229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AutoShape 730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298851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/>
        </p:nvSpPr>
        <p:spPr bwMode="auto">
          <a:xfrm>
            <a:off x="179263" y="332656"/>
            <a:ext cx="8785225" cy="44773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、基本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公理推导出的命题</a:t>
            </a:r>
            <a:endParaRPr 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单变量定理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可用</a:t>
            </a:r>
            <a:r>
              <a:rPr lang="zh-CN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完备归纳法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证明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一致性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(T1)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X+0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(T1D)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A4&amp;A5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可证明，有称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自等律</a:t>
            </a:r>
            <a:endParaRPr lang="zh-CN" altLang="en-US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空元素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(T2)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(T2D)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X•0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A3&amp;A5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可证明，有称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控制律</a:t>
            </a: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同一律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(T3)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X+X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(T3D)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X•X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A3&amp;A4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可证明，有称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重叠律</a:t>
            </a: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二变量和三变量定律：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可用完备归纳法证明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交换律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(T6)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X+Y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Y+X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(T6D)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X•Y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Y•X  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A5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结合律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(T7)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X+Y)+Z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X+(Y+Z)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(T7D)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X•Y)•Z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X•(Y•Z)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A5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分配律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(T8)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Y+Z)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X•Y+X•Z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(T8D)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X+Y•Z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(X+Y)•(X+Z)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归纳法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吸收律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(T9)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X+X•</a:t>
            </a:r>
            <a:r>
              <a:rPr lang="en-US" altLang="zh-CN" sz="2000" b="1" dirty="0">
                <a:highlight>
                  <a:srgbClr val="99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(T9D)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X•(X+</a:t>
            </a:r>
            <a:r>
              <a:rPr lang="en-US" altLang="zh-CN" sz="2000" b="1" dirty="0">
                <a:highlight>
                  <a:srgbClr val="99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T8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" name="AutoShape 338"/>
          <p:cNvSpPr/>
          <p:nvPr>
            <p:custDataLst>
              <p:tags r:id="rId1"/>
            </p:custDataLst>
          </p:nvPr>
        </p:nvSpPr>
        <p:spPr bwMode="auto">
          <a:xfrm>
            <a:off x="7078295" y="3016516"/>
            <a:ext cx="1584000" cy="252000"/>
          </a:xfrm>
          <a:prstGeom prst="borderCallout2">
            <a:avLst>
              <a:gd name="adj1" fmla="val 49694"/>
              <a:gd name="adj2" fmla="val -1079"/>
              <a:gd name="adj3" fmla="val 46670"/>
              <a:gd name="adj4" fmla="val -16112"/>
              <a:gd name="adj5" fmla="val 446065"/>
              <a:gd name="adj6" fmla="val -5343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与算术运算不同</a:t>
            </a:r>
          </a:p>
        </p:txBody>
      </p:sp>
      <p:sp>
        <p:nvSpPr>
          <p:cNvPr id="51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4000" y="5805264"/>
            <a:ext cx="3240000" cy="28829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T9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证明：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X+X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•Y=X•1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+X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•Y=X(1+Y)=X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5190490" y="6165304"/>
                <a:ext cx="2880000" cy="288290"/>
              </a:xfrm>
              <a:prstGeom prst="rect">
                <a:avLst/>
              </a:prstGeom>
              <a:noFill/>
              <a:ln w="12700">
                <a:solidFill>
                  <a:srgbClr val="0070C0"/>
                </a:solidFill>
                <a:prstDash val="sysDash"/>
                <a:miter lim="800000"/>
              </a:ln>
              <a:effectLst/>
            </p:spPr>
            <p:txBody>
              <a:bodyPr wrap="square" lIns="36195" tIns="10795" rIns="36195" bIns="10795" anchor="t" anchorCtr="0">
                <a:noAutofit/>
              </a:bodyPr>
              <a:lstStyle/>
              <a:p>
                <a:pPr marL="990600" indent="-990600">
                  <a:lnSpc>
                    <a:spcPct val="10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T10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证明：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•Y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+X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=X•(Y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)=X</a:t>
                </a:r>
              </a:p>
              <a:p>
                <a:pPr marL="990600" indent="-990600">
                  <a:lnSpc>
                    <a:spcPct val="10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0490" y="6165304"/>
                <a:ext cx="2880000" cy="288290"/>
              </a:xfrm>
              <a:prstGeom prst="rect">
                <a:avLst/>
              </a:prstGeom>
              <a:blipFill>
                <a:blip r:embed="rId13"/>
                <a:stretch>
                  <a:fillRect l="-2737" t="-16000" b="-26000"/>
                </a:stretch>
              </a:blipFill>
              <a:ln w="12700">
                <a:solidFill>
                  <a:srgbClr val="0070C0"/>
                </a:solidFill>
                <a:prstDash val="sysDash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大括号 5"/>
          <p:cNvSpPr/>
          <p:nvPr/>
        </p:nvSpPr>
        <p:spPr>
          <a:xfrm>
            <a:off x="648000" y="4472656"/>
            <a:ext cx="108000" cy="791845"/>
          </a:xfrm>
          <a:prstGeom prst="leftBrace">
            <a:avLst>
              <a:gd name="adj1" fmla="val 46495"/>
              <a:gd name="adj2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AutoShape 338"/>
          <p:cNvSpPr/>
          <p:nvPr>
            <p:custDataLst>
              <p:tags r:id="rId3"/>
            </p:custDataLst>
          </p:nvPr>
        </p:nvSpPr>
        <p:spPr bwMode="auto">
          <a:xfrm>
            <a:off x="248920" y="5588401"/>
            <a:ext cx="1152000" cy="504000"/>
          </a:xfrm>
          <a:prstGeom prst="borderCallout2">
            <a:avLst>
              <a:gd name="adj1" fmla="val -881"/>
              <a:gd name="adj2" fmla="val 13229"/>
              <a:gd name="adj3" fmla="val -99533"/>
              <a:gd name="adj4" fmla="val 13063"/>
              <a:gd name="adj5" fmla="val -135441"/>
              <a:gd name="adj6" fmla="val 3070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去除冗余项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优化电路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AutoShape 63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2988518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6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79070" y="2168656"/>
                <a:ext cx="8641402" cy="7459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 marL="986790" indent="-98679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还原律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(T4)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                 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基于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A2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可证明，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有称</a:t>
                </a:r>
                <a:r>
                  <a:rPr lang="zh-CN" altLang="en-US" sz="16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否定律</a:t>
                </a:r>
                <a:endParaRPr lang="en-US" altLang="zh-CN" sz="2000" b="1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互补律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(T5)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(T5D)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  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基于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A5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可证明</a:t>
                </a:r>
                <a:endParaRPr lang="en-US" altLang="zh-CN" sz="20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79070" y="2168656"/>
                <a:ext cx="8641402" cy="745910"/>
              </a:xfrm>
              <a:prstGeom prst="rect">
                <a:avLst/>
              </a:prstGeom>
              <a:blipFill>
                <a:blip r:embed="rId15"/>
                <a:stretch>
                  <a:fillRect t="-3279" b="-12295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80000" y="4652656"/>
                <a:ext cx="8785225" cy="11645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anchor="t" anchorCtr="0">
                <a:spAutoFit/>
              </a:bodyPr>
              <a:lstStyle/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组合律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(T10)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</a:t>
                </a:r>
                <a:r>
                  <a:rPr lang="en-US" altLang="zh-CN" sz="2000" b="1" dirty="0">
                    <a:highlight>
                      <a:srgbClr val="99CCFF"/>
                    </a:highlight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+X•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highlight>
                              <a:srgbClr val="99CCFF"/>
                            </a:highlight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highlight>
                              <a:srgbClr val="99CCFF"/>
                            </a:highlight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(T10D)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(X+</a:t>
                </a:r>
                <a:r>
                  <a:rPr lang="en-US" altLang="zh-CN" sz="2000" b="1" dirty="0">
                    <a:highlight>
                      <a:srgbClr val="99CCFF"/>
                    </a:highlight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)•(X+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highlight>
                              <a:srgbClr val="99CCFF"/>
                            </a:highlight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highlight>
                              <a:srgbClr val="99CCFF"/>
                            </a:highlight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   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基于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T8</a:t>
                </a:r>
                <a:endParaRPr lang="en-US" altLang="zh-CN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一致律</a:t>
                </a: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(T11)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X•Y+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•Z+</a:t>
                </a:r>
                <a:r>
                  <a:rPr lang="en-US" altLang="zh-CN" sz="2000" b="1" dirty="0">
                    <a:highlight>
                      <a:srgbClr val="99CCFF"/>
                    </a:highlight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Y•Z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X•Y+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•Z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←Y•Z=1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时其余必有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个为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endParaRPr lang="en-US" altLang="zh-CN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(T11D)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(X+Y)(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+Z)(</a:t>
                </a:r>
                <a:r>
                  <a:rPr lang="en-US" altLang="zh-CN" sz="2000" b="1" dirty="0">
                    <a:highlight>
                      <a:srgbClr val="99CCFF"/>
                    </a:highlight>
                    <a:latin typeface="宋体" panose="02010600030101010101" pitchFamily="2" charset="-122"/>
                    <a:sym typeface="+mn-ea"/>
                  </a:rPr>
                  <a:t>Y+Z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)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(X+Y)(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+Z)</a:t>
                </a:r>
                <a:endParaRPr lang="en-US" altLang="zh-CN" sz="20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80000" y="4652656"/>
                <a:ext cx="8785225" cy="1164590"/>
              </a:xfrm>
              <a:prstGeom prst="rect">
                <a:avLst/>
              </a:prstGeom>
              <a:blipFill>
                <a:blip r:embed="rId17"/>
                <a:stretch>
                  <a:fillRect t="-2618" b="-3665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4">
            <a:extLst>
              <a:ext uri="{FF2B5EF4-FFF2-40B4-BE49-F238E27FC236}">
                <a16:creationId xmlns:a16="http://schemas.microsoft.com/office/drawing/2014/main" id="{91034EE7-AD90-4270-AE45-590197C1ECFE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92040" y="5805264"/>
            <a:ext cx="3240000" cy="28829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lstStyle/>
          <a:p>
            <a:pPr marL="990600" indent="-990600"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T8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证明：分别用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X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X=0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代入即可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AutoShape 338">
            <a:extLst>
              <a:ext uri="{FF2B5EF4-FFF2-40B4-BE49-F238E27FC236}">
                <a16:creationId xmlns:a16="http://schemas.microsoft.com/office/drawing/2014/main" id="{F7AE8722-2FAF-4A4D-AA3D-268129426375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940152" y="476672"/>
            <a:ext cx="2988000" cy="504000"/>
          </a:xfrm>
          <a:prstGeom prst="borderCallout2">
            <a:avLst>
              <a:gd name="adj1" fmla="val 49694"/>
              <a:gd name="adj2" fmla="val -130"/>
              <a:gd name="adj3" fmla="val 49483"/>
              <a:gd name="adj4" fmla="val -9707"/>
              <a:gd name="adj5" fmla="val 81801"/>
              <a:gd name="adj6" fmla="val -2591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-apple-system"/>
              </a:rPr>
              <a:t>在已经验证部分情况的基础上，进一步证明更广泛的情况也成立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sp>
        <p:nvSpPr>
          <p:cNvPr id="16" name="AutoShape 94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F4A482C5-A7CC-4C4D-9888-26299914D57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0800000">
            <a:off x="514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51" grpId="0" bldLvl="0" animBg="1"/>
      <p:bldP spid="6" grpId="0" animBg="1"/>
      <p:bldP spid="7" grpId="0" bldLvl="0" animBg="1"/>
      <p:bldP spid="1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5185018" cy="55485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*n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变量定理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稍后讨论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广义同一律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摩根定理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证  明：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  用：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广义摩根定理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986790" indent="-98679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 eaLnBrk="1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香农定理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  用：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3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835785" y="764704"/>
                <a:ext cx="7200711" cy="51386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28800" anchor="t" anchorCtr="0">
                <a:spAutoFit/>
              </a:bodyPr>
              <a:lstStyle/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   (T12)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X+X+…+X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(T12D)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X•X•…•X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基于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T3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可证明</a:t>
                </a:r>
                <a:endParaRPr lang="en-US" altLang="zh-CN" sz="20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   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(T13)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•…•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Xn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+…+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Xn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；</a:t>
                </a: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  (T13D)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2+</m:t>
                        </m:r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…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Xn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•…•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Xn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endParaRPr lang="en-US" altLang="zh-CN" sz="20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 ∵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18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1800" b="1" i="0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的真值表相同，∴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2</a:t>
                </a: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变量等式成立；</a:t>
                </a:r>
                <a:endParaRPr lang="en-US" altLang="zh-CN" sz="1800" b="1" dirty="0"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   </a:t>
                </a: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基于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2</a:t>
                </a: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变量等式，有</a:t>
                </a:r>
                <a:endParaRPr lang="en-US" altLang="zh-CN" sz="1800" b="1" dirty="0"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Cambria Math" panose="02040503050406030204" pitchFamily="18" charset="0"/>
                    <a:sym typeface="+mn-ea"/>
                  </a:rPr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18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18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Z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1800" b="1" dirty="0"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18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Z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Z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，</a:t>
                </a:r>
                <a:endParaRPr lang="en-US" altLang="zh-CN" sz="1800" b="1" spc="-5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+mn-ea"/>
                    <a:ea typeface="+mn-ea"/>
                    <a:cs typeface="Cambria Math" panose="02040503050406030204" pitchFamily="18" charset="0"/>
                    <a:sym typeface="+mn-ea"/>
                  </a:rPr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1800" b="1" i="0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1800" b="1" i="0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Z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  <m:r>
                          <a:rPr lang="en-US" altLang="zh-CN" sz="1800" b="1" i="0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Z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Z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；</a:t>
                </a:r>
                <a:endParaRPr lang="en-US" altLang="zh-CN" sz="1800" b="1" spc="-5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   基于代入规则，可证明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n</a:t>
                </a: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变量等式。</a:t>
                </a:r>
                <a:endParaRPr lang="en-US" altLang="zh-CN" sz="1800" b="1" dirty="0"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 相同功能可用</a:t>
                </a:r>
                <a:r>
                  <a:rPr lang="zh-CN" altLang="en-US" sz="1800" b="1" u="sng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等效电路</a:t>
                </a: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实现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-</a:t>
                </a:r>
                <a:r>
                  <a:rPr lang="zh-CN" altLang="en-US" sz="1800" b="1" dirty="0">
                    <a:latin typeface="宋体" panose="02010600030101010101" pitchFamily="2" charset="-122"/>
                    <a:sym typeface="+mn-ea"/>
                  </a:rPr>
                  <a:t>或转换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)</a:t>
                </a:r>
              </a:p>
              <a:p>
                <a:pPr marL="986790" indent="-986790">
                  <a:lnSpc>
                    <a:spcPct val="115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     (T14)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F</m:t>
                        </m:r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1,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2,</m:t>
                        </m:r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…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Xn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,+,</m:t>
                        </m:r>
                        <m:r>
                          <a:rPr lang="en-US" altLang="zh-CN" sz="20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•)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,…,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Xn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,•,+)</a:t>
                </a: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          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基于摩根定理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&amp;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对偶规则可证明</a:t>
                </a:r>
                <a:endPara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 eaLnBrk="1" latinLnBrk="0" hangingPunct="1">
                  <a:lnSpc>
                    <a:spcPct val="115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 (T15)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F(X1,X2,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…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,Xn)</a:t>
                </a:r>
                <a:r>
                  <a:rPr lang="zh-CN" altLang="en-US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highlight>
                      <a:srgbClr val="CCFFFF"/>
                    </a:highlight>
                    <a:uFillTx/>
                    <a:latin typeface="宋体" panose="02010600030101010101" pitchFamily="2" charset="-122"/>
                    <a:sym typeface="+mn-ea"/>
                  </a:rPr>
                  <a:t>X1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highlight>
                      <a:srgbClr val="CCFFFF"/>
                    </a:highlight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F(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highlight>
                      <a:srgbClr val="CCFFFF"/>
                    </a:highlight>
                    <a:uFillTx/>
                    <a:latin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,X2,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…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,Xn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highlight>
                      <a:srgbClr val="FFCC99"/>
                    </a:highlight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spc="-100" dirty="0">
                            <a:solidFill>
                              <a:schemeClr val="tx1"/>
                            </a:solidFill>
                            <a:highlight>
                              <a:srgbClr val="CCFFFF"/>
                            </a:highlight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spc="-100" dirty="0">
                            <a:solidFill>
                              <a:schemeClr val="tx1"/>
                            </a:solidFill>
                            <a:highlight>
                              <a:srgbClr val="CCFFFF"/>
                            </a:highlight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spc="-100" dirty="0">
                            <a:solidFill>
                              <a:schemeClr val="tx1"/>
                            </a:solidFill>
                            <a:highlight>
                              <a:srgbClr val="CCFFFF"/>
                            </a:highlight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spc="-100" dirty="0">
                    <a:solidFill>
                      <a:schemeClr val="tx1"/>
                    </a:solidFill>
                    <a:highlight>
                      <a:srgbClr val="CCFFFF"/>
                    </a:highlight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F(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highlight>
                      <a:srgbClr val="CCFFFF"/>
                    </a:highlight>
                    <a:uFillTx/>
                    <a:latin typeface="宋体" panose="02010600030101010101" pitchFamily="2" charset="-122"/>
                    <a:sym typeface="+mn-ea"/>
                  </a:rPr>
                  <a:t>0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,X2,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…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,Xn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en-US" altLang="zh-CN" sz="20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(T15D)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F(X1,X2,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…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,Xn)</a:t>
                </a:r>
                <a:r>
                  <a:rPr lang="zh-CN" altLang="en-US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X1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+F(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0,X2,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…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,Xn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))•(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spc="-10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spc="-10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2000" spc="-10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+F(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1,X2,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…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,</a:t>
                </a:r>
                <a:r>
                  <a:rPr lang="en-US" altLang="zh-CN" sz="2000" b="1" spc="-100" dirty="0" err="1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Xn</a:t>
                </a:r>
                <a:r>
                  <a:rPr lang="en-US" altLang="zh-CN" sz="2000" b="1" spc="-100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))</a:t>
                </a: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          ←2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个因子仅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个为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，对偶规则</a:t>
                </a:r>
                <a:endPara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复杂功能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可用</a:t>
                </a:r>
                <a:r>
                  <a:rPr lang="zh-CN" altLang="en-US" sz="1800" b="1" u="sng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简单功能的组合方式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实现</a:t>
                </a:r>
                <a:endParaRPr lang="zh-CN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835785" y="764704"/>
                <a:ext cx="7200711" cy="5138651"/>
              </a:xfrm>
              <a:prstGeom prst="rect">
                <a:avLst/>
              </a:prstGeom>
              <a:blipFill>
                <a:blip r:embed="rId8"/>
                <a:stretch>
                  <a:fillRect l="-847" t="-949" r="-762" b="-1423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73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1E71B00-6A0E-4895-985E-3C53790757E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5A358310-63C4-4BEC-B91B-30F76A577C3D}"/>
                  </a:ext>
                </a:extLst>
              </p:cNvPr>
              <p:cNvGraphicFramePr/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1609955070"/>
                  </p:ext>
                </p:extLst>
              </p:nvPr>
            </p:nvGraphicFramePr>
            <p:xfrm>
              <a:off x="6012160" y="2276872"/>
              <a:ext cx="2952328" cy="11432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6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914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3526633444"/>
                        </a:ext>
                      </a:extLst>
                    </a:gridCol>
                  </a:tblGrid>
                  <a:tr h="7200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 Y</a:t>
                          </a:r>
                          <a:endParaRPr lang="en-US" altLang="zh-CN" sz="1600" b="1" baseline="-25000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0795" marB="10795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cs typeface="Cambria Math" panose="02040503050406030204" pitchFamily="18" charset="0"/>
                              <a:sym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6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X</m:t>
                                  </m:r>
                                  <m:r>
                                    <a:rPr lang="en-US" altLang="zh-CN" sz="1600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  <a:sym typeface="+mn-ea"/>
                                    </a:rPr>
                                    <m:t>•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endParaRPr lang="en-US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6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X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  <a:cs typeface="宋体" panose="02010600030101010101" pitchFamily="2" charset="-122"/>
                              <a:sym typeface="+mn-ea"/>
                            </a:rPr>
                            <a:t>+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6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endParaRPr lang="en-US" sz="1600" b="1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cs typeface="Cambria Math" panose="02040503050406030204" pitchFamily="18" charset="0"/>
                              <a:sym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6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X</m:t>
                                  </m:r>
                                  <m:r>
                                    <a:rPr lang="en-US" altLang="zh-CN" sz="16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  <a:sym typeface="+mn-ea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endParaRPr lang="en-US" altLang="zh-CN" sz="1600" b="1" baseline="-25000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6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+mn-ea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+mn-ea"/>
                                    </a:rPr>
                                    <m:t>X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cs typeface="宋体" panose="02010600030101010101" pitchFamily="2" charset="-122"/>
                              <a:sym typeface="+mn-ea"/>
                            </a:rPr>
                            <a:t>•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16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endParaRPr lang="en-US" altLang="zh-CN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591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1 1</a:t>
                          </a: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  <a:endParaRPr lang="zh-CN" altLang="en-US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  <a:endParaRPr lang="zh-CN" altLang="en-US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5A358310-63C4-4BEC-B91B-30F76A577C3D}"/>
                  </a:ext>
                </a:extLst>
              </p:cNvPr>
              <p:cNvGraphicFramePr/>
              <p:nvPr>
                <p:custDataLst>
                  <p:tags r:id="rId9"/>
                </p:custDataLst>
                <p:extLst>
                  <p:ext uri="{D42A27DB-BD31-4B8C-83A1-F6EECF244321}">
                    <p14:modId xmlns:p14="http://schemas.microsoft.com/office/powerpoint/2010/main" val="1609955070"/>
                  </p:ext>
                </p:extLst>
              </p:nvPr>
            </p:nvGraphicFramePr>
            <p:xfrm>
              <a:off x="6012160" y="2276872"/>
              <a:ext cx="2952328" cy="11432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6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914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3526633444"/>
                        </a:ext>
                      </a:extLst>
                    </a:gridCol>
                  </a:tblGrid>
                  <a:tr h="26543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X Y</a:t>
                          </a:r>
                          <a:endParaRPr lang="en-US" altLang="zh-CN" sz="1600" b="1" baseline="-25000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10795" marB="10795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0"/>
                          <a:stretch>
                            <a:fillRect l="-78761" t="-20455" r="-253097" b="-3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0"/>
                          <a:stretch>
                            <a:fillRect l="-243373" t="-20455" r="-244578" b="-3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0"/>
                          <a:stretch>
                            <a:fillRect l="-241525" t="-20455" r="-72034" b="-3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195" marR="36195" marT="10795" marB="1079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485542" t="-20455" r="-2410" b="-3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7782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0 1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1 1</a:t>
                          </a: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  <a:endParaRPr lang="zh-CN" altLang="en-US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  <a:endParaRPr lang="zh-CN" altLang="en-US" sz="1600" b="1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endParaRP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1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  <a:p>
                          <a:pPr algn="ctr">
                            <a:lnSpc>
                              <a:spcPct val="90000"/>
                            </a:lnSpc>
                            <a:buNone/>
                          </a:pPr>
                          <a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0</a:t>
                          </a:r>
                        </a:p>
                      </a:txBody>
                      <a:tcPr marL="36195" marR="36195" marT="0" marB="0"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F8C86F12-BB30-495C-B3F7-979E3DAAD74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5041002" cy="33757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、基本运算规则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定理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的应用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代换规则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对偶规则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spc="-50" dirty="0">
              <a:solidFill>
                <a:schemeClr val="accent2"/>
              </a:solidFill>
              <a:uFillTx/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799590" indent="-17995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799590" indent="-17995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799590" indent="-17995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799590" indent="-17995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反演规则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DF8BE5-7217-4E9B-88A2-B1174FBA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6">
                <a:extLst>
                  <a:ext uri="{FF2B5EF4-FFF2-40B4-BE49-F238E27FC236}">
                    <a16:creationId xmlns:a16="http://schemas.microsoft.com/office/drawing/2014/main" id="{6A60332E-4124-4F18-A0F1-222C570FC22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763688" y="764704"/>
                <a:ext cx="7201242" cy="413257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64800" anchor="t" anchorCtr="0">
                <a:spAutoFit/>
              </a:bodyPr>
              <a:lstStyle/>
              <a:p>
                <a:pPr marL="986790" indent="-98679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新函数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sz="2000" dirty="0">
                    <a:sym typeface="Symbol" panose="05050102010706020507"/>
                  </a:rPr>
                  <a:t></a:t>
                </a:r>
                <a:r>
                  <a:rPr lang="zh-CN" altLang="en-US" sz="20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中</a:t>
                </a:r>
                <a:r>
                  <a:rPr lang="zh-CN" altLang="en-US" sz="2000" b="1" u="sng" dirty="0">
                    <a:latin typeface="宋体" panose="02010600030101010101" pitchFamily="2" charset="-122"/>
                    <a:sym typeface="+mn-ea"/>
                  </a:rPr>
                  <a:t>变量用表达式代替</a:t>
                </a: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，则有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sz="2000" dirty="0">
                    <a:sym typeface="Symbol" panose="05050102010706020507"/>
                  </a:rPr>
                  <a:t></a:t>
                </a:r>
                <a:r>
                  <a:rPr lang="zh-CN" altLang="en-US" sz="20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F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逻辑上</a:t>
                </a:r>
                <a:r>
                  <a:rPr lang="zh-CN" sz="16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等价</a:t>
                </a:r>
                <a:endPara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    </a:t>
                </a:r>
                <a:r>
                  <a:rPr lang="en-US" altLang="zh-CN" sz="1600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└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→保持</a:t>
                </a:r>
                <a:r>
                  <a:rPr lang="zh-CN" altLang="zh-CN" sz="16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运算次序不变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→</a:t>
                </a:r>
                <a:r>
                  <a:rPr lang="zh-CN" altLang="en-US" sz="16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┘</a:t>
                </a:r>
                <a:endParaRPr lang="en-US" altLang="zh-CN" sz="1600" spc="-50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spc="-50" dirty="0">
                    <a:solidFill>
                      <a:srgbClr val="990099"/>
                    </a:solidFill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示例：</a:t>
                </a:r>
                <a:r>
                  <a:rPr lang="zh-CN" altLang="en-US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若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  <a:r>
                  <a:rPr lang="zh-CN" altLang="en-US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Z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，则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X+A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  <a:r>
                  <a:rPr lang="zh-CN" altLang="en-US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Z</a:t>
                </a:r>
                <a:r>
                  <a:rPr lang="zh-CN" altLang="en-US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•(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B)</a:t>
                </a:r>
                <a:endPara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 marL="1812925" indent="-1812925">
                  <a:lnSpc>
                    <a:spcPct val="125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对偶函数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sz="2000" b="1" baseline="30000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zh-CN" altLang="en-US" sz="20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中</a:t>
                </a:r>
                <a:r>
                  <a:rPr lang="en-US" altLang="zh-CN" sz="2000" b="1" u="sng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zh-CN" altLang="en-US" sz="2000" b="1" u="sng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对换、</a:t>
                </a:r>
                <a:r>
                  <a:rPr lang="en-US" altLang="zh-CN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对换、运算次序不变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endParaRPr lang="en-US" altLang="zh-CN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1812925" indent="-1812925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则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G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时，有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sz="2000" b="1" baseline="30000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zh-CN" altLang="en-US" sz="20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G</a:t>
                </a:r>
                <a:r>
                  <a:rPr lang="en-US" altLang="zh-CN" sz="2000" b="1" baseline="30000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所有定理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如此</a:t>
                </a:r>
                <a:endParaRPr lang="en-US" altLang="zh-CN" sz="2200" b="1" baseline="-18000" dirty="0">
                  <a:latin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示例：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证明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A+BC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A+B)(A+C)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endParaRPr lang="en-US" altLang="zh-CN" sz="1800" b="1" spc="-5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986790" indent="-98679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∵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左</a:t>
                </a:r>
                <a:r>
                  <a:rPr lang="en-US" altLang="zh-CN" sz="1800" b="1" baseline="30000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A(B+C)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AB+AC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，右</a:t>
                </a:r>
                <a:r>
                  <a:rPr lang="en-US" altLang="zh-CN" sz="1800" b="1" baseline="30000" dirty="0">
                    <a:latin typeface="宋体" panose="02010600030101010101" pitchFamily="2" charset="-122"/>
                    <a:sym typeface="+mn-ea"/>
                  </a:rPr>
                  <a:t>D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AB+AC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∴左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右</a:t>
                </a:r>
                <a:endPara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反函数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F</m:t>
                        </m:r>
                      </m:e>
                    </m:acc>
                  </m:oMath>
                </a14:m>
                <a:r>
                  <a:rPr lang="zh-CN" altLang="en-US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中</a:t>
                </a:r>
                <a:r>
                  <a:rPr lang="en-US" altLang="zh-CN" sz="2000" b="1" u="sng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zh-CN" altLang="en-US" sz="2000" b="1" u="sng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对换、</a:t>
                </a:r>
                <a:r>
                  <a:rPr lang="en-US" altLang="zh-CN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对换、变量</a:t>
                </a:r>
                <a:r>
                  <a:rPr lang="en-US" altLang="zh-CN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u="sng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u="sng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20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对换、运算次序不变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，则有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F</m:t>
                        </m:r>
                      </m:e>
                    </m:acc>
                  </m:oMath>
                </a14:m>
                <a:r>
                  <a:rPr lang="zh-CN" altLang="en-US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                         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利用</a:t>
                </a:r>
                <a:r>
                  <a:rPr lang="zh-CN" altLang="zh-CN" sz="16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摩根定理</a:t>
                </a:r>
                <a:endParaRPr lang="en-US" altLang="zh-CN" sz="22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示例：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若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+C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F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A</m:t>
                            </m:r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B</m:t>
                            </m:r>
                          </m:e>
                        </m:acc>
                        <m: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r>
                      <a:rPr lang="en-US" altLang="zh-CN" sz="1800" b="1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(A+B)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endPara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故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F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a:rPr lang="en-US" altLang="zh-CN" sz="18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sz="1800" b="1" dirty="0">
                            <a:latin typeface="宋体" panose="02010600030101010101" pitchFamily="2" charset="-122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8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C</m:t>
                            </m:r>
                          </m:e>
                        </m:acc>
                      </m:e>
                    </m:acc>
                  </m:oMath>
                </a14:m>
                <a:endParaRPr lang="zh-CN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3" name="Text Box 6">
                <a:extLst>
                  <a:ext uri="{FF2B5EF4-FFF2-40B4-BE49-F238E27FC236}">
                    <a16:creationId xmlns:a16="http://schemas.microsoft.com/office/drawing/2014/main" id="{6A60332E-4124-4F18-A0F1-222C570FC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763688" y="764704"/>
                <a:ext cx="7201242" cy="4132572"/>
              </a:xfrm>
              <a:prstGeom prst="rect">
                <a:avLst/>
              </a:prstGeom>
              <a:blipFill>
                <a:blip r:embed="rId8"/>
                <a:stretch>
                  <a:fillRect l="-846" b="-590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E7DBEA2A-1395-4A82-9132-C677F9ED98F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27584" y="4797152"/>
                <a:ext cx="7421061" cy="8408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 marL="0" indent="0" algn="l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例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：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证明</a:t>
                </a:r>
                <a:r>
                  <a:rPr 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)(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A+B</a:t>
                </a:r>
                <a:r>
                  <a:rPr 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A⊕B</a:t>
                </a:r>
              </a:p>
              <a:p>
                <a:pPr marL="0" indent="0" algn="l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sym typeface="+mn-ea"/>
                  </a:rPr>
                  <a:t>证：左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左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  <a:sym typeface="+mn-ea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dirty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  <a:sym typeface="+mn-ea"/>
                                  </a:rPr>
                                  <m:t>A</m:t>
                                </m:r>
                              </m:e>
                            </m:acc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  <a:sym typeface="+mn-ea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dirty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  <a:sym typeface="+mn-ea"/>
                                  </a:rPr>
                                  <m:t>B</m:t>
                                </m:r>
                              </m:e>
                            </m:acc>
                          </m:e>
                        </m:acc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A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B</m:t>
                            </m:r>
                          </m:e>
                        </m:acc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acc>
                          <m:accPr>
                            <m:chr m:val="̿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A</m:t>
                            </m:r>
                          </m:e>
                        </m:acc>
                        <m:acc>
                          <m:accPr>
                            <m:chr m:val="̿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B</m:t>
                            </m:r>
                          </m:e>
                        </m:acc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A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B</m:t>
                            </m:r>
                          </m:e>
                        </m:acc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⊙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A⊕B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＝右</a:t>
                </a:r>
                <a:endPara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E7DBEA2A-1395-4A82-9132-C677F9ED9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27584" y="4797152"/>
                <a:ext cx="7421061" cy="840871"/>
              </a:xfrm>
              <a:prstGeom prst="rect">
                <a:avLst/>
              </a:prstGeom>
              <a:blipFill>
                <a:blip r:embed="rId10"/>
                <a:stretch>
                  <a:fillRect l="-904" t="-4348" b="-10145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63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1DE38B3-6FFC-4F4B-BAA0-E7E04B637D4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6228000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2">
            <a:hlinkClick r:id="rId11" action="ppaction://hlinksldjump"/>
            <a:extLst>
              <a:ext uri="{FF2B5EF4-FFF2-40B4-BE49-F238E27FC236}">
                <a16:creationId xmlns:a16="http://schemas.microsoft.com/office/drawing/2014/main" id="{E2484AAB-B6B4-4373-9985-2C17EFB281F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5148000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3989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§2.3 </a:t>
            </a:r>
            <a:r>
              <a:rPr lang="zh-CN" altLang="en-US" sz="2800" b="1" dirty="0">
                <a:latin typeface="宋体" panose="02010600030101010101" pitchFamily="2" charset="-122"/>
              </a:rPr>
              <a:t>逻辑关系描述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逻辑函数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，逻辑关系的表示，逻辑函数的标准表示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79263" y="1268760"/>
            <a:ext cx="8785225" cy="45912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逻辑函数：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反映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输入变量和输出变量间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逻辑关系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的表达式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Y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F(X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sym typeface="+mn-ea"/>
              </a:rPr>
              <a:t>1,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sym typeface="+mn-ea"/>
              </a:rPr>
              <a:t>,Xn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1800" b="1" spc="-50" dirty="0">
              <a:uFillTx/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X1～Xn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为输入变量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取值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0/1)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为输出变量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取值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0/1)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zh-CN" altLang="en-US" sz="1800" b="1" spc="-5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为逻辑函数的功能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关系的表示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真值表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波形图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含输入的所有组合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、逻辑函数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逻辑图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示例：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AB+BC+AC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(A+C)B+AC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特性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真值表唯一，逻辑函数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更直观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、但</a:t>
            </a:r>
            <a:r>
              <a:rPr lang="zh-CN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不唯一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</a:t>
            </a:r>
            <a:r>
              <a:rPr 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标准化</a:t>
            </a:r>
          </a:p>
        </p:txBody>
      </p:sp>
      <p:graphicFrame>
        <p:nvGraphicFramePr>
          <p:cNvPr id="221" name="表格 220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94431857"/>
              </p:ext>
            </p:extLst>
          </p:nvPr>
        </p:nvGraphicFramePr>
        <p:xfrm>
          <a:off x="1792337" y="2996952"/>
          <a:ext cx="1316355" cy="17800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74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6195" marR="3619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2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0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6" name="组合 55"/>
          <p:cNvGrpSpPr/>
          <p:nvPr/>
        </p:nvGrpSpPr>
        <p:grpSpPr>
          <a:xfrm>
            <a:off x="3348722" y="3148682"/>
            <a:ext cx="2231390" cy="1080135"/>
            <a:chOff x="3742" y="8164"/>
            <a:chExt cx="3514" cy="1701"/>
          </a:xfrm>
        </p:grpSpPr>
        <p:cxnSp>
          <p:nvCxnSpPr>
            <p:cNvPr id="36" name="直接连接符 35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7030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4309" y="8165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4649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4989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5329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5669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6009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6350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6691" y="816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4082" y="8504"/>
              <a:ext cx="158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5669" y="8164"/>
              <a:ext cx="136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4648" y="906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8" name="Text Box 19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742" y="816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4" name="直接连接符 3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4082" y="8957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4649" y="9069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Text Box 19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742" y="861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cxnSp>
          <p:nvCxnSpPr>
            <p:cNvPr id="9" name="直接连接符 8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4082" y="9411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 Box 19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3742" y="907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</a:p>
          </p:txBody>
        </p:sp>
        <p:cxnSp>
          <p:nvCxnSpPr>
            <p:cNvPr id="12" name="直接连接符 11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4082" y="9865"/>
              <a:ext cx="124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 Box 19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742" y="952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22" name="直接连接符 21"/>
            <p:cNvCxnSpPr/>
            <p:nvPr>
              <p:custDataLst>
                <p:tags r:id="rId67"/>
              </p:custDataLst>
            </p:nvPr>
          </p:nvCxnSpPr>
          <p:spPr bwMode="auto">
            <a:xfrm flipH="1">
              <a:off x="4989" y="90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4989" y="941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5329" y="90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5329" y="907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5669" y="90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5669" y="941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6009" y="90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6009" y="907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6350" y="90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6350" y="941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6690" y="90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6690" y="9071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79"/>
              </p:custDataLst>
            </p:nvPr>
          </p:nvCxnSpPr>
          <p:spPr bwMode="auto">
            <a:xfrm flipH="1">
              <a:off x="7030" y="90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7030" y="941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4989" y="861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4989" y="8617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5669" y="861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5669" y="8957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5669" y="816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86"/>
              </p:custDataLst>
            </p:nvPr>
          </p:nvCxnSpPr>
          <p:spPr bwMode="auto">
            <a:xfrm flipH="1">
              <a:off x="7030" y="816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7030" y="8504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6350" y="861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6350" y="8617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90"/>
              </p:custDataLst>
            </p:nvPr>
          </p:nvCxnSpPr>
          <p:spPr bwMode="auto">
            <a:xfrm flipH="1">
              <a:off x="7030" y="861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7030" y="895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92"/>
              </p:custDataLst>
            </p:nvPr>
          </p:nvCxnSpPr>
          <p:spPr bwMode="auto">
            <a:xfrm flipH="1">
              <a:off x="5329" y="952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5329" y="9524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5669" y="9865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95"/>
              </p:custDataLst>
            </p:nvPr>
          </p:nvCxnSpPr>
          <p:spPr bwMode="auto">
            <a:xfrm flipH="1">
              <a:off x="5669" y="952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96"/>
              </p:custDataLst>
            </p:nvPr>
          </p:nvCxnSpPr>
          <p:spPr bwMode="auto">
            <a:xfrm flipH="1">
              <a:off x="6009" y="952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6009" y="9524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98"/>
              </p:custDataLst>
            </p:nvPr>
          </p:nvCxnSpPr>
          <p:spPr bwMode="auto">
            <a:xfrm flipH="1">
              <a:off x="7030" y="9524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7030" y="986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7" name="组合 116"/>
          <p:cNvGrpSpPr/>
          <p:nvPr/>
        </p:nvGrpSpPr>
        <p:grpSpPr>
          <a:xfrm>
            <a:off x="6084168" y="3212976"/>
            <a:ext cx="2159000" cy="1871345"/>
            <a:chOff x="8730" y="4932"/>
            <a:chExt cx="3400" cy="2947"/>
          </a:xfrm>
        </p:grpSpPr>
        <p:grpSp>
          <p:nvGrpSpPr>
            <p:cNvPr id="87" name="组合 86"/>
            <p:cNvGrpSpPr/>
            <p:nvPr/>
          </p:nvGrpSpPr>
          <p:grpSpPr>
            <a:xfrm>
              <a:off x="8731" y="4932"/>
              <a:ext cx="2947" cy="1644"/>
              <a:chOff x="8731" y="7994"/>
              <a:chExt cx="2947" cy="1644"/>
            </a:xfrm>
          </p:grpSpPr>
          <p:sp>
            <p:nvSpPr>
              <p:cNvPr id="65" name="Text Box 36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9751" y="8050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66" name="直接箭头连接符 65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9071" y="8164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7" name="直接箭头连接符 66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9524" y="839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8" name="直接箭头连接符 67"/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10205" y="827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7" name="Text Box 191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8731" y="7994"/>
                <a:ext cx="340" cy="13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</a:p>
              <a:p>
                <a:pPr algn="ctr">
                  <a:lnSpc>
                    <a:spcPct val="90000"/>
                  </a:lnSpc>
                  <a:spcBef>
                    <a:spcPts val="7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31" name="Text Box 36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10658" y="8674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33" name="直接箭头连接符 132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9071" y="8731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5" name="直接箭头连接符 134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11111" y="890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7" name="Text Box 191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1338" y="8731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72" name="Text Box 36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9751" y="8618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73" name="Text Box 36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9751" y="9184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74" name="直接箭头连接符 73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10205" y="941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5" name="直接箭头连接符 74"/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10205" y="8901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6" name="直接箭头连接符 75"/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10431" y="8277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7" name="直接箭头连接符 76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10431" y="873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8" name="直接箭头连接符 77"/>
              <p:cNvCxnSpPr/>
              <p:nvPr>
                <p:custDataLst>
                  <p:tags r:id="rId39"/>
                </p:custDataLst>
              </p:nvPr>
            </p:nvCxnSpPr>
            <p:spPr bwMode="auto">
              <a:xfrm>
                <a:off x="10431" y="9071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9" name="直接箭头连接符 78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10431" y="907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0" name="直接箭头连接符 79"/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9298" y="8164"/>
                <a:ext cx="0" cy="113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81" name="直接箭头连接符 80"/>
              <p:cNvCxnSpPr/>
              <p:nvPr>
                <p:custDataLst>
                  <p:tags r:id="rId42"/>
                </p:custDataLst>
              </p:nvPr>
            </p:nvCxnSpPr>
            <p:spPr bwMode="auto">
              <a:xfrm>
                <a:off x="9524" y="8391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83" name="直接箭头连接符 82"/>
              <p:cNvCxnSpPr/>
              <p:nvPr>
                <p:custDataLst>
                  <p:tags r:id="rId43"/>
                </p:custDataLst>
              </p:nvPr>
            </p:nvCxnSpPr>
            <p:spPr bwMode="auto">
              <a:xfrm flipV="1">
                <a:off x="9524" y="952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4" name="直接箭头连接符 83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9071" y="8957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5" name="直接箭头连接符 84"/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9298" y="9298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6" name="直接箭头连接符 85"/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9524" y="8957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116" name="组合 115"/>
            <p:cNvGrpSpPr/>
            <p:nvPr/>
          </p:nvGrpSpPr>
          <p:grpSpPr>
            <a:xfrm>
              <a:off x="8730" y="6633"/>
              <a:ext cx="3401" cy="1247"/>
              <a:chOff x="8277" y="8504"/>
              <a:chExt cx="3401" cy="1247"/>
            </a:xfrm>
          </p:grpSpPr>
          <p:sp>
            <p:nvSpPr>
              <p:cNvPr id="89" name="Text Box 36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9297" y="8560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sym typeface="+mn-ea"/>
                  </a:rPr>
                  <a:t>≥1</a:t>
                </a:r>
                <a:endParaRPr lang="en-US" altLang="zh-CN" sz="14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90" name="直接箭头连接符 89"/>
              <p:cNvCxnSpPr/>
              <p:nvPr>
                <p:custDataLst>
                  <p:tags r:id="rId6"/>
                </p:custDataLst>
              </p:nvPr>
            </p:nvCxnSpPr>
            <p:spPr bwMode="auto">
              <a:xfrm flipV="1">
                <a:off x="8617" y="8674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1" name="直接箭头连接符 90"/>
              <p:cNvCxnSpPr/>
              <p:nvPr>
                <p:custDataLst>
                  <p:tags r:id="rId7"/>
                </p:custDataLst>
              </p:nvPr>
            </p:nvCxnSpPr>
            <p:spPr bwMode="auto">
              <a:xfrm flipV="1">
                <a:off x="9070" y="890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2" name="直接箭头连接符 91"/>
              <p:cNvCxnSpPr/>
              <p:nvPr>
                <p:custDataLst>
                  <p:tags r:id="rId8"/>
                </p:custDataLst>
              </p:nvPr>
            </p:nvCxnSpPr>
            <p:spPr bwMode="auto">
              <a:xfrm flipV="1">
                <a:off x="9751" y="8787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3" name="Text Box 191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277" y="8504"/>
                <a:ext cx="340" cy="124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</a:t>
                </a:r>
              </a:p>
              <a:p>
                <a:pPr algn="ctr">
                  <a:lnSpc>
                    <a:spcPct val="90000"/>
                  </a:lnSpc>
                  <a:spcBef>
                    <a:spcPts val="7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</a:t>
                </a:r>
              </a:p>
              <a:p>
                <a:pPr algn="ctr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94" name="Text Box 36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0658" y="8902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95" name="直接箭头连接符 94"/>
              <p:cNvCxnSpPr/>
              <p:nvPr>
                <p:custDataLst>
                  <p:tags r:id="rId11"/>
                </p:custDataLst>
              </p:nvPr>
            </p:nvCxnSpPr>
            <p:spPr bwMode="auto">
              <a:xfrm flipV="1">
                <a:off x="8617" y="9128"/>
                <a:ext cx="1361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96" name="直接箭头连接符 95"/>
              <p:cNvCxnSpPr/>
              <p:nvPr>
                <p:custDataLst>
                  <p:tags r:id="rId12"/>
                </p:custDataLst>
              </p:nvPr>
            </p:nvCxnSpPr>
            <p:spPr bwMode="auto">
              <a:xfrm flipV="1">
                <a:off x="11112" y="9128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98" name="Text Box 191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1338" y="8957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99" name="Text Box 36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9978" y="8731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00" name="Text Box 36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9297" y="9241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101" name="直接箭头连接符 100"/>
              <p:cNvCxnSpPr/>
              <p:nvPr>
                <p:custDataLst>
                  <p:tags r:id="rId16"/>
                </p:custDataLst>
              </p:nvPr>
            </p:nvCxnSpPr>
            <p:spPr bwMode="auto">
              <a:xfrm flipV="1">
                <a:off x="10429" y="9241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3" name="直接箭头连接符 102"/>
              <p:cNvCxnSpPr/>
              <p:nvPr>
                <p:custDataLst>
                  <p:tags r:id="rId17"/>
                </p:custDataLst>
              </p:nvPr>
            </p:nvCxnSpPr>
            <p:spPr bwMode="auto">
              <a:xfrm flipV="1">
                <a:off x="10431" y="9014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6" name="直接箭头连接符 105"/>
              <p:cNvCxnSpPr/>
              <p:nvPr>
                <p:custDataLst>
                  <p:tags r:id="rId18"/>
                </p:custDataLst>
              </p:nvPr>
            </p:nvCxnSpPr>
            <p:spPr bwMode="auto">
              <a:xfrm>
                <a:off x="10433" y="9241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7" name="直接箭头连接符 106"/>
              <p:cNvCxnSpPr/>
              <p:nvPr>
                <p:custDataLst>
                  <p:tags r:id="rId19"/>
                </p:custDataLst>
              </p:nvPr>
            </p:nvCxnSpPr>
            <p:spPr bwMode="auto">
              <a:xfrm flipV="1">
                <a:off x="9751" y="9468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08" name="直接箭头连接符 107"/>
              <p:cNvCxnSpPr/>
              <p:nvPr>
                <p:custDataLst>
                  <p:tags r:id="rId20"/>
                </p:custDataLst>
              </p:nvPr>
            </p:nvCxnSpPr>
            <p:spPr bwMode="auto">
              <a:xfrm>
                <a:off x="8844" y="8674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109" name="直接箭头连接符 108"/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9070" y="8901"/>
                <a:ext cx="0" cy="68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111" name="直接箭头连接符 110"/>
              <p:cNvCxnSpPr/>
              <p:nvPr>
                <p:custDataLst>
                  <p:tags r:id="rId22"/>
                </p:custDataLst>
              </p:nvPr>
            </p:nvCxnSpPr>
            <p:spPr bwMode="auto">
              <a:xfrm flipV="1">
                <a:off x="8617" y="9581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12" name="直接箭头连接符 111"/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8844" y="9354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sp>
        <p:nvSpPr>
          <p:cNvPr id="14" name="AutoShape 37">
            <a:hlinkClick r:id="rId101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2988518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9070" y="332656"/>
            <a:ext cx="8829675" cy="52750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逻辑函数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的标准表示：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理解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概念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真值表与最大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真值表的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每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可用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最大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最小项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最大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最小项的逻辑：</a:t>
            </a:r>
            <a:endParaRPr lang="en-US" sz="2000" b="1" u="sng" dirty="0"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不同最大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最小项的标识：</a:t>
            </a:r>
            <a:endParaRPr lang="en-US" altLang="zh-CN" sz="2000" i="1" dirty="0"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逻辑函数的标准表示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∑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输出为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的最小项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"/>
              <p:cNvSpPr txBox="1">
                <a:spLocks noChangeArrowheads="1"/>
              </p:cNvSpPr>
              <p:nvPr/>
            </p:nvSpPr>
            <p:spPr bwMode="auto">
              <a:xfrm>
                <a:off x="1764000" y="872806"/>
                <a:ext cx="6840000" cy="176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Dot"/>
                <a:miter lim="800000"/>
              </a:ln>
              <a:effectLst/>
            </p:spPr>
            <p:txBody>
              <a:bodyPr wrap="square" lIns="36195" tIns="10795" rIns="36195" bIns="10795" anchor="t" anchorCtr="0">
                <a:noAutofit/>
              </a:bodyPr>
              <a:lstStyle/>
              <a:p>
                <a:pPr marL="448310" indent="-44831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乘积项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包含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≥1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个逻辑变量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</a:t>
                </a:r>
                <a:r>
                  <a:rPr lang="zh-CN" altLang="en-US" sz="1800" b="1" u="sng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与项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，如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•Z</a:t>
                </a:r>
                <a:endParaRPr lang="zh-CN" altLang="en-US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448310" indent="-44831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求和项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包含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≥1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个逻辑变量的</a:t>
                </a:r>
                <a:r>
                  <a:rPr lang="zh-CN" altLang="en-US" sz="1800" b="1" u="sng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或项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，如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+Z</a:t>
                </a:r>
              </a:p>
              <a:p>
                <a:pPr marL="448310" indent="-44831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与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-</a:t>
                </a: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或项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包含</a:t>
                </a:r>
                <a:r>
                  <a:rPr lang="zh-CN" altLang="en-US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＞</a:t>
                </a:r>
                <a:r>
                  <a:rPr lang="en-US" altLang="zh-CN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个乘积项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</a:t>
                </a:r>
                <a:r>
                  <a:rPr lang="zh-CN" altLang="en-US" sz="1800" b="1" u="sng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或项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如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Y+Z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•Z</a:t>
                </a:r>
                <a:endPara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448310" indent="-44831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-</a:t>
                </a: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包含</a:t>
                </a:r>
                <a:r>
                  <a:rPr lang="zh-CN" altLang="en-US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＞</a:t>
                </a:r>
                <a:r>
                  <a:rPr lang="en-US" altLang="zh-CN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个求和项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</a:t>
                </a:r>
                <a:r>
                  <a:rPr lang="zh-CN" altLang="en-US" sz="1800" b="1" u="sng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与项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如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•(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Y+Z)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Z</a:t>
                </a:r>
              </a:p>
              <a:p>
                <a:pPr marL="448310" indent="-44831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标准乘积项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最小项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zh-CN" altLang="en-US" sz="1800" b="1" u="sng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每个变量均出现且出现</a:t>
                </a:r>
                <a:r>
                  <a:rPr lang="en-US" altLang="zh-CN" sz="1800" b="1" u="sng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sz="1800" b="1" u="sng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次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en-US" sz="1800" b="1" u="sng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与项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，如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Z</m:t>
                        </m:r>
                      </m:e>
                    </m:acc>
                  </m:oMath>
                </a14:m>
                <a:endPara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448310" indent="-44831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标准求和项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最大项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  <a:r>
                  <a:rPr lang="en-US" altLang="zh-CN" sz="18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zh-CN" altLang="en-US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每个变量均出现且出现</a:t>
                </a:r>
                <a:r>
                  <a:rPr lang="en-US" altLang="zh-CN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8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次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</a:t>
                </a:r>
                <a:r>
                  <a:rPr lang="zh-CN" altLang="en-US" sz="1800" b="1" u="sng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或项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，如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+Z</a:t>
                </a:r>
                <a:endPara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4000" y="872806"/>
                <a:ext cx="6840000" cy="1764000"/>
              </a:xfrm>
              <a:prstGeom prst="rect">
                <a:avLst/>
              </a:prstGeom>
              <a:blipFill>
                <a:blip r:embed="rId29"/>
                <a:stretch>
                  <a:fillRect l="-1423" t="-4795" r="-3114" b="-4110"/>
                </a:stretch>
              </a:blipFill>
              <a:ln w="12700">
                <a:solidFill>
                  <a:schemeClr val="tx1"/>
                </a:solidFill>
                <a:prstDash val="dashDot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891080"/>
              </p:ext>
            </p:extLst>
          </p:nvPr>
        </p:nvGraphicFramePr>
        <p:xfrm>
          <a:off x="6228184" y="2861742"/>
          <a:ext cx="2736304" cy="20882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8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0" marR="0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0" marR="0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最小项</a:t>
                      </a:r>
                    </a:p>
                  </a:txBody>
                  <a:tcPr marL="0" marR="0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最大项</a:t>
                      </a:r>
                    </a:p>
                  </a:txBody>
                  <a:tcPr marL="0" marR="0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A+B+C</a:t>
                      </a: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A+B+C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spc="-50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A+B+C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spc="-50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A+B+C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spc="-50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A+B+C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spc="-50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A+B+C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spc="-50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A+B+C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0" anchor="ctr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5000"/>
                        </a:lnSpc>
                        <a:buNone/>
                      </a:pPr>
                      <a:r>
                        <a:rPr lang="en-US" altLang="zh-CN" sz="1600" b="1" spc="-50" dirty="0">
                          <a:uFillTx/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A•B•C</a:t>
                      </a:r>
                      <a:endParaRPr lang="en-US" altLang="zh-CN" sz="1600" b="1" spc="-50" dirty="0">
                        <a:solidFill>
                          <a:schemeClr val="tx1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A+B+C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7650016" y="3124542"/>
            <a:ext cx="1223645" cy="1619885"/>
            <a:chOff x="12076" y="4762"/>
            <a:chExt cx="1927" cy="2551"/>
          </a:xfrm>
        </p:grpSpPr>
        <p:cxnSp>
          <p:nvCxnSpPr>
            <p:cNvPr id="7" name="直接连接符 6"/>
            <p:cNvCxnSpPr/>
            <p:nvPr>
              <p:custDataLst>
                <p:tags r:id="rId4"/>
              </p:custDataLst>
            </p:nvPr>
          </p:nvCxnSpPr>
          <p:spPr>
            <a:xfrm flipV="1">
              <a:off x="12076" y="476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V="1">
              <a:off x="12359" y="476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flipV="1">
              <a:off x="12677" y="476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>
              <p:custDataLst>
                <p:tags r:id="rId7"/>
              </p:custDataLst>
            </p:nvPr>
          </p:nvCxnSpPr>
          <p:spPr>
            <a:xfrm flipV="1">
              <a:off x="12076" y="513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>
              <p:custDataLst>
                <p:tags r:id="rId8"/>
              </p:custDataLst>
            </p:nvPr>
          </p:nvCxnSpPr>
          <p:spPr>
            <a:xfrm flipV="1">
              <a:off x="12359" y="513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直接连接符 11"/>
            <p:cNvCxnSpPr/>
            <p:nvPr>
              <p:custDataLst>
                <p:tags r:id="rId9"/>
              </p:custDataLst>
            </p:nvPr>
          </p:nvCxnSpPr>
          <p:spPr>
            <a:xfrm flipV="1">
              <a:off x="12076" y="549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直接连接符 12"/>
            <p:cNvCxnSpPr/>
            <p:nvPr>
              <p:custDataLst>
                <p:tags r:id="rId10"/>
              </p:custDataLst>
            </p:nvPr>
          </p:nvCxnSpPr>
          <p:spPr>
            <a:xfrm flipV="1">
              <a:off x="12677" y="549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直接连接符 13"/>
            <p:cNvCxnSpPr/>
            <p:nvPr>
              <p:custDataLst>
                <p:tags r:id="rId11"/>
              </p:custDataLst>
            </p:nvPr>
          </p:nvCxnSpPr>
          <p:spPr>
            <a:xfrm flipV="1">
              <a:off x="12076" y="58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直接连接符 14"/>
            <p:cNvCxnSpPr/>
            <p:nvPr>
              <p:custDataLst>
                <p:tags r:id="rId12"/>
              </p:custDataLst>
            </p:nvPr>
          </p:nvCxnSpPr>
          <p:spPr>
            <a:xfrm flipV="1">
              <a:off x="12359" y="621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直接连接符 15"/>
            <p:cNvCxnSpPr/>
            <p:nvPr>
              <p:custDataLst>
                <p:tags r:id="rId13"/>
              </p:custDataLst>
            </p:nvPr>
          </p:nvCxnSpPr>
          <p:spPr>
            <a:xfrm flipV="1">
              <a:off x="12677" y="621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直接连接符 16"/>
            <p:cNvCxnSpPr/>
            <p:nvPr>
              <p:custDataLst>
                <p:tags r:id="rId14"/>
              </p:custDataLst>
            </p:nvPr>
          </p:nvCxnSpPr>
          <p:spPr>
            <a:xfrm flipV="1">
              <a:off x="12359" y="658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直接连接符 17"/>
            <p:cNvCxnSpPr/>
            <p:nvPr>
              <p:custDataLst>
                <p:tags r:id="rId15"/>
              </p:custDataLst>
            </p:nvPr>
          </p:nvCxnSpPr>
          <p:spPr>
            <a:xfrm flipV="1">
              <a:off x="12677" y="695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直接连接符 18"/>
            <p:cNvCxnSpPr/>
            <p:nvPr>
              <p:custDataLst>
                <p:tags r:id="rId16"/>
              </p:custDataLst>
            </p:nvPr>
          </p:nvCxnSpPr>
          <p:spPr>
            <a:xfrm flipV="1">
              <a:off x="13833" y="513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17"/>
              </p:custDataLst>
            </p:nvPr>
          </p:nvCxnSpPr>
          <p:spPr>
            <a:xfrm flipV="1">
              <a:off x="13493" y="549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18"/>
              </p:custDataLst>
            </p:nvPr>
          </p:nvCxnSpPr>
          <p:spPr>
            <a:xfrm flipV="1">
              <a:off x="13493" y="58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19"/>
              </p:custDataLst>
            </p:nvPr>
          </p:nvCxnSpPr>
          <p:spPr>
            <a:xfrm flipV="1">
              <a:off x="13833" y="58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直接连接符 22"/>
            <p:cNvCxnSpPr/>
            <p:nvPr>
              <p:custDataLst>
                <p:tags r:id="rId20"/>
              </p:custDataLst>
            </p:nvPr>
          </p:nvCxnSpPr>
          <p:spPr>
            <a:xfrm flipV="1">
              <a:off x="13181" y="621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21"/>
              </p:custDataLst>
            </p:nvPr>
          </p:nvCxnSpPr>
          <p:spPr>
            <a:xfrm flipV="1">
              <a:off x="13181" y="658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22"/>
              </p:custDataLst>
            </p:nvPr>
          </p:nvCxnSpPr>
          <p:spPr>
            <a:xfrm flipV="1">
              <a:off x="13833" y="658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直接连接符 25"/>
            <p:cNvCxnSpPr/>
            <p:nvPr>
              <p:custDataLst>
                <p:tags r:id="rId23"/>
              </p:custDataLst>
            </p:nvPr>
          </p:nvCxnSpPr>
          <p:spPr>
            <a:xfrm flipV="1">
              <a:off x="13181" y="695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>
              <p:custDataLst>
                <p:tags r:id="rId24"/>
              </p:custDataLst>
            </p:nvPr>
          </p:nvCxnSpPr>
          <p:spPr>
            <a:xfrm flipV="1">
              <a:off x="13493" y="695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25"/>
              </p:custDataLst>
            </p:nvPr>
          </p:nvCxnSpPr>
          <p:spPr>
            <a:xfrm flipV="1">
              <a:off x="13181" y="731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>
              <p:custDataLst>
                <p:tags r:id="rId26"/>
              </p:custDataLst>
            </p:nvPr>
          </p:nvCxnSpPr>
          <p:spPr>
            <a:xfrm flipV="1">
              <a:off x="13493" y="731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直接连接符 30"/>
            <p:cNvCxnSpPr/>
            <p:nvPr>
              <p:custDataLst>
                <p:tags r:id="rId27"/>
              </p:custDataLst>
            </p:nvPr>
          </p:nvCxnSpPr>
          <p:spPr>
            <a:xfrm flipV="1">
              <a:off x="13833" y="731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6">
                <a:extLst>
                  <a:ext uri="{FF2B5EF4-FFF2-40B4-BE49-F238E27FC236}">
                    <a16:creationId xmlns:a16="http://schemas.microsoft.com/office/drawing/2014/main" id="{CA7ED936-9658-4F85-BBF0-B3C3E54E877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115617" y="3501008"/>
                <a:ext cx="7920880" cy="287072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tIns="46800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                  </a:t>
                </a: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每个输入的值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=1/=0</a:t>
                </a: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 项编号</a:t>
                </a:r>
                <a:r>
                  <a:rPr lang="en-US" altLang="zh-CN" sz="2000" i="1" dirty="0">
                    <a:cs typeface="宋体" panose="02010600030101010101" pitchFamily="2" charset="-122"/>
                    <a:sym typeface="+mn-ea"/>
                  </a:rPr>
                  <a:t>m</a:t>
                </a:r>
              </a:p>
              <a:p>
                <a:pPr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(</a:t>
                </a:r>
                <a:r>
                  <a:rPr lang="en-US" altLang="zh-CN" sz="1600" i="1" dirty="0">
                    <a:cs typeface="宋体" panose="02010600030101010101" pitchFamily="2" charset="-122"/>
                    <a:sym typeface="+mn-ea"/>
                  </a:rPr>
                  <a:t>m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＝输入信号的二进制编码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2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</a:t>
                </a:r>
                <a:r>
                  <a:rPr lang="zh-CN" altLang="en-US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∏</a:t>
                </a:r>
                <a:r>
                  <a:rPr lang="zh-CN" altLang="en-US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输出为</a:t>
                </a:r>
                <a:r>
                  <a:rPr lang="en-US" altLang="zh-CN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的最大项</a:t>
                </a:r>
                <a:endParaRPr lang="en-US" altLang="zh-CN" sz="22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                  </a:t>
                </a:r>
                <a:r>
                  <a:rPr lang="en-US" altLang="zh-CN" sz="16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└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←Y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∑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a:rPr lang="zh-CN" altLang="en-US" sz="1600" b="1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输出</m:t>
                        </m:r>
                        <m:r>
                          <a:rPr lang="en-US" altLang="zh-CN" sz="1600" b="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为</m:t>
                        </m:r>
                        <m:r>
                          <a:rPr lang="en-US" altLang="zh-CN" sz="16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  <m:r>
                          <a:rPr lang="en-US" altLang="zh-CN" sz="1600" b="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的最大项</m:t>
                        </m:r>
                      </m:e>
                    </m:acc>
                  </m:oMath>
                </a14:m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，用反演规则使或→与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例：</a:t>
                </a:r>
                <a:r>
                  <a:rPr 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∑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值为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的最小项＝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∑</a:t>
                </a:r>
                <a:r>
                  <a:rPr lang="en-US" altLang="zh-CN" sz="1800" i="1" dirty="0">
                    <a:cs typeface="Times New Roman" panose="02020603050405020304" pitchFamily="18" charset="0"/>
                    <a:sym typeface="+mn-ea"/>
                  </a:rPr>
                  <a:t>m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(3,5,6,7)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C+A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C+A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+A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</a:t>
                </a:r>
                <a:r>
                  <a:rPr lang="en-US" altLang="zh-CN" sz="1800" b="1" spc="-50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∏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值为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的最大项＝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∏</a:t>
                </a:r>
                <a:r>
                  <a:rPr lang="en-US" altLang="zh-CN" sz="1800" i="1" dirty="0">
                    <a:cs typeface="Times New Roman" panose="02020603050405020304" pitchFamily="18" charset="0"/>
                    <a:sym typeface="+mn-ea"/>
                  </a:rPr>
                  <a:t>m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(0,1,2,4)</a:t>
                </a:r>
                <a:r>
                  <a:rPr lang="zh-CN" altLang="en-US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A+B+C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)(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A+B+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)(</a:t>
                </a:r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A+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+C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50" dirty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sym typeface="+mn-ea"/>
                  </a:rPr>
                  <a:t>+B+C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32" name="Text Box 6">
                <a:extLst>
                  <a:ext uri="{FF2B5EF4-FFF2-40B4-BE49-F238E27FC236}">
                    <a16:creationId xmlns:a16="http://schemas.microsoft.com/office/drawing/2014/main" id="{CA7ED936-9658-4F85-BBF0-B3C3E54E8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1115617" y="3501008"/>
                <a:ext cx="7920880" cy="2870722"/>
              </a:xfrm>
              <a:prstGeom prst="rect">
                <a:avLst/>
              </a:prstGeom>
              <a:blipFill>
                <a:blip r:embed="rId31"/>
                <a:stretch>
                  <a:fillRect l="-616" t="-212" r="-693" b="-2548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6">
            <a:extLst>
              <a:ext uri="{FF2B5EF4-FFF2-40B4-BE49-F238E27FC236}">
                <a16:creationId xmlns:a16="http://schemas.microsoft.com/office/drawing/2014/main" id="{473CE412-2BBF-4A38-8783-6B76819D657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67744" y="6369880"/>
            <a:ext cx="39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836930" indent="-83693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引子：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逻辑函数唯一、较复杂，如何最简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r>
              <a:rPr lang="en-US" altLang="zh-CN" sz="1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260648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§2.4 </a:t>
            </a:r>
            <a:r>
              <a:rPr lang="zh-CN" altLang="en-US" sz="2800" b="1" dirty="0">
                <a:latin typeface="宋体" panose="02010600030101010101" pitchFamily="2" charset="-122"/>
              </a:rPr>
              <a:t>逻辑函数的化简与变换</a:t>
            </a:r>
          </a:p>
        </p:txBody>
      </p:sp>
      <p:sp>
        <p:nvSpPr>
          <p:cNvPr id="10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代数法化简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，卡诺图法化简，逻辑函数变换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243718" name="Text Box 6"/>
          <p:cNvSpPr txBox="1">
            <a:spLocks noChangeArrowheads="1"/>
          </p:cNvSpPr>
          <p:nvPr/>
        </p:nvSpPr>
        <p:spPr bwMode="auto">
          <a:xfrm>
            <a:off x="179263" y="1196752"/>
            <a:ext cx="8785225" cy="5150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化简目标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减少电路的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门数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入端数，有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代数法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卡诺图法</a:t>
            </a:r>
            <a:endParaRPr lang="zh-CN" altLang="en-US" sz="22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代数法化简：</a:t>
            </a:r>
            <a:r>
              <a:rPr 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利用公理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/</a:t>
            </a:r>
            <a:r>
              <a:rPr 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定理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/</a:t>
            </a:r>
            <a:r>
              <a:rPr 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规则，</a:t>
            </a:r>
            <a:r>
              <a:rPr lang="zh-CN" sz="2200" b="1" u="sng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消除</a:t>
            </a:r>
            <a:r>
              <a:rPr 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多余的</a:t>
            </a:r>
            <a:r>
              <a:rPr lang="zh-CN" altLang="zh-CN" sz="2200" b="1" u="sng" dirty="0">
                <a:latin typeface="+mn-ea"/>
                <a:ea typeface="+mn-ea"/>
                <a:sym typeface="+mn-ea"/>
              </a:rPr>
              <a:t>因子或</a:t>
            </a:r>
            <a:r>
              <a:rPr lang="zh-CN" sz="2200" b="1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乘积项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sym typeface="+mn-ea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不受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变量数限制，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简单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直观；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无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规律，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难以判断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最简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6"/>
              <p:cNvSpPr txBox="1">
                <a:spLocks noChangeArrowheads="1"/>
              </p:cNvSpPr>
              <p:nvPr/>
            </p:nvSpPr>
            <p:spPr bwMode="auto">
              <a:xfrm>
                <a:off x="683895" y="3889767"/>
                <a:ext cx="3888740" cy="146748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 marL="0" indent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例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CD+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BCD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endParaRPr lang="en-US" altLang="zh-CN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0" indent="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</a:t>
                </a:r>
              </a:p>
              <a:p>
                <a:pPr marL="0" indent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sym typeface="+mn-ea"/>
                  </a:rPr>
                  <a:t>例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sym typeface="+mn-ea"/>
                  </a:rPr>
                  <a:t>2</a:t>
                </a: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sym typeface="+mn-ea"/>
                  </a:rPr>
                  <a:t>：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+mn-ea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+mn-ea"/>
                    <a:sym typeface="+mn-ea"/>
                  </a:rPr>
                  <a:t>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sym typeface="+mn-ea"/>
                  </a:rPr>
                  <a:t>+AB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+mn-ea"/>
                    <a:sym typeface="+mn-ea"/>
                  </a:rPr>
                  <a:t>+BC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  <a:p>
                <a:pPr marL="0" indent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例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3</a:t>
                </a: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a:rPr lang="en-US" altLang="zh-CN" sz="2000" b="1" spc="-100" dirty="0">
                            <a:latin typeface="Cambria Math" panose="02040503050406030204" pitchFamily="18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0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AB</m:t>
                        </m:r>
                        <m:r>
                          <a:rPr lang="en-US" altLang="zh-CN" sz="20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 spc="-1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spc="-1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000" b="1" spc="-100" dirty="0">
                            <a:latin typeface="Cambria Math" panose="02040503050406030204" pitchFamily="18" charset="0"/>
                            <a:sym typeface="+mn-ea"/>
                          </a:rPr>
                          <m:t>)</m:t>
                        </m:r>
                        <m:acc>
                          <m:accPr>
                            <m:chr m:val="̅"/>
                            <m:ctrlPr>
                              <a:rPr lang="en-US" altLang="zh-CN" sz="2000" i="1" spc="-1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spc="-1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AC</m:t>
                            </m:r>
                          </m:e>
                        </m:acc>
                      </m:e>
                    </m:acc>
                  </m:oMath>
                </a14:m>
                <a:r>
                  <a:rPr lang="zh-CN" altLang="en-US" sz="20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AB</m:t>
                        </m:r>
                        <m:r>
                          <a:rPr lang="en-US" altLang="zh-CN" sz="20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000" i="1" spc="-1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spc="-1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C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20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b="1" i="1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AC</m:t>
                        </m:r>
                      </m:e>
                    </m:acc>
                  </m:oMath>
                </a14:m>
                <a:r>
                  <a:rPr lang="zh-CN" altLang="en-US" sz="20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endParaRPr lang="en-US" altLang="zh-CN" sz="1600" b="1" spc="-100" dirty="0">
                  <a:solidFill>
                    <a:srgbClr val="990099"/>
                  </a:solidFill>
                  <a:latin typeface="宋体" panose="02010600030101010101" pitchFamily="2" charset="-122"/>
                  <a:ea typeface="+mn-ea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895" y="3889767"/>
                <a:ext cx="3888740" cy="1467485"/>
              </a:xfrm>
              <a:prstGeom prst="rect">
                <a:avLst/>
              </a:prstGeom>
              <a:blipFill>
                <a:blip r:embed="rId12"/>
                <a:stretch>
                  <a:fillRect l="-1567" t="-2075" b="-2075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6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907704" y="3889767"/>
                <a:ext cx="7128792" cy="140686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 marL="0" indent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D(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+C)+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BD(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+C)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BD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</a:t>
                </a:r>
              </a:p>
              <a:p>
                <a:pPr marL="0" indent="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└──────────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→(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分配律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         </a:t>
                </a:r>
                <a:r>
                  <a:rPr lang="en-US" altLang="zh-CN" sz="16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└──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→(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互补律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  (</a:t>
                </a:r>
                <a:r>
                  <a:rPr 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组合律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0" indent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   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+BC+AB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+BC            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(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吸收律、一致律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</a:p>
              <a:p>
                <a:pPr marL="0" indent="0" eaLnBrk="1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ea typeface="+mn-ea"/>
                    <a:cs typeface="宋体" panose="02010600030101010101" pitchFamily="2" charset="-122"/>
                    <a:sym typeface="+mn-ea"/>
                  </a:rPr>
                  <a:t>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AB</m:t>
                        </m:r>
                      </m:e>
                    </m:acc>
                    <m:acc>
                      <m:accPr>
                        <m:chr m:val="̿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+AC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)C+AC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 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反演律、吸收律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ea typeface="+mn-ea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1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907704" y="3889767"/>
                <a:ext cx="7128792" cy="1406860"/>
              </a:xfrm>
              <a:prstGeom prst="rect">
                <a:avLst/>
              </a:prstGeom>
              <a:blipFill>
                <a:blip r:embed="rId14"/>
                <a:stretch>
                  <a:fillRect l="-513" t="-2165" b="-5628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1403985" y="4249617"/>
            <a:ext cx="2664460" cy="0"/>
            <a:chOff x="2211" y="7710"/>
            <a:chExt cx="4196" cy="0"/>
          </a:xfrm>
        </p:grpSpPr>
        <p:cxnSp>
          <p:nvCxnSpPr>
            <p:cNvPr id="219" name="直接箭头连接符 218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211" y="7710"/>
              <a:ext cx="209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4479" y="7710"/>
              <a:ext cx="192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73293D7E-2DE7-4B0B-A35D-180CAA15EC2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584000" y="2080703"/>
                <a:ext cx="7452496" cy="181331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宋体" panose="02010600030101010101" pitchFamily="2" charset="-122"/>
                    <a:sym typeface="+mn-ea"/>
                  </a:rPr>
                  <a:t>用</a:t>
                </a:r>
                <a:r>
                  <a:rPr lang="zh-CN" altLang="en-US" sz="22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互补律</a:t>
                </a:r>
                <a:r>
                  <a:rPr lang="zh-CN" altLang="en-US" sz="2200" b="1" dirty="0">
                    <a:latin typeface="宋体" panose="02010600030101010101" pitchFamily="2" charset="-122"/>
                    <a:sym typeface="+mn-ea"/>
                  </a:rPr>
                  <a:t>、</a:t>
                </a:r>
                <a:r>
                  <a:rPr lang="zh-CN" altLang="en-US" sz="22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组合律</a:t>
                </a:r>
                <a:r>
                  <a:rPr lang="zh-CN" altLang="en-US" sz="2200" b="1" dirty="0">
                    <a:latin typeface="宋体" panose="02010600030101010101" pitchFamily="2" charset="-122"/>
                    <a:sym typeface="+mn-ea"/>
                  </a:rPr>
                  <a:t>、</a:t>
                </a:r>
                <a:r>
                  <a:rPr lang="zh-CN" altLang="en-US" sz="22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吸收律</a:t>
                </a:r>
                <a:r>
                  <a:rPr lang="zh-CN" altLang="en-US" sz="2200" b="1" dirty="0">
                    <a:latin typeface="宋体" panose="02010600030101010101" pitchFamily="2" charset="-122"/>
                    <a:sym typeface="+mn-ea"/>
                  </a:rPr>
                  <a:t>，可消除因子；</a:t>
                </a:r>
                <a:endParaRPr lang="en-US" altLang="zh-CN" sz="2200" b="1" dirty="0"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1800" b="1" spc="-100" dirty="0">
                    <a:latin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</a:t>
                </a:r>
                <a:r>
                  <a:rPr lang="en-US" altLang="zh-CN" sz="1800" b="1" spc="-100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+X•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(X+</a:t>
                </a:r>
                <a:r>
                  <a:rPr lang="en-US" altLang="zh-CN" sz="1800" b="1" spc="-100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)•(X+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 smtClean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1800" b="1" spc="-100" dirty="0">
                    <a:latin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X+X•</a:t>
                </a:r>
                <a:r>
                  <a:rPr lang="en-US" altLang="zh-CN" sz="1800" b="1" spc="-100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X•(X+</a:t>
                </a:r>
                <a:r>
                  <a:rPr lang="en-US" altLang="zh-CN" sz="1800" b="1" spc="-100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</a:t>
                </a:r>
                <a:endParaRPr lang="en-US" altLang="zh-CN" sz="1800" b="1" dirty="0"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dirty="0">
                    <a:solidFill>
                      <a:schemeClr val="tx1"/>
                    </a:solidFill>
                    <a:latin typeface="宋体" panose="02010600030101010101" pitchFamily="2" charset="-122"/>
                    <a:sym typeface="+mn-ea"/>
                  </a:rPr>
                  <a:t>用</a:t>
                </a:r>
                <a:r>
                  <a:rPr lang="zh-CN" altLang="en-US" sz="22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分配律</a:t>
                </a:r>
                <a:r>
                  <a:rPr lang="zh-CN" altLang="en-US" sz="2200" b="1" dirty="0">
                    <a:solidFill>
                      <a:schemeClr val="tx1"/>
                    </a:solidFill>
                    <a:latin typeface="宋体" panose="02010600030101010101" pitchFamily="2" charset="-122"/>
                    <a:sym typeface="+mn-ea"/>
                  </a:rPr>
                  <a:t>、</a:t>
                </a:r>
                <a:r>
                  <a:rPr lang="zh-CN" altLang="en-US" sz="22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一致律</a:t>
                </a:r>
                <a:r>
                  <a:rPr lang="zh-CN" altLang="en-US" sz="2200" b="1" dirty="0">
                    <a:latin typeface="宋体" panose="02010600030101010101" pitchFamily="2" charset="-122"/>
                    <a:sym typeface="+mn-ea"/>
                  </a:rPr>
                  <a:t>，可消除冗余的乘积项</a:t>
                </a:r>
                <a:endParaRPr lang="en-US" altLang="zh-CN" sz="2200" b="1" dirty="0"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spc="-100" dirty="0">
                    <a:latin typeface="宋体" panose="02010600030101010101" pitchFamily="2" charset="-122"/>
                    <a:ea typeface="+mn-ea"/>
                    <a:sym typeface="+mn-ea"/>
                  </a:rPr>
                  <a:t>   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</a:t>
                </a:r>
                <a:r>
                  <a:rPr lang="en-US" altLang="zh-CN" sz="1800" b="1" spc="-100" dirty="0">
                    <a:latin typeface="宋体" panose="02010600030101010101" pitchFamily="2" charset="-122"/>
                    <a:sym typeface="+mn-ea"/>
                  </a:rPr>
                  <a:t>(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Y+Z)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X•Y+X•Z</a:t>
                </a:r>
                <a:r>
                  <a:rPr lang="zh-CN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X+Y•Z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(X+Y)•(X+Z)</a:t>
                </a:r>
                <a:r>
                  <a:rPr lang="zh-CN" altLang="en-US" sz="1800" b="1" spc="-100" dirty="0">
                    <a:latin typeface="宋体" panose="02010600030101010101" pitchFamily="2" charset="-122"/>
                    <a:ea typeface="+mn-ea"/>
                    <a:sym typeface="+mn-ea"/>
                  </a:rPr>
                  <a:t>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X•Y+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•Z+</a:t>
                </a:r>
                <a:r>
                  <a:rPr lang="en-US" altLang="zh-CN" sz="1800" b="1" spc="-100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Y•Z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X•Y+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•Z</a:t>
                </a:r>
                <a:endPara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05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latin typeface="宋体" panose="02010600030101010101" pitchFamily="2" charset="-122"/>
                    <a:ea typeface="+mn-ea"/>
                    <a:sym typeface="+mn-ea"/>
                  </a:rPr>
                  <a:t>2</a:t>
                </a:r>
                <a:r>
                  <a:rPr lang="zh-CN" altLang="en-US" sz="1800" b="1" dirty="0">
                    <a:latin typeface="宋体" panose="02010600030101010101" pitchFamily="2" charset="-122"/>
                    <a:ea typeface="+mn-ea"/>
                    <a:sym typeface="+mn-ea"/>
                  </a:rPr>
                  <a:t>变量时→</a:t>
                </a:r>
                <a:r>
                  <a:rPr lang="zh-CN" altLang="en-US" sz="1800" dirty="0">
                    <a:latin typeface="宋体" panose="02010600030101010101" pitchFamily="2" charset="-122"/>
                    <a:ea typeface="+mn-ea"/>
                    <a:sym typeface="+mn-ea"/>
                  </a:rPr>
                  <a:t>┴</a:t>
                </a:r>
                <a:r>
                  <a:rPr lang="zh-CN" altLang="en-US" sz="1800" b="1" dirty="0">
                    <a:latin typeface="宋体" panose="02010600030101010101" pitchFamily="2" charset="-122"/>
                    <a:ea typeface="+mn-ea"/>
                    <a:sym typeface="+mn-ea"/>
                  </a:rPr>
                  <a:t>→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</a:t>
                </a:r>
                <a:r>
                  <a:rPr lang="en-US" altLang="zh-CN" sz="1800" b="1" spc="-100" dirty="0">
                    <a:latin typeface="宋体" panose="02010600030101010101" pitchFamily="2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Y)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X•Y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和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spc="-100" dirty="0" smtClean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spc="-100" dirty="0">
                            <a:solidFill>
                              <a:srgbClr val="990099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Y</a:t>
                </a:r>
                <a:r>
                  <a:rPr lang="zh-CN" altLang="en-US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X+Y</a:t>
                </a:r>
                <a:endParaRPr lang="en-US" altLang="zh-CN" sz="1800" b="1" spc="-100" dirty="0">
                  <a:solidFill>
                    <a:schemeClr val="tx1"/>
                  </a:solidFill>
                  <a:latin typeface="宋体" panose="02010600030101010101" pitchFamily="2" charset="-122"/>
                  <a:ea typeface="+mn-ea"/>
                  <a:sym typeface="+mn-ea"/>
                </a:endParaRPr>
              </a:p>
            </p:txBody>
          </p:sp>
        </mc:Choice>
        <mc:Fallback xmlns=""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73293D7E-2DE7-4B0B-A35D-180CAA15E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584000" y="2080703"/>
                <a:ext cx="7452496" cy="1813317"/>
              </a:xfrm>
              <a:prstGeom prst="rect">
                <a:avLst/>
              </a:prstGeom>
              <a:blipFill>
                <a:blip r:embed="rId16"/>
                <a:stretch>
                  <a:fillRect l="-1064" t="-671" b="-3020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3C17F03F-AC2A-41BF-8A03-EBCC3D934188}"/>
              </a:ext>
            </a:extLst>
          </p:cNvPr>
          <p:cNvGrpSpPr/>
          <p:nvPr/>
        </p:nvGrpSpPr>
        <p:grpSpPr>
          <a:xfrm>
            <a:off x="1404000" y="4852695"/>
            <a:ext cx="2952115" cy="0"/>
            <a:chOff x="2211" y="7710"/>
            <a:chExt cx="4649" cy="0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6E48E29-BFBB-4068-A610-8AE1BD94B9B5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2211" y="7710"/>
              <a:ext cx="136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1059FD2-5CA1-4E89-93DF-36C7F9A45D4B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5159" y="7710"/>
              <a:ext cx="1701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4">
                <a:extLst>
                  <a:ext uri="{FF2B5EF4-FFF2-40B4-BE49-F238E27FC236}">
                    <a16:creationId xmlns:a16="http://schemas.microsoft.com/office/drawing/2014/main" id="{3B7927B0-131A-4035-973A-A1CCCA0F550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683568" y="5329927"/>
                <a:ext cx="8257540" cy="436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878205" indent="-878205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练习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1—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化简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F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化简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G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C+AC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+BCE+BC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E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endParaRPr lang="zh-CN" altLang="en-US" sz="20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8" name="Text Box 4">
                <a:extLst>
                  <a:ext uri="{FF2B5EF4-FFF2-40B4-BE49-F238E27FC236}">
                    <a16:creationId xmlns:a16="http://schemas.microsoft.com/office/drawing/2014/main" id="{3B7927B0-131A-4035-973A-A1CCCA0F5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683568" y="5329927"/>
                <a:ext cx="8257540" cy="436273"/>
              </a:xfrm>
              <a:prstGeom prst="rect">
                <a:avLst/>
              </a:prstGeom>
              <a:blipFill>
                <a:blip r:embed="rId18"/>
                <a:stretch>
                  <a:fillRect l="-738" t="-1389" b="-20833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3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37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2501900" cy="3823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卡诺图法化简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</a:p>
          <a:p>
            <a:pPr marL="1689100" indent="-168910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卡诺图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特点：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化简方法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40130" y="763186"/>
            <a:ext cx="8004810" cy="49300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 marL="803910" indent="-8039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矩阵</a:t>
            </a:r>
            <a:r>
              <a:rPr lang="zh-CN" sz="2200" b="1" dirty="0">
                <a:latin typeface="宋体" panose="02010600030101010101" pitchFamily="2" charset="-122"/>
                <a:sym typeface="+mn-ea"/>
              </a:rPr>
              <a:t>形式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真值表；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行列编号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格雷码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形式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输入组合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单元格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输出值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通常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最小项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函数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AB+BC+AC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的卡诺图为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常仅标注</a:t>
            </a:r>
            <a:r>
              <a:rPr lang="en-US" altLang="zh-CN" sz="1600" dirty="0">
                <a:sym typeface="Symbol" panose="05050102010706020507"/>
              </a:rPr>
              <a:t>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单元</a:t>
            </a:r>
            <a:r>
              <a:rPr lang="en-US" altLang="zh-CN" sz="1600" dirty="0">
                <a:sym typeface="Symbol" panose="05050102010706020507"/>
              </a:rPr>
              <a:t>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、行列可互换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相邻单元格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端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具有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逻辑相邻性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便于消除乘积项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合并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用方框标注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所有的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相邻</a:t>
            </a:r>
            <a:r>
              <a:rPr lang="en-US" altLang="zh-CN" sz="2200" u="sng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单元</a:t>
            </a:r>
            <a:r>
              <a:rPr lang="en-US" altLang="zh-CN" sz="2200" u="sng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，消除乘积项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←称为卡诺圈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←大小为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1600" b="1" baseline="30000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尽量大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、可重叠</a:t>
            </a:r>
            <a:endParaRPr lang="zh-CN" altLang="en-US" sz="1600" b="1" dirty="0">
              <a:solidFill>
                <a:schemeClr val="tx1"/>
              </a:solidFill>
              <a:highlight>
                <a:srgbClr val="CCCCFF"/>
              </a:highlight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写出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所有卡诺圈</a:t>
            </a:r>
            <a:r>
              <a:rPr lang="zh-CN" altLang="en-US" sz="2200" b="1" dirty="0">
                <a:solidFill>
                  <a:schemeClr val="tx1"/>
                </a:solidFill>
                <a:sym typeface="Symbol" panose="05050102010706020507"/>
              </a:rPr>
              <a:t>的</a:t>
            </a:r>
            <a:r>
              <a:rPr lang="zh-CN" altLang="en-US" sz="2200" b="1" u="sng" dirty="0">
                <a:solidFill>
                  <a:schemeClr val="tx1"/>
                </a:solidFill>
                <a:sym typeface="Symbol" panose="05050102010706020507"/>
              </a:rPr>
              <a:t>乘积项</a:t>
            </a:r>
            <a:r>
              <a:rPr lang="zh-CN" altLang="en-US" sz="2200" b="1" dirty="0">
                <a:solidFill>
                  <a:schemeClr val="tx1"/>
                </a:solidFill>
                <a:sym typeface="Symbol" panose="05050102010706020507"/>
              </a:rPr>
              <a:t>，</a:t>
            </a:r>
            <a:r>
              <a:rPr lang="zh-CN" altLang="en-US" sz="2200" b="1" u="sng" dirty="0">
                <a:solidFill>
                  <a:srgbClr val="0070C0"/>
                </a:solidFill>
                <a:sym typeface="Symbol" panose="05050102010706020507"/>
              </a:rPr>
              <a:t>形成</a:t>
            </a:r>
            <a:r>
              <a:rPr lang="zh-CN" altLang="en-US" sz="2200" b="1" dirty="0">
                <a:solidFill>
                  <a:schemeClr val="tx1"/>
                </a:solidFill>
                <a:sym typeface="Symbol" panose="05050102010706020507"/>
              </a:rPr>
              <a:t>逻辑表达式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写出下列卡诺图的逻辑函数式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4716016" y="1709971"/>
            <a:ext cx="4248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836930" indent="-83693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格雷码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相邻编号仅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位不同，如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00/01/11/10</a:t>
            </a:r>
          </a:p>
          <a:p>
            <a:pPr marL="836930" indent="-83693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有循环特性，如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0666183"/>
              </p:ext>
            </p:extLst>
          </p:nvPr>
        </p:nvGraphicFramePr>
        <p:xfrm>
          <a:off x="2195736" y="1740726"/>
          <a:ext cx="2305050" cy="83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XY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8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8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800" b="1" baseline="-2500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800" b="1" baseline="-2500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m</a:t>
                      </a:r>
                      <a:r>
                        <a:rPr lang="en-US" altLang="zh-CN" sz="18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m</a:t>
                      </a:r>
                      <a:r>
                        <a:rPr lang="en-US" altLang="zh-CN" sz="18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m</a:t>
                      </a:r>
                      <a:r>
                        <a:rPr lang="en-US" altLang="zh-CN" sz="18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7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m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96502597"/>
              </p:ext>
            </p:extLst>
          </p:nvPr>
        </p:nvGraphicFramePr>
        <p:xfrm>
          <a:off x="5442260" y="2429694"/>
          <a:ext cx="1919605" cy="794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0665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0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21461452"/>
              </p:ext>
            </p:extLst>
          </p:nvPr>
        </p:nvGraphicFramePr>
        <p:xfrm>
          <a:off x="6012160" y="5382022"/>
          <a:ext cx="1919605" cy="899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AutoShape 338"/>
          <p:cNvSpPr/>
          <p:nvPr>
            <p:custDataLst>
              <p:tags r:id="rId5"/>
            </p:custDataLst>
          </p:nvPr>
        </p:nvSpPr>
        <p:spPr bwMode="auto">
          <a:xfrm>
            <a:off x="323528" y="2393718"/>
            <a:ext cx="1656000" cy="252000"/>
          </a:xfrm>
          <a:prstGeom prst="borderCallout2">
            <a:avLst>
              <a:gd name="adj1" fmla="val 54482"/>
              <a:gd name="adj2" fmla="val 100545"/>
              <a:gd name="adj3" fmla="val 58261"/>
              <a:gd name="adj4" fmla="val 111900"/>
              <a:gd name="adj5" fmla="val 267476"/>
              <a:gd name="adj6" fmla="val 18448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输出</a:t>
            </a:r>
            <a:r>
              <a:rPr lang="zh-CN" sz="1600" b="1" u="none" dirty="0">
                <a:latin typeface="宋体" panose="02010600030101010101" pitchFamily="2" charset="-122"/>
              </a:rPr>
              <a:t>为</a:t>
            </a:r>
            <a:r>
              <a:rPr lang="en-US" altLang="zh-CN" sz="1600" b="1" u="none" dirty="0">
                <a:latin typeface="宋体" panose="02010600030101010101" pitchFamily="2" charset="-122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</a:rPr>
              <a:t>的单元格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6911985" y="5705227"/>
            <a:ext cx="938530" cy="539750"/>
            <a:chOff x="5212" y="9183"/>
            <a:chExt cx="1478" cy="850"/>
          </a:xfrm>
        </p:grpSpPr>
        <p:sp>
          <p:nvSpPr>
            <p:cNvPr id="30" name="圆角矩形 29"/>
            <p:cNvSpPr/>
            <p:nvPr/>
          </p:nvSpPr>
          <p:spPr>
            <a:xfrm>
              <a:off x="5212" y="9694"/>
              <a:ext cx="850" cy="283"/>
            </a:xfrm>
            <a:prstGeom prst="roundRect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圆角矩形 32"/>
            <p:cNvSpPr/>
            <p:nvPr>
              <p:custDataLst>
                <p:tags r:id="rId15"/>
              </p:custDataLst>
            </p:nvPr>
          </p:nvSpPr>
          <p:spPr>
            <a:xfrm>
              <a:off x="5726" y="9183"/>
              <a:ext cx="964" cy="850"/>
            </a:xfrm>
            <a:prstGeom prst="roundRect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8" name="Text Box 191"/>
          <p:cNvSpPr txBox="1">
            <a:spLocks noChangeArrowheads="1"/>
          </p:cNvSpPr>
          <p:nvPr/>
        </p:nvSpPr>
        <p:spPr bwMode="auto">
          <a:xfrm>
            <a:off x="2339752" y="5670054"/>
            <a:ext cx="1908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36195" tIns="10795" rIns="36195" bIns="10795" anchor="t" anchorCtr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F(A,B,C)</a:t>
            </a:r>
            <a:r>
              <a:rPr lang="zh-CN" altLang="en-US" sz="2000" b="1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Cambria Math" panose="02040503050406030204" pitchFamily="18" charset="0"/>
                <a:sym typeface="+mn-ea"/>
              </a:rPr>
              <a:t>A+BC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7632000" y="2473869"/>
            <a:ext cx="1224280" cy="252095"/>
            <a:chOff x="8277" y="9777"/>
            <a:chExt cx="1928" cy="397"/>
          </a:xfrm>
        </p:grpSpPr>
        <p:sp>
          <p:nvSpPr>
            <p:cNvPr id="52" name="AutoShape 338"/>
            <p:cNvSpPr/>
            <p:nvPr/>
          </p:nvSpPr>
          <p:spPr bwMode="auto">
            <a:xfrm>
              <a:off x="8277" y="9777"/>
              <a:ext cx="1928" cy="397"/>
            </a:xfrm>
            <a:prstGeom prst="borderCallout2">
              <a:avLst>
                <a:gd name="adj1" fmla="val 46922"/>
                <a:gd name="adj2" fmla="val 4"/>
                <a:gd name="adj3" fmla="val 46670"/>
                <a:gd name="adj4" fmla="val -17634"/>
                <a:gd name="adj5" fmla="val 150236"/>
                <a:gd name="adj6" fmla="val -62198"/>
              </a:avLst>
            </a:prstGeom>
            <a:noFill/>
            <a:ln w="12700">
              <a:solidFill>
                <a:srgbClr val="0070C0"/>
              </a:solidFill>
              <a:prstDash val="sysDash"/>
              <a:miter lim="800000"/>
              <a:tailEnd type="triangle" w="med" len="med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191"/>
                <p:cNvSpPr txBox="1">
                  <a:spLocks noChangeArrowheads="1"/>
                </p:cNvSpPr>
                <p:nvPr/>
              </p:nvSpPr>
              <p:spPr bwMode="auto">
                <a:xfrm>
                  <a:off x="8277" y="9834"/>
                  <a:ext cx="1928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600" b="1" dirty="0">
                      <a:latin typeface="宋体" panose="02010600030101010101" pitchFamily="2" charset="-122"/>
                      <a:sym typeface="+mn-ea"/>
                    </a:rPr>
                    <a:t>最小项＝</a:t>
                  </a:r>
                  <a:r>
                    <a:rPr lang="en-US" altLang="zh-CN" sz="1600" b="1" dirty="0">
                      <a:latin typeface="宋体" panose="02010600030101010101" pitchFamily="2" charset="-122"/>
                      <a:sym typeface="+mn-ea"/>
                    </a:rPr>
                    <a:t>AB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C</m:t>
                          </m:r>
                        </m:e>
                      </m:acc>
                    </m:oMath>
                  </a14:m>
                  <a:endParaRPr lang="en-US" altLang="zh-CN" sz="16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endParaRPr>
                </a:p>
                <a:p>
                  <a:pPr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3" name="Text Box 1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77" y="9834"/>
                  <a:ext cx="1928" cy="340"/>
                </a:xfrm>
                <a:prstGeom prst="rect">
                  <a:avLst/>
                </a:prstGeom>
                <a:blipFill>
                  <a:blip r:embed="rId18"/>
                  <a:stretch>
                    <a:fillRect l="-10448" t="-45714" r="-17910" b="-57143"/>
                  </a:stretch>
                </a:blipFill>
                <a:ln w="9525">
                  <a:noFill/>
                  <a:miter lim="8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/>
          <p:cNvGrpSpPr/>
          <p:nvPr/>
        </p:nvGrpSpPr>
        <p:grpSpPr>
          <a:xfrm>
            <a:off x="7632000" y="2816134"/>
            <a:ext cx="1224280" cy="252095"/>
            <a:chOff x="8277" y="9777"/>
            <a:chExt cx="1928" cy="397"/>
          </a:xfrm>
        </p:grpSpPr>
        <p:sp>
          <p:nvSpPr>
            <p:cNvPr id="56" name="AutoShape 338"/>
            <p:cNvSpPr/>
            <p:nvPr>
              <p:custDataLst>
                <p:tags r:id="rId13"/>
              </p:custDataLst>
            </p:nvPr>
          </p:nvSpPr>
          <p:spPr bwMode="auto">
            <a:xfrm>
              <a:off x="8277" y="9777"/>
              <a:ext cx="1928" cy="397"/>
            </a:xfrm>
            <a:prstGeom prst="borderCallout2">
              <a:avLst>
                <a:gd name="adj1" fmla="val 46922"/>
                <a:gd name="adj2" fmla="val 4"/>
                <a:gd name="adj3" fmla="val 46670"/>
                <a:gd name="adj4" fmla="val -16481"/>
                <a:gd name="adj5" fmla="val 106820"/>
                <a:gd name="adj6" fmla="val -62177"/>
              </a:avLst>
            </a:prstGeom>
            <a:noFill/>
            <a:ln w="12700">
              <a:solidFill>
                <a:srgbClr val="0070C0"/>
              </a:solidFill>
              <a:prstDash val="sysDash"/>
              <a:miter lim="800000"/>
              <a:tailEnd type="triangle" w="med" len="med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277" y="9834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最小项＝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ABC</a:t>
              </a:r>
              <a:endParaRPr lang="en-US" altLang="zh-CN" sz="16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418080" y="5526157"/>
            <a:ext cx="1008380" cy="612140"/>
            <a:chOff x="6009" y="8901"/>
            <a:chExt cx="1588" cy="964"/>
          </a:xfrm>
        </p:grpSpPr>
        <p:grpSp>
          <p:nvGrpSpPr>
            <p:cNvPr id="44" name="组合 43"/>
            <p:cNvGrpSpPr/>
            <p:nvPr/>
          </p:nvGrpSpPr>
          <p:grpSpPr>
            <a:xfrm>
              <a:off x="6633" y="8901"/>
              <a:ext cx="794" cy="452"/>
              <a:chOff x="5616" y="8562"/>
              <a:chExt cx="794" cy="452"/>
            </a:xfrm>
          </p:grpSpPr>
          <p:sp>
            <p:nvSpPr>
              <p:cNvPr id="35" name="Text Box 191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6070" y="856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36" name="直接箭头连接符 35"/>
              <p:cNvCxnSpPr/>
              <p:nvPr>
                <p:custDataLst>
                  <p:tags r:id="rId12"/>
                </p:custDataLst>
              </p:nvPr>
            </p:nvCxnSpPr>
            <p:spPr bwMode="auto">
              <a:xfrm flipV="1">
                <a:off x="5616" y="8731"/>
                <a:ext cx="510" cy="283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46" name="组合 45"/>
            <p:cNvGrpSpPr/>
            <p:nvPr/>
          </p:nvGrpSpPr>
          <p:grpSpPr>
            <a:xfrm>
              <a:off x="6009" y="9468"/>
              <a:ext cx="1588" cy="397"/>
              <a:chOff x="4992" y="9129"/>
              <a:chExt cx="1588" cy="397"/>
            </a:xfrm>
          </p:grpSpPr>
          <p:cxnSp>
            <p:nvCxnSpPr>
              <p:cNvPr id="37" name="直接箭头连接符 36"/>
              <p:cNvCxnSpPr/>
              <p:nvPr>
                <p:custDataLst>
                  <p:tags r:id="rId9"/>
                </p:custDataLst>
              </p:nvPr>
            </p:nvCxnSpPr>
            <p:spPr bwMode="auto">
              <a:xfrm flipV="1">
                <a:off x="4992" y="9299"/>
                <a:ext cx="1134" cy="227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9" name="Text Box 191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126" y="9129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BC</a:t>
                </a:r>
              </a:p>
            </p:txBody>
          </p:sp>
        </p:grp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31640" y="6102102"/>
            <a:ext cx="381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836930" indent="-83693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引子：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合并有多种方法，哪种结果最好？</a:t>
            </a:r>
            <a:r>
              <a:rPr lang="en-US" altLang="zh-CN" sz="1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98" name="AutoShape 62">
            <a:hlinkClick r:id="rId19" action="ppaction://hlinksldjump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2990484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 bldLvl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4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4816475" cy="58306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最简逻辑表达式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了解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概念：</a:t>
            </a: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最简逻辑表达式：</a:t>
            </a: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最小覆盖的确定：</a:t>
            </a: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1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5696" y="873041"/>
            <a:ext cx="7236000" cy="15481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t" anchorCtr="0">
            <a:noAutofit/>
          </a:bodyPr>
          <a:lstStyle/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蕴含项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含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≥1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个最小项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乘积项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所有卡诺圈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质蕴含项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含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≥1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最小项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未被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其他</a:t>
            </a:r>
            <a:r>
              <a:rPr lang="zh-CN" altLang="en-US" sz="1800" b="1" u="sng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蕴含项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覆盖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蕴含项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实线卡诺圈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实质蕴含项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含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≥1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最小项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未被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其他</a:t>
            </a:r>
            <a:r>
              <a:rPr lang="zh-CN" altLang="en-US" sz="1800" b="1" u="sng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质蕴</a:t>
            </a:r>
            <a:r>
              <a:rPr lang="zh-CN" altLang="en-US" sz="1800" b="1" u="sng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含项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覆盖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质蕴含项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紫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红色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48310" indent="-44831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覆盖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包含逻辑函数所有最小项的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一组质蕴含项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35380" indent="-113538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最小覆盖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包含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最少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质蕴含项、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质蕴含项中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变量最少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的覆盖</a:t>
            </a:r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3121700" y="2492896"/>
            <a:ext cx="4063356" cy="17157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最小覆盖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对应的逻辑表达式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找出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所有质蕴含项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找出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实质蕴含项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形成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最小覆盖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实质蕴含项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其余质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aphicFrame>
        <p:nvGraphicFramePr>
          <p:cNvPr id="24" name="表格 23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26946596"/>
              </p:ext>
            </p:extLst>
          </p:nvPr>
        </p:nvGraphicFramePr>
        <p:xfrm>
          <a:off x="7055755" y="2636806"/>
          <a:ext cx="1894840" cy="1422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CD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30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195" marR="36195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36195" marR="36195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6" name="组合 45"/>
          <p:cNvGrpSpPr/>
          <p:nvPr/>
        </p:nvGrpSpPr>
        <p:grpSpPr>
          <a:xfrm>
            <a:off x="7451755" y="2852806"/>
            <a:ext cx="1539875" cy="1234440"/>
            <a:chOff x="3742" y="8334"/>
            <a:chExt cx="2425" cy="1944"/>
          </a:xfrm>
        </p:grpSpPr>
        <p:sp>
          <p:nvSpPr>
            <p:cNvPr id="38" name="任意多边形 37"/>
            <p:cNvSpPr/>
            <p:nvPr/>
          </p:nvSpPr>
          <p:spPr>
            <a:xfrm>
              <a:off x="5669" y="8334"/>
              <a:ext cx="293" cy="500"/>
            </a:xfrm>
            <a:custGeom>
              <a:avLst/>
              <a:gdLst>
                <a:gd name="connisteX0" fmla="*/ 1905 w 186055"/>
                <a:gd name="connsiteY0" fmla="*/ 0 h 317500"/>
                <a:gd name="connisteX1" fmla="*/ 0 w 186055"/>
                <a:gd name="connsiteY1" fmla="*/ 281940 h 317500"/>
                <a:gd name="connisteX2" fmla="*/ 23495 w 186055"/>
                <a:gd name="connsiteY2" fmla="*/ 313690 h 317500"/>
                <a:gd name="connisteX3" fmla="*/ 152400 w 186055"/>
                <a:gd name="connsiteY3" fmla="*/ 317500 h 317500"/>
                <a:gd name="connisteX4" fmla="*/ 184150 w 186055"/>
                <a:gd name="connsiteY4" fmla="*/ 288290 h 317500"/>
                <a:gd name="connisteX5" fmla="*/ 186055 w 186055"/>
                <a:gd name="connsiteY5" fmla="*/ 17145 h 3175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186055" h="317500">
                  <a:moveTo>
                    <a:pt x="1905" y="0"/>
                  </a:moveTo>
                  <a:lnTo>
                    <a:pt x="0" y="281940"/>
                  </a:lnTo>
                  <a:lnTo>
                    <a:pt x="23495" y="313690"/>
                  </a:lnTo>
                  <a:lnTo>
                    <a:pt x="152400" y="317500"/>
                  </a:lnTo>
                  <a:lnTo>
                    <a:pt x="184150" y="288290"/>
                  </a:lnTo>
                  <a:lnTo>
                    <a:pt x="186055" y="17145"/>
                  </a:lnTo>
                </a:path>
              </a:pathLst>
            </a:cu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8"/>
              </p:custDataLst>
            </p:nvPr>
          </p:nvSpPr>
          <p:spPr>
            <a:xfrm>
              <a:off x="4479" y="8511"/>
              <a:ext cx="397" cy="794"/>
            </a:xfrm>
            <a:prstGeom prst="round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5613" y="9852"/>
              <a:ext cx="554" cy="293"/>
            </a:xfrm>
            <a:custGeom>
              <a:avLst/>
              <a:gdLst>
                <a:gd name="connisteX0" fmla="*/ 351790 w 351790"/>
                <a:gd name="connsiteY0" fmla="*/ 0 h 186055"/>
                <a:gd name="connisteX1" fmla="*/ 36195 w 351790"/>
                <a:gd name="connsiteY1" fmla="*/ 8255 h 186055"/>
                <a:gd name="connisteX2" fmla="*/ 6350 w 351790"/>
                <a:gd name="connsiteY2" fmla="*/ 29210 h 186055"/>
                <a:gd name="connisteX3" fmla="*/ 0 w 351790"/>
                <a:gd name="connsiteY3" fmla="*/ 154305 h 186055"/>
                <a:gd name="connisteX4" fmla="*/ 27940 w 351790"/>
                <a:gd name="connsiteY4" fmla="*/ 184150 h 186055"/>
                <a:gd name="connisteX5" fmla="*/ 345440 w 351790"/>
                <a:gd name="connsiteY5" fmla="*/ 186055 h 18605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51790" h="186055">
                  <a:moveTo>
                    <a:pt x="351790" y="0"/>
                  </a:moveTo>
                  <a:lnTo>
                    <a:pt x="36195" y="8255"/>
                  </a:lnTo>
                  <a:lnTo>
                    <a:pt x="6350" y="29210"/>
                  </a:lnTo>
                  <a:lnTo>
                    <a:pt x="0" y="154305"/>
                  </a:lnTo>
                  <a:lnTo>
                    <a:pt x="27940" y="184150"/>
                  </a:lnTo>
                  <a:lnTo>
                    <a:pt x="345440" y="186055"/>
                  </a:lnTo>
                </a:path>
              </a:pathLst>
            </a:cu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3742" y="9865"/>
              <a:ext cx="536" cy="283"/>
            </a:xfrm>
            <a:custGeom>
              <a:avLst/>
              <a:gdLst>
                <a:gd name="connisteX0" fmla="*/ 0 w 340360"/>
                <a:gd name="connsiteY0" fmla="*/ 0 h 179705"/>
                <a:gd name="connisteX1" fmla="*/ 317500 w 340360"/>
                <a:gd name="connsiteY1" fmla="*/ 0 h 179705"/>
                <a:gd name="connisteX2" fmla="*/ 338455 w 340360"/>
                <a:gd name="connsiteY2" fmla="*/ 23495 h 179705"/>
                <a:gd name="connisteX3" fmla="*/ 340360 w 340360"/>
                <a:gd name="connsiteY3" fmla="*/ 146050 h 179705"/>
                <a:gd name="connisteX4" fmla="*/ 317500 w 340360"/>
                <a:gd name="connsiteY4" fmla="*/ 177800 h 179705"/>
                <a:gd name="connisteX5" fmla="*/ 12700 w 340360"/>
                <a:gd name="connsiteY5" fmla="*/ 179705 h 17970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340360" h="179705">
                  <a:moveTo>
                    <a:pt x="0" y="0"/>
                  </a:moveTo>
                  <a:lnTo>
                    <a:pt x="317500" y="0"/>
                  </a:lnTo>
                  <a:lnTo>
                    <a:pt x="338455" y="23495"/>
                  </a:lnTo>
                  <a:lnTo>
                    <a:pt x="340360" y="146050"/>
                  </a:lnTo>
                  <a:lnTo>
                    <a:pt x="317500" y="177800"/>
                  </a:lnTo>
                  <a:lnTo>
                    <a:pt x="12700" y="179705"/>
                  </a:lnTo>
                </a:path>
              </a:pathLst>
            </a:cu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5672" y="9808"/>
              <a:ext cx="284" cy="470"/>
            </a:xfrm>
            <a:custGeom>
              <a:avLst/>
              <a:gdLst>
                <a:gd name="connisteX0" fmla="*/ 2540 w 180340"/>
                <a:gd name="connsiteY0" fmla="*/ 295910 h 298450"/>
                <a:gd name="connisteX1" fmla="*/ 0 w 180340"/>
                <a:gd name="connsiteY1" fmla="*/ 25400 h 298450"/>
                <a:gd name="connisteX2" fmla="*/ 19050 w 180340"/>
                <a:gd name="connsiteY2" fmla="*/ 0 h 298450"/>
                <a:gd name="connisteX3" fmla="*/ 152400 w 180340"/>
                <a:gd name="connsiteY3" fmla="*/ 1905 h 298450"/>
                <a:gd name="connisteX4" fmla="*/ 180340 w 180340"/>
                <a:gd name="connsiteY4" fmla="*/ 25400 h 298450"/>
                <a:gd name="connisteX5" fmla="*/ 177800 w 180340"/>
                <a:gd name="connsiteY5" fmla="*/ 298450 h 2984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180340" h="298450">
                  <a:moveTo>
                    <a:pt x="2540" y="295910"/>
                  </a:moveTo>
                  <a:lnTo>
                    <a:pt x="0" y="25400"/>
                  </a:lnTo>
                  <a:lnTo>
                    <a:pt x="19050" y="0"/>
                  </a:lnTo>
                  <a:lnTo>
                    <a:pt x="152400" y="1905"/>
                  </a:lnTo>
                  <a:lnTo>
                    <a:pt x="180340" y="25400"/>
                  </a:lnTo>
                  <a:lnTo>
                    <a:pt x="177800" y="298450"/>
                  </a:lnTo>
                </a:path>
              </a:pathLst>
            </a:cu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圆角矩形 14"/>
            <p:cNvSpPr/>
            <p:nvPr>
              <p:custDataLst>
                <p:tags r:id="rId9"/>
              </p:custDataLst>
            </p:nvPr>
          </p:nvSpPr>
          <p:spPr>
            <a:xfrm>
              <a:off x="4422" y="8929"/>
              <a:ext cx="1020" cy="794"/>
            </a:xfrm>
            <a:prstGeom prst="roundRect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圆角矩形 20"/>
            <p:cNvSpPr/>
            <p:nvPr>
              <p:custDataLst>
                <p:tags r:id="rId10"/>
              </p:custDataLst>
            </p:nvPr>
          </p:nvSpPr>
          <p:spPr>
            <a:xfrm>
              <a:off x="4535" y="8957"/>
              <a:ext cx="283" cy="737"/>
            </a:xfrm>
            <a:prstGeom prst="roundRect">
              <a:avLst/>
            </a:prstGeom>
            <a:noFill/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圆角矩形 38"/>
            <p:cNvSpPr/>
            <p:nvPr>
              <p:custDataLst>
                <p:tags r:id="rId11"/>
              </p:custDataLst>
            </p:nvPr>
          </p:nvSpPr>
          <p:spPr>
            <a:xfrm>
              <a:off x="5102" y="8957"/>
              <a:ext cx="283" cy="737"/>
            </a:xfrm>
            <a:prstGeom prst="roundRect">
              <a:avLst/>
            </a:prstGeom>
            <a:noFill/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圆角矩形 44"/>
            <p:cNvSpPr/>
            <p:nvPr>
              <p:custDataLst>
                <p:tags r:id="rId12"/>
              </p:custDataLst>
            </p:nvPr>
          </p:nvSpPr>
          <p:spPr>
            <a:xfrm>
              <a:off x="3888" y="9389"/>
              <a:ext cx="964" cy="283"/>
            </a:xfrm>
            <a:prstGeom prst="round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圆角矩形 43"/>
            <p:cNvSpPr/>
            <p:nvPr>
              <p:custDataLst>
                <p:tags r:id="rId13"/>
              </p:custDataLst>
            </p:nvPr>
          </p:nvSpPr>
          <p:spPr>
            <a:xfrm>
              <a:off x="3969" y="9389"/>
              <a:ext cx="283" cy="794"/>
            </a:xfrm>
            <a:prstGeom prst="roundRect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47" name="直接箭头连接符 46"/>
          <p:cNvCxnSpPr/>
          <p:nvPr/>
        </p:nvCxnSpPr>
        <p:spPr bwMode="auto">
          <a:xfrm>
            <a:off x="3960000" y="2384806"/>
            <a:ext cx="2376000" cy="1512000"/>
          </a:xfrm>
          <a:prstGeom prst="straightConnector1">
            <a:avLst/>
          </a:prstGeom>
          <a:noFill/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  <p:graphicFrame>
        <p:nvGraphicFramePr>
          <p:cNvPr id="50" name="表格 49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34097192"/>
              </p:ext>
            </p:extLst>
          </p:nvPr>
        </p:nvGraphicFramePr>
        <p:xfrm>
          <a:off x="7275830" y="5085184"/>
          <a:ext cx="1612900" cy="126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indent="0" algn="r" fontAlgn="auto">
                        <a:lnSpc>
                          <a:spcPct val="7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CD</a:t>
                      </a:r>
                    </a:p>
                    <a:p>
                      <a:pPr indent="0" algn="l" fontAlgn="auto">
                        <a:lnSpc>
                          <a:spcPct val="5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10795" marB="10795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10795" marB="1079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</a:p>
                  </a:txBody>
                  <a:tcPr marL="0" marR="0" marT="10795" marB="107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2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6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327150" y="4076806"/>
                <a:ext cx="7744546" cy="115352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例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6</a:t>
                </a:r>
                <a:r>
                  <a:rPr lang="zh-CN" altLang="en-US" sz="20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：</a:t>
                </a:r>
                <a:r>
                  <a:rPr lang="en-US" altLang="zh-CN" sz="2000" b="1" dirty="0">
                    <a:latin typeface="宋体" panose="02010600030101010101" pitchFamily="2" charset="-122"/>
                    <a:sym typeface="+mn-ea"/>
                  </a:rPr>
                  <a:t>①  </a:t>
                </a: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质蕴含项有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BC</a:t>
                </a: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、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endParaRPr lang="zh-CN" altLang="en-US" sz="2000" dirty="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endParaRP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②实质蕴含项有</a:t>
                </a:r>
                <a:r>
                  <a:rPr lang="en-US" altLang="zh-CN" sz="2000" b="1" dirty="0">
                    <a:solidFill>
                      <a:srgbClr val="990099"/>
                    </a:solidFill>
                    <a:latin typeface="宋体" panose="02010600030101010101" pitchFamily="2" charset="-122"/>
                    <a:sym typeface="+mn-ea"/>
                  </a:rPr>
                  <a:t>BC</a:t>
                </a:r>
                <a:r>
                  <a:rPr lang="zh-CN" altLang="en-US" sz="2000" b="1" dirty="0">
                    <a:latin typeface="宋体" panose="02010600030101010101" pitchFamily="2" charset="-122"/>
                    <a:sym typeface="+mn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(</a:t>
                </a:r>
                <a:r>
                  <a:rPr lang="zh-CN" altLang="en-US" sz="16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剩余质蕴含项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为</a:t>
                </a:r>
                <a:r>
                  <a:rPr lang="en-US" altLang="zh-CN" sz="1600" b="1" dirty="0">
                    <a:latin typeface="宋体" panose="02010600030101010101" pitchFamily="2" charset="-122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</a:t>
                </a: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</a:p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</a:t>
                </a:r>
                <a:r>
                  <a: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③最小覆盖为</a:t>
                </a: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BC+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20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endParaRPr lang="en-US" altLang="zh-CN" sz="20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327150" y="4076806"/>
                <a:ext cx="7744546" cy="1153521"/>
              </a:xfrm>
              <a:prstGeom prst="rect">
                <a:avLst/>
              </a:prstGeom>
              <a:blipFill>
                <a:blip r:embed="rId17"/>
                <a:stretch>
                  <a:fillRect t="-1058" r="-394" b="-7937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68000" y="5229200"/>
            <a:ext cx="5818505" cy="875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练习：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写出右图的最小覆盖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方便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直观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易掌握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受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变量数限制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(≥6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时很复杂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 Box 6"/>
          <p:cNvSpPr txBox="1">
            <a:spLocks noChangeArrowheads="1"/>
          </p:cNvSpPr>
          <p:nvPr/>
        </p:nvSpPr>
        <p:spPr bwMode="auto">
          <a:xfrm>
            <a:off x="179070" y="332656"/>
            <a:ext cx="5922645" cy="3130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逻辑函数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变换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变换目的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变换基础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89100" indent="-168910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变换方法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689100" indent="-16891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F(X,Y,Z)=X∙Y+Y∙Z+X∙Z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，等价变换为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"/>
              <p:cNvSpPr txBox="1">
                <a:spLocks noChangeArrowheads="1"/>
              </p:cNvSpPr>
              <p:nvPr/>
            </p:nvSpPr>
            <p:spPr bwMode="auto">
              <a:xfrm>
                <a:off x="1327150" y="763186"/>
                <a:ext cx="7581900" cy="22655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200" b="1" dirty="0">
                    <a:solidFill>
                      <a:srgbClr val="C0000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22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22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</a:t>
                </a:r>
                <a:r>
                  <a:rPr lang="zh-CN" altLang="en-US" sz="22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减少</a:t>
                </a:r>
                <a:r>
                  <a:rPr lang="zh-CN" altLang="en-US" sz="2200" b="1" u="sng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时延</a:t>
                </a:r>
                <a:r>
                  <a:rPr lang="en-US" altLang="zh-CN" sz="22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&amp;</a:t>
                </a:r>
                <a:r>
                  <a:rPr lang="zh-CN" altLang="en-US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降低</a:t>
                </a:r>
                <a:r>
                  <a:rPr lang="zh-CN" altLang="en-US" sz="2200" b="1" u="sng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成本</a:t>
                </a:r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与非门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/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或非门</a:t>
                </a:r>
                <a:r>
                  <a:rPr lang="zh-CN" altLang="en-US" sz="1800" b="1" u="sng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优于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与门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/</a:t>
                </a: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或门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2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22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</a:t>
                </a:r>
                <a:r>
                  <a:rPr lang="zh-CN" altLang="en-US" sz="22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反演定理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18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22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altLang="zh-CN" sz="1800" b="1" spc="-10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zh-CN" altLang="en-US" sz="1800" b="1" spc="-50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X</m:t>
                        </m:r>
                        <m:r>
                          <a:rPr lang="en-US" altLang="zh-CN" sz="1800" b="1" dirty="0"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zh-CN" sz="18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en-US" altLang="zh-CN" sz="22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2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2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125000"/>
                  </a:lnSpc>
                  <a:spcBef>
                    <a:spcPts val="900"/>
                  </a:spcBef>
                  <a:spcAft>
                    <a:spcPts val="0"/>
                  </a:spcAft>
                </a:pPr>
                <a:r>
                  <a:rPr lang="en-US" altLang="zh-CN" sz="22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   </a:t>
                </a:r>
                <a:r>
                  <a:rPr lang="zh-CN" altLang="en-US" sz="22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每一级逻辑反相输出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-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</a:t>
                </a:r>
                <a:r>
                  <a:rPr lang="zh-CN" altLang="en-US" sz="16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→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与非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-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与非，或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-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与</a:t>
                </a:r>
                <a:r>
                  <a:rPr lang="zh-CN" altLang="en-US" sz="1600" b="1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→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或非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-</a:t>
                </a:r>
                <a:r>
                  <a:rPr lang="zh-CN" altLang="en-US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或非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endParaRPr lang="zh-CN" altLang="en-US" sz="22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 xmlns="">
          <p:sp>
            <p:nvSpPr>
              <p:cNvPr id="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7150" y="763186"/>
                <a:ext cx="7581900" cy="2265557"/>
              </a:xfrm>
              <a:prstGeom prst="rect">
                <a:avLst/>
              </a:prstGeom>
              <a:blipFill>
                <a:blip r:embed="rId130"/>
                <a:stretch>
                  <a:fillRect t="-806" b="-4301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2" name="组合 261"/>
          <p:cNvGrpSpPr/>
          <p:nvPr/>
        </p:nvGrpSpPr>
        <p:grpSpPr>
          <a:xfrm>
            <a:off x="2268220" y="3428916"/>
            <a:ext cx="1871345" cy="1043940"/>
            <a:chOff x="8731" y="7994"/>
            <a:chExt cx="2947" cy="1644"/>
          </a:xfrm>
        </p:grpSpPr>
        <p:sp>
          <p:nvSpPr>
            <p:cNvPr id="263" name="Text Box 36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9751" y="8050"/>
              <a:ext cx="454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64" name="直接箭头连接符 263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9071" y="8164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5" name="直接箭头连接符 264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9524" y="839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6" name="直接箭头连接符 265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10205" y="8277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7" name="Text Box 191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8731" y="7994"/>
              <a:ext cx="340" cy="136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  <a:p>
              <a:pPr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268" name="Text Box 36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10658" y="8674"/>
              <a:ext cx="454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69" name="直接箭头连接符 268"/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9071" y="8731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0" name="直接箭头连接符 269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11111" y="890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3" name="Text Box 191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11338" y="873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314" name="Text Box 36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9751" y="8618"/>
              <a:ext cx="454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15" name="Text Box 36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9751" y="9184"/>
              <a:ext cx="454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316" name="直接箭头连接符 315"/>
            <p:cNvCxnSpPr/>
            <p:nvPr>
              <p:custDataLst>
                <p:tags r:id="rId117"/>
              </p:custDataLst>
            </p:nvPr>
          </p:nvCxnSpPr>
          <p:spPr bwMode="auto">
            <a:xfrm flipV="1">
              <a:off x="10205" y="941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7" name="直接箭头连接符 316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10205" y="8901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8" name="直接箭头连接符 317"/>
            <p:cNvCxnSpPr/>
            <p:nvPr>
              <p:custDataLst>
                <p:tags r:id="rId119"/>
              </p:custDataLst>
            </p:nvPr>
          </p:nvCxnSpPr>
          <p:spPr bwMode="auto">
            <a:xfrm>
              <a:off x="10431" y="827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9" name="直接箭头连接符 318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10431" y="873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0" name="直接箭头连接符 319"/>
            <p:cNvCxnSpPr/>
            <p:nvPr>
              <p:custDataLst>
                <p:tags r:id="rId121"/>
              </p:custDataLst>
            </p:nvPr>
          </p:nvCxnSpPr>
          <p:spPr bwMode="auto">
            <a:xfrm>
              <a:off x="10431" y="9071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1" name="直接箭头连接符 320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10431" y="9071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2" name="直接箭头连接符 321"/>
            <p:cNvCxnSpPr/>
            <p:nvPr>
              <p:custDataLst>
                <p:tags r:id="rId123"/>
              </p:custDataLst>
            </p:nvPr>
          </p:nvCxnSpPr>
          <p:spPr bwMode="auto">
            <a:xfrm>
              <a:off x="9298" y="8164"/>
              <a:ext cx="0" cy="113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23" name="直接箭头连接符 322"/>
            <p:cNvCxnSpPr/>
            <p:nvPr>
              <p:custDataLst>
                <p:tags r:id="rId124"/>
              </p:custDataLst>
            </p:nvPr>
          </p:nvCxnSpPr>
          <p:spPr bwMode="auto">
            <a:xfrm>
              <a:off x="9524" y="8391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324" name="直接箭头连接符 323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9524" y="9524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5" name="直接箭头连接符 324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9071" y="8957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6" name="直接箭头连接符 325"/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9298" y="929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7" name="直接箭头连接符 326"/>
            <p:cNvCxnSpPr/>
            <p:nvPr>
              <p:custDataLst>
                <p:tags r:id="rId128"/>
              </p:custDataLst>
            </p:nvPr>
          </p:nvCxnSpPr>
          <p:spPr bwMode="auto">
            <a:xfrm>
              <a:off x="9524" y="8957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grpSp>
        <p:nvGrpSpPr>
          <p:cNvPr id="396" name="组合 395"/>
          <p:cNvGrpSpPr/>
          <p:nvPr/>
        </p:nvGrpSpPr>
        <p:grpSpPr>
          <a:xfrm>
            <a:off x="4283710" y="3430186"/>
            <a:ext cx="2519680" cy="1043940"/>
            <a:chOff x="6746" y="5388"/>
            <a:chExt cx="3968" cy="1644"/>
          </a:xfrm>
        </p:grpSpPr>
        <p:grpSp>
          <p:nvGrpSpPr>
            <p:cNvPr id="393" name="组合 392"/>
            <p:cNvGrpSpPr/>
            <p:nvPr/>
          </p:nvGrpSpPr>
          <p:grpSpPr>
            <a:xfrm>
              <a:off x="7540" y="5388"/>
              <a:ext cx="3175" cy="1644"/>
              <a:chOff x="7483" y="5499"/>
              <a:chExt cx="3175" cy="1644"/>
            </a:xfrm>
          </p:grpSpPr>
          <p:sp>
            <p:nvSpPr>
              <p:cNvPr id="363" name="Text Box 36"/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8503" y="5555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64" name="直接箭头连接符 363"/>
              <p:cNvCxnSpPr/>
              <p:nvPr>
                <p:custDataLst>
                  <p:tags r:id="rId80"/>
                </p:custDataLst>
              </p:nvPr>
            </p:nvCxnSpPr>
            <p:spPr bwMode="auto">
              <a:xfrm flipV="1">
                <a:off x="7823" y="5669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65" name="直接箭头连接符 364"/>
              <p:cNvCxnSpPr/>
              <p:nvPr>
                <p:custDataLst>
                  <p:tags r:id="rId81"/>
                </p:custDataLst>
              </p:nvPr>
            </p:nvCxnSpPr>
            <p:spPr bwMode="auto">
              <a:xfrm flipV="1">
                <a:off x="8276" y="589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67" name="Text Box 191"/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7483" y="5499"/>
                <a:ext cx="340" cy="136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70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Z</a:t>
                </a:r>
              </a:p>
            </p:txBody>
          </p:sp>
          <p:cxnSp>
            <p:nvCxnSpPr>
              <p:cNvPr id="369" name="直接箭头连接符 368"/>
              <p:cNvCxnSpPr/>
              <p:nvPr>
                <p:custDataLst>
                  <p:tags r:id="rId83"/>
                </p:custDataLst>
              </p:nvPr>
            </p:nvCxnSpPr>
            <p:spPr bwMode="auto">
              <a:xfrm flipV="1">
                <a:off x="7823" y="6236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72" name="Text Box 36"/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8503" y="6123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373" name="Text Box 36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8503" y="6689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80" name="直接箭头连接符 379"/>
              <p:cNvCxnSpPr/>
              <p:nvPr>
                <p:custDataLst>
                  <p:tags r:id="rId86"/>
                </p:custDataLst>
              </p:nvPr>
            </p:nvCxnSpPr>
            <p:spPr bwMode="auto">
              <a:xfrm>
                <a:off x="8050" y="5669"/>
                <a:ext cx="0" cy="113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81" name="直接箭头连接符 380"/>
              <p:cNvCxnSpPr/>
              <p:nvPr>
                <p:custDataLst>
                  <p:tags r:id="rId87"/>
                </p:custDataLst>
              </p:nvPr>
            </p:nvCxnSpPr>
            <p:spPr bwMode="auto">
              <a:xfrm>
                <a:off x="8276" y="5896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382" name="直接箭头连接符 381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8276" y="7029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3" name="直接箭头连接符 382"/>
              <p:cNvCxnSpPr/>
              <p:nvPr>
                <p:custDataLst>
                  <p:tags r:id="rId89"/>
                </p:custDataLst>
              </p:nvPr>
            </p:nvCxnSpPr>
            <p:spPr bwMode="auto">
              <a:xfrm flipV="1">
                <a:off x="7823" y="6462"/>
                <a:ext cx="68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4" name="直接箭头连接符 383"/>
              <p:cNvCxnSpPr/>
              <p:nvPr>
                <p:custDataLst>
                  <p:tags r:id="rId90"/>
                </p:custDataLst>
              </p:nvPr>
            </p:nvCxnSpPr>
            <p:spPr bwMode="auto">
              <a:xfrm flipV="1">
                <a:off x="8050" y="6803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85" name="直接箭头连接符 384"/>
              <p:cNvCxnSpPr/>
              <p:nvPr>
                <p:custDataLst>
                  <p:tags r:id="rId91"/>
                </p:custDataLst>
              </p:nvPr>
            </p:nvCxnSpPr>
            <p:spPr bwMode="auto">
              <a:xfrm>
                <a:off x="8276" y="6462"/>
                <a:ext cx="0" cy="56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cxnSp>
            <p:nvCxnSpPr>
              <p:cNvPr id="366" name="直接箭头连接符 365"/>
              <p:cNvCxnSpPr/>
              <p:nvPr>
                <p:custDataLst>
                  <p:tags r:id="rId92"/>
                </p:custDataLst>
              </p:nvPr>
            </p:nvCxnSpPr>
            <p:spPr bwMode="auto">
              <a:xfrm flipV="1">
                <a:off x="9071" y="578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68" name="Text Box 36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9524" y="6179"/>
                <a:ext cx="454" cy="45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&amp;</a:t>
                </a:r>
              </a:p>
            </p:txBody>
          </p:sp>
          <p:cxnSp>
            <p:nvCxnSpPr>
              <p:cNvPr id="370" name="直接箭头连接符 369"/>
              <p:cNvCxnSpPr/>
              <p:nvPr>
                <p:custDataLst>
                  <p:tags r:id="rId94"/>
                </p:custDataLst>
              </p:nvPr>
            </p:nvCxnSpPr>
            <p:spPr bwMode="auto">
              <a:xfrm flipV="1">
                <a:off x="10091" y="640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71" name="Text Box 191"/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10318" y="623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cxnSp>
            <p:nvCxnSpPr>
              <p:cNvPr id="374" name="直接箭头连接符 373"/>
              <p:cNvCxnSpPr/>
              <p:nvPr>
                <p:custDataLst>
                  <p:tags r:id="rId96"/>
                </p:custDataLst>
              </p:nvPr>
            </p:nvCxnSpPr>
            <p:spPr bwMode="auto">
              <a:xfrm flipV="1">
                <a:off x="9071" y="691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5" name="直接箭头连接符 374"/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9071" y="6406"/>
                <a:ext cx="45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6" name="直接箭头连接符 375"/>
              <p:cNvCxnSpPr/>
              <p:nvPr>
                <p:custDataLst>
                  <p:tags r:id="rId98"/>
                </p:custDataLst>
              </p:nvPr>
            </p:nvCxnSpPr>
            <p:spPr bwMode="auto">
              <a:xfrm>
                <a:off x="9297" y="5782"/>
                <a:ext cx="0" cy="45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7" name="直接箭头连接符 376"/>
              <p:cNvCxnSpPr/>
              <p:nvPr>
                <p:custDataLst>
                  <p:tags r:id="rId99"/>
                </p:custDataLst>
              </p:nvPr>
            </p:nvCxnSpPr>
            <p:spPr bwMode="auto">
              <a:xfrm flipV="1">
                <a:off x="9297" y="623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8" name="直接箭头连接符 377"/>
              <p:cNvCxnSpPr/>
              <p:nvPr>
                <p:custDataLst>
                  <p:tags r:id="rId100"/>
                </p:custDataLst>
              </p:nvPr>
            </p:nvCxnSpPr>
            <p:spPr bwMode="auto">
              <a:xfrm>
                <a:off x="9297" y="6576"/>
                <a:ext cx="0" cy="34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79" name="直接箭头连接符 378"/>
              <p:cNvCxnSpPr/>
              <p:nvPr>
                <p:custDataLst>
                  <p:tags r:id="rId101"/>
                </p:custDataLst>
              </p:nvPr>
            </p:nvCxnSpPr>
            <p:spPr bwMode="auto">
              <a:xfrm flipV="1">
                <a:off x="9297" y="6576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86" name="椭圆 385"/>
              <p:cNvSpPr/>
              <p:nvPr>
                <p:custDataLst>
                  <p:tags r:id="rId102"/>
                </p:custDataLst>
              </p:nvPr>
            </p:nvSpPr>
            <p:spPr>
              <a:xfrm>
                <a:off x="8957" y="5726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" name="椭圆 388"/>
              <p:cNvSpPr/>
              <p:nvPr>
                <p:custDataLst>
                  <p:tags r:id="rId103"/>
                </p:custDataLst>
              </p:nvPr>
            </p:nvSpPr>
            <p:spPr>
              <a:xfrm>
                <a:off x="8957" y="635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0" name="椭圆 389"/>
              <p:cNvSpPr/>
              <p:nvPr>
                <p:custDataLst>
                  <p:tags r:id="rId104"/>
                </p:custDataLst>
              </p:nvPr>
            </p:nvSpPr>
            <p:spPr>
              <a:xfrm>
                <a:off x="8957" y="686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1" name="椭圆 390"/>
              <p:cNvSpPr/>
              <p:nvPr>
                <p:custDataLst>
                  <p:tags r:id="rId105"/>
                </p:custDataLst>
              </p:nvPr>
            </p:nvSpPr>
            <p:spPr>
              <a:xfrm>
                <a:off x="9978" y="6350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2" name="右箭头 391"/>
            <p:cNvSpPr/>
            <p:nvPr/>
          </p:nvSpPr>
          <p:spPr>
            <a:xfrm>
              <a:off x="6746" y="6196"/>
              <a:ext cx="454" cy="227"/>
            </a:xfrm>
            <a:prstGeom prst="rightArrow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8" name="AutoShape 62">
            <a:hlinkClick r:id="rId131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2990484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6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5789930" y="2999656"/>
                <a:ext cx="2771775" cy="741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XY</m:t>
                            </m:r>
                          </m:e>
                        </m:acc>
                        <m:r>
                          <a:rPr lang="en-US" altLang="zh-CN" sz="2000" b="1" spc="-50" dirty="0">
                            <a:uFillTx/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YZ</m:t>
                            </m:r>
                          </m:e>
                        </m:acc>
                        <m:r>
                          <a:rPr lang="en-US" altLang="zh-CN" sz="2000" b="1" spc="-50" dirty="0">
                            <a:uFillTx/>
                            <a:latin typeface="Cambria Math" panose="02040503050406030204" pitchFamily="18" charset="0"/>
                            <a:cs typeface="宋体" panose="02010600030101010101" pitchFamily="2" charset="-122"/>
                            <a:sym typeface="+mn-ea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XZ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  </a:t>
                </a:r>
              </a:p>
            </p:txBody>
          </p:sp>
        </mc:Choice>
        <mc:Fallback xmlns="">
          <p:sp>
            <p:nvSpPr>
              <p:cNvPr id="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5789930" y="2999656"/>
                <a:ext cx="2771775" cy="741680"/>
              </a:xfrm>
              <a:prstGeom prst="rect">
                <a:avLst/>
              </a:prstGeom>
              <a:blipFill>
                <a:blip r:embed="rId133"/>
                <a:stretch>
                  <a:fillRect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E61A453C-6CE7-4F05-B465-9237F2B61D41}"/>
              </a:ext>
            </a:extLst>
          </p:cNvPr>
          <p:cNvGrpSpPr/>
          <p:nvPr/>
        </p:nvGrpSpPr>
        <p:grpSpPr>
          <a:xfrm>
            <a:off x="2088537" y="1628800"/>
            <a:ext cx="6227879" cy="899795"/>
            <a:chOff x="395536" y="4896000"/>
            <a:chExt cx="6227879" cy="899795"/>
          </a:xfrm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10459DA2-8612-46BE-BA5C-F37F530F019A}"/>
                </a:ext>
              </a:extLst>
            </p:cNvPr>
            <p:cNvGrpSpPr/>
            <p:nvPr/>
          </p:nvGrpSpPr>
          <p:grpSpPr>
            <a:xfrm>
              <a:off x="5399770" y="4896000"/>
              <a:ext cx="1223645" cy="431800"/>
              <a:chOff x="8617" y="2606"/>
              <a:chExt cx="1927" cy="680"/>
            </a:xfrm>
          </p:grpSpPr>
          <p:cxnSp>
            <p:nvCxnSpPr>
              <p:cNvPr id="329" name="直接箭头连接符 328">
                <a:extLst>
                  <a:ext uri="{FF2B5EF4-FFF2-40B4-BE49-F238E27FC236}">
                    <a16:creationId xmlns:a16="http://schemas.microsoft.com/office/drawing/2014/main" id="{30A2343A-438F-447E-833D-35CA8C8D3B9D}"/>
                  </a:ext>
                </a:extLst>
              </p:cNvPr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8957" y="277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0" name="流程图: 延期 329">
                <a:extLst>
                  <a:ext uri="{FF2B5EF4-FFF2-40B4-BE49-F238E27FC236}">
                    <a16:creationId xmlns:a16="http://schemas.microsoft.com/office/drawing/2014/main" id="{13C7844C-4C8A-4622-BFE6-C6705B0BAAFC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9182" y="2662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1" name="直接箭头连接符 330">
                <a:extLst>
                  <a:ext uri="{FF2B5EF4-FFF2-40B4-BE49-F238E27FC236}">
                    <a16:creationId xmlns:a16="http://schemas.microsoft.com/office/drawing/2014/main" id="{8A53DF1C-16AF-4CED-92B6-224462313DE1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 bwMode="auto">
              <a:xfrm flipV="1">
                <a:off x="8957" y="311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2" name="直接箭头连接符 331">
                <a:extLst>
                  <a:ext uri="{FF2B5EF4-FFF2-40B4-BE49-F238E27FC236}">
                    <a16:creationId xmlns:a16="http://schemas.microsoft.com/office/drawing/2014/main" id="{CACAD3D9-A60A-426F-A80D-84B25F858AA9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 bwMode="auto">
              <a:xfrm flipV="1">
                <a:off x="9864" y="2945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33" name="Text Box 191">
                <a:extLst>
                  <a:ext uri="{FF2B5EF4-FFF2-40B4-BE49-F238E27FC236}">
                    <a16:creationId xmlns:a16="http://schemas.microsoft.com/office/drawing/2014/main" id="{CFF7B7CA-0458-47A9-8A88-F274D358F67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8617" y="2606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334" name="Text Box 191">
                <a:extLst>
                  <a:ext uri="{FF2B5EF4-FFF2-40B4-BE49-F238E27FC236}">
                    <a16:creationId xmlns:a16="http://schemas.microsoft.com/office/drawing/2014/main" id="{41F19F09-4910-4F38-9C7A-52240ECB612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8"/>
                </p:custDataLst>
              </p:nvPr>
            </p:nvSpPr>
            <p:spPr bwMode="auto">
              <a:xfrm>
                <a:off x="10204" y="2775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F2273398-1A8C-4346-AD21-F11216097655}"/>
                </a:ext>
              </a:extLst>
            </p:cNvPr>
            <p:cNvGrpSpPr/>
            <p:nvPr/>
          </p:nvGrpSpPr>
          <p:grpSpPr>
            <a:xfrm>
              <a:off x="3635896" y="4896000"/>
              <a:ext cx="1296035" cy="431800"/>
              <a:chOff x="10771" y="2606"/>
              <a:chExt cx="2041" cy="680"/>
            </a:xfrm>
          </p:grpSpPr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6BA94515-4148-47F5-BD52-D077066C54C3}"/>
                  </a:ext>
                </a:extLst>
              </p:cNvPr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11111" y="277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6" name="直接箭头连接符 235">
                <a:extLst>
                  <a:ext uri="{FF2B5EF4-FFF2-40B4-BE49-F238E27FC236}">
                    <a16:creationId xmlns:a16="http://schemas.microsoft.com/office/drawing/2014/main" id="{65A4CCA8-7D82-4E8E-8136-E40516DC9DE6}"/>
                  </a:ext>
                </a:extLst>
              </p:cNvPr>
              <p:cNvCxnSpPr/>
              <p:nvPr>
                <p:custDataLst>
                  <p:tags r:id="rId62"/>
                </p:custDataLst>
              </p:nvPr>
            </p:nvCxnSpPr>
            <p:spPr bwMode="auto">
              <a:xfrm flipV="1">
                <a:off x="11111" y="311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37" name="直接箭头连接符 236">
                <a:extLst>
                  <a:ext uri="{FF2B5EF4-FFF2-40B4-BE49-F238E27FC236}">
                    <a16:creationId xmlns:a16="http://schemas.microsoft.com/office/drawing/2014/main" id="{CE21544D-D84C-4411-9BDA-E7269297DD3E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 bwMode="auto">
              <a:xfrm flipV="1">
                <a:off x="12245" y="2945"/>
                <a:ext cx="25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1" name="Text Box 191">
                <a:extLst>
                  <a:ext uri="{FF2B5EF4-FFF2-40B4-BE49-F238E27FC236}">
                    <a16:creationId xmlns:a16="http://schemas.microsoft.com/office/drawing/2014/main" id="{7092CB5B-98CA-4635-8582-B412836EC0A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10771" y="2606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244" name="Text Box 191">
                <a:extLst>
                  <a:ext uri="{FF2B5EF4-FFF2-40B4-BE49-F238E27FC236}">
                    <a16:creationId xmlns:a16="http://schemas.microsoft.com/office/drawing/2014/main" id="{01522CAA-0216-4805-9EAE-E0127EB307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12472" y="2775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245" name="椭圆 244">
                <a:extLst>
                  <a:ext uri="{FF2B5EF4-FFF2-40B4-BE49-F238E27FC236}">
                    <a16:creationId xmlns:a16="http://schemas.microsoft.com/office/drawing/2014/main" id="{AD5B726D-3DA7-4F27-8DDD-2B91DF999896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12132" y="2889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61" name="直接箭头连接符 260">
                <a:extLst>
                  <a:ext uri="{FF2B5EF4-FFF2-40B4-BE49-F238E27FC236}">
                    <a16:creationId xmlns:a16="http://schemas.microsoft.com/office/drawing/2014/main" id="{339286AB-38BB-449A-BF1F-475230EEDBB8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11508" y="2664"/>
                <a:ext cx="0" cy="51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none"/>
              </a:ln>
              <a:effectLst/>
            </p:spPr>
          </p:cxnSp>
          <p:grpSp>
            <p:nvGrpSpPr>
              <p:cNvPr id="271" name="组合 270">
                <a:extLst>
                  <a:ext uri="{FF2B5EF4-FFF2-40B4-BE49-F238E27FC236}">
                    <a16:creationId xmlns:a16="http://schemas.microsoft.com/office/drawing/2014/main" id="{2AF20DD0-D60C-45E5-8E28-2198CB54A489}"/>
                  </a:ext>
                </a:extLst>
              </p:cNvPr>
              <p:cNvGrpSpPr/>
              <p:nvPr/>
            </p:nvGrpSpPr>
            <p:grpSpPr>
              <a:xfrm>
                <a:off x="11423" y="2662"/>
                <a:ext cx="697" cy="567"/>
                <a:chOff x="6180" y="7994"/>
                <a:chExt cx="697" cy="567"/>
              </a:xfrm>
            </p:grpSpPr>
            <p:sp>
              <p:nvSpPr>
                <p:cNvPr id="301" name="流程图: 延期 300">
                  <a:extLst>
                    <a:ext uri="{FF2B5EF4-FFF2-40B4-BE49-F238E27FC236}">
                      <a16:creationId xmlns:a16="http://schemas.microsoft.com/office/drawing/2014/main" id="{53D60ABD-46D7-4AC5-93F1-147E8E25BDA8}"/>
                    </a:ext>
                  </a:extLst>
                </p:cNvPr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6180" y="7994"/>
                  <a:ext cx="697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312" name="直接箭头连接符 311">
                  <a:extLst>
                    <a:ext uri="{FF2B5EF4-FFF2-40B4-BE49-F238E27FC236}">
                      <a16:creationId xmlns:a16="http://schemas.microsoft.com/office/drawing/2014/main" id="{A78CE49D-7539-4936-BB70-B743DD4CB908}"/>
                    </a:ext>
                  </a:extLst>
                </p:cNvPr>
                <p:cNvCxnSpPr/>
                <p:nvPr>
                  <p:custDataLst>
                    <p:tags r:id="rId71"/>
                  </p:custDataLst>
                </p:nvPr>
              </p:nvCxnSpPr>
              <p:spPr bwMode="auto">
                <a:xfrm>
                  <a:off x="6180" y="7999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328" name="任意多边形 287">
                  <a:extLst>
                    <a:ext uri="{FF2B5EF4-FFF2-40B4-BE49-F238E27FC236}">
                      <a16:creationId xmlns:a16="http://schemas.microsoft.com/office/drawing/2014/main" id="{2C26AA05-BD47-4E9D-BC4B-B26687E575D6}"/>
                    </a:ext>
                  </a:extLst>
                </p:cNvPr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6180" y="7996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91" name="椭圆 290">
                <a:extLst>
                  <a:ext uri="{FF2B5EF4-FFF2-40B4-BE49-F238E27FC236}">
                    <a16:creationId xmlns:a16="http://schemas.microsoft.com/office/drawing/2014/main" id="{A2914B54-59D5-4940-A9CE-7240A794214C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11338" y="2719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2" name="椭圆 291">
                <a:extLst>
                  <a:ext uri="{FF2B5EF4-FFF2-40B4-BE49-F238E27FC236}">
                    <a16:creationId xmlns:a16="http://schemas.microsoft.com/office/drawing/2014/main" id="{31528C40-45E1-4D5C-84A3-C45315072B68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11338" y="3059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2" name="流程图: 延期 151">
              <a:extLst>
                <a:ext uri="{FF2B5EF4-FFF2-40B4-BE49-F238E27FC236}">
                  <a16:creationId xmlns:a16="http://schemas.microsoft.com/office/drawing/2014/main" id="{E13A1DE0-D265-4196-B03C-F9FFBBB44BC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759815" y="5399555"/>
              <a:ext cx="431800" cy="360045"/>
            </a:xfrm>
            <a:prstGeom prst="flowChartDelay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41BC8505-54B9-48C0-8D13-D469D64BC9B7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5759815" y="5402730"/>
              <a:ext cx="0" cy="356235"/>
            </a:xfrm>
            <a:prstGeom prst="straightConnector1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4" name="任意多边形 294">
              <a:extLst>
                <a:ext uri="{FF2B5EF4-FFF2-40B4-BE49-F238E27FC236}">
                  <a16:creationId xmlns:a16="http://schemas.microsoft.com/office/drawing/2014/main" id="{6DC15A9D-03B9-4991-9592-E1F3F13DDDD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759815" y="5400825"/>
              <a:ext cx="66040" cy="357505"/>
            </a:xfrm>
            <a:custGeom>
              <a:avLst/>
              <a:gdLst>
                <a:gd name="connisteX0" fmla="*/ 0 w 65853"/>
                <a:gd name="connsiteY0" fmla="*/ 0 h 357505"/>
                <a:gd name="connisteX1" fmla="*/ 52705 w 65853"/>
                <a:gd name="connsiteY1" fmla="*/ 90805 h 357505"/>
                <a:gd name="connisteX2" fmla="*/ 65405 w 65853"/>
                <a:gd name="connsiteY2" fmla="*/ 179705 h 357505"/>
                <a:gd name="connisteX3" fmla="*/ 46355 w 65853"/>
                <a:gd name="connsiteY3" fmla="*/ 269875 h 357505"/>
                <a:gd name="connisteX4" fmla="*/ 1905 w 65853"/>
                <a:gd name="connsiteY4" fmla="*/ 357505 h 35750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5853" h="357505">
                  <a:moveTo>
                    <a:pt x="0" y="0"/>
                  </a:moveTo>
                  <a:cubicBezTo>
                    <a:pt x="10160" y="16510"/>
                    <a:pt x="39370" y="54610"/>
                    <a:pt x="52705" y="90805"/>
                  </a:cubicBezTo>
                  <a:cubicBezTo>
                    <a:pt x="66040" y="127000"/>
                    <a:pt x="66675" y="144145"/>
                    <a:pt x="65405" y="179705"/>
                  </a:cubicBezTo>
                  <a:cubicBezTo>
                    <a:pt x="64135" y="215265"/>
                    <a:pt x="59055" y="234315"/>
                    <a:pt x="46355" y="269875"/>
                  </a:cubicBezTo>
                  <a:cubicBezTo>
                    <a:pt x="33655" y="305435"/>
                    <a:pt x="10160" y="341630"/>
                    <a:pt x="1905" y="357505"/>
                  </a:cubicBezTo>
                </a:path>
              </a:pathLst>
            </a:cu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73F2933D-90D0-42FA-9010-5297E6030BB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6191615" y="5579260"/>
              <a:ext cx="2159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6" name="Text Box 191">
              <a:extLst>
                <a:ext uri="{FF2B5EF4-FFF2-40B4-BE49-F238E27FC236}">
                  <a16:creationId xmlns:a16="http://schemas.microsoft.com/office/drawing/2014/main" id="{DB0F3E9F-340D-485B-8F80-68623F36851B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399770" y="5363995"/>
              <a:ext cx="215900" cy="4318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57" name="Text Box 191">
              <a:extLst>
                <a:ext uri="{FF2B5EF4-FFF2-40B4-BE49-F238E27FC236}">
                  <a16:creationId xmlns:a16="http://schemas.microsoft.com/office/drawing/2014/main" id="{1CF897F1-F4CD-4513-A0FC-E0A5545A0E04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407515" y="547131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F06708E5-31D8-4553-8C3B-A2400184D486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5615670" y="5471310"/>
              <a:ext cx="17970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8A396C6E-1B8C-49A3-B8B7-ADE354C5A40E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5615670" y="5687210"/>
              <a:ext cx="17970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B34A9276-E295-434A-9891-CE19618A586A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5783945" y="5418605"/>
              <a:ext cx="0" cy="323850"/>
            </a:xfrm>
            <a:prstGeom prst="straightConnector1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039DDB95-BA83-41C2-B2FD-C680C668E92B}"/>
                </a:ext>
              </a:extLst>
            </p:cNvPr>
            <p:cNvGrpSpPr/>
            <p:nvPr/>
          </p:nvGrpSpPr>
          <p:grpSpPr>
            <a:xfrm>
              <a:off x="3635896" y="5363995"/>
              <a:ext cx="1296035" cy="431800"/>
              <a:chOff x="10771" y="3343"/>
              <a:chExt cx="2041" cy="680"/>
            </a:xfrm>
          </p:grpSpPr>
          <p:cxnSp>
            <p:nvCxnSpPr>
              <p:cNvPr id="209" name="直接箭头连接符 208">
                <a:extLst>
                  <a:ext uri="{FF2B5EF4-FFF2-40B4-BE49-F238E27FC236}">
                    <a16:creationId xmlns:a16="http://schemas.microsoft.com/office/drawing/2014/main" id="{2B194432-3B28-4D99-9474-41194126BC2B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 flipV="1">
                <a:off x="11111" y="351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0" name="直接箭头连接符 209">
                <a:extLst>
                  <a:ext uri="{FF2B5EF4-FFF2-40B4-BE49-F238E27FC236}">
                    <a16:creationId xmlns:a16="http://schemas.microsoft.com/office/drawing/2014/main" id="{7BEFCE78-5808-4FDD-B26E-88030DDCAAED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 flipV="1">
                <a:off x="11111" y="385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F056DC36-B4EE-4029-B685-0B026318E0FD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12245" y="368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12" name="Text Box 191">
                <a:extLst>
                  <a:ext uri="{FF2B5EF4-FFF2-40B4-BE49-F238E27FC236}">
                    <a16:creationId xmlns:a16="http://schemas.microsoft.com/office/drawing/2014/main" id="{0AFB0A4B-7A2E-4B73-A5F2-9FDB973753B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10771" y="3343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213" name="Text Box 191">
                <a:extLst>
                  <a:ext uri="{FF2B5EF4-FFF2-40B4-BE49-F238E27FC236}">
                    <a16:creationId xmlns:a16="http://schemas.microsoft.com/office/drawing/2014/main" id="{4FE8F675-5383-4A9A-A1F1-FA2517840C8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12472" y="351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214" name="椭圆 213">
                <a:extLst>
                  <a:ext uri="{FF2B5EF4-FFF2-40B4-BE49-F238E27FC236}">
                    <a16:creationId xmlns:a16="http://schemas.microsoft.com/office/drawing/2014/main" id="{4648201D-D38E-4AB9-8EF1-3681186CCCF6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11338" y="345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C1C6E3B3-9BF6-4C04-94CD-B905D09A1E25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11338" y="379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0B6F973C-5782-409E-807F-3CA5F3AF972E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12132" y="362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7" name="流程图: 延期 216">
                <a:extLst>
                  <a:ext uri="{FF2B5EF4-FFF2-40B4-BE49-F238E27FC236}">
                    <a16:creationId xmlns:a16="http://schemas.microsoft.com/office/drawing/2014/main" id="{73D95830-3794-418C-BC04-9B989734D298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11452" y="3399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72C9F334-2C27-463E-8225-A94C3B097318}"/>
                </a:ext>
              </a:extLst>
            </p:cNvPr>
            <p:cNvGrpSpPr/>
            <p:nvPr/>
          </p:nvGrpSpPr>
          <p:grpSpPr>
            <a:xfrm>
              <a:off x="2160000" y="4896000"/>
              <a:ext cx="1223645" cy="431800"/>
              <a:chOff x="3515" y="2606"/>
              <a:chExt cx="1927" cy="680"/>
            </a:xfrm>
          </p:grpSpPr>
          <p:cxnSp>
            <p:nvCxnSpPr>
              <p:cNvPr id="202" name="直接箭头连接符 201">
                <a:extLst>
                  <a:ext uri="{FF2B5EF4-FFF2-40B4-BE49-F238E27FC236}">
                    <a16:creationId xmlns:a16="http://schemas.microsoft.com/office/drawing/2014/main" id="{3404BA7E-4C2C-4AC3-A6B4-935C55E3AF7B}"/>
                  </a:ext>
                </a:extLst>
              </p:cNvPr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3855" y="277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03" name="流程图: 延期 202">
                <a:extLst>
                  <a:ext uri="{FF2B5EF4-FFF2-40B4-BE49-F238E27FC236}">
                    <a16:creationId xmlns:a16="http://schemas.microsoft.com/office/drawing/2014/main" id="{12B43A0C-4A98-4F03-9EDC-7EED5594BB42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4080" y="2662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04" name="直接箭头连接符 203">
                <a:extLst>
                  <a:ext uri="{FF2B5EF4-FFF2-40B4-BE49-F238E27FC236}">
                    <a16:creationId xmlns:a16="http://schemas.microsoft.com/office/drawing/2014/main" id="{CF9B2DA0-61D8-4918-9C42-7C2CD13D5E0A}"/>
                  </a:ext>
                </a:extLst>
              </p:cNvPr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3855" y="311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D9215BC1-F69C-4917-93C2-C51E2C24C712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4876" y="294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06" name="Text Box 191">
                <a:extLst>
                  <a:ext uri="{FF2B5EF4-FFF2-40B4-BE49-F238E27FC236}">
                    <a16:creationId xmlns:a16="http://schemas.microsoft.com/office/drawing/2014/main" id="{8AB29260-95A7-412F-B267-38A7D448F26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3515" y="2606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207" name="Text Box 191">
                <a:extLst>
                  <a:ext uri="{FF2B5EF4-FFF2-40B4-BE49-F238E27FC236}">
                    <a16:creationId xmlns:a16="http://schemas.microsoft.com/office/drawing/2014/main" id="{35C7BAB9-23AE-40B1-AF6D-9C119D524B0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5102" y="2775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208" name="椭圆 207">
                <a:extLst>
                  <a:ext uri="{FF2B5EF4-FFF2-40B4-BE49-F238E27FC236}">
                    <a16:creationId xmlns:a16="http://schemas.microsoft.com/office/drawing/2014/main" id="{0789322F-870F-4390-967A-06715FE7BD3C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4770" y="2889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32EE2500-B5A2-4B88-968B-DF7E5CF96DCD}"/>
                </a:ext>
              </a:extLst>
            </p:cNvPr>
            <p:cNvGrpSpPr/>
            <p:nvPr/>
          </p:nvGrpSpPr>
          <p:grpSpPr>
            <a:xfrm>
              <a:off x="395536" y="4896000"/>
              <a:ext cx="1296035" cy="431800"/>
              <a:chOff x="5669" y="2606"/>
              <a:chExt cx="2041" cy="680"/>
            </a:xfrm>
          </p:grpSpPr>
          <p:cxnSp>
            <p:nvCxnSpPr>
              <p:cNvPr id="190" name="直接箭头连接符 189">
                <a:extLst>
                  <a:ext uri="{FF2B5EF4-FFF2-40B4-BE49-F238E27FC236}">
                    <a16:creationId xmlns:a16="http://schemas.microsoft.com/office/drawing/2014/main" id="{580F8F90-A4BA-43F1-BF8F-D25E98EA708A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6009" y="277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91" name="直接箭头连接符 190">
                <a:extLst>
                  <a:ext uri="{FF2B5EF4-FFF2-40B4-BE49-F238E27FC236}">
                    <a16:creationId xmlns:a16="http://schemas.microsoft.com/office/drawing/2014/main" id="{C87C2F60-94FD-4C72-95B9-BA9E5E8A12A8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6009" y="3115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92" name="直接箭头连接符 191">
                <a:extLst>
                  <a:ext uri="{FF2B5EF4-FFF2-40B4-BE49-F238E27FC236}">
                    <a16:creationId xmlns:a16="http://schemas.microsoft.com/office/drawing/2014/main" id="{F8499C3D-3975-42CA-81B2-E105A3E79D51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7002" y="2945"/>
                <a:ext cx="369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93" name="Text Box 191">
                <a:extLst>
                  <a:ext uri="{FF2B5EF4-FFF2-40B4-BE49-F238E27FC236}">
                    <a16:creationId xmlns:a16="http://schemas.microsoft.com/office/drawing/2014/main" id="{D6D7FD73-8435-409C-B904-EF929272CE1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5669" y="2606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94" name="Text Box 191">
                <a:extLst>
                  <a:ext uri="{FF2B5EF4-FFF2-40B4-BE49-F238E27FC236}">
                    <a16:creationId xmlns:a16="http://schemas.microsoft.com/office/drawing/2014/main" id="{EFA4B071-49FA-4DA8-821F-76CF6A069A1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7370" y="2775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cxnSp>
            <p:nvCxnSpPr>
              <p:cNvPr id="195" name="直接箭头连接符 194">
                <a:extLst>
                  <a:ext uri="{FF2B5EF4-FFF2-40B4-BE49-F238E27FC236}">
                    <a16:creationId xmlns:a16="http://schemas.microsoft.com/office/drawing/2014/main" id="{D3421E35-0A8E-4D23-8EA1-0F3BE57B7B22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>
                <a:off x="6406" y="2664"/>
                <a:ext cx="0" cy="51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none"/>
              </a:ln>
              <a:effectLst/>
            </p:spPr>
          </p:cxnSp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8B70BA2D-A4DE-4E5E-8BD0-9B01199A2FF7}"/>
                  </a:ext>
                </a:extLst>
              </p:cNvPr>
              <p:cNvGrpSpPr/>
              <p:nvPr/>
            </p:nvGrpSpPr>
            <p:grpSpPr>
              <a:xfrm>
                <a:off x="6321" y="2662"/>
                <a:ext cx="680" cy="566"/>
                <a:chOff x="6180" y="7994"/>
                <a:chExt cx="680" cy="566"/>
              </a:xfrm>
            </p:grpSpPr>
            <p:sp>
              <p:nvSpPr>
                <p:cNvPr id="199" name="流程图: 延期 198">
                  <a:extLst>
                    <a:ext uri="{FF2B5EF4-FFF2-40B4-BE49-F238E27FC236}">
                      <a16:creationId xmlns:a16="http://schemas.microsoft.com/office/drawing/2014/main" id="{EE9CC7F0-DADE-468D-B3A5-5C12875B2C37}"/>
                    </a:ext>
                  </a:extLst>
                </p:cNvPr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6180" y="7994"/>
                  <a:ext cx="680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200" name="直接箭头连接符 199">
                  <a:extLst>
                    <a:ext uri="{FF2B5EF4-FFF2-40B4-BE49-F238E27FC236}">
                      <a16:creationId xmlns:a16="http://schemas.microsoft.com/office/drawing/2014/main" id="{BF45CD5C-75B4-4390-956B-884128CDCF15}"/>
                    </a:ext>
                  </a:extLst>
                </p:cNvPr>
                <p:cNvCxnSpPr/>
                <p:nvPr>
                  <p:custDataLst>
                    <p:tags r:id="rId43"/>
                  </p:custDataLst>
                </p:nvPr>
              </p:nvCxnSpPr>
              <p:spPr bwMode="auto">
                <a:xfrm>
                  <a:off x="6180" y="7999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201" name="任意多边形 232">
                  <a:extLst>
                    <a:ext uri="{FF2B5EF4-FFF2-40B4-BE49-F238E27FC236}">
                      <a16:creationId xmlns:a16="http://schemas.microsoft.com/office/drawing/2014/main" id="{9161E4E0-7DE4-4F5B-9195-895B136C3826}"/>
                    </a:ext>
                  </a:extLst>
                </p:cNvPr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6180" y="7996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07DA6D34-836F-40C8-8539-6DDB28D7AD69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6236" y="2719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3313CDBC-0D1D-414F-BC66-60D643E40477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6236" y="3059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85A84176-A31E-4B26-8840-05B9F7FFD297}"/>
                </a:ext>
              </a:extLst>
            </p:cNvPr>
            <p:cNvGrpSpPr/>
            <p:nvPr/>
          </p:nvGrpSpPr>
          <p:grpSpPr>
            <a:xfrm>
              <a:off x="2160000" y="5363995"/>
              <a:ext cx="1223010" cy="431800"/>
              <a:chOff x="3515" y="3343"/>
              <a:chExt cx="1926" cy="680"/>
            </a:xfrm>
          </p:grpSpPr>
          <p:grpSp>
            <p:nvGrpSpPr>
              <p:cNvPr id="178" name="组合 177">
                <a:extLst>
                  <a:ext uri="{FF2B5EF4-FFF2-40B4-BE49-F238E27FC236}">
                    <a16:creationId xmlns:a16="http://schemas.microsoft.com/office/drawing/2014/main" id="{4E1E2EFE-6E15-4600-9F4E-0F57708E802E}"/>
                  </a:ext>
                </a:extLst>
              </p:cNvPr>
              <p:cNvGrpSpPr/>
              <p:nvPr/>
            </p:nvGrpSpPr>
            <p:grpSpPr>
              <a:xfrm>
                <a:off x="4082" y="3399"/>
                <a:ext cx="680" cy="566"/>
                <a:chOff x="6180" y="7994"/>
                <a:chExt cx="680" cy="566"/>
              </a:xfrm>
            </p:grpSpPr>
            <p:sp>
              <p:nvSpPr>
                <p:cNvPr id="187" name="流程图: 延期 186">
                  <a:extLst>
                    <a:ext uri="{FF2B5EF4-FFF2-40B4-BE49-F238E27FC236}">
                      <a16:creationId xmlns:a16="http://schemas.microsoft.com/office/drawing/2014/main" id="{35C4B613-23FA-4182-AFB1-63B10936B986}"/>
                    </a:ext>
                  </a:extLst>
                </p:cNvPr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6180" y="7994"/>
                  <a:ext cx="680" cy="567"/>
                </a:xfrm>
                <a:prstGeom prst="flowChartDelay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88" name="直接箭头连接符 187">
                  <a:extLst>
                    <a:ext uri="{FF2B5EF4-FFF2-40B4-BE49-F238E27FC236}">
                      <a16:creationId xmlns:a16="http://schemas.microsoft.com/office/drawing/2014/main" id="{9F414D00-A525-4B0C-A402-B34C67D0F20A}"/>
                    </a:ext>
                  </a:extLst>
                </p:cNvPr>
                <p:cNvCxnSpPr/>
                <p:nvPr>
                  <p:custDataLst>
                    <p:tags r:id="rId32"/>
                  </p:custDataLst>
                </p:nvPr>
              </p:nvCxnSpPr>
              <p:spPr bwMode="auto">
                <a:xfrm>
                  <a:off x="6180" y="7999"/>
                  <a:ext cx="0" cy="56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89" name="任意多边形 241">
                  <a:extLst>
                    <a:ext uri="{FF2B5EF4-FFF2-40B4-BE49-F238E27FC236}">
                      <a16:creationId xmlns:a16="http://schemas.microsoft.com/office/drawing/2014/main" id="{19B55DD3-1680-4DE8-9762-B43D18BFBCE4}"/>
                    </a:ext>
                  </a:extLst>
                </p:cNvPr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6180" y="7996"/>
                  <a:ext cx="104" cy="563"/>
                </a:xfrm>
                <a:custGeom>
                  <a:avLst/>
                  <a:gdLst>
                    <a:gd name="connisteX0" fmla="*/ 0 w 65853"/>
                    <a:gd name="connsiteY0" fmla="*/ 0 h 357505"/>
                    <a:gd name="connisteX1" fmla="*/ 52705 w 65853"/>
                    <a:gd name="connsiteY1" fmla="*/ 90805 h 357505"/>
                    <a:gd name="connisteX2" fmla="*/ 65405 w 65853"/>
                    <a:gd name="connsiteY2" fmla="*/ 179705 h 357505"/>
                    <a:gd name="connisteX3" fmla="*/ 46355 w 65853"/>
                    <a:gd name="connsiteY3" fmla="*/ 269875 h 357505"/>
                    <a:gd name="connisteX4" fmla="*/ 1905 w 65853"/>
                    <a:gd name="connsiteY4" fmla="*/ 357505 h 357505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</a:cxnLst>
                  <a:rect l="l" t="t" r="r" b="b"/>
                  <a:pathLst>
                    <a:path w="65853" h="357505">
                      <a:moveTo>
                        <a:pt x="0" y="0"/>
                      </a:moveTo>
                      <a:cubicBezTo>
                        <a:pt x="10160" y="16510"/>
                        <a:pt x="39370" y="54610"/>
                        <a:pt x="52705" y="90805"/>
                      </a:cubicBezTo>
                      <a:cubicBezTo>
                        <a:pt x="66040" y="127000"/>
                        <a:pt x="66675" y="144145"/>
                        <a:pt x="65405" y="179705"/>
                      </a:cubicBezTo>
                      <a:cubicBezTo>
                        <a:pt x="64135" y="215265"/>
                        <a:pt x="59055" y="234315"/>
                        <a:pt x="46355" y="269875"/>
                      </a:cubicBezTo>
                      <a:cubicBezTo>
                        <a:pt x="33655" y="305435"/>
                        <a:pt x="10160" y="341630"/>
                        <a:pt x="1905" y="357505"/>
                      </a:cubicBez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79" name="组合 178">
                <a:extLst>
                  <a:ext uri="{FF2B5EF4-FFF2-40B4-BE49-F238E27FC236}">
                    <a16:creationId xmlns:a16="http://schemas.microsoft.com/office/drawing/2014/main" id="{A5713D9C-572F-4C2E-AA39-84FBA70473D7}"/>
                  </a:ext>
                </a:extLst>
              </p:cNvPr>
              <p:cNvGrpSpPr/>
              <p:nvPr/>
            </p:nvGrpSpPr>
            <p:grpSpPr>
              <a:xfrm>
                <a:off x="3515" y="3343"/>
                <a:ext cx="1927" cy="680"/>
                <a:chOff x="9396" y="4829"/>
                <a:chExt cx="1927" cy="680"/>
              </a:xfrm>
            </p:grpSpPr>
            <p:cxnSp>
              <p:nvCxnSpPr>
                <p:cNvPr id="184" name="直接箭头连接符 183">
                  <a:extLst>
                    <a:ext uri="{FF2B5EF4-FFF2-40B4-BE49-F238E27FC236}">
                      <a16:creationId xmlns:a16="http://schemas.microsoft.com/office/drawing/2014/main" id="{6203A564-4F56-4125-92AD-3502319560F7}"/>
                    </a:ext>
                  </a:extLst>
                </p:cNvPr>
                <p:cNvCxnSpPr/>
                <p:nvPr>
                  <p:custDataLst>
                    <p:tags r:id="rId28"/>
                  </p:custDataLst>
                </p:nvPr>
              </p:nvCxnSpPr>
              <p:spPr bwMode="auto">
                <a:xfrm flipV="1">
                  <a:off x="10757" y="5168"/>
                  <a:ext cx="227" cy="0"/>
                </a:xfrm>
                <a:prstGeom prst="straightConnector1">
                  <a:avLst/>
                </a:prstGeom>
                <a:noFill/>
                <a:ln w="158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/>
                </a:ln>
                <a:effectLst/>
              </p:spPr>
            </p:cxnSp>
            <p:sp>
              <p:nvSpPr>
                <p:cNvPr id="185" name="Text Box 191">
                  <a:extLst>
                    <a:ext uri="{FF2B5EF4-FFF2-40B4-BE49-F238E27FC236}">
                      <a16:creationId xmlns:a16="http://schemas.microsoft.com/office/drawing/2014/main" id="{425E93DD-B192-40CC-90E7-50A642FDF236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9396" y="4829"/>
                  <a:ext cx="340" cy="6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X</a:t>
                  </a:r>
                </a:p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186" name="Text Box 191">
                  <a:extLst>
                    <a:ext uri="{FF2B5EF4-FFF2-40B4-BE49-F238E27FC236}">
                      <a16:creationId xmlns:a16="http://schemas.microsoft.com/office/drawing/2014/main" id="{3378ABCD-DAB7-47AC-8399-02BEDD7ABA49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10983" y="4998"/>
                  <a:ext cx="340" cy="3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F</a:t>
                  </a:r>
                </a:p>
              </p:txBody>
            </p:sp>
          </p:grpSp>
          <p:cxnSp>
            <p:nvCxnSpPr>
              <p:cNvPr id="180" name="直接箭头连接符 179">
                <a:extLst>
                  <a:ext uri="{FF2B5EF4-FFF2-40B4-BE49-F238E27FC236}">
                    <a16:creationId xmlns:a16="http://schemas.microsoft.com/office/drawing/2014/main" id="{F27FE9C8-9B23-44DE-8697-F1A7F84ABC17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3855" y="3512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81" name="直接箭头连接符 180">
                <a:extLst>
                  <a:ext uri="{FF2B5EF4-FFF2-40B4-BE49-F238E27FC236}">
                    <a16:creationId xmlns:a16="http://schemas.microsoft.com/office/drawing/2014/main" id="{147A64E7-FB18-4086-AC70-C756C2985F02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3855" y="3852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AC0481C6-3DE8-43B1-94E5-A9E977D514DA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4762" y="362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83" name="直接箭头连接符 182">
                <a:extLst>
                  <a:ext uri="{FF2B5EF4-FFF2-40B4-BE49-F238E27FC236}">
                    <a16:creationId xmlns:a16="http://schemas.microsoft.com/office/drawing/2014/main" id="{FB02F67C-6A96-466B-A1A7-BF92BAE27C89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auto">
              <a:xfrm>
                <a:off x="4120" y="3429"/>
                <a:ext cx="0" cy="510"/>
              </a:xfrm>
              <a:prstGeom prst="straightConnector1">
                <a:avLst/>
              </a:prstGeom>
              <a:noFill/>
              <a:ln w="19050" cap="flat" cmpd="sng" algn="ctr">
                <a:noFill/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2226E4F9-7BE2-40FF-AF32-517CE8A9ECC0}"/>
                </a:ext>
              </a:extLst>
            </p:cNvPr>
            <p:cNvGrpSpPr/>
            <p:nvPr/>
          </p:nvGrpSpPr>
          <p:grpSpPr>
            <a:xfrm>
              <a:off x="395536" y="5363995"/>
              <a:ext cx="1296035" cy="431800"/>
              <a:chOff x="5669" y="3343"/>
              <a:chExt cx="2041" cy="680"/>
            </a:xfrm>
          </p:grpSpPr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0EA7F39B-0F82-445D-80BE-BD388810C878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V="1">
                <a:off x="6009" y="351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1" name="直接箭头连接符 170">
                <a:extLst>
                  <a:ext uri="{FF2B5EF4-FFF2-40B4-BE49-F238E27FC236}">
                    <a16:creationId xmlns:a16="http://schemas.microsoft.com/office/drawing/2014/main" id="{F2C9962A-FBC5-4E04-A319-6580D8FA9ED1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 bwMode="auto">
              <a:xfrm flipV="1">
                <a:off x="6009" y="3852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72" name="直接箭头连接符 171">
                <a:extLst>
                  <a:ext uri="{FF2B5EF4-FFF2-40B4-BE49-F238E27FC236}">
                    <a16:creationId xmlns:a16="http://schemas.microsoft.com/office/drawing/2014/main" id="{0CD9B360-07DD-4A8B-BD1D-DC4F7CD59F4D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V="1">
                <a:off x="7030" y="3682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73" name="Text Box 191">
                <a:extLst>
                  <a:ext uri="{FF2B5EF4-FFF2-40B4-BE49-F238E27FC236}">
                    <a16:creationId xmlns:a16="http://schemas.microsoft.com/office/drawing/2014/main" id="{E3075737-2848-4E01-99AC-139D9283BA7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5669" y="3343"/>
                <a:ext cx="340" cy="6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X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74" name="Text Box 191">
                <a:extLst>
                  <a:ext uri="{FF2B5EF4-FFF2-40B4-BE49-F238E27FC236}">
                    <a16:creationId xmlns:a16="http://schemas.microsoft.com/office/drawing/2014/main" id="{990EF70A-5125-4D22-B268-DF497B23AA1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7370" y="3512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7CD09B68-980C-419D-9756-6AB07C41FBB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6236" y="345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B38BCAE0-F48F-4061-B676-26B61A7BA6EB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6236" y="3797"/>
                <a:ext cx="113" cy="11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流程图: 延期 176">
                <a:extLst>
                  <a:ext uri="{FF2B5EF4-FFF2-40B4-BE49-F238E27FC236}">
                    <a16:creationId xmlns:a16="http://schemas.microsoft.com/office/drawing/2014/main" id="{865F80E7-18D0-418F-BA38-4C8E6A63CA2B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6350" y="3399"/>
                <a:ext cx="680" cy="567"/>
              </a:xfrm>
              <a:prstGeom prst="flowChartDelay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6" name="Text Box 191">
              <a:extLst>
                <a:ext uri="{FF2B5EF4-FFF2-40B4-BE49-F238E27FC236}">
                  <a16:creationId xmlns:a16="http://schemas.microsoft.com/office/drawing/2014/main" id="{6D7C0DCF-F196-4C91-8141-2C5396B3B6DA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3688" y="4969025"/>
              <a:ext cx="288290" cy="288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＝</a:t>
              </a:r>
            </a:p>
          </p:txBody>
        </p:sp>
        <p:sp>
          <p:nvSpPr>
            <p:cNvPr id="167" name="Text Box 191">
              <a:extLst>
                <a:ext uri="{FF2B5EF4-FFF2-40B4-BE49-F238E27FC236}">
                  <a16:creationId xmlns:a16="http://schemas.microsoft.com/office/drawing/2014/main" id="{6523AC95-9C0D-4759-AB2D-AC2913511B39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763688" y="5437020"/>
              <a:ext cx="288290" cy="288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＝</a:t>
              </a:r>
            </a:p>
          </p:txBody>
        </p:sp>
        <p:sp>
          <p:nvSpPr>
            <p:cNvPr id="168" name="Text Box 191">
              <a:extLst>
                <a:ext uri="{FF2B5EF4-FFF2-40B4-BE49-F238E27FC236}">
                  <a16:creationId xmlns:a16="http://schemas.microsoft.com/office/drawing/2014/main" id="{B0EFBE50-8B45-4F2E-90DD-C73BD2699FF8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004048" y="4952515"/>
              <a:ext cx="288290" cy="288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＝</a:t>
              </a:r>
            </a:p>
          </p:txBody>
        </p:sp>
        <p:sp>
          <p:nvSpPr>
            <p:cNvPr id="169" name="Text Box 191">
              <a:extLst>
                <a:ext uri="{FF2B5EF4-FFF2-40B4-BE49-F238E27FC236}">
                  <a16:creationId xmlns:a16="http://schemas.microsoft.com/office/drawing/2014/main" id="{5D0D2306-317F-45B2-B41C-223F3C239787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004048" y="5420510"/>
              <a:ext cx="288290" cy="288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＝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2914650" cy="5597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※2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-4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节小结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布尔代数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逻辑关系的表示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逻辑函数的化简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逻辑函数的变换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99" name="Text Box 16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3260" y="6021288"/>
            <a:ext cx="830707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1778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highlight>
                  <a:srgbClr val="00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作业：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P54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起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6(1)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7(⑸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⑻)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8(⑴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⑵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⑷)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</a:t>
            </a:r>
            <a:r>
              <a:rPr lang="zh-CN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13(⑵</a:t>
            </a:r>
            <a:r>
              <a:rPr lang="zh-CN" altLang="en-US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kern="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⑸)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044700" y="763186"/>
            <a:ext cx="6991796" cy="51520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基础，公理，定理，运算规则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代换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反演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真值表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逻辑函数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，逻辑函数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标准表示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(∑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最小项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代数法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利用公理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定理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规则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卡诺图法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利用卡诺圈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最简逻辑表达式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含最小覆盖确定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</a:p>
          <a:p>
            <a:pPr marL="986790" indent="-98679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变换基础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反演定理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，变换方法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每一级逻辑反向输出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21192806"/>
              </p:ext>
            </p:extLst>
          </p:nvPr>
        </p:nvGraphicFramePr>
        <p:xfrm>
          <a:off x="1361440" y="1199991"/>
          <a:ext cx="7118985" cy="296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一致性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(T1)</a:t>
                      </a: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X+0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X•1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空元素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(T2)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X+1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X•0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同一律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(T3)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X+X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X•X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还原律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(T4)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互补律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(T5)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X+X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X•X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交换律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(T6)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X+Y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Y+X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X•Y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Y•X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结合律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(T7)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X+Y)+Z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X+(Y+Z)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X•Y)•Z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X•(Y•Z)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分配律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(T8)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Y+Z)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X•Y+X•Z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X+Y•Z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(X+Y)•(X+Z)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吸收律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(T9)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X+X•Y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X•(X+Y)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/>
                        <a:t>组合律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(T10)</a:t>
                      </a:r>
                      <a:endParaRPr lang="zh-CN" altLang="en-US" b="1"/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X•Y+X•Y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endParaRPr lang="zh-CN" altLang="en-US"/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(X+Y)•(X+Y)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</a:t>
                      </a:r>
                      <a:endParaRPr lang="zh-CN" altLang="en-US"/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b="1"/>
                        <a:t>一致律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(T11)</a:t>
                      </a:r>
                      <a:endParaRPr lang="zh-CN" altLang="en-US" b="1"/>
                    </a:p>
                  </a:txBody>
                  <a:tcPr marL="36195" marR="36195" marT="10795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X•Y+X•Z+Y•Z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X•Y+X•Z</a:t>
                      </a:r>
                      <a:endParaRPr lang="zh-CN" altLang="en-US"/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(X+Y)(X+Z)(Y+Z)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(X+Y)(X+Z)</a:t>
                      </a:r>
                      <a:endParaRPr lang="zh-CN" altLang="en-US" dirty="0"/>
                    </a:p>
                  </a:txBody>
                  <a:tcPr marL="36195" marR="36195" marT="10795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771775" y="2060491"/>
            <a:ext cx="5274310" cy="1864995"/>
            <a:chOff x="4365" y="3231"/>
            <a:chExt cx="8306" cy="2937"/>
          </a:xfrm>
        </p:grpSpPr>
        <p:cxnSp>
          <p:nvCxnSpPr>
            <p:cNvPr id="7" name="直接连接符 6"/>
            <p:cNvCxnSpPr/>
            <p:nvPr>
              <p:custDataLst>
                <p:tags r:id="rId4"/>
              </p:custDataLst>
            </p:nvPr>
          </p:nvCxnSpPr>
          <p:spPr>
            <a:xfrm flipV="1">
              <a:off x="4365" y="3231"/>
              <a:ext cx="170" cy="0"/>
            </a:xfrm>
            <a:prstGeom prst="line">
              <a:avLst/>
            </a:prstGeom>
            <a:noFill/>
            <a:ln w="190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V="1">
              <a:off x="4734" y="365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flipV="1">
              <a:off x="8674" y="365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>
              <p:custDataLst>
                <p:tags r:id="rId7"/>
              </p:custDataLst>
            </p:nvPr>
          </p:nvCxnSpPr>
          <p:spPr>
            <a:xfrm flipV="1">
              <a:off x="5471" y="575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>
              <p:custDataLst>
                <p:tags r:id="rId8"/>
              </p:custDataLst>
            </p:nvPr>
          </p:nvCxnSpPr>
          <p:spPr>
            <a:xfrm flipV="1">
              <a:off x="9950" y="575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直接连接符 11"/>
            <p:cNvCxnSpPr/>
            <p:nvPr>
              <p:custDataLst>
                <p:tags r:id="rId9"/>
              </p:custDataLst>
            </p:nvPr>
          </p:nvCxnSpPr>
          <p:spPr>
            <a:xfrm flipV="1">
              <a:off x="12501" y="61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直接连接符 12"/>
            <p:cNvCxnSpPr/>
            <p:nvPr>
              <p:custDataLst>
                <p:tags r:id="rId10"/>
              </p:custDataLst>
            </p:nvPr>
          </p:nvCxnSpPr>
          <p:spPr>
            <a:xfrm flipV="1">
              <a:off x="9411" y="61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直接连接符 18"/>
            <p:cNvCxnSpPr/>
            <p:nvPr>
              <p:custDataLst>
                <p:tags r:id="rId11"/>
              </p:custDataLst>
            </p:nvPr>
          </p:nvCxnSpPr>
          <p:spPr>
            <a:xfrm flipV="1">
              <a:off x="5102" y="61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12"/>
              </p:custDataLst>
            </p:nvPr>
          </p:nvCxnSpPr>
          <p:spPr>
            <a:xfrm flipV="1">
              <a:off x="7455" y="61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2b5e824-ef97-4852-b711-217f15a3a636"/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6c9a5a-ca6b-4f0e-b5f6-dde5831212ad}"/>
  <p:tag name="TABLE_ENDDRAG_ORIGIN_RECT" val="72*25"/>
  <p:tag name="TABLE_ENDDRAG_RECT" val="622*315*72*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6c9a5a-ca6b-4f0e-b5f6-dde5831212ad}"/>
  <p:tag name="TABLE_ENDDRAG_ORIGIN_RECT" val="72*25"/>
  <p:tag name="TABLE_ENDDRAG_RECT" val="622*315*72*2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8a65b13-cbfd-4fa3-9f3b-eed53391a7fc}"/>
  <p:tag name="TABLE_ENDDRAG_ORIGIN_RECT" val="72*25"/>
  <p:tag name="TABLE_ENDDRAG_RECT" val="622*315*72*2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e427a31-2c25-495d-8cf8-b15a14a6683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a93d0a3-8e1b-43fe-806c-ded71fe34b0f}"/>
  <p:tag name="TABLE_ENDDRAG_ORIGIN_RECT" val="72*25"/>
  <p:tag name="TABLE_ENDDRAG_RECT" val="622*315*72*25"/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485bc4c-b2c5-47a0-9c5b-11586b8920a5}"/>
  <p:tag name="TABLE_ENDDRAG_ORIGIN_RECT" val="72*25"/>
  <p:tag name="TABLE_ENDDRAG_RECT" val="622*315*72*25"/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ddc3c1b-ee10-45fd-b8ec-6bc70e8f77aa}"/>
  <p:tag name="TABLE_ENDDRAG_ORIGIN_RECT" val="72*25"/>
  <p:tag name="TABLE_ENDDRAG_RECT" val="622*315*72*25"/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ac2e5c1-5e06-411a-b475-8d51293e4f43}"/>
  <p:tag name="TABLE_ENDDRAG_ORIGIN_RECT" val="72*25"/>
  <p:tag name="TABLE_ENDDRAG_RECT" val="622*315*72*25"/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af37136-e7f5-4c32-bed4-7323304aaff0}"/>
  <p:tag name="TABLE_ENDDRAG_ORIGIN_RECT" val="72*25"/>
  <p:tag name="TABLE_ENDDRAG_RECT" val="622*315*72*25"/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6c9a5a-ca6b-4f0e-b5f6-dde5831212ad}"/>
  <p:tag name="TABLE_ENDDRAG_ORIGIN_RECT" val="72*25"/>
  <p:tag name="TABLE_ENDDRAG_RECT" val="622*315*72*25"/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8000b0d-c7ad-42aa-bd20-095c31cecbb3}"/>
  <p:tag name="TABLE_ENDDRAG_ORIGIN_RECT" val="72*25"/>
  <p:tag name="TABLE_ENDDRAG_RECT" val="622*315*72*25"/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367b5d-f249-4d5b-ab2e-fdecbb73f70e}"/>
  <p:tag name="TABLE_ENDDRAG_ORIGIN_RECT" val="503*13"/>
  <p:tag name="TABLE_ENDDRAG_RECT" val="116*338*503*13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181443f-95db-4fd6-84e4-ae74a7838caa}"/>
  <p:tag name="TABLE_ENDDRAG_ORIGIN_RECT" val="302*16"/>
  <p:tag name="TABLE_ENDDRAG_RECT" val="348*287*302*16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0165168-0ec9-4975-a02a-0454a8bc581f}"/>
  <p:tag name="TABLE_ENDDRAG_ORIGIN_RECT" val="302*16"/>
  <p:tag name="TABLE_ENDDRAG_RECT" val="348*287*302*16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bdc8299-723c-46a5-b2c0-e49dac25cdfe}"/>
  <p:tag name="TABLE_ENDDRAG_ORIGIN_RECT" val="302*16"/>
  <p:tag name="TABLE_ENDDRAG_RECT" val="348*287*302*16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35a7294-bf5e-49c0-9a86-a0c2876d258a}"/>
  <p:tag name="TABLE_ENDDRAG_ORIGIN_RECT" val="283*112"/>
  <p:tag name="TABLE_ENDDRAG_RECT" val="427*89*283*112"/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f455403-60d9-430b-b92b-8af8ca99b0a0}"/>
  <p:tag name="TABLE_ENDDRAG_ORIGIN_RECT" val="302*16"/>
  <p:tag name="TABLE_ENDDRAG_RECT" val="348*287*302*16"/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7cc203e-93c6-4eb2-9c6b-a69b8efbcbad}"/>
  <p:tag name="TABLE_ENDDRAG_ORIGIN_RECT" val="302*16"/>
  <p:tag name="TABLE_ENDDRAG_RECT" val="348*287*302*16"/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98ffae4-7efd-4893-a1a8-5ef42fe2a5f5}"/>
  <p:tag name="TABLE_ENDDRAG_ORIGIN_RECT" val="302*16"/>
  <p:tag name="TABLE_ENDDRAG_RECT" val="348*287*302*16"/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6c9a5a-ca6b-4f0e-b5f6-dde5831212ad}"/>
  <p:tag name="TABLE_ENDDRAG_ORIGIN_RECT" val="72*25"/>
  <p:tag name="TABLE_ENDDRAG_RECT" val="622*315*72*25"/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181443f-95db-4fd6-84e4-ae74a7838caa}"/>
  <p:tag name="TABLE_ENDDRAG_ORIGIN_RECT" val="302*16"/>
  <p:tag name="TABLE_ENDDRAG_RECT" val="348*287*302*16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ac2e5c1-5e06-411a-b475-8d51293e4f43}"/>
  <p:tag name="TABLE_ENDDRAG_ORIGIN_RECT" val="72*25"/>
  <p:tag name="TABLE_ENDDRAG_RECT" val="622*315*72*25"/>
  <p:tag name="KSO_WM_BEAUTIFY_FLAG" val="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2c5c52b-8d73-4c81-832a-ded3d1f08422}"/>
  <p:tag name="TABLE_ENDDRAG_ORIGIN_RECT" val="211*104"/>
  <p:tag name="TABLE_ENDDRAG_RECT" val="130*257*211*104"/>
  <p:tag name="KSO_WM_BEAUTIFY_FLAG" val="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36e62b9-79fd-4a64-8834-1f4a6914a71d}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707745f-27c1-4e38-9b38-29c944f2e741}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5d21325-488e-4bc0-bbc5-e93b5b5a81d2}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c051038-0410-4e98-b803-252b3d0a4f94}"/>
  <p:tag name="TABLE_ENDDRAG_ORIGIN_RECT" val="153*109"/>
  <p:tag name="TABLE_ENDDRAG_RECT" val="155*400*153*110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e23772a-60dd-4807-88c1-bbc5e417c875}"/>
  <p:tag name="TABLE_ENDDRAG_ORIGIN_RECT" val="149*62"/>
  <p:tag name="TABLE_ENDDRAG_RECT" val="261*223*149*62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b057378-b7b9-4991-af6d-115e311b6ff2}"/>
  <p:tag name="TABLE_ENDDRAG_ORIGIN_RECT" val="503*171"/>
  <p:tag name="TABLE_ENDDRAG_RECT" val="108*268*503*171"/>
  <p:tag name="KSO_WM_BEAUTIFY_FLAG" val="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0.xml><?xml version="1.0" encoding="utf-8"?>
<p:tagLst xmlns:p="http://schemas.openxmlformats.org/presentationml/2006/main">
  <p:tag name="KSO_WM_BEAUTIFY_FLAG" val=""/>
</p:tagLst>
</file>

<file path=ppt/tags/tag11110.xml><?xml version="1.0" encoding="utf-8"?>
<p:tagLst xmlns:p="http://schemas.openxmlformats.org/presentationml/2006/main">
  <p:tag name="KSO_WM_BEAUTIFY_FLAG" val=""/>
</p:tagLst>
</file>

<file path=ppt/tags/tag12710.xml><?xml version="1.0" encoding="utf-8"?>
<p:tagLst xmlns:p="http://schemas.openxmlformats.org/presentationml/2006/main">
  <p:tag name="KSO_WM_BEAUTIFY_FLAG" val=""/>
</p:tagLst>
</file>

<file path=ppt/tags/tag146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>
          <a:lnSpc>
            <a:spcPct val="125000"/>
          </a:lnSpc>
          <a:spcBef>
            <a:spcPts val="0"/>
          </a:spcBef>
          <a:spcAft>
            <a:spcPts val="0"/>
          </a:spcAft>
          <a:defRPr lang="en-US" altLang="zh-CN" sz="2200" b="1" dirty="0" smtClean="0">
            <a:solidFill>
              <a:srgbClr val="FF3399"/>
            </a:solidFill>
            <a:latin typeface="宋体" panose="0201060003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6566</Words>
  <Application>Microsoft Office PowerPoint</Application>
  <PresentationFormat>全屏显示(4:3)</PresentationFormat>
  <Paragraphs>1722</Paragraphs>
  <Slides>25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+中文正文</vt:lpstr>
      <vt:lpstr>-apple-system</vt:lpstr>
      <vt:lpstr>MS Gothic</vt:lpstr>
      <vt:lpstr>黑体</vt:lpstr>
      <vt:lpstr>宋体</vt:lpstr>
      <vt:lpstr>Cambria Math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任国林</dc:creator>
  <cp:lastModifiedBy>guolin</cp:lastModifiedBy>
  <cp:revision>1453</cp:revision>
  <dcterms:created xsi:type="dcterms:W3CDTF">2002-02-16T03:40:00Z</dcterms:created>
  <dcterms:modified xsi:type="dcterms:W3CDTF">2024-09-28T09:26:21Z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F87F95962CE54E15A3459F2AF9FEFC6A_12</vt:lpwstr>
  </property>
  <property fmtid="{D5CDD505-2E9C-101B-9397-08002B2CF9AE}" pid="3" name="KSOProductBuildVer">
    <vt:lpwstr>2052-12.1.0.15712</vt:lpwstr>
  </property>
</Properties>
</file>